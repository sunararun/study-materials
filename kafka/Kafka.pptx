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2" r:id="rId3"/>
    <p:sldId id="358" r:id="rId4"/>
    <p:sldId id="359" r:id="rId5"/>
    <p:sldId id="357" r:id="rId6"/>
    <p:sldId id="354" r:id="rId7"/>
    <p:sldId id="346" r:id="rId8"/>
    <p:sldId id="303" r:id="rId9"/>
    <p:sldId id="351" r:id="rId10"/>
    <p:sldId id="352" r:id="rId11"/>
    <p:sldId id="353" r:id="rId12"/>
    <p:sldId id="345" r:id="rId13"/>
    <p:sldId id="280" r:id="rId14"/>
    <p:sldId id="355" r:id="rId15"/>
    <p:sldId id="305" r:id="rId16"/>
    <p:sldId id="306" r:id="rId17"/>
    <p:sldId id="304" r:id="rId18"/>
    <p:sldId id="307" r:id="rId19"/>
    <p:sldId id="281" r:id="rId20"/>
    <p:sldId id="282" r:id="rId21"/>
    <p:sldId id="283" r:id="rId22"/>
    <p:sldId id="285" r:id="rId23"/>
    <p:sldId id="284" r:id="rId24"/>
    <p:sldId id="308" r:id="rId25"/>
    <p:sldId id="356" r:id="rId26"/>
    <p:sldId id="360"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48" r:id="rId41"/>
    <p:sldId id="349" r:id="rId42"/>
    <p:sldId id="350" r:id="rId43"/>
    <p:sldId id="322" r:id="rId44"/>
    <p:sldId id="323" r:id="rId45"/>
    <p:sldId id="324" r:id="rId46"/>
    <p:sldId id="347"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43" r:id="rId66"/>
    <p:sldId id="344" r:id="rId67"/>
    <p:sldId id="287" r:id="rId68"/>
    <p:sldId id="290" r:id="rId69"/>
    <p:sldId id="291" r:id="rId70"/>
    <p:sldId id="257" r:id="rId71"/>
    <p:sldId id="260" r:id="rId72"/>
    <p:sldId id="261" r:id="rId73"/>
    <p:sldId id="262" r:id="rId74"/>
    <p:sldId id="263" r:id="rId75"/>
    <p:sldId id="264" r:id="rId76"/>
    <p:sldId id="265" r:id="rId77"/>
    <p:sldId id="266" r:id="rId78"/>
    <p:sldId id="267" r:id="rId79"/>
    <p:sldId id="269" r:id="rId80"/>
    <p:sldId id="270" r:id="rId81"/>
    <p:sldId id="271" r:id="rId82"/>
    <p:sldId id="268" r:id="rId83"/>
    <p:sldId id="272" r:id="rId84"/>
    <p:sldId id="274" r:id="rId85"/>
    <p:sldId id="275" r:id="rId86"/>
    <p:sldId id="276" r:id="rId87"/>
    <p:sldId id="277" r:id="rId88"/>
    <p:sldId id="278" r:id="rId89"/>
    <p:sldId id="279" r:id="rId90"/>
    <p:sldId id="292" r:id="rId91"/>
    <p:sldId id="293" r:id="rId92"/>
    <p:sldId id="294" r:id="rId93"/>
    <p:sldId id="295" r:id="rId94"/>
    <p:sldId id="296" r:id="rId95"/>
    <p:sldId id="297" r:id="rId96"/>
    <p:sldId id="298" r:id="rId97"/>
    <p:sldId id="299" r:id="rId98"/>
    <p:sldId id="300" r:id="rId99"/>
    <p:sldId id="301" r:id="rId100"/>
    <p:sldId id="258" r:id="rId101"/>
    <p:sldId id="259" r:id="rId102"/>
    <p:sldId id="273" r:id="rId10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696913-37E6-4F9C-9115-7452CEAA0709}" v="7" dt="2024-05-01T02:59:54.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5/10/relationships/revisionInfo" Target="revisionInfo.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BC696913-37E6-4F9C-9115-7452CEAA0709}"/>
    <pc:docChg chg="custSel modSld modMainMaster">
      <pc:chgData name="Arun Sunar" userId="3fa9774ca67c7ab5" providerId="LiveId" clId="{BC696913-37E6-4F9C-9115-7452CEAA0709}" dt="2024-05-01T03:02:48.006" v="75" actId="27636"/>
      <pc:docMkLst>
        <pc:docMk/>
      </pc:docMkLst>
      <pc:sldChg chg="modSp">
        <pc:chgData name="Arun Sunar" userId="3fa9774ca67c7ab5" providerId="LiveId" clId="{BC696913-37E6-4F9C-9115-7452CEAA0709}" dt="2024-05-01T02:58:25.745" v="0"/>
        <pc:sldMkLst>
          <pc:docMk/>
          <pc:sldMk cId="3709283096" sldId="256"/>
        </pc:sldMkLst>
        <pc:spChg chg="mod">
          <ac:chgData name="Arun Sunar" userId="3fa9774ca67c7ab5" providerId="LiveId" clId="{BC696913-37E6-4F9C-9115-7452CEAA0709}" dt="2024-05-01T02:58:25.745" v="0"/>
          <ac:spMkLst>
            <pc:docMk/>
            <pc:sldMk cId="3709283096" sldId="256"/>
            <ac:spMk id="2" creationId="{678BA31A-23D6-96FC-6FEE-37BBA0DA5768}"/>
          </ac:spMkLst>
        </pc:spChg>
        <pc:spChg chg="mod">
          <ac:chgData name="Arun Sunar" userId="3fa9774ca67c7ab5" providerId="LiveId" clId="{BC696913-37E6-4F9C-9115-7452CEAA0709}" dt="2024-05-01T02:58:25.745" v="0"/>
          <ac:spMkLst>
            <pc:docMk/>
            <pc:sldMk cId="3709283096" sldId="256"/>
            <ac:spMk id="3" creationId="{5416487A-40EE-B7FD-C715-43844A5B6AF3}"/>
          </ac:spMkLst>
        </pc:spChg>
      </pc:sldChg>
      <pc:sldChg chg="modSp mod">
        <pc:chgData name="Arun Sunar" userId="3fa9774ca67c7ab5" providerId="LiveId" clId="{BC696913-37E6-4F9C-9115-7452CEAA0709}" dt="2024-05-01T02:58:28.105" v="46" actId="27636"/>
        <pc:sldMkLst>
          <pc:docMk/>
          <pc:sldMk cId="2859654215" sldId="261"/>
        </pc:sldMkLst>
        <pc:spChg chg="mod">
          <ac:chgData name="Arun Sunar" userId="3fa9774ca67c7ab5" providerId="LiveId" clId="{BC696913-37E6-4F9C-9115-7452CEAA0709}" dt="2024-05-01T02:58:28.105" v="46" actId="27636"/>
          <ac:spMkLst>
            <pc:docMk/>
            <pc:sldMk cId="2859654215" sldId="261"/>
            <ac:spMk id="3" creationId="{DECA52F0-FDB4-CD93-87ED-D5F38C9C65FE}"/>
          </ac:spMkLst>
        </pc:spChg>
      </pc:sldChg>
      <pc:sldChg chg="modSp mod">
        <pc:chgData name="Arun Sunar" userId="3fa9774ca67c7ab5" providerId="LiveId" clId="{BC696913-37E6-4F9C-9115-7452CEAA0709}" dt="2024-05-01T02:58:28.277" v="47" actId="27636"/>
        <pc:sldMkLst>
          <pc:docMk/>
          <pc:sldMk cId="2056868420" sldId="265"/>
        </pc:sldMkLst>
        <pc:spChg chg="mod">
          <ac:chgData name="Arun Sunar" userId="3fa9774ca67c7ab5" providerId="LiveId" clId="{BC696913-37E6-4F9C-9115-7452CEAA0709}" dt="2024-05-01T02:58:28.277" v="47" actId="27636"/>
          <ac:spMkLst>
            <pc:docMk/>
            <pc:sldMk cId="2056868420" sldId="265"/>
            <ac:spMk id="3" creationId="{DECA52F0-FDB4-CD93-87ED-D5F38C9C65FE}"/>
          </ac:spMkLst>
        </pc:spChg>
      </pc:sldChg>
      <pc:sldChg chg="modSp mod">
        <pc:chgData name="Arun Sunar" userId="3fa9774ca67c7ab5" providerId="LiveId" clId="{BC696913-37E6-4F9C-9115-7452CEAA0709}" dt="2024-05-01T02:58:28.371" v="48" actId="27636"/>
        <pc:sldMkLst>
          <pc:docMk/>
          <pc:sldMk cId="2524303397" sldId="266"/>
        </pc:sldMkLst>
        <pc:spChg chg="mod">
          <ac:chgData name="Arun Sunar" userId="3fa9774ca67c7ab5" providerId="LiveId" clId="{BC696913-37E6-4F9C-9115-7452CEAA0709}" dt="2024-05-01T02:58:28.371" v="48" actId="27636"/>
          <ac:spMkLst>
            <pc:docMk/>
            <pc:sldMk cId="2524303397" sldId="266"/>
            <ac:spMk id="3" creationId="{DECA52F0-FDB4-CD93-87ED-D5F38C9C65FE}"/>
          </ac:spMkLst>
        </pc:spChg>
      </pc:sldChg>
      <pc:sldChg chg="modSp">
        <pc:chgData name="Arun Sunar" userId="3fa9774ca67c7ab5" providerId="LiveId" clId="{BC696913-37E6-4F9C-9115-7452CEAA0709}" dt="2024-05-01T02:58:25.745" v="0"/>
        <pc:sldMkLst>
          <pc:docMk/>
          <pc:sldMk cId="250677450" sldId="273"/>
        </pc:sldMkLst>
        <pc:spChg chg="mod">
          <ac:chgData name="Arun Sunar" userId="3fa9774ca67c7ab5" providerId="LiveId" clId="{BC696913-37E6-4F9C-9115-7452CEAA0709}" dt="2024-05-01T02:58:25.745" v="0"/>
          <ac:spMkLst>
            <pc:docMk/>
            <pc:sldMk cId="250677450" sldId="273"/>
            <ac:spMk id="2" creationId="{9CB94DFB-5377-C566-6578-13B6639E28E9}"/>
          </ac:spMkLst>
        </pc:spChg>
        <pc:spChg chg="mod">
          <ac:chgData name="Arun Sunar" userId="3fa9774ca67c7ab5" providerId="LiveId" clId="{BC696913-37E6-4F9C-9115-7452CEAA0709}" dt="2024-05-01T02:58:25.745" v="0"/>
          <ac:spMkLst>
            <pc:docMk/>
            <pc:sldMk cId="250677450" sldId="273"/>
            <ac:spMk id="3" creationId="{F26541E4-1ECF-8B67-058C-1F881CB597ED}"/>
          </ac:spMkLst>
        </pc:spChg>
      </pc:sldChg>
      <pc:sldChg chg="modSp mod">
        <pc:chgData name="Arun Sunar" userId="3fa9774ca67c7ab5" providerId="LiveId" clId="{BC696913-37E6-4F9C-9115-7452CEAA0709}" dt="2024-05-01T02:58:28.527" v="49" actId="27636"/>
        <pc:sldMkLst>
          <pc:docMk/>
          <pc:sldMk cId="4021820275" sldId="279"/>
        </pc:sldMkLst>
        <pc:spChg chg="mod">
          <ac:chgData name="Arun Sunar" userId="3fa9774ca67c7ab5" providerId="LiveId" clId="{BC696913-37E6-4F9C-9115-7452CEAA0709}" dt="2024-05-01T02:58:28.527" v="49" actId="27636"/>
          <ac:spMkLst>
            <pc:docMk/>
            <pc:sldMk cId="4021820275" sldId="279"/>
            <ac:spMk id="3" creationId="{C1BB2E3C-7AE3-A684-CC95-8D65F89610A2}"/>
          </ac:spMkLst>
        </pc:spChg>
      </pc:sldChg>
      <pc:sldChg chg="modSp mod">
        <pc:chgData name="Arun Sunar" userId="3fa9774ca67c7ab5" providerId="LiveId" clId="{BC696913-37E6-4F9C-9115-7452CEAA0709}" dt="2024-05-01T03:02:35.493" v="72" actId="113"/>
        <pc:sldMkLst>
          <pc:docMk/>
          <pc:sldMk cId="2487204472" sldId="282"/>
        </pc:sldMkLst>
        <pc:spChg chg="mod">
          <ac:chgData name="Arun Sunar" userId="3fa9774ca67c7ab5" providerId="LiveId" clId="{BC696913-37E6-4F9C-9115-7452CEAA0709}" dt="2024-05-01T03:02:35.493" v="72" actId="113"/>
          <ac:spMkLst>
            <pc:docMk/>
            <pc:sldMk cId="2487204472" sldId="282"/>
            <ac:spMk id="3" creationId="{3ABD43DF-0853-2853-7F3C-466C9D9DFAC7}"/>
          </ac:spMkLst>
        </pc:spChg>
      </pc:sldChg>
      <pc:sldChg chg="modSp mod">
        <pc:chgData name="Arun Sunar" userId="3fa9774ca67c7ab5" providerId="LiveId" clId="{BC696913-37E6-4F9C-9115-7452CEAA0709}" dt="2024-05-01T03:02:43.247" v="73" actId="113"/>
        <pc:sldMkLst>
          <pc:docMk/>
          <pc:sldMk cId="4036590457" sldId="283"/>
        </pc:sldMkLst>
        <pc:spChg chg="mod">
          <ac:chgData name="Arun Sunar" userId="3fa9774ca67c7ab5" providerId="LiveId" clId="{BC696913-37E6-4F9C-9115-7452CEAA0709}" dt="2024-05-01T03:02:43.247" v="73" actId="113"/>
          <ac:spMkLst>
            <pc:docMk/>
            <pc:sldMk cId="4036590457" sldId="283"/>
            <ac:spMk id="3" creationId="{3ABD43DF-0853-2853-7F3C-466C9D9DFAC7}"/>
          </ac:spMkLst>
        </pc:spChg>
      </pc:sldChg>
      <pc:sldChg chg="modSp mod">
        <pc:chgData name="Arun Sunar" userId="3fa9774ca67c7ab5" providerId="LiveId" clId="{BC696913-37E6-4F9C-9115-7452CEAA0709}" dt="2024-05-01T03:02:48.006" v="75" actId="27636"/>
        <pc:sldMkLst>
          <pc:docMk/>
          <pc:sldMk cId="3059647548" sldId="285"/>
        </pc:sldMkLst>
        <pc:spChg chg="mod">
          <ac:chgData name="Arun Sunar" userId="3fa9774ca67c7ab5" providerId="LiveId" clId="{BC696913-37E6-4F9C-9115-7452CEAA0709}" dt="2024-05-01T03:02:48.006" v="75" actId="27636"/>
          <ac:spMkLst>
            <pc:docMk/>
            <pc:sldMk cId="3059647548" sldId="285"/>
            <ac:spMk id="3" creationId="{3ABD43DF-0853-2853-7F3C-466C9D9DFAC7}"/>
          </ac:spMkLst>
        </pc:spChg>
      </pc:sldChg>
      <pc:sldChg chg="modSp mod">
        <pc:chgData name="Arun Sunar" userId="3fa9774ca67c7ab5" providerId="LiveId" clId="{BC696913-37E6-4F9C-9115-7452CEAA0709}" dt="2024-05-01T02:58:28.043" v="45" actId="27636"/>
        <pc:sldMkLst>
          <pc:docMk/>
          <pc:sldMk cId="2144097466" sldId="291"/>
        </pc:sldMkLst>
        <pc:spChg chg="mod">
          <ac:chgData name="Arun Sunar" userId="3fa9774ca67c7ab5" providerId="LiveId" clId="{BC696913-37E6-4F9C-9115-7452CEAA0709}" dt="2024-05-01T02:58:28.043" v="45" actId="27636"/>
          <ac:spMkLst>
            <pc:docMk/>
            <pc:sldMk cId="2144097466" sldId="291"/>
            <ac:spMk id="3" creationId="{3ABD43DF-0853-2853-7F3C-466C9D9DFAC7}"/>
          </ac:spMkLst>
        </pc:spChg>
      </pc:sldChg>
      <pc:sldChg chg="modSp mod setBg">
        <pc:chgData name="Arun Sunar" userId="3fa9774ca67c7ab5" providerId="LiveId" clId="{BC696913-37E6-4F9C-9115-7452CEAA0709}" dt="2024-05-01T03:00:20.141" v="55" actId="113"/>
        <pc:sldMkLst>
          <pc:docMk/>
          <pc:sldMk cId="671559925" sldId="302"/>
        </pc:sldMkLst>
        <pc:spChg chg="mod">
          <ac:chgData name="Arun Sunar" userId="3fa9774ca67c7ab5" providerId="LiveId" clId="{BC696913-37E6-4F9C-9115-7452CEAA0709}" dt="2024-05-01T03:00:20.141" v="55" actId="113"/>
          <ac:spMkLst>
            <pc:docMk/>
            <pc:sldMk cId="671559925" sldId="302"/>
            <ac:spMk id="3" creationId="{5F97B7C5-75AC-9DD8-BF11-267D454B0E18}"/>
          </ac:spMkLst>
        </pc:spChg>
      </pc:sldChg>
      <pc:sldChg chg="modSp mod">
        <pc:chgData name="Arun Sunar" userId="3fa9774ca67c7ab5" providerId="LiveId" clId="{BC696913-37E6-4F9C-9115-7452CEAA0709}" dt="2024-05-01T03:01:32.338" v="63" actId="113"/>
        <pc:sldMkLst>
          <pc:docMk/>
          <pc:sldMk cId="2073691413" sldId="303"/>
        </pc:sldMkLst>
        <pc:spChg chg="mod">
          <ac:chgData name="Arun Sunar" userId="3fa9774ca67c7ab5" providerId="LiveId" clId="{BC696913-37E6-4F9C-9115-7452CEAA0709}" dt="2024-05-01T03:01:32.338" v="63" actId="113"/>
          <ac:spMkLst>
            <pc:docMk/>
            <pc:sldMk cId="2073691413" sldId="303"/>
            <ac:spMk id="3" creationId="{5F97B7C5-75AC-9DD8-BF11-267D454B0E18}"/>
          </ac:spMkLst>
        </pc:spChg>
      </pc:sldChg>
      <pc:sldChg chg="modSp mod">
        <pc:chgData name="Arun Sunar" userId="3fa9774ca67c7ab5" providerId="LiveId" clId="{BC696913-37E6-4F9C-9115-7452CEAA0709}" dt="2024-05-01T03:02:23.551" v="71" actId="113"/>
        <pc:sldMkLst>
          <pc:docMk/>
          <pc:sldMk cId="3936926315" sldId="304"/>
        </pc:sldMkLst>
        <pc:spChg chg="mod">
          <ac:chgData name="Arun Sunar" userId="3fa9774ca67c7ab5" providerId="LiveId" clId="{BC696913-37E6-4F9C-9115-7452CEAA0709}" dt="2024-05-01T03:02:23.551" v="71" actId="113"/>
          <ac:spMkLst>
            <pc:docMk/>
            <pc:sldMk cId="3936926315" sldId="304"/>
            <ac:spMk id="2" creationId="{B9141CF5-5787-7EAC-584A-E0A4D07584BA}"/>
          </ac:spMkLst>
        </pc:spChg>
      </pc:sldChg>
      <pc:sldChg chg="modSp mod">
        <pc:chgData name="Arun Sunar" userId="3fa9774ca67c7ab5" providerId="LiveId" clId="{BC696913-37E6-4F9C-9115-7452CEAA0709}" dt="2024-05-01T02:58:26.636" v="7" actId="27636"/>
        <pc:sldMkLst>
          <pc:docMk/>
          <pc:sldMk cId="3124640797" sldId="306"/>
        </pc:sldMkLst>
        <pc:spChg chg="mod">
          <ac:chgData name="Arun Sunar" userId="3fa9774ca67c7ab5" providerId="LiveId" clId="{BC696913-37E6-4F9C-9115-7452CEAA0709}" dt="2024-05-01T02:58:25.745" v="0"/>
          <ac:spMkLst>
            <pc:docMk/>
            <pc:sldMk cId="3124640797" sldId="306"/>
            <ac:spMk id="2" creationId="{45A9FE24-6AAB-4FEF-5E15-E3C1139FA6A9}"/>
          </ac:spMkLst>
        </pc:spChg>
        <pc:spChg chg="mod">
          <ac:chgData name="Arun Sunar" userId="3fa9774ca67c7ab5" providerId="LiveId" clId="{BC696913-37E6-4F9C-9115-7452CEAA0709}" dt="2024-05-01T02:58:26.636" v="7" actId="27636"/>
          <ac:spMkLst>
            <pc:docMk/>
            <pc:sldMk cId="3124640797" sldId="306"/>
            <ac:spMk id="3" creationId="{5F97B7C5-75AC-9DD8-BF11-267D454B0E18}"/>
          </ac:spMkLst>
        </pc:spChg>
      </pc:sldChg>
      <pc:sldChg chg="modSp mod">
        <pc:chgData name="Arun Sunar" userId="3fa9774ca67c7ab5" providerId="LiveId" clId="{BC696913-37E6-4F9C-9115-7452CEAA0709}" dt="2024-05-01T02:58:27.277" v="11" actId="27636"/>
        <pc:sldMkLst>
          <pc:docMk/>
          <pc:sldMk cId="2508632527" sldId="309"/>
        </pc:sldMkLst>
        <pc:spChg chg="mod">
          <ac:chgData name="Arun Sunar" userId="3fa9774ca67c7ab5" providerId="LiveId" clId="{BC696913-37E6-4F9C-9115-7452CEAA0709}" dt="2024-05-01T02:58:27.277" v="11" actId="27636"/>
          <ac:spMkLst>
            <pc:docMk/>
            <pc:sldMk cId="2508632527" sldId="309"/>
            <ac:spMk id="3" creationId="{E14FD1FD-4B97-5FDB-55F2-BA791EAAD157}"/>
          </ac:spMkLst>
        </pc:spChg>
      </pc:sldChg>
      <pc:sldChg chg="modSp mod">
        <pc:chgData name="Arun Sunar" userId="3fa9774ca67c7ab5" providerId="LiveId" clId="{BC696913-37E6-4F9C-9115-7452CEAA0709}" dt="2024-05-01T02:58:27.386" v="12" actId="27636"/>
        <pc:sldMkLst>
          <pc:docMk/>
          <pc:sldMk cId="828497566" sldId="315"/>
        </pc:sldMkLst>
        <pc:spChg chg="mod">
          <ac:chgData name="Arun Sunar" userId="3fa9774ca67c7ab5" providerId="LiveId" clId="{BC696913-37E6-4F9C-9115-7452CEAA0709}" dt="2024-05-01T02:58:27.386" v="12" actId="27636"/>
          <ac:spMkLst>
            <pc:docMk/>
            <pc:sldMk cId="828497566" sldId="315"/>
            <ac:spMk id="3" creationId="{7C45D1D1-418C-9244-C0D9-38CA9CFACF45}"/>
          </ac:spMkLst>
        </pc:spChg>
      </pc:sldChg>
      <pc:sldChg chg="modSp mod">
        <pc:chgData name="Arun Sunar" userId="3fa9774ca67c7ab5" providerId="LiveId" clId="{BC696913-37E6-4F9C-9115-7452CEAA0709}" dt="2024-05-01T02:58:27.449" v="13" actId="27636"/>
        <pc:sldMkLst>
          <pc:docMk/>
          <pc:sldMk cId="4284208257" sldId="318"/>
        </pc:sldMkLst>
        <pc:spChg chg="mod">
          <ac:chgData name="Arun Sunar" userId="3fa9774ca67c7ab5" providerId="LiveId" clId="{BC696913-37E6-4F9C-9115-7452CEAA0709}" dt="2024-05-01T02:58:27.449" v="13" actId="27636"/>
          <ac:spMkLst>
            <pc:docMk/>
            <pc:sldMk cId="4284208257" sldId="318"/>
            <ac:spMk id="3" creationId="{2763B2D6-9D84-C9ED-6409-9FAE4C6667EC}"/>
          </ac:spMkLst>
        </pc:spChg>
      </pc:sldChg>
      <pc:sldChg chg="modSp mod">
        <pc:chgData name="Arun Sunar" userId="3fa9774ca67c7ab5" providerId="LiveId" clId="{BC696913-37E6-4F9C-9115-7452CEAA0709}" dt="2024-05-01T02:58:27.527" v="15" actId="27636"/>
        <pc:sldMkLst>
          <pc:docMk/>
          <pc:sldMk cId="1729721563" sldId="320"/>
        </pc:sldMkLst>
        <pc:spChg chg="mod">
          <ac:chgData name="Arun Sunar" userId="3fa9774ca67c7ab5" providerId="LiveId" clId="{BC696913-37E6-4F9C-9115-7452CEAA0709}" dt="2024-05-01T02:58:27.480" v="14" actId="27636"/>
          <ac:spMkLst>
            <pc:docMk/>
            <pc:sldMk cId="1729721563" sldId="320"/>
            <ac:spMk id="2" creationId="{0BA5A905-E032-A82C-0E8E-27BA13743E9C}"/>
          </ac:spMkLst>
        </pc:spChg>
        <pc:spChg chg="mod">
          <ac:chgData name="Arun Sunar" userId="3fa9774ca67c7ab5" providerId="LiveId" clId="{BC696913-37E6-4F9C-9115-7452CEAA0709}" dt="2024-05-01T02:58:27.527" v="15" actId="27636"/>
          <ac:spMkLst>
            <pc:docMk/>
            <pc:sldMk cId="1729721563" sldId="320"/>
            <ac:spMk id="3" creationId="{1FE9BDE9-C244-0C2A-352E-9A713F918C8D}"/>
          </ac:spMkLst>
        </pc:spChg>
      </pc:sldChg>
      <pc:sldChg chg="modSp mod">
        <pc:chgData name="Arun Sunar" userId="3fa9774ca67c7ab5" providerId="LiveId" clId="{BC696913-37E6-4F9C-9115-7452CEAA0709}" dt="2024-05-01T02:58:27.605" v="19" actId="27636"/>
        <pc:sldMkLst>
          <pc:docMk/>
          <pc:sldMk cId="4195896196" sldId="322"/>
        </pc:sldMkLst>
        <pc:spChg chg="mod">
          <ac:chgData name="Arun Sunar" userId="3fa9774ca67c7ab5" providerId="LiveId" clId="{BC696913-37E6-4F9C-9115-7452CEAA0709}" dt="2024-05-01T02:58:27.605" v="19" actId="27636"/>
          <ac:spMkLst>
            <pc:docMk/>
            <pc:sldMk cId="4195896196" sldId="322"/>
            <ac:spMk id="2" creationId="{0BA5A905-E032-A82C-0E8E-27BA13743E9C}"/>
          </ac:spMkLst>
        </pc:spChg>
      </pc:sldChg>
      <pc:sldChg chg="modSp mod">
        <pc:chgData name="Arun Sunar" userId="3fa9774ca67c7ab5" providerId="LiveId" clId="{BC696913-37E6-4F9C-9115-7452CEAA0709}" dt="2024-05-01T02:58:27.636" v="20" actId="27636"/>
        <pc:sldMkLst>
          <pc:docMk/>
          <pc:sldMk cId="3926464042" sldId="323"/>
        </pc:sldMkLst>
        <pc:spChg chg="mod">
          <ac:chgData name="Arun Sunar" userId="3fa9774ca67c7ab5" providerId="LiveId" clId="{BC696913-37E6-4F9C-9115-7452CEAA0709}" dt="2024-05-01T02:58:27.636" v="20" actId="27636"/>
          <ac:spMkLst>
            <pc:docMk/>
            <pc:sldMk cId="3926464042" sldId="323"/>
            <ac:spMk id="2" creationId="{0BA5A905-E032-A82C-0E8E-27BA13743E9C}"/>
          </ac:spMkLst>
        </pc:spChg>
      </pc:sldChg>
      <pc:sldChg chg="modSp mod">
        <pc:chgData name="Arun Sunar" userId="3fa9774ca67c7ab5" providerId="LiveId" clId="{BC696913-37E6-4F9C-9115-7452CEAA0709}" dt="2024-05-01T02:58:27.668" v="21" actId="27636"/>
        <pc:sldMkLst>
          <pc:docMk/>
          <pc:sldMk cId="1003453100" sldId="324"/>
        </pc:sldMkLst>
        <pc:spChg chg="mod">
          <ac:chgData name="Arun Sunar" userId="3fa9774ca67c7ab5" providerId="LiveId" clId="{BC696913-37E6-4F9C-9115-7452CEAA0709}" dt="2024-05-01T02:58:27.668" v="21" actId="27636"/>
          <ac:spMkLst>
            <pc:docMk/>
            <pc:sldMk cId="1003453100" sldId="324"/>
            <ac:spMk id="2" creationId="{0BA5A905-E032-A82C-0E8E-27BA13743E9C}"/>
          </ac:spMkLst>
        </pc:spChg>
      </pc:sldChg>
      <pc:sldChg chg="modSp mod">
        <pc:chgData name="Arun Sunar" userId="3fa9774ca67c7ab5" providerId="LiveId" clId="{BC696913-37E6-4F9C-9115-7452CEAA0709}" dt="2024-05-01T02:58:27.718" v="23" actId="27636"/>
        <pc:sldMkLst>
          <pc:docMk/>
          <pc:sldMk cId="1793043936" sldId="325"/>
        </pc:sldMkLst>
        <pc:spChg chg="mod">
          <ac:chgData name="Arun Sunar" userId="3fa9774ca67c7ab5" providerId="LiveId" clId="{BC696913-37E6-4F9C-9115-7452CEAA0709}" dt="2024-05-01T02:58:27.718" v="23" actId="27636"/>
          <ac:spMkLst>
            <pc:docMk/>
            <pc:sldMk cId="1793043936" sldId="325"/>
            <ac:spMk id="2" creationId="{0BA5A905-E032-A82C-0E8E-27BA13743E9C}"/>
          </ac:spMkLst>
        </pc:spChg>
      </pc:sldChg>
      <pc:sldChg chg="modSp mod">
        <pc:chgData name="Arun Sunar" userId="3fa9774ca67c7ab5" providerId="LiveId" clId="{BC696913-37E6-4F9C-9115-7452CEAA0709}" dt="2024-05-01T02:58:27.723" v="24" actId="27636"/>
        <pc:sldMkLst>
          <pc:docMk/>
          <pc:sldMk cId="3916348688" sldId="326"/>
        </pc:sldMkLst>
        <pc:spChg chg="mod">
          <ac:chgData name="Arun Sunar" userId="3fa9774ca67c7ab5" providerId="LiveId" clId="{BC696913-37E6-4F9C-9115-7452CEAA0709}" dt="2024-05-01T02:58:27.723" v="24" actId="27636"/>
          <ac:spMkLst>
            <pc:docMk/>
            <pc:sldMk cId="3916348688" sldId="326"/>
            <ac:spMk id="2" creationId="{0BA5A905-E032-A82C-0E8E-27BA13743E9C}"/>
          </ac:spMkLst>
        </pc:spChg>
      </pc:sldChg>
      <pc:sldChg chg="modSp mod">
        <pc:chgData name="Arun Sunar" userId="3fa9774ca67c7ab5" providerId="LiveId" clId="{BC696913-37E6-4F9C-9115-7452CEAA0709}" dt="2024-05-01T02:58:27.727" v="25" actId="27636"/>
        <pc:sldMkLst>
          <pc:docMk/>
          <pc:sldMk cId="1635504889" sldId="327"/>
        </pc:sldMkLst>
        <pc:spChg chg="mod">
          <ac:chgData name="Arun Sunar" userId="3fa9774ca67c7ab5" providerId="LiveId" clId="{BC696913-37E6-4F9C-9115-7452CEAA0709}" dt="2024-05-01T02:58:27.727" v="25" actId="27636"/>
          <ac:spMkLst>
            <pc:docMk/>
            <pc:sldMk cId="1635504889" sldId="327"/>
            <ac:spMk id="2" creationId="{0BA5A905-E032-A82C-0E8E-27BA13743E9C}"/>
          </ac:spMkLst>
        </pc:spChg>
      </pc:sldChg>
      <pc:sldChg chg="modSp mod">
        <pc:chgData name="Arun Sunar" userId="3fa9774ca67c7ab5" providerId="LiveId" clId="{BC696913-37E6-4F9C-9115-7452CEAA0709}" dt="2024-05-01T02:58:27.746" v="26" actId="27636"/>
        <pc:sldMkLst>
          <pc:docMk/>
          <pc:sldMk cId="2407199574" sldId="328"/>
        </pc:sldMkLst>
        <pc:spChg chg="mod">
          <ac:chgData name="Arun Sunar" userId="3fa9774ca67c7ab5" providerId="LiveId" clId="{BC696913-37E6-4F9C-9115-7452CEAA0709}" dt="2024-05-01T02:58:27.746" v="26" actId="27636"/>
          <ac:spMkLst>
            <pc:docMk/>
            <pc:sldMk cId="2407199574" sldId="328"/>
            <ac:spMk id="2" creationId="{0BA5A905-E032-A82C-0E8E-27BA13743E9C}"/>
          </ac:spMkLst>
        </pc:spChg>
      </pc:sldChg>
      <pc:sldChg chg="modSp mod">
        <pc:chgData name="Arun Sunar" userId="3fa9774ca67c7ab5" providerId="LiveId" clId="{BC696913-37E6-4F9C-9115-7452CEAA0709}" dt="2024-05-01T02:58:27.746" v="27" actId="27636"/>
        <pc:sldMkLst>
          <pc:docMk/>
          <pc:sldMk cId="1427850170" sldId="329"/>
        </pc:sldMkLst>
        <pc:spChg chg="mod">
          <ac:chgData name="Arun Sunar" userId="3fa9774ca67c7ab5" providerId="LiveId" clId="{BC696913-37E6-4F9C-9115-7452CEAA0709}" dt="2024-05-01T02:58:27.746" v="27" actId="27636"/>
          <ac:spMkLst>
            <pc:docMk/>
            <pc:sldMk cId="1427850170" sldId="329"/>
            <ac:spMk id="2" creationId="{0BA5A905-E032-A82C-0E8E-27BA13743E9C}"/>
          </ac:spMkLst>
        </pc:spChg>
      </pc:sldChg>
      <pc:sldChg chg="modSp mod">
        <pc:chgData name="Arun Sunar" userId="3fa9774ca67c7ab5" providerId="LiveId" clId="{BC696913-37E6-4F9C-9115-7452CEAA0709}" dt="2024-05-01T02:58:27.777" v="29" actId="27636"/>
        <pc:sldMkLst>
          <pc:docMk/>
          <pc:sldMk cId="3257852770" sldId="330"/>
        </pc:sldMkLst>
        <pc:spChg chg="mod">
          <ac:chgData name="Arun Sunar" userId="3fa9774ca67c7ab5" providerId="LiveId" clId="{BC696913-37E6-4F9C-9115-7452CEAA0709}" dt="2024-05-01T02:58:27.777" v="29" actId="27636"/>
          <ac:spMkLst>
            <pc:docMk/>
            <pc:sldMk cId="3257852770" sldId="330"/>
            <ac:spMk id="2" creationId="{0BA5A905-E032-A82C-0E8E-27BA13743E9C}"/>
          </ac:spMkLst>
        </pc:spChg>
        <pc:spChg chg="mod">
          <ac:chgData name="Arun Sunar" userId="3fa9774ca67c7ab5" providerId="LiveId" clId="{BC696913-37E6-4F9C-9115-7452CEAA0709}" dt="2024-05-01T02:58:27.777" v="28" actId="27636"/>
          <ac:spMkLst>
            <pc:docMk/>
            <pc:sldMk cId="3257852770" sldId="330"/>
            <ac:spMk id="3" creationId="{1FE9BDE9-C244-0C2A-352E-9A713F918C8D}"/>
          </ac:spMkLst>
        </pc:spChg>
      </pc:sldChg>
      <pc:sldChg chg="modSp mod">
        <pc:chgData name="Arun Sunar" userId="3fa9774ca67c7ab5" providerId="LiveId" clId="{BC696913-37E6-4F9C-9115-7452CEAA0709}" dt="2024-05-01T02:58:27.793" v="30" actId="27636"/>
        <pc:sldMkLst>
          <pc:docMk/>
          <pc:sldMk cId="1155673563" sldId="331"/>
        </pc:sldMkLst>
        <pc:spChg chg="mod">
          <ac:chgData name="Arun Sunar" userId="3fa9774ca67c7ab5" providerId="LiveId" clId="{BC696913-37E6-4F9C-9115-7452CEAA0709}" dt="2024-05-01T02:58:27.793" v="30" actId="27636"/>
          <ac:spMkLst>
            <pc:docMk/>
            <pc:sldMk cId="1155673563" sldId="331"/>
            <ac:spMk id="2" creationId="{0BA5A905-E032-A82C-0E8E-27BA13743E9C}"/>
          </ac:spMkLst>
        </pc:spChg>
      </pc:sldChg>
      <pc:sldChg chg="modSp mod">
        <pc:chgData name="Arun Sunar" userId="3fa9774ca67c7ab5" providerId="LiveId" clId="{BC696913-37E6-4F9C-9115-7452CEAA0709}" dt="2024-05-01T02:58:27.809" v="31" actId="27636"/>
        <pc:sldMkLst>
          <pc:docMk/>
          <pc:sldMk cId="1079049656" sldId="332"/>
        </pc:sldMkLst>
        <pc:spChg chg="mod">
          <ac:chgData name="Arun Sunar" userId="3fa9774ca67c7ab5" providerId="LiveId" clId="{BC696913-37E6-4F9C-9115-7452CEAA0709}" dt="2024-05-01T02:58:27.809" v="31" actId="27636"/>
          <ac:spMkLst>
            <pc:docMk/>
            <pc:sldMk cId="1079049656" sldId="332"/>
            <ac:spMk id="2" creationId="{0BA5A905-E032-A82C-0E8E-27BA13743E9C}"/>
          </ac:spMkLst>
        </pc:spChg>
      </pc:sldChg>
      <pc:sldChg chg="modSp mod">
        <pc:chgData name="Arun Sunar" userId="3fa9774ca67c7ab5" providerId="LiveId" clId="{BC696913-37E6-4F9C-9115-7452CEAA0709}" dt="2024-05-01T02:58:27.809" v="32" actId="27636"/>
        <pc:sldMkLst>
          <pc:docMk/>
          <pc:sldMk cId="2732644347" sldId="333"/>
        </pc:sldMkLst>
        <pc:spChg chg="mod">
          <ac:chgData name="Arun Sunar" userId="3fa9774ca67c7ab5" providerId="LiveId" clId="{BC696913-37E6-4F9C-9115-7452CEAA0709}" dt="2024-05-01T02:58:27.809" v="32" actId="27636"/>
          <ac:spMkLst>
            <pc:docMk/>
            <pc:sldMk cId="2732644347" sldId="333"/>
            <ac:spMk id="2" creationId="{0BA5A905-E032-A82C-0E8E-27BA13743E9C}"/>
          </ac:spMkLst>
        </pc:spChg>
      </pc:sldChg>
      <pc:sldChg chg="modSp mod">
        <pc:chgData name="Arun Sunar" userId="3fa9774ca67c7ab5" providerId="LiveId" clId="{BC696913-37E6-4F9C-9115-7452CEAA0709}" dt="2024-05-01T02:58:27.824" v="33" actId="27636"/>
        <pc:sldMkLst>
          <pc:docMk/>
          <pc:sldMk cId="705244454" sldId="334"/>
        </pc:sldMkLst>
        <pc:spChg chg="mod">
          <ac:chgData name="Arun Sunar" userId="3fa9774ca67c7ab5" providerId="LiveId" clId="{BC696913-37E6-4F9C-9115-7452CEAA0709}" dt="2024-05-01T02:58:27.824" v="33" actId="27636"/>
          <ac:spMkLst>
            <pc:docMk/>
            <pc:sldMk cId="705244454" sldId="334"/>
            <ac:spMk id="2" creationId="{0BA5A905-E032-A82C-0E8E-27BA13743E9C}"/>
          </ac:spMkLst>
        </pc:spChg>
      </pc:sldChg>
      <pc:sldChg chg="modSp mod">
        <pc:chgData name="Arun Sunar" userId="3fa9774ca67c7ab5" providerId="LiveId" clId="{BC696913-37E6-4F9C-9115-7452CEAA0709}" dt="2024-05-01T02:58:27.824" v="34" actId="27636"/>
        <pc:sldMkLst>
          <pc:docMk/>
          <pc:sldMk cId="2980419557" sldId="335"/>
        </pc:sldMkLst>
        <pc:spChg chg="mod">
          <ac:chgData name="Arun Sunar" userId="3fa9774ca67c7ab5" providerId="LiveId" clId="{BC696913-37E6-4F9C-9115-7452CEAA0709}" dt="2024-05-01T02:58:27.824" v="34" actId="27636"/>
          <ac:spMkLst>
            <pc:docMk/>
            <pc:sldMk cId="2980419557" sldId="335"/>
            <ac:spMk id="2" creationId="{0BA5A905-E032-A82C-0E8E-27BA13743E9C}"/>
          </ac:spMkLst>
        </pc:spChg>
      </pc:sldChg>
      <pc:sldChg chg="modSp mod">
        <pc:chgData name="Arun Sunar" userId="3fa9774ca67c7ab5" providerId="LiveId" clId="{BC696913-37E6-4F9C-9115-7452CEAA0709}" dt="2024-05-01T02:58:27.840" v="35" actId="27636"/>
        <pc:sldMkLst>
          <pc:docMk/>
          <pc:sldMk cId="626484080" sldId="336"/>
        </pc:sldMkLst>
        <pc:spChg chg="mod">
          <ac:chgData name="Arun Sunar" userId="3fa9774ca67c7ab5" providerId="LiveId" clId="{BC696913-37E6-4F9C-9115-7452CEAA0709}" dt="2024-05-01T02:58:27.840" v="35" actId="27636"/>
          <ac:spMkLst>
            <pc:docMk/>
            <pc:sldMk cId="626484080" sldId="336"/>
            <ac:spMk id="2" creationId="{0BA5A905-E032-A82C-0E8E-27BA13743E9C}"/>
          </ac:spMkLst>
        </pc:spChg>
      </pc:sldChg>
      <pc:sldChg chg="modSp mod">
        <pc:chgData name="Arun Sunar" userId="3fa9774ca67c7ab5" providerId="LiveId" clId="{BC696913-37E6-4F9C-9115-7452CEAA0709}" dt="2024-05-01T02:58:27.840" v="36" actId="27636"/>
        <pc:sldMkLst>
          <pc:docMk/>
          <pc:sldMk cId="3118009137" sldId="337"/>
        </pc:sldMkLst>
        <pc:spChg chg="mod">
          <ac:chgData name="Arun Sunar" userId="3fa9774ca67c7ab5" providerId="LiveId" clId="{BC696913-37E6-4F9C-9115-7452CEAA0709}" dt="2024-05-01T02:58:27.840" v="36" actId="27636"/>
          <ac:spMkLst>
            <pc:docMk/>
            <pc:sldMk cId="3118009137" sldId="337"/>
            <ac:spMk id="2" creationId="{0BA5A905-E032-A82C-0E8E-27BA13743E9C}"/>
          </ac:spMkLst>
        </pc:spChg>
      </pc:sldChg>
      <pc:sldChg chg="modSp mod">
        <pc:chgData name="Arun Sunar" userId="3fa9774ca67c7ab5" providerId="LiveId" clId="{BC696913-37E6-4F9C-9115-7452CEAA0709}" dt="2024-05-01T02:58:27.855" v="37" actId="27636"/>
        <pc:sldMkLst>
          <pc:docMk/>
          <pc:sldMk cId="355235048" sldId="338"/>
        </pc:sldMkLst>
        <pc:spChg chg="mod">
          <ac:chgData name="Arun Sunar" userId="3fa9774ca67c7ab5" providerId="LiveId" clId="{BC696913-37E6-4F9C-9115-7452CEAA0709}" dt="2024-05-01T02:58:27.855" v="37" actId="27636"/>
          <ac:spMkLst>
            <pc:docMk/>
            <pc:sldMk cId="355235048" sldId="338"/>
            <ac:spMk id="2" creationId="{0BA5A905-E032-A82C-0E8E-27BA13743E9C}"/>
          </ac:spMkLst>
        </pc:spChg>
      </pc:sldChg>
      <pc:sldChg chg="modSp mod">
        <pc:chgData name="Arun Sunar" userId="3fa9774ca67c7ab5" providerId="LiveId" clId="{BC696913-37E6-4F9C-9115-7452CEAA0709}" dt="2024-05-01T02:58:27.855" v="38" actId="27636"/>
        <pc:sldMkLst>
          <pc:docMk/>
          <pc:sldMk cId="3739542831" sldId="339"/>
        </pc:sldMkLst>
        <pc:spChg chg="mod">
          <ac:chgData name="Arun Sunar" userId="3fa9774ca67c7ab5" providerId="LiveId" clId="{BC696913-37E6-4F9C-9115-7452CEAA0709}" dt="2024-05-01T02:58:27.855" v="38" actId="27636"/>
          <ac:spMkLst>
            <pc:docMk/>
            <pc:sldMk cId="3739542831" sldId="339"/>
            <ac:spMk id="2" creationId="{0BA5A905-E032-A82C-0E8E-27BA13743E9C}"/>
          </ac:spMkLst>
        </pc:spChg>
      </pc:sldChg>
      <pc:sldChg chg="modSp mod">
        <pc:chgData name="Arun Sunar" userId="3fa9774ca67c7ab5" providerId="LiveId" clId="{BC696913-37E6-4F9C-9115-7452CEAA0709}" dt="2024-05-01T02:58:27.871" v="39" actId="27636"/>
        <pc:sldMkLst>
          <pc:docMk/>
          <pc:sldMk cId="973057992" sldId="340"/>
        </pc:sldMkLst>
        <pc:spChg chg="mod">
          <ac:chgData name="Arun Sunar" userId="3fa9774ca67c7ab5" providerId="LiveId" clId="{BC696913-37E6-4F9C-9115-7452CEAA0709}" dt="2024-05-01T02:58:27.871" v="39" actId="27636"/>
          <ac:spMkLst>
            <pc:docMk/>
            <pc:sldMk cId="973057992" sldId="340"/>
            <ac:spMk id="2" creationId="{0BA5A905-E032-A82C-0E8E-27BA13743E9C}"/>
          </ac:spMkLst>
        </pc:spChg>
      </pc:sldChg>
      <pc:sldChg chg="modSp mod">
        <pc:chgData name="Arun Sunar" userId="3fa9774ca67c7ab5" providerId="LiveId" clId="{BC696913-37E6-4F9C-9115-7452CEAA0709}" dt="2024-05-01T02:58:27.887" v="40" actId="27636"/>
        <pc:sldMkLst>
          <pc:docMk/>
          <pc:sldMk cId="2241060011" sldId="341"/>
        </pc:sldMkLst>
        <pc:spChg chg="mod">
          <ac:chgData name="Arun Sunar" userId="3fa9774ca67c7ab5" providerId="LiveId" clId="{BC696913-37E6-4F9C-9115-7452CEAA0709}" dt="2024-05-01T02:58:27.887" v="40" actId="27636"/>
          <ac:spMkLst>
            <pc:docMk/>
            <pc:sldMk cId="2241060011" sldId="341"/>
            <ac:spMk id="2" creationId="{0BA5A905-E032-A82C-0E8E-27BA13743E9C}"/>
          </ac:spMkLst>
        </pc:spChg>
      </pc:sldChg>
      <pc:sldChg chg="modSp mod">
        <pc:chgData name="Arun Sunar" userId="3fa9774ca67c7ab5" providerId="LiveId" clId="{BC696913-37E6-4F9C-9115-7452CEAA0709}" dt="2024-05-01T02:58:27.918" v="42" actId="27636"/>
        <pc:sldMkLst>
          <pc:docMk/>
          <pc:sldMk cId="1364507937" sldId="342"/>
        </pc:sldMkLst>
        <pc:spChg chg="mod">
          <ac:chgData name="Arun Sunar" userId="3fa9774ca67c7ab5" providerId="LiveId" clId="{BC696913-37E6-4F9C-9115-7452CEAA0709}" dt="2024-05-01T02:58:27.918" v="42" actId="27636"/>
          <ac:spMkLst>
            <pc:docMk/>
            <pc:sldMk cId="1364507937" sldId="342"/>
            <ac:spMk id="2" creationId="{0BA5A905-E032-A82C-0E8E-27BA13743E9C}"/>
          </ac:spMkLst>
        </pc:spChg>
        <pc:spChg chg="mod">
          <ac:chgData name="Arun Sunar" userId="3fa9774ca67c7ab5" providerId="LiveId" clId="{BC696913-37E6-4F9C-9115-7452CEAA0709}" dt="2024-05-01T02:58:27.918" v="41" actId="27636"/>
          <ac:spMkLst>
            <pc:docMk/>
            <pc:sldMk cId="1364507937" sldId="342"/>
            <ac:spMk id="3" creationId="{1FE9BDE9-C244-0C2A-352E-9A713F918C8D}"/>
          </ac:spMkLst>
        </pc:spChg>
      </pc:sldChg>
      <pc:sldChg chg="modSp mod">
        <pc:chgData name="Arun Sunar" userId="3fa9774ca67c7ab5" providerId="LiveId" clId="{BC696913-37E6-4F9C-9115-7452CEAA0709}" dt="2024-05-01T02:58:27.934" v="43" actId="27636"/>
        <pc:sldMkLst>
          <pc:docMk/>
          <pc:sldMk cId="2398557519" sldId="343"/>
        </pc:sldMkLst>
        <pc:spChg chg="mod">
          <ac:chgData name="Arun Sunar" userId="3fa9774ca67c7ab5" providerId="LiveId" clId="{BC696913-37E6-4F9C-9115-7452CEAA0709}" dt="2024-05-01T02:58:27.934" v="43" actId="27636"/>
          <ac:spMkLst>
            <pc:docMk/>
            <pc:sldMk cId="2398557519" sldId="343"/>
            <ac:spMk id="2" creationId="{0BA5A905-E032-A82C-0E8E-27BA13743E9C}"/>
          </ac:spMkLst>
        </pc:spChg>
      </pc:sldChg>
      <pc:sldChg chg="modSp mod">
        <pc:chgData name="Arun Sunar" userId="3fa9774ca67c7ab5" providerId="LiveId" clId="{BC696913-37E6-4F9C-9115-7452CEAA0709}" dt="2024-05-01T02:58:27.934" v="44" actId="27636"/>
        <pc:sldMkLst>
          <pc:docMk/>
          <pc:sldMk cId="452606408" sldId="344"/>
        </pc:sldMkLst>
        <pc:spChg chg="mod">
          <ac:chgData name="Arun Sunar" userId="3fa9774ca67c7ab5" providerId="LiveId" clId="{BC696913-37E6-4F9C-9115-7452CEAA0709}" dt="2024-05-01T02:58:27.934" v="44" actId="27636"/>
          <ac:spMkLst>
            <pc:docMk/>
            <pc:sldMk cId="452606408" sldId="344"/>
            <ac:spMk id="2" creationId="{0BA5A905-E032-A82C-0E8E-27BA13743E9C}"/>
          </ac:spMkLst>
        </pc:spChg>
      </pc:sldChg>
      <pc:sldChg chg="modSp mod">
        <pc:chgData name="Arun Sunar" userId="3fa9774ca67c7ab5" providerId="LiveId" clId="{BC696913-37E6-4F9C-9115-7452CEAA0709}" dt="2024-05-01T03:02:10.460" v="70" actId="113"/>
        <pc:sldMkLst>
          <pc:docMk/>
          <pc:sldMk cId="3843180017" sldId="345"/>
        </pc:sldMkLst>
        <pc:spChg chg="mod">
          <ac:chgData name="Arun Sunar" userId="3fa9774ca67c7ab5" providerId="LiveId" clId="{BC696913-37E6-4F9C-9115-7452CEAA0709}" dt="2024-05-01T02:58:25.745" v="0"/>
          <ac:spMkLst>
            <pc:docMk/>
            <pc:sldMk cId="3843180017" sldId="345"/>
            <ac:spMk id="2" creationId="{45A9FE24-6AAB-4FEF-5E15-E3C1139FA6A9}"/>
          </ac:spMkLst>
        </pc:spChg>
        <pc:spChg chg="mod">
          <ac:chgData name="Arun Sunar" userId="3fa9774ca67c7ab5" providerId="LiveId" clId="{BC696913-37E6-4F9C-9115-7452CEAA0709}" dt="2024-05-01T03:02:10.460" v="70" actId="113"/>
          <ac:spMkLst>
            <pc:docMk/>
            <pc:sldMk cId="3843180017" sldId="345"/>
            <ac:spMk id="3" creationId="{5F97B7C5-75AC-9DD8-BF11-267D454B0E18}"/>
          </ac:spMkLst>
        </pc:spChg>
      </pc:sldChg>
      <pc:sldChg chg="modSp mod">
        <pc:chgData name="Arun Sunar" userId="3fa9774ca67c7ab5" providerId="LiveId" clId="{BC696913-37E6-4F9C-9115-7452CEAA0709}" dt="2024-05-01T03:01:22.120" v="62" actId="113"/>
        <pc:sldMkLst>
          <pc:docMk/>
          <pc:sldMk cId="281942220" sldId="346"/>
        </pc:sldMkLst>
        <pc:spChg chg="mod">
          <ac:chgData name="Arun Sunar" userId="3fa9774ca67c7ab5" providerId="LiveId" clId="{BC696913-37E6-4F9C-9115-7452CEAA0709}" dt="2024-05-01T03:01:22.120" v="62" actId="113"/>
          <ac:spMkLst>
            <pc:docMk/>
            <pc:sldMk cId="281942220" sldId="346"/>
            <ac:spMk id="3" creationId="{5F97B7C5-75AC-9DD8-BF11-267D454B0E18}"/>
          </ac:spMkLst>
        </pc:spChg>
      </pc:sldChg>
      <pc:sldChg chg="modSp mod">
        <pc:chgData name="Arun Sunar" userId="3fa9774ca67c7ab5" providerId="LiveId" clId="{BC696913-37E6-4F9C-9115-7452CEAA0709}" dt="2024-05-01T02:58:27.699" v="22" actId="27636"/>
        <pc:sldMkLst>
          <pc:docMk/>
          <pc:sldMk cId="2387664541" sldId="347"/>
        </pc:sldMkLst>
        <pc:spChg chg="mod">
          <ac:chgData name="Arun Sunar" userId="3fa9774ca67c7ab5" providerId="LiveId" clId="{BC696913-37E6-4F9C-9115-7452CEAA0709}" dt="2024-05-01T02:58:27.699" v="22" actId="27636"/>
          <ac:spMkLst>
            <pc:docMk/>
            <pc:sldMk cId="2387664541" sldId="347"/>
            <ac:spMk id="3" creationId="{CB3BA73E-16F4-3DA1-6DCA-C9F0ED520CDF}"/>
          </ac:spMkLst>
        </pc:spChg>
      </pc:sldChg>
      <pc:sldChg chg="modSp mod">
        <pc:chgData name="Arun Sunar" userId="3fa9774ca67c7ab5" providerId="LiveId" clId="{BC696913-37E6-4F9C-9115-7452CEAA0709}" dt="2024-05-01T02:58:27.543" v="16" actId="27636"/>
        <pc:sldMkLst>
          <pc:docMk/>
          <pc:sldMk cId="3148513229" sldId="348"/>
        </pc:sldMkLst>
        <pc:spChg chg="mod">
          <ac:chgData name="Arun Sunar" userId="3fa9774ca67c7ab5" providerId="LiveId" clId="{BC696913-37E6-4F9C-9115-7452CEAA0709}" dt="2024-05-01T02:58:27.543" v="16" actId="27636"/>
          <ac:spMkLst>
            <pc:docMk/>
            <pc:sldMk cId="3148513229" sldId="348"/>
            <ac:spMk id="2" creationId="{0BA5A905-E032-A82C-0E8E-27BA13743E9C}"/>
          </ac:spMkLst>
        </pc:spChg>
      </pc:sldChg>
      <pc:sldChg chg="modSp mod">
        <pc:chgData name="Arun Sunar" userId="3fa9774ca67c7ab5" providerId="LiveId" clId="{BC696913-37E6-4F9C-9115-7452CEAA0709}" dt="2024-05-01T02:58:27.574" v="17" actId="27636"/>
        <pc:sldMkLst>
          <pc:docMk/>
          <pc:sldMk cId="765145286" sldId="349"/>
        </pc:sldMkLst>
        <pc:spChg chg="mod">
          <ac:chgData name="Arun Sunar" userId="3fa9774ca67c7ab5" providerId="LiveId" clId="{BC696913-37E6-4F9C-9115-7452CEAA0709}" dt="2024-05-01T02:58:27.574" v="17" actId="27636"/>
          <ac:spMkLst>
            <pc:docMk/>
            <pc:sldMk cId="765145286" sldId="349"/>
            <ac:spMk id="2" creationId="{0BA5A905-E032-A82C-0E8E-27BA13743E9C}"/>
          </ac:spMkLst>
        </pc:spChg>
      </pc:sldChg>
      <pc:sldChg chg="modSp mod">
        <pc:chgData name="Arun Sunar" userId="3fa9774ca67c7ab5" providerId="LiveId" clId="{BC696913-37E6-4F9C-9115-7452CEAA0709}" dt="2024-05-01T02:58:27.589" v="18" actId="27636"/>
        <pc:sldMkLst>
          <pc:docMk/>
          <pc:sldMk cId="3334595672" sldId="350"/>
        </pc:sldMkLst>
        <pc:spChg chg="mod">
          <ac:chgData name="Arun Sunar" userId="3fa9774ca67c7ab5" providerId="LiveId" clId="{BC696913-37E6-4F9C-9115-7452CEAA0709}" dt="2024-05-01T02:58:27.589" v="18" actId="27636"/>
          <ac:spMkLst>
            <pc:docMk/>
            <pc:sldMk cId="3334595672" sldId="350"/>
            <ac:spMk id="2" creationId="{0BA5A905-E032-A82C-0E8E-27BA13743E9C}"/>
          </ac:spMkLst>
        </pc:spChg>
      </pc:sldChg>
      <pc:sldChg chg="modSp mod">
        <pc:chgData name="Arun Sunar" userId="3fa9774ca67c7ab5" providerId="LiveId" clId="{BC696913-37E6-4F9C-9115-7452CEAA0709}" dt="2024-05-01T03:01:44.548" v="65" actId="113"/>
        <pc:sldMkLst>
          <pc:docMk/>
          <pc:sldMk cId="3917960905" sldId="351"/>
        </pc:sldMkLst>
        <pc:spChg chg="mod">
          <ac:chgData name="Arun Sunar" userId="3fa9774ca67c7ab5" providerId="LiveId" clId="{BC696913-37E6-4F9C-9115-7452CEAA0709}" dt="2024-05-01T02:58:26.277" v="2" actId="27636"/>
          <ac:spMkLst>
            <pc:docMk/>
            <pc:sldMk cId="3917960905" sldId="351"/>
            <ac:spMk id="2" creationId="{45A9FE24-6AAB-4FEF-5E15-E3C1139FA6A9}"/>
          </ac:spMkLst>
        </pc:spChg>
        <pc:spChg chg="mod">
          <ac:chgData name="Arun Sunar" userId="3fa9774ca67c7ab5" providerId="LiveId" clId="{BC696913-37E6-4F9C-9115-7452CEAA0709}" dt="2024-05-01T03:01:44.548" v="65" actId="113"/>
          <ac:spMkLst>
            <pc:docMk/>
            <pc:sldMk cId="3917960905" sldId="351"/>
            <ac:spMk id="3" creationId="{5F97B7C5-75AC-9DD8-BF11-267D454B0E18}"/>
          </ac:spMkLst>
        </pc:spChg>
      </pc:sldChg>
      <pc:sldChg chg="modSp mod">
        <pc:chgData name="Arun Sunar" userId="3fa9774ca67c7ab5" providerId="LiveId" clId="{BC696913-37E6-4F9C-9115-7452CEAA0709}" dt="2024-05-01T03:01:50.618" v="66" actId="113"/>
        <pc:sldMkLst>
          <pc:docMk/>
          <pc:sldMk cId="3576296320" sldId="352"/>
        </pc:sldMkLst>
        <pc:spChg chg="mod">
          <ac:chgData name="Arun Sunar" userId="3fa9774ca67c7ab5" providerId="LiveId" clId="{BC696913-37E6-4F9C-9115-7452CEAA0709}" dt="2024-05-01T02:58:26.341" v="3" actId="27636"/>
          <ac:spMkLst>
            <pc:docMk/>
            <pc:sldMk cId="3576296320" sldId="352"/>
            <ac:spMk id="2" creationId="{45A9FE24-6AAB-4FEF-5E15-E3C1139FA6A9}"/>
          </ac:spMkLst>
        </pc:spChg>
        <pc:spChg chg="mod">
          <ac:chgData name="Arun Sunar" userId="3fa9774ca67c7ab5" providerId="LiveId" clId="{BC696913-37E6-4F9C-9115-7452CEAA0709}" dt="2024-05-01T03:01:50.618" v="66" actId="113"/>
          <ac:spMkLst>
            <pc:docMk/>
            <pc:sldMk cId="3576296320" sldId="352"/>
            <ac:spMk id="3" creationId="{5F97B7C5-75AC-9DD8-BF11-267D454B0E18}"/>
          </ac:spMkLst>
        </pc:spChg>
      </pc:sldChg>
      <pc:sldChg chg="modSp mod">
        <pc:chgData name="Arun Sunar" userId="3fa9774ca67c7ab5" providerId="LiveId" clId="{BC696913-37E6-4F9C-9115-7452CEAA0709}" dt="2024-05-01T03:02:04.499" v="69" actId="113"/>
        <pc:sldMkLst>
          <pc:docMk/>
          <pc:sldMk cId="1225799052" sldId="353"/>
        </pc:sldMkLst>
        <pc:spChg chg="mod">
          <ac:chgData name="Arun Sunar" userId="3fa9774ca67c7ab5" providerId="LiveId" clId="{BC696913-37E6-4F9C-9115-7452CEAA0709}" dt="2024-05-01T02:58:26.371" v="4" actId="27636"/>
          <ac:spMkLst>
            <pc:docMk/>
            <pc:sldMk cId="1225799052" sldId="353"/>
            <ac:spMk id="2" creationId="{45A9FE24-6AAB-4FEF-5E15-E3C1139FA6A9}"/>
          </ac:spMkLst>
        </pc:spChg>
        <pc:spChg chg="mod">
          <ac:chgData name="Arun Sunar" userId="3fa9774ca67c7ab5" providerId="LiveId" clId="{BC696913-37E6-4F9C-9115-7452CEAA0709}" dt="2024-05-01T03:02:04.499" v="69" actId="113"/>
          <ac:spMkLst>
            <pc:docMk/>
            <pc:sldMk cId="1225799052" sldId="353"/>
            <ac:spMk id="3" creationId="{5F97B7C5-75AC-9DD8-BF11-267D454B0E18}"/>
          </ac:spMkLst>
        </pc:spChg>
      </pc:sldChg>
      <pc:sldChg chg="modSp mod">
        <pc:chgData name="Arun Sunar" userId="3fa9774ca67c7ab5" providerId="LiveId" clId="{BC696913-37E6-4F9C-9115-7452CEAA0709}" dt="2024-05-01T03:01:15.453" v="61" actId="108"/>
        <pc:sldMkLst>
          <pc:docMk/>
          <pc:sldMk cId="865389245" sldId="354"/>
        </pc:sldMkLst>
        <pc:spChg chg="mod">
          <ac:chgData name="Arun Sunar" userId="3fa9774ca67c7ab5" providerId="LiveId" clId="{BC696913-37E6-4F9C-9115-7452CEAA0709}" dt="2024-05-01T03:01:15.453" v="61" actId="108"/>
          <ac:spMkLst>
            <pc:docMk/>
            <pc:sldMk cId="865389245" sldId="354"/>
            <ac:spMk id="3" creationId="{5F97B7C5-75AC-9DD8-BF11-267D454B0E18}"/>
          </ac:spMkLst>
        </pc:spChg>
      </pc:sldChg>
      <pc:sldChg chg="modSp mod">
        <pc:chgData name="Arun Sunar" userId="3fa9774ca67c7ab5" providerId="LiveId" clId="{BC696913-37E6-4F9C-9115-7452CEAA0709}" dt="2024-05-01T03:01:02.465" v="59" actId="113"/>
        <pc:sldMkLst>
          <pc:docMk/>
          <pc:sldMk cId="2343441777" sldId="357"/>
        </pc:sldMkLst>
        <pc:spChg chg="mod">
          <ac:chgData name="Arun Sunar" userId="3fa9774ca67c7ab5" providerId="LiveId" clId="{BC696913-37E6-4F9C-9115-7452CEAA0709}" dt="2024-05-01T03:01:02.465" v="59" actId="113"/>
          <ac:spMkLst>
            <pc:docMk/>
            <pc:sldMk cId="2343441777" sldId="357"/>
            <ac:spMk id="3" creationId="{5F97B7C5-75AC-9DD8-BF11-267D454B0E18}"/>
          </ac:spMkLst>
        </pc:spChg>
      </pc:sldChg>
      <pc:sldChg chg="modSp mod">
        <pc:chgData name="Arun Sunar" userId="3fa9774ca67c7ab5" providerId="LiveId" clId="{BC696913-37E6-4F9C-9115-7452CEAA0709}" dt="2024-05-01T03:00:37.062" v="57" actId="108"/>
        <pc:sldMkLst>
          <pc:docMk/>
          <pc:sldMk cId="1892974794" sldId="358"/>
        </pc:sldMkLst>
        <pc:spChg chg="mod">
          <ac:chgData name="Arun Sunar" userId="3fa9774ca67c7ab5" providerId="LiveId" clId="{BC696913-37E6-4F9C-9115-7452CEAA0709}" dt="2024-05-01T03:00:37.062" v="57" actId="108"/>
          <ac:spMkLst>
            <pc:docMk/>
            <pc:sldMk cId="1892974794" sldId="358"/>
            <ac:spMk id="3" creationId="{5F97B7C5-75AC-9DD8-BF11-267D454B0E18}"/>
          </ac:spMkLst>
        </pc:spChg>
      </pc:sldChg>
      <pc:sldChg chg="modSp mod">
        <pc:chgData name="Arun Sunar" userId="3fa9774ca67c7ab5" providerId="LiveId" clId="{BC696913-37E6-4F9C-9115-7452CEAA0709}" dt="2024-05-01T03:00:56.778" v="58" actId="113"/>
        <pc:sldMkLst>
          <pc:docMk/>
          <pc:sldMk cId="939890578" sldId="359"/>
        </pc:sldMkLst>
        <pc:spChg chg="mod">
          <ac:chgData name="Arun Sunar" userId="3fa9774ca67c7ab5" providerId="LiveId" clId="{BC696913-37E6-4F9C-9115-7452CEAA0709}" dt="2024-05-01T03:00:56.778" v="58" actId="113"/>
          <ac:spMkLst>
            <pc:docMk/>
            <pc:sldMk cId="939890578" sldId="359"/>
            <ac:spMk id="3" creationId="{5F97B7C5-75AC-9DD8-BF11-267D454B0E18}"/>
          </ac:spMkLst>
        </pc:spChg>
      </pc:sldChg>
      <pc:sldMasterChg chg="setBg modSldLayout">
        <pc:chgData name="Arun Sunar" userId="3fa9774ca67c7ab5" providerId="LiveId" clId="{BC696913-37E6-4F9C-9115-7452CEAA0709}" dt="2024-05-01T02:59:54.875" v="54"/>
        <pc:sldMasterMkLst>
          <pc:docMk/>
          <pc:sldMasterMk cId="2363252665" sldId="2147483660"/>
        </pc:sldMasterMkLst>
        <pc:sldLayoutChg chg="setBg">
          <pc:chgData name="Arun Sunar" userId="3fa9774ca67c7ab5" providerId="LiveId" clId="{BC696913-37E6-4F9C-9115-7452CEAA0709}" dt="2024-05-01T02:59:54.875" v="54"/>
          <pc:sldLayoutMkLst>
            <pc:docMk/>
            <pc:sldMasterMk cId="2363252665" sldId="2147483660"/>
            <pc:sldLayoutMk cId="3300475719" sldId="2147483661"/>
          </pc:sldLayoutMkLst>
        </pc:sldLayoutChg>
        <pc:sldLayoutChg chg="setBg">
          <pc:chgData name="Arun Sunar" userId="3fa9774ca67c7ab5" providerId="LiveId" clId="{BC696913-37E6-4F9C-9115-7452CEAA0709}" dt="2024-05-01T02:59:54.875" v="54"/>
          <pc:sldLayoutMkLst>
            <pc:docMk/>
            <pc:sldMasterMk cId="2363252665" sldId="2147483660"/>
            <pc:sldLayoutMk cId="1437745306" sldId="2147483662"/>
          </pc:sldLayoutMkLst>
        </pc:sldLayoutChg>
        <pc:sldLayoutChg chg="setBg">
          <pc:chgData name="Arun Sunar" userId="3fa9774ca67c7ab5" providerId="LiveId" clId="{BC696913-37E6-4F9C-9115-7452CEAA0709}" dt="2024-05-01T02:59:54.875" v="54"/>
          <pc:sldLayoutMkLst>
            <pc:docMk/>
            <pc:sldMasterMk cId="2363252665" sldId="2147483660"/>
            <pc:sldLayoutMk cId="3762028326" sldId="2147483663"/>
          </pc:sldLayoutMkLst>
        </pc:sldLayoutChg>
        <pc:sldLayoutChg chg="setBg">
          <pc:chgData name="Arun Sunar" userId="3fa9774ca67c7ab5" providerId="LiveId" clId="{BC696913-37E6-4F9C-9115-7452CEAA0709}" dt="2024-05-01T02:59:54.875" v="54"/>
          <pc:sldLayoutMkLst>
            <pc:docMk/>
            <pc:sldMasterMk cId="2363252665" sldId="2147483660"/>
            <pc:sldLayoutMk cId="1742100140" sldId="2147483664"/>
          </pc:sldLayoutMkLst>
        </pc:sldLayoutChg>
        <pc:sldLayoutChg chg="setBg">
          <pc:chgData name="Arun Sunar" userId="3fa9774ca67c7ab5" providerId="LiveId" clId="{BC696913-37E6-4F9C-9115-7452CEAA0709}" dt="2024-05-01T02:59:54.875" v="54"/>
          <pc:sldLayoutMkLst>
            <pc:docMk/>
            <pc:sldMasterMk cId="2363252665" sldId="2147483660"/>
            <pc:sldLayoutMk cId="467897824" sldId="2147483665"/>
          </pc:sldLayoutMkLst>
        </pc:sldLayoutChg>
        <pc:sldLayoutChg chg="setBg">
          <pc:chgData name="Arun Sunar" userId="3fa9774ca67c7ab5" providerId="LiveId" clId="{BC696913-37E6-4F9C-9115-7452CEAA0709}" dt="2024-05-01T02:59:54.875" v="54"/>
          <pc:sldLayoutMkLst>
            <pc:docMk/>
            <pc:sldMasterMk cId="2363252665" sldId="2147483660"/>
            <pc:sldLayoutMk cId="2338142784" sldId="2147483666"/>
          </pc:sldLayoutMkLst>
        </pc:sldLayoutChg>
        <pc:sldLayoutChg chg="setBg">
          <pc:chgData name="Arun Sunar" userId="3fa9774ca67c7ab5" providerId="LiveId" clId="{BC696913-37E6-4F9C-9115-7452CEAA0709}" dt="2024-05-01T02:59:54.875" v="54"/>
          <pc:sldLayoutMkLst>
            <pc:docMk/>
            <pc:sldMasterMk cId="2363252665" sldId="2147483660"/>
            <pc:sldLayoutMk cId="1332420716" sldId="2147483667"/>
          </pc:sldLayoutMkLst>
        </pc:sldLayoutChg>
        <pc:sldLayoutChg chg="setBg">
          <pc:chgData name="Arun Sunar" userId="3fa9774ca67c7ab5" providerId="LiveId" clId="{BC696913-37E6-4F9C-9115-7452CEAA0709}" dt="2024-05-01T02:59:54.875" v="54"/>
          <pc:sldLayoutMkLst>
            <pc:docMk/>
            <pc:sldMasterMk cId="2363252665" sldId="2147483660"/>
            <pc:sldLayoutMk cId="3055372190" sldId="2147483668"/>
          </pc:sldLayoutMkLst>
        </pc:sldLayoutChg>
        <pc:sldLayoutChg chg="setBg">
          <pc:chgData name="Arun Sunar" userId="3fa9774ca67c7ab5" providerId="LiveId" clId="{BC696913-37E6-4F9C-9115-7452CEAA0709}" dt="2024-05-01T02:59:54.875" v="54"/>
          <pc:sldLayoutMkLst>
            <pc:docMk/>
            <pc:sldMasterMk cId="2363252665" sldId="2147483660"/>
            <pc:sldLayoutMk cId="1906551387" sldId="2147483669"/>
          </pc:sldLayoutMkLst>
        </pc:sldLayoutChg>
        <pc:sldLayoutChg chg="setBg">
          <pc:chgData name="Arun Sunar" userId="3fa9774ca67c7ab5" providerId="LiveId" clId="{BC696913-37E6-4F9C-9115-7452CEAA0709}" dt="2024-05-01T02:59:54.875" v="54"/>
          <pc:sldLayoutMkLst>
            <pc:docMk/>
            <pc:sldMasterMk cId="2363252665" sldId="2147483660"/>
            <pc:sldLayoutMk cId="2301641147" sldId="2147483670"/>
          </pc:sldLayoutMkLst>
        </pc:sldLayoutChg>
        <pc:sldLayoutChg chg="setBg">
          <pc:chgData name="Arun Sunar" userId="3fa9774ca67c7ab5" providerId="LiveId" clId="{BC696913-37E6-4F9C-9115-7452CEAA0709}" dt="2024-05-01T02:59:54.875" v="54"/>
          <pc:sldLayoutMkLst>
            <pc:docMk/>
            <pc:sldMasterMk cId="2363252665" sldId="2147483660"/>
            <pc:sldLayoutMk cId="3678291784" sldId="2147483671"/>
          </pc:sldLayoutMkLst>
        </pc:sldLayoutChg>
        <pc:sldLayoutChg chg="setBg">
          <pc:chgData name="Arun Sunar" userId="3fa9774ca67c7ab5" providerId="LiveId" clId="{BC696913-37E6-4F9C-9115-7452CEAA0709}" dt="2024-05-01T02:59:54.875" v="54"/>
          <pc:sldLayoutMkLst>
            <pc:docMk/>
            <pc:sldMasterMk cId="2363252665" sldId="2147483660"/>
            <pc:sldLayoutMk cId="1754563324" sldId="2147483672"/>
          </pc:sldLayoutMkLst>
        </pc:sldLayoutChg>
        <pc:sldLayoutChg chg="setBg">
          <pc:chgData name="Arun Sunar" userId="3fa9774ca67c7ab5" providerId="LiveId" clId="{BC696913-37E6-4F9C-9115-7452CEAA0709}" dt="2024-05-01T02:59:54.875" v="54"/>
          <pc:sldLayoutMkLst>
            <pc:docMk/>
            <pc:sldMasterMk cId="2363252665" sldId="2147483660"/>
            <pc:sldLayoutMk cId="3737149957" sldId="2147483673"/>
          </pc:sldLayoutMkLst>
        </pc:sldLayoutChg>
        <pc:sldLayoutChg chg="setBg">
          <pc:chgData name="Arun Sunar" userId="3fa9774ca67c7ab5" providerId="LiveId" clId="{BC696913-37E6-4F9C-9115-7452CEAA0709}" dt="2024-05-01T02:59:54.875" v="54"/>
          <pc:sldLayoutMkLst>
            <pc:docMk/>
            <pc:sldMasterMk cId="2363252665" sldId="2147483660"/>
            <pc:sldLayoutMk cId="860069287" sldId="2147483674"/>
          </pc:sldLayoutMkLst>
        </pc:sldLayoutChg>
        <pc:sldLayoutChg chg="setBg">
          <pc:chgData name="Arun Sunar" userId="3fa9774ca67c7ab5" providerId="LiveId" clId="{BC696913-37E6-4F9C-9115-7452CEAA0709}" dt="2024-05-01T02:59:54.875" v="54"/>
          <pc:sldLayoutMkLst>
            <pc:docMk/>
            <pc:sldMasterMk cId="2363252665" sldId="2147483660"/>
            <pc:sldLayoutMk cId="3186631087" sldId="2147483675"/>
          </pc:sldLayoutMkLst>
        </pc:sldLayoutChg>
        <pc:sldLayoutChg chg="setBg">
          <pc:chgData name="Arun Sunar" userId="3fa9774ca67c7ab5" providerId="LiveId" clId="{BC696913-37E6-4F9C-9115-7452CEAA0709}" dt="2024-05-01T02:59:54.875" v="54"/>
          <pc:sldLayoutMkLst>
            <pc:docMk/>
            <pc:sldMasterMk cId="2363252665" sldId="2147483660"/>
            <pc:sldLayoutMk cId="3110123707" sldId="2147483676"/>
          </pc:sldLayoutMkLst>
        </pc:sldLayoutChg>
        <pc:sldLayoutChg chg="setBg">
          <pc:chgData name="Arun Sunar" userId="3fa9774ca67c7ab5" providerId="LiveId" clId="{BC696913-37E6-4F9C-9115-7452CEAA0709}" dt="2024-05-01T02:59:54.875" v="54"/>
          <pc:sldLayoutMkLst>
            <pc:docMk/>
            <pc:sldMasterMk cId="2363252665" sldId="2147483660"/>
            <pc:sldLayoutMk cId="786516810" sldId="2147483677"/>
          </pc:sldLayoutMkLst>
        </pc:sldLayoutChg>
      </pc:sldMasterChg>
    </pc:docChg>
  </pc:docChgLst>
  <pc:docChgLst>
    <pc:chgData name="Arun Sunar" userId="3fa9774ca67c7ab5" providerId="LiveId" clId="{A6AF7706-32C1-42BC-BA73-3D34827B9605}"/>
    <pc:docChg chg="custSel addSld modSld">
      <pc:chgData name="Arun Sunar" userId="3fa9774ca67c7ab5" providerId="LiveId" clId="{A6AF7706-32C1-42BC-BA73-3D34827B9605}" dt="2023-09-29T06:47:44.840" v="46" actId="22"/>
      <pc:docMkLst>
        <pc:docMk/>
      </pc:docMkLst>
      <pc:sldChg chg="modSp mod">
        <pc:chgData name="Arun Sunar" userId="3fa9774ca67c7ab5" providerId="LiveId" clId="{A6AF7706-32C1-42BC-BA73-3D34827B9605}" dt="2023-09-29T06:47:08.209" v="43" actId="20577"/>
        <pc:sldMkLst>
          <pc:docMk/>
          <pc:sldMk cId="3303153448" sldId="257"/>
        </pc:sldMkLst>
        <pc:spChg chg="mod">
          <ac:chgData name="Arun Sunar" userId="3fa9774ca67c7ab5" providerId="LiveId" clId="{A6AF7706-32C1-42BC-BA73-3D34827B9605}" dt="2023-09-29T06:47:08.209" v="43" actId="20577"/>
          <ac:spMkLst>
            <pc:docMk/>
            <pc:sldMk cId="3303153448" sldId="257"/>
            <ac:spMk id="3" creationId="{5416487A-40EE-B7FD-C715-43844A5B6AF3}"/>
          </ac:spMkLst>
        </pc:spChg>
      </pc:sldChg>
      <pc:sldChg chg="addSp delSp modSp add mod">
        <pc:chgData name="Arun Sunar" userId="3fa9774ca67c7ab5" providerId="LiveId" clId="{A6AF7706-32C1-42BC-BA73-3D34827B9605}" dt="2023-09-29T06:44:04.944" v="5" actId="22"/>
        <pc:sldMkLst>
          <pc:docMk/>
          <pc:sldMk cId="752298305" sldId="258"/>
        </pc:sldMkLst>
        <pc:spChg chg="del">
          <ac:chgData name="Arun Sunar" userId="3fa9774ca67c7ab5" providerId="LiveId" clId="{A6AF7706-32C1-42BC-BA73-3D34827B9605}" dt="2023-09-29T06:44:00.974" v="3" actId="478"/>
          <ac:spMkLst>
            <pc:docMk/>
            <pc:sldMk cId="752298305" sldId="258"/>
            <ac:spMk id="2" creationId="{678BA31A-23D6-96FC-6FEE-37BBA0DA5768}"/>
          </ac:spMkLst>
        </pc:spChg>
        <pc:spChg chg="del">
          <ac:chgData name="Arun Sunar" userId="3fa9774ca67c7ab5" providerId="LiveId" clId="{A6AF7706-32C1-42BC-BA73-3D34827B9605}" dt="2023-09-29T06:43:55.021" v="1" actId="478"/>
          <ac:spMkLst>
            <pc:docMk/>
            <pc:sldMk cId="752298305" sldId="258"/>
            <ac:spMk id="3" creationId="{5416487A-40EE-B7FD-C715-43844A5B6AF3}"/>
          </ac:spMkLst>
        </pc:spChg>
        <pc:spChg chg="add del mod">
          <ac:chgData name="Arun Sunar" userId="3fa9774ca67c7ab5" providerId="LiveId" clId="{A6AF7706-32C1-42BC-BA73-3D34827B9605}" dt="2023-09-29T06:44:03.594" v="4" actId="478"/>
          <ac:spMkLst>
            <pc:docMk/>
            <pc:sldMk cId="752298305" sldId="258"/>
            <ac:spMk id="6" creationId="{BD87CC5E-AB6E-C581-EFB1-D62C74E7EACB}"/>
          </ac:spMkLst>
        </pc:spChg>
        <pc:picChg chg="del">
          <ac:chgData name="Arun Sunar" userId="3fa9774ca67c7ab5" providerId="LiveId" clId="{A6AF7706-32C1-42BC-BA73-3D34827B9605}" dt="2023-09-29T06:43:57.524" v="2" actId="478"/>
          <ac:picMkLst>
            <pc:docMk/>
            <pc:sldMk cId="752298305" sldId="258"/>
            <ac:picMk id="5" creationId="{DEA25326-331A-87F2-8BBD-6E8AFC662120}"/>
          </ac:picMkLst>
        </pc:picChg>
        <pc:picChg chg="add">
          <ac:chgData name="Arun Sunar" userId="3fa9774ca67c7ab5" providerId="LiveId" clId="{A6AF7706-32C1-42BC-BA73-3D34827B9605}" dt="2023-09-29T06:44:04.944" v="5" actId="22"/>
          <ac:picMkLst>
            <pc:docMk/>
            <pc:sldMk cId="752298305" sldId="258"/>
            <ac:picMk id="8" creationId="{99F99E73-8356-BBD3-78A1-F40E1C450036}"/>
          </ac:picMkLst>
        </pc:picChg>
      </pc:sldChg>
      <pc:sldChg chg="addSp delSp add mod">
        <pc:chgData name="Arun Sunar" userId="3fa9774ca67c7ab5" providerId="LiveId" clId="{A6AF7706-32C1-42BC-BA73-3D34827B9605}" dt="2023-09-29T06:47:44.840" v="46" actId="22"/>
        <pc:sldMkLst>
          <pc:docMk/>
          <pc:sldMk cId="1600206425" sldId="259"/>
        </pc:sldMkLst>
        <pc:picChg chg="add">
          <ac:chgData name="Arun Sunar" userId="3fa9774ca67c7ab5" providerId="LiveId" clId="{A6AF7706-32C1-42BC-BA73-3D34827B9605}" dt="2023-09-29T06:47:44.840" v="46" actId="22"/>
          <ac:picMkLst>
            <pc:docMk/>
            <pc:sldMk cId="1600206425" sldId="259"/>
            <ac:picMk id="3" creationId="{F958ECF9-8BE0-2932-EE86-F1A3908A79A8}"/>
          </ac:picMkLst>
        </pc:picChg>
        <pc:picChg chg="del">
          <ac:chgData name="Arun Sunar" userId="3fa9774ca67c7ab5" providerId="LiveId" clId="{A6AF7706-32C1-42BC-BA73-3D34827B9605}" dt="2023-09-29T06:47:42.783" v="45" actId="478"/>
          <ac:picMkLst>
            <pc:docMk/>
            <pc:sldMk cId="1600206425" sldId="259"/>
            <ac:picMk id="8" creationId="{99F99E73-8356-BBD3-78A1-F40E1C450036}"/>
          </ac:picMkLst>
        </pc:picChg>
      </pc:sldChg>
    </pc:docChg>
  </pc:docChgLst>
  <pc:docChgLst>
    <pc:chgData name="Arun Sunar" userId="3fa9774ca67c7ab5" providerId="LiveId" clId="{C6C8B3FF-0866-486D-BC9E-1F888042E1F4}"/>
    <pc:docChg chg="undo redo custSel addSld delSld modSld sldOrd">
      <pc:chgData name="Arun Sunar" userId="3fa9774ca67c7ab5" providerId="LiveId" clId="{C6C8B3FF-0866-486D-BC9E-1F888042E1F4}" dt="2024-02-15T04:02:01.367" v="1887" actId="20577"/>
      <pc:docMkLst>
        <pc:docMk/>
      </pc:docMkLst>
      <pc:sldChg chg="addSp delSp modSp new mod">
        <pc:chgData name="Arun Sunar" userId="3fa9774ca67c7ab5" providerId="LiveId" clId="{C6C8B3FF-0866-486D-BC9E-1F888042E1F4}" dt="2023-10-19T06:04:26.217" v="13" actId="14100"/>
        <pc:sldMkLst>
          <pc:docMk/>
          <pc:sldMk cId="3843728694" sldId="260"/>
        </pc:sldMkLst>
        <pc:spChg chg="del mod">
          <ac:chgData name="Arun Sunar" userId="3fa9774ca67c7ab5" providerId="LiveId" clId="{C6C8B3FF-0866-486D-BC9E-1F888042E1F4}" dt="2023-10-19T05:59:03.853" v="4" actId="478"/>
          <ac:spMkLst>
            <pc:docMk/>
            <pc:sldMk cId="3843728694" sldId="260"/>
            <ac:spMk id="2" creationId="{974C6175-9486-02B0-8465-403C2DD5A41C}"/>
          </ac:spMkLst>
        </pc:spChg>
        <pc:spChg chg="del">
          <ac:chgData name="Arun Sunar" userId="3fa9774ca67c7ab5" providerId="LiveId" clId="{C6C8B3FF-0866-486D-BC9E-1F888042E1F4}" dt="2023-10-19T05:58:55.691" v="1" actId="478"/>
          <ac:spMkLst>
            <pc:docMk/>
            <pc:sldMk cId="3843728694" sldId="260"/>
            <ac:spMk id="3" creationId="{6E7FDC2F-8C6F-ECEB-FF2E-07A5E551A5DB}"/>
          </ac:spMkLst>
        </pc:spChg>
        <pc:picChg chg="add del">
          <ac:chgData name="Arun Sunar" userId="3fa9774ca67c7ab5" providerId="LiveId" clId="{C6C8B3FF-0866-486D-BC9E-1F888042E1F4}" dt="2023-10-19T05:59:31.936" v="6" actId="478"/>
          <ac:picMkLst>
            <pc:docMk/>
            <pc:sldMk cId="3843728694" sldId="260"/>
            <ac:picMk id="5" creationId="{C7C30F49-04C3-E061-0E7F-9CB86A7F5A98}"/>
          </ac:picMkLst>
        </pc:picChg>
        <pc:picChg chg="add del">
          <ac:chgData name="Arun Sunar" userId="3fa9774ca67c7ab5" providerId="LiveId" clId="{C6C8B3FF-0866-486D-BC9E-1F888042E1F4}" dt="2023-10-19T06:04:15.912" v="8" actId="478"/>
          <ac:picMkLst>
            <pc:docMk/>
            <pc:sldMk cId="3843728694" sldId="260"/>
            <ac:picMk id="7" creationId="{D9370DCC-520C-5480-5C05-999A89F86860}"/>
          </ac:picMkLst>
        </pc:picChg>
        <pc:picChg chg="add mod">
          <ac:chgData name="Arun Sunar" userId="3fa9774ca67c7ab5" providerId="LiveId" clId="{C6C8B3FF-0866-486D-BC9E-1F888042E1F4}" dt="2023-10-19T06:04:26.217" v="13" actId="14100"/>
          <ac:picMkLst>
            <pc:docMk/>
            <pc:sldMk cId="3843728694" sldId="260"/>
            <ac:picMk id="9" creationId="{6F4BB730-9297-41E2-305E-3BBB30158385}"/>
          </ac:picMkLst>
        </pc:picChg>
      </pc:sldChg>
      <pc:sldChg chg="modSp new mod">
        <pc:chgData name="Arun Sunar" userId="3fa9774ca67c7ab5" providerId="LiveId" clId="{C6C8B3FF-0866-486D-BC9E-1F888042E1F4}" dt="2023-10-19T06:07:54.825" v="30" actId="27636"/>
        <pc:sldMkLst>
          <pc:docMk/>
          <pc:sldMk cId="2859654215" sldId="261"/>
        </pc:sldMkLst>
        <pc:spChg chg="mod">
          <ac:chgData name="Arun Sunar" userId="3fa9774ca67c7ab5" providerId="LiveId" clId="{C6C8B3FF-0866-486D-BC9E-1F888042E1F4}" dt="2023-10-19T06:07:52.435" v="28" actId="27636"/>
          <ac:spMkLst>
            <pc:docMk/>
            <pc:sldMk cId="2859654215" sldId="261"/>
            <ac:spMk id="2" creationId="{454733DF-D0FD-9693-A730-D6BE49A5AD76}"/>
          </ac:spMkLst>
        </pc:spChg>
        <pc:spChg chg="mod">
          <ac:chgData name="Arun Sunar" userId="3fa9774ca67c7ab5" providerId="LiveId" clId="{C6C8B3FF-0866-486D-BC9E-1F888042E1F4}" dt="2023-10-19T06:07:54.825" v="30" actId="27636"/>
          <ac:spMkLst>
            <pc:docMk/>
            <pc:sldMk cId="2859654215" sldId="261"/>
            <ac:spMk id="3" creationId="{DECA52F0-FDB4-CD93-87ED-D5F38C9C65FE}"/>
          </ac:spMkLst>
        </pc:spChg>
      </pc:sldChg>
      <pc:sldChg chg="modSp add mod">
        <pc:chgData name="Arun Sunar" userId="3fa9774ca67c7ab5" providerId="LiveId" clId="{C6C8B3FF-0866-486D-BC9E-1F888042E1F4}" dt="2023-11-24T03:12:10.486" v="1826" actId="20577"/>
        <pc:sldMkLst>
          <pc:docMk/>
          <pc:sldMk cId="3769186596" sldId="262"/>
        </pc:sldMkLst>
        <pc:spChg chg="mod">
          <ac:chgData name="Arun Sunar" userId="3fa9774ca67c7ab5" providerId="LiveId" clId="{C6C8B3FF-0866-486D-BC9E-1F888042E1F4}" dt="2023-10-19T06:08:18.906" v="32"/>
          <ac:spMkLst>
            <pc:docMk/>
            <pc:sldMk cId="3769186596" sldId="262"/>
            <ac:spMk id="2" creationId="{454733DF-D0FD-9693-A730-D6BE49A5AD76}"/>
          </ac:spMkLst>
        </pc:spChg>
        <pc:spChg chg="mod">
          <ac:chgData name="Arun Sunar" userId="3fa9774ca67c7ab5" providerId="LiveId" clId="{C6C8B3FF-0866-486D-BC9E-1F888042E1F4}" dt="2023-11-24T03:12:10.486" v="1826" actId="20577"/>
          <ac:spMkLst>
            <pc:docMk/>
            <pc:sldMk cId="3769186596" sldId="262"/>
            <ac:spMk id="3" creationId="{DECA52F0-FDB4-CD93-87ED-D5F38C9C65FE}"/>
          </ac:spMkLst>
        </pc:spChg>
      </pc:sldChg>
      <pc:sldChg chg="add">
        <pc:chgData name="Arun Sunar" userId="3fa9774ca67c7ab5" providerId="LiveId" clId="{C6C8B3FF-0866-486D-BC9E-1F888042E1F4}" dt="2023-10-19T06:09:27.417" v="41" actId="2890"/>
        <pc:sldMkLst>
          <pc:docMk/>
          <pc:sldMk cId="4260483487" sldId="263"/>
        </pc:sldMkLst>
      </pc:sldChg>
      <pc:sldChg chg="modSp add mod">
        <pc:chgData name="Arun Sunar" userId="3fa9774ca67c7ab5" providerId="LiveId" clId="{C6C8B3FF-0866-486D-BC9E-1F888042E1F4}" dt="2023-11-24T03:13:19.251" v="1840" actId="6549"/>
        <pc:sldMkLst>
          <pc:docMk/>
          <pc:sldMk cId="346192916" sldId="264"/>
        </pc:sldMkLst>
        <pc:spChg chg="mod">
          <ac:chgData name="Arun Sunar" userId="3fa9774ca67c7ab5" providerId="LiveId" clId="{C6C8B3FF-0866-486D-BC9E-1F888042E1F4}" dt="2023-10-19T06:09:48.314" v="43"/>
          <ac:spMkLst>
            <pc:docMk/>
            <pc:sldMk cId="346192916" sldId="264"/>
            <ac:spMk id="2" creationId="{454733DF-D0FD-9693-A730-D6BE49A5AD76}"/>
          </ac:spMkLst>
        </pc:spChg>
        <pc:spChg chg="mod">
          <ac:chgData name="Arun Sunar" userId="3fa9774ca67c7ab5" providerId="LiveId" clId="{C6C8B3FF-0866-486D-BC9E-1F888042E1F4}" dt="2023-11-24T03:13:19.251" v="1840" actId="6549"/>
          <ac:spMkLst>
            <pc:docMk/>
            <pc:sldMk cId="346192916" sldId="264"/>
            <ac:spMk id="3" creationId="{DECA52F0-FDB4-CD93-87ED-D5F38C9C65FE}"/>
          </ac:spMkLst>
        </pc:spChg>
      </pc:sldChg>
      <pc:sldChg chg="modSp add mod">
        <pc:chgData name="Arun Sunar" userId="3fa9774ca67c7ab5" providerId="LiveId" clId="{C6C8B3FF-0866-486D-BC9E-1F888042E1F4}" dt="2023-10-19T06:13:36.177" v="93" actId="6549"/>
        <pc:sldMkLst>
          <pc:docMk/>
          <pc:sldMk cId="2056868420" sldId="265"/>
        </pc:sldMkLst>
        <pc:spChg chg="mod">
          <ac:chgData name="Arun Sunar" userId="3fa9774ca67c7ab5" providerId="LiveId" clId="{C6C8B3FF-0866-486D-BC9E-1F888042E1F4}" dt="2023-10-19T06:13:36.177" v="93" actId="6549"/>
          <ac:spMkLst>
            <pc:docMk/>
            <pc:sldMk cId="2056868420" sldId="265"/>
            <ac:spMk id="3" creationId="{DECA52F0-FDB4-CD93-87ED-D5F38C9C65FE}"/>
          </ac:spMkLst>
        </pc:spChg>
      </pc:sldChg>
      <pc:sldChg chg="modSp add mod">
        <pc:chgData name="Arun Sunar" userId="3fa9774ca67c7ab5" providerId="LiveId" clId="{C6C8B3FF-0866-486D-BC9E-1F888042E1F4}" dt="2023-10-19T06:13:07.704" v="76" actId="20577"/>
        <pc:sldMkLst>
          <pc:docMk/>
          <pc:sldMk cId="2524303397" sldId="266"/>
        </pc:sldMkLst>
        <pc:spChg chg="mod">
          <ac:chgData name="Arun Sunar" userId="3fa9774ca67c7ab5" providerId="LiveId" clId="{C6C8B3FF-0866-486D-BC9E-1F888042E1F4}" dt="2023-10-19T06:13:07.704" v="76" actId="20577"/>
          <ac:spMkLst>
            <pc:docMk/>
            <pc:sldMk cId="2524303397" sldId="266"/>
            <ac:spMk id="3" creationId="{DECA52F0-FDB4-CD93-87ED-D5F38C9C65FE}"/>
          </ac:spMkLst>
        </pc:spChg>
      </pc:sldChg>
      <pc:sldChg chg="modSp add mod">
        <pc:chgData name="Arun Sunar" userId="3fa9774ca67c7ab5" providerId="LiveId" clId="{C6C8B3FF-0866-486D-BC9E-1F888042E1F4}" dt="2023-10-19T06:17:45.619" v="185" actId="20577"/>
        <pc:sldMkLst>
          <pc:docMk/>
          <pc:sldMk cId="1558871438" sldId="267"/>
        </pc:sldMkLst>
        <pc:spChg chg="mod">
          <ac:chgData name="Arun Sunar" userId="3fa9774ca67c7ab5" providerId="LiveId" clId="{C6C8B3FF-0866-486D-BC9E-1F888042E1F4}" dt="2023-10-19T06:16:08.429" v="121" actId="20577"/>
          <ac:spMkLst>
            <pc:docMk/>
            <pc:sldMk cId="1558871438" sldId="267"/>
            <ac:spMk id="2" creationId="{454733DF-D0FD-9693-A730-D6BE49A5AD76}"/>
          </ac:spMkLst>
        </pc:spChg>
        <pc:spChg chg="mod">
          <ac:chgData name="Arun Sunar" userId="3fa9774ca67c7ab5" providerId="LiveId" clId="{C6C8B3FF-0866-486D-BC9E-1F888042E1F4}" dt="2023-10-19T06:17:45.619" v="185" actId="20577"/>
          <ac:spMkLst>
            <pc:docMk/>
            <pc:sldMk cId="1558871438" sldId="267"/>
            <ac:spMk id="3" creationId="{DECA52F0-FDB4-CD93-87ED-D5F38C9C65FE}"/>
          </ac:spMkLst>
        </pc:spChg>
      </pc:sldChg>
      <pc:sldChg chg="addSp delSp modSp add mod">
        <pc:chgData name="Arun Sunar" userId="3fa9774ca67c7ab5" providerId="LiveId" clId="{C6C8B3FF-0866-486D-BC9E-1F888042E1F4}" dt="2023-10-20T02:53:13.763" v="291" actId="14100"/>
        <pc:sldMkLst>
          <pc:docMk/>
          <pc:sldMk cId="1735384168" sldId="268"/>
        </pc:sldMkLst>
        <pc:spChg chg="del">
          <ac:chgData name="Arun Sunar" userId="3fa9774ca67c7ab5" providerId="LiveId" clId="{C6C8B3FF-0866-486D-BC9E-1F888042E1F4}" dt="2023-10-20T02:52:59.089" v="283" actId="478"/>
          <ac:spMkLst>
            <pc:docMk/>
            <pc:sldMk cId="1735384168" sldId="268"/>
            <ac:spMk id="2" creationId="{454733DF-D0FD-9693-A730-D6BE49A5AD76}"/>
          </ac:spMkLst>
        </pc:spChg>
        <pc:spChg chg="del mod">
          <ac:chgData name="Arun Sunar" userId="3fa9774ca67c7ab5" providerId="LiveId" clId="{C6C8B3FF-0866-486D-BC9E-1F888042E1F4}" dt="2023-10-19T06:19:15.278" v="188" actId="478"/>
          <ac:spMkLst>
            <pc:docMk/>
            <pc:sldMk cId="1735384168" sldId="268"/>
            <ac:spMk id="3" creationId="{DECA52F0-FDB4-CD93-87ED-D5F38C9C65FE}"/>
          </ac:spMkLst>
        </pc:spChg>
        <pc:spChg chg="add del mod">
          <ac:chgData name="Arun Sunar" userId="3fa9774ca67c7ab5" providerId="LiveId" clId="{C6C8B3FF-0866-486D-BC9E-1F888042E1F4}" dt="2023-10-20T02:53:03.818" v="286" actId="478"/>
          <ac:spMkLst>
            <pc:docMk/>
            <pc:sldMk cId="1735384168" sldId="268"/>
            <ac:spMk id="4" creationId="{E680F0EA-EDC9-01FE-865E-219BA6A7C29C}"/>
          </ac:spMkLst>
        </pc:spChg>
        <pc:picChg chg="add del mod">
          <ac:chgData name="Arun Sunar" userId="3fa9774ca67c7ab5" providerId="LiveId" clId="{C6C8B3FF-0866-486D-BC9E-1F888042E1F4}" dt="2023-10-20T02:52:55.456" v="282" actId="478"/>
          <ac:picMkLst>
            <pc:docMk/>
            <pc:sldMk cId="1735384168" sldId="268"/>
            <ac:picMk id="5" creationId="{3D273988-BEC1-FD84-8F45-EA0DCCE6C9AD}"/>
          </ac:picMkLst>
        </pc:picChg>
        <pc:picChg chg="add del">
          <ac:chgData name="Arun Sunar" userId="3fa9774ca67c7ab5" providerId="LiveId" clId="{C6C8B3FF-0866-486D-BC9E-1F888042E1F4}" dt="2023-10-20T02:53:00.965" v="285" actId="22"/>
          <ac:picMkLst>
            <pc:docMk/>
            <pc:sldMk cId="1735384168" sldId="268"/>
            <ac:picMk id="7" creationId="{B68CB8F2-AC0C-92FB-FE96-8098878B7589}"/>
          </ac:picMkLst>
        </pc:picChg>
        <pc:picChg chg="add mod">
          <ac:chgData name="Arun Sunar" userId="3fa9774ca67c7ab5" providerId="LiveId" clId="{C6C8B3FF-0866-486D-BC9E-1F888042E1F4}" dt="2023-10-20T02:53:13.763" v="291" actId="14100"/>
          <ac:picMkLst>
            <pc:docMk/>
            <pc:sldMk cId="1735384168" sldId="268"/>
            <ac:picMk id="9" creationId="{04EC2DDB-77C8-F5D5-2A90-4012F9ACB589}"/>
          </ac:picMkLst>
        </pc:picChg>
      </pc:sldChg>
      <pc:sldChg chg="addSp delSp modSp add mod">
        <pc:chgData name="Arun Sunar" userId="3fa9774ca67c7ab5" providerId="LiveId" clId="{C6C8B3FF-0866-486D-BC9E-1F888042E1F4}" dt="2023-10-20T02:44:12.967" v="202" actId="14100"/>
        <pc:sldMkLst>
          <pc:docMk/>
          <pc:sldMk cId="4282325309" sldId="269"/>
        </pc:sldMkLst>
        <pc:spChg chg="del">
          <ac:chgData name="Arun Sunar" userId="3fa9774ca67c7ab5" providerId="LiveId" clId="{C6C8B3FF-0866-486D-BC9E-1F888042E1F4}" dt="2023-10-20T02:43:17.080" v="194" actId="478"/>
          <ac:spMkLst>
            <pc:docMk/>
            <pc:sldMk cId="4282325309" sldId="269"/>
            <ac:spMk id="2" creationId="{454733DF-D0FD-9693-A730-D6BE49A5AD76}"/>
          </ac:spMkLst>
        </pc:spChg>
        <pc:spChg chg="del">
          <ac:chgData name="Arun Sunar" userId="3fa9774ca67c7ab5" providerId="LiveId" clId="{C6C8B3FF-0866-486D-BC9E-1F888042E1F4}" dt="2023-10-20T02:43:20.767" v="196" actId="478"/>
          <ac:spMkLst>
            <pc:docMk/>
            <pc:sldMk cId="4282325309" sldId="269"/>
            <ac:spMk id="3" creationId="{DECA52F0-FDB4-CD93-87ED-D5F38C9C65FE}"/>
          </ac:spMkLst>
        </pc:spChg>
        <pc:spChg chg="add del mod">
          <ac:chgData name="Arun Sunar" userId="3fa9774ca67c7ab5" providerId="LiveId" clId="{C6C8B3FF-0866-486D-BC9E-1F888042E1F4}" dt="2023-10-20T02:43:18.913" v="195" actId="478"/>
          <ac:spMkLst>
            <pc:docMk/>
            <pc:sldMk cId="4282325309" sldId="269"/>
            <ac:spMk id="5" creationId="{1CBE5442-F555-7A2C-C965-73567FC4E8DE}"/>
          </ac:spMkLst>
        </pc:spChg>
        <pc:spChg chg="add del mod">
          <ac:chgData name="Arun Sunar" userId="3fa9774ca67c7ab5" providerId="LiveId" clId="{C6C8B3FF-0866-486D-BC9E-1F888042E1F4}" dt="2023-10-20T02:43:59.821" v="197" actId="478"/>
          <ac:spMkLst>
            <pc:docMk/>
            <pc:sldMk cId="4282325309" sldId="269"/>
            <ac:spMk id="7" creationId="{3ACB9526-B998-F75F-EFCA-A6B215E6598C}"/>
          </ac:spMkLst>
        </pc:spChg>
        <pc:picChg chg="add mod">
          <ac:chgData name="Arun Sunar" userId="3fa9774ca67c7ab5" providerId="LiveId" clId="{C6C8B3FF-0866-486D-BC9E-1F888042E1F4}" dt="2023-10-20T02:44:12.967" v="202" actId="14100"/>
          <ac:picMkLst>
            <pc:docMk/>
            <pc:sldMk cId="4282325309" sldId="269"/>
            <ac:picMk id="9" creationId="{3B948C6B-639F-8E7D-4443-BDDACBC544E6}"/>
          </ac:picMkLst>
        </pc:picChg>
      </pc:sldChg>
      <pc:sldChg chg="modSp new mod">
        <pc:chgData name="Arun Sunar" userId="3fa9774ca67c7ab5" providerId="LiveId" clId="{C6C8B3FF-0866-486D-BC9E-1F888042E1F4}" dt="2023-10-20T02:48:21.369" v="254" actId="5793"/>
        <pc:sldMkLst>
          <pc:docMk/>
          <pc:sldMk cId="2674811481" sldId="270"/>
        </pc:sldMkLst>
        <pc:spChg chg="mod">
          <ac:chgData name="Arun Sunar" userId="3fa9774ca67c7ab5" providerId="LiveId" clId="{C6C8B3FF-0866-486D-BC9E-1F888042E1F4}" dt="2023-10-20T02:44:35.828" v="232" actId="14100"/>
          <ac:spMkLst>
            <pc:docMk/>
            <pc:sldMk cId="2674811481" sldId="270"/>
            <ac:spMk id="2" creationId="{420A5A1E-5850-F80E-962C-61E74C2AA06C}"/>
          </ac:spMkLst>
        </pc:spChg>
        <pc:spChg chg="mod">
          <ac:chgData name="Arun Sunar" userId="3fa9774ca67c7ab5" providerId="LiveId" clId="{C6C8B3FF-0866-486D-BC9E-1F888042E1F4}" dt="2023-10-20T02:48:21.369" v="254" actId="5793"/>
          <ac:spMkLst>
            <pc:docMk/>
            <pc:sldMk cId="2674811481" sldId="270"/>
            <ac:spMk id="3" creationId="{976F4670-B94E-C21E-882D-08A01154CA1A}"/>
          </ac:spMkLst>
        </pc:spChg>
      </pc:sldChg>
      <pc:sldChg chg="modSp add mod">
        <pc:chgData name="Arun Sunar" userId="3fa9774ca67c7ab5" providerId="LiveId" clId="{C6C8B3FF-0866-486D-BC9E-1F888042E1F4}" dt="2023-10-20T02:50:45.755" v="280" actId="6549"/>
        <pc:sldMkLst>
          <pc:docMk/>
          <pc:sldMk cId="973008660" sldId="271"/>
        </pc:sldMkLst>
        <pc:spChg chg="mod">
          <ac:chgData name="Arun Sunar" userId="3fa9774ca67c7ab5" providerId="LiveId" clId="{C6C8B3FF-0866-486D-BC9E-1F888042E1F4}" dt="2023-10-20T02:48:34.231" v="265" actId="5793"/>
          <ac:spMkLst>
            <pc:docMk/>
            <pc:sldMk cId="973008660" sldId="271"/>
            <ac:spMk id="2" creationId="{420A5A1E-5850-F80E-962C-61E74C2AA06C}"/>
          </ac:spMkLst>
        </pc:spChg>
        <pc:spChg chg="mod">
          <ac:chgData name="Arun Sunar" userId="3fa9774ca67c7ab5" providerId="LiveId" clId="{C6C8B3FF-0866-486D-BC9E-1F888042E1F4}" dt="2023-10-20T02:50:45.755" v="280" actId="6549"/>
          <ac:spMkLst>
            <pc:docMk/>
            <pc:sldMk cId="973008660" sldId="271"/>
            <ac:spMk id="3" creationId="{976F4670-B94E-C21E-882D-08A01154CA1A}"/>
          </ac:spMkLst>
        </pc:spChg>
      </pc:sldChg>
      <pc:sldChg chg="add">
        <pc:chgData name="Arun Sunar" userId="3fa9774ca67c7ab5" providerId="LiveId" clId="{C6C8B3FF-0866-486D-BC9E-1F888042E1F4}" dt="2023-10-20T02:52:52.602" v="281" actId="2890"/>
        <pc:sldMkLst>
          <pc:docMk/>
          <pc:sldMk cId="4233436091" sldId="272"/>
        </pc:sldMkLst>
      </pc:sldChg>
      <pc:sldChg chg="modSp new mod">
        <pc:chgData name="Arun Sunar" userId="3fa9774ca67c7ab5" providerId="LiveId" clId="{C6C8B3FF-0866-486D-BC9E-1F888042E1F4}" dt="2024-02-15T04:02:01.367" v="1887" actId="20577"/>
        <pc:sldMkLst>
          <pc:docMk/>
          <pc:sldMk cId="250677450" sldId="273"/>
        </pc:sldMkLst>
        <pc:spChg chg="mod">
          <ac:chgData name="Arun Sunar" userId="3fa9774ca67c7ab5" providerId="LiveId" clId="{C6C8B3FF-0866-486D-BC9E-1F888042E1F4}" dt="2023-10-20T02:54:40.036" v="305" actId="20577"/>
          <ac:spMkLst>
            <pc:docMk/>
            <pc:sldMk cId="250677450" sldId="273"/>
            <ac:spMk id="2" creationId="{9CB94DFB-5377-C566-6578-13B6639E28E9}"/>
          </ac:spMkLst>
        </pc:spChg>
        <pc:spChg chg="mod">
          <ac:chgData name="Arun Sunar" userId="3fa9774ca67c7ab5" providerId="LiveId" clId="{C6C8B3FF-0866-486D-BC9E-1F888042E1F4}" dt="2024-02-15T04:02:01.367" v="1887" actId="20577"/>
          <ac:spMkLst>
            <pc:docMk/>
            <pc:sldMk cId="250677450" sldId="273"/>
            <ac:spMk id="3" creationId="{F26541E4-1ECF-8B67-058C-1F881CB597ED}"/>
          </ac:spMkLst>
        </pc:spChg>
      </pc:sldChg>
      <pc:sldChg chg="addSp delSp modSp add mod">
        <pc:chgData name="Arun Sunar" userId="3fa9774ca67c7ab5" providerId="LiveId" clId="{C6C8B3FF-0866-486D-BC9E-1F888042E1F4}" dt="2023-10-20T03:12:37.567" v="317" actId="14100"/>
        <pc:sldMkLst>
          <pc:docMk/>
          <pc:sldMk cId="834400676" sldId="274"/>
        </pc:sldMkLst>
        <pc:spChg chg="del">
          <ac:chgData name="Arun Sunar" userId="3fa9774ca67c7ab5" providerId="LiveId" clId="{C6C8B3FF-0866-486D-BC9E-1F888042E1F4}" dt="2023-10-20T03:12:25.312" v="312" actId="478"/>
          <ac:spMkLst>
            <pc:docMk/>
            <pc:sldMk cId="834400676" sldId="274"/>
            <ac:spMk id="2" creationId="{454733DF-D0FD-9693-A730-D6BE49A5AD76}"/>
          </ac:spMkLst>
        </pc:spChg>
        <pc:spChg chg="add del mod">
          <ac:chgData name="Arun Sunar" userId="3fa9774ca67c7ab5" providerId="LiveId" clId="{C6C8B3FF-0866-486D-BC9E-1F888042E1F4}" dt="2023-10-20T03:12:28.676" v="313" actId="478"/>
          <ac:spMkLst>
            <pc:docMk/>
            <pc:sldMk cId="834400676" sldId="274"/>
            <ac:spMk id="7" creationId="{188D4B5A-4358-CBCA-5232-7C92239417B5}"/>
          </ac:spMkLst>
        </pc:spChg>
        <pc:picChg chg="add mod">
          <ac:chgData name="Arun Sunar" userId="3fa9774ca67c7ab5" providerId="LiveId" clId="{C6C8B3FF-0866-486D-BC9E-1F888042E1F4}" dt="2023-10-20T03:12:37.567" v="317" actId="14100"/>
          <ac:picMkLst>
            <pc:docMk/>
            <pc:sldMk cId="834400676" sldId="274"/>
            <ac:picMk id="4" creationId="{67CDDB86-7BBA-5BD6-A48D-21A5DD815D63}"/>
          </ac:picMkLst>
        </pc:picChg>
        <pc:picChg chg="del">
          <ac:chgData name="Arun Sunar" userId="3fa9774ca67c7ab5" providerId="LiveId" clId="{C6C8B3FF-0866-486D-BC9E-1F888042E1F4}" dt="2023-10-20T03:12:21.003" v="310" actId="478"/>
          <ac:picMkLst>
            <pc:docMk/>
            <pc:sldMk cId="834400676" sldId="274"/>
            <ac:picMk id="5" creationId="{3D273988-BEC1-FD84-8F45-EA0DCCE6C9AD}"/>
          </ac:picMkLst>
        </pc:picChg>
      </pc:sldChg>
      <pc:sldChg chg="addSp delSp modSp add mod">
        <pc:chgData name="Arun Sunar" userId="3fa9774ca67c7ab5" providerId="LiveId" clId="{C6C8B3FF-0866-486D-BC9E-1F888042E1F4}" dt="2023-10-20T03:13:17.318" v="324" actId="14100"/>
        <pc:sldMkLst>
          <pc:docMk/>
          <pc:sldMk cId="2838692899" sldId="275"/>
        </pc:sldMkLst>
        <pc:picChg chg="add mod">
          <ac:chgData name="Arun Sunar" userId="3fa9774ca67c7ab5" providerId="LiveId" clId="{C6C8B3FF-0866-486D-BC9E-1F888042E1F4}" dt="2023-10-20T03:13:17.318" v="324" actId="14100"/>
          <ac:picMkLst>
            <pc:docMk/>
            <pc:sldMk cId="2838692899" sldId="275"/>
            <ac:picMk id="3" creationId="{235CD861-FAEA-93C2-AC1F-968645C5161F}"/>
          </ac:picMkLst>
        </pc:picChg>
        <pc:picChg chg="del">
          <ac:chgData name="Arun Sunar" userId="3fa9774ca67c7ab5" providerId="LiveId" clId="{C6C8B3FF-0866-486D-BC9E-1F888042E1F4}" dt="2023-10-20T03:13:04.036" v="319" actId="478"/>
          <ac:picMkLst>
            <pc:docMk/>
            <pc:sldMk cId="2838692899" sldId="275"/>
            <ac:picMk id="4" creationId="{67CDDB86-7BBA-5BD6-A48D-21A5DD815D63}"/>
          </ac:picMkLst>
        </pc:picChg>
      </pc:sldChg>
      <pc:sldChg chg="addSp delSp modSp add mod">
        <pc:chgData name="Arun Sunar" userId="3fa9774ca67c7ab5" providerId="LiveId" clId="{C6C8B3FF-0866-486D-BC9E-1F888042E1F4}" dt="2023-10-20T03:13:58.523" v="331" actId="14100"/>
        <pc:sldMkLst>
          <pc:docMk/>
          <pc:sldMk cId="936234050" sldId="276"/>
        </pc:sldMkLst>
        <pc:picChg chg="del">
          <ac:chgData name="Arun Sunar" userId="3fa9774ca67c7ab5" providerId="LiveId" clId="{C6C8B3FF-0866-486D-BC9E-1F888042E1F4}" dt="2023-10-20T03:13:48.190" v="326" actId="478"/>
          <ac:picMkLst>
            <pc:docMk/>
            <pc:sldMk cId="936234050" sldId="276"/>
            <ac:picMk id="3" creationId="{235CD861-FAEA-93C2-AC1F-968645C5161F}"/>
          </ac:picMkLst>
        </pc:picChg>
        <pc:picChg chg="add mod">
          <ac:chgData name="Arun Sunar" userId="3fa9774ca67c7ab5" providerId="LiveId" clId="{C6C8B3FF-0866-486D-BC9E-1F888042E1F4}" dt="2023-10-20T03:13:58.523" v="331" actId="14100"/>
          <ac:picMkLst>
            <pc:docMk/>
            <pc:sldMk cId="936234050" sldId="276"/>
            <ac:picMk id="4" creationId="{007EBAA6-9EF4-EE63-50F8-934EE3B694BE}"/>
          </ac:picMkLst>
        </pc:picChg>
      </pc:sldChg>
      <pc:sldChg chg="addSp delSp modSp add mod">
        <pc:chgData name="Arun Sunar" userId="3fa9774ca67c7ab5" providerId="LiveId" clId="{C6C8B3FF-0866-486D-BC9E-1F888042E1F4}" dt="2023-10-20T05:37:23.419" v="339" actId="14100"/>
        <pc:sldMkLst>
          <pc:docMk/>
          <pc:sldMk cId="55160806" sldId="277"/>
        </pc:sldMkLst>
        <pc:picChg chg="add mod">
          <ac:chgData name="Arun Sunar" userId="3fa9774ca67c7ab5" providerId="LiveId" clId="{C6C8B3FF-0866-486D-BC9E-1F888042E1F4}" dt="2023-10-20T05:37:23.419" v="339" actId="14100"/>
          <ac:picMkLst>
            <pc:docMk/>
            <pc:sldMk cId="55160806" sldId="277"/>
            <ac:picMk id="3" creationId="{84BB70C5-19AA-7203-6CA3-6381AC024F9E}"/>
          </ac:picMkLst>
        </pc:picChg>
        <pc:picChg chg="del mod">
          <ac:chgData name="Arun Sunar" userId="3fa9774ca67c7ab5" providerId="LiveId" clId="{C6C8B3FF-0866-486D-BC9E-1F888042E1F4}" dt="2023-10-20T05:37:11.215" v="334" actId="478"/>
          <ac:picMkLst>
            <pc:docMk/>
            <pc:sldMk cId="55160806" sldId="277"/>
            <ac:picMk id="4" creationId="{007EBAA6-9EF4-EE63-50F8-934EE3B694BE}"/>
          </ac:picMkLst>
        </pc:picChg>
      </pc:sldChg>
      <pc:sldChg chg="addSp delSp modSp add mod">
        <pc:chgData name="Arun Sunar" userId="3fa9774ca67c7ab5" providerId="LiveId" clId="{C6C8B3FF-0866-486D-BC9E-1F888042E1F4}" dt="2023-10-20T05:42:08.962" v="346" actId="14100"/>
        <pc:sldMkLst>
          <pc:docMk/>
          <pc:sldMk cId="1028007324" sldId="278"/>
        </pc:sldMkLst>
        <pc:picChg chg="del">
          <ac:chgData name="Arun Sunar" userId="3fa9774ca67c7ab5" providerId="LiveId" clId="{C6C8B3FF-0866-486D-BC9E-1F888042E1F4}" dt="2023-10-20T05:41:55.371" v="341" actId="478"/>
          <ac:picMkLst>
            <pc:docMk/>
            <pc:sldMk cId="1028007324" sldId="278"/>
            <ac:picMk id="3" creationId="{84BB70C5-19AA-7203-6CA3-6381AC024F9E}"/>
          </ac:picMkLst>
        </pc:picChg>
        <pc:picChg chg="add mod">
          <ac:chgData name="Arun Sunar" userId="3fa9774ca67c7ab5" providerId="LiveId" clId="{C6C8B3FF-0866-486D-BC9E-1F888042E1F4}" dt="2023-10-20T05:42:08.962" v="346" actId="14100"/>
          <ac:picMkLst>
            <pc:docMk/>
            <pc:sldMk cId="1028007324" sldId="278"/>
            <ac:picMk id="4" creationId="{E6572477-313F-E556-3D86-D2897884D364}"/>
          </ac:picMkLst>
        </pc:picChg>
      </pc:sldChg>
      <pc:sldChg chg="modSp new mod ord">
        <pc:chgData name="Arun Sunar" userId="3fa9774ca67c7ab5" providerId="LiveId" clId="{C6C8B3FF-0866-486D-BC9E-1F888042E1F4}" dt="2023-10-26T03:49:36.462" v="536"/>
        <pc:sldMkLst>
          <pc:docMk/>
          <pc:sldMk cId="4021820275" sldId="279"/>
        </pc:sldMkLst>
        <pc:spChg chg="mod">
          <ac:chgData name="Arun Sunar" userId="3fa9774ca67c7ab5" providerId="LiveId" clId="{C6C8B3FF-0866-486D-BC9E-1F888042E1F4}" dt="2023-10-20T05:43:14.835" v="369" actId="27636"/>
          <ac:spMkLst>
            <pc:docMk/>
            <pc:sldMk cId="4021820275" sldId="279"/>
            <ac:spMk id="2" creationId="{9C8EB541-E712-9650-805A-2A0854110055}"/>
          </ac:spMkLst>
        </pc:spChg>
        <pc:spChg chg="mod">
          <ac:chgData name="Arun Sunar" userId="3fa9774ca67c7ab5" providerId="LiveId" clId="{C6C8B3FF-0866-486D-BC9E-1F888042E1F4}" dt="2023-10-20T05:44:41.413" v="394" actId="27636"/>
          <ac:spMkLst>
            <pc:docMk/>
            <pc:sldMk cId="4021820275" sldId="279"/>
            <ac:spMk id="3" creationId="{C1BB2E3C-7AE3-A684-CC95-8D65F89610A2}"/>
          </ac:spMkLst>
        </pc:spChg>
      </pc:sldChg>
      <pc:sldChg chg="addSp delSp modSp new mod ord">
        <pc:chgData name="Arun Sunar" userId="3fa9774ca67c7ab5" providerId="LiveId" clId="{C6C8B3FF-0866-486D-BC9E-1F888042E1F4}" dt="2023-10-30T03:44:51.661" v="630" actId="207"/>
        <pc:sldMkLst>
          <pc:docMk/>
          <pc:sldMk cId="3983365954" sldId="280"/>
        </pc:sldMkLst>
        <pc:spChg chg="del mod">
          <ac:chgData name="Arun Sunar" userId="3fa9774ca67c7ab5" providerId="LiveId" clId="{C6C8B3FF-0866-486D-BC9E-1F888042E1F4}" dt="2023-10-30T03:43:59.328" v="610" actId="478"/>
          <ac:spMkLst>
            <pc:docMk/>
            <pc:sldMk cId="3983365954" sldId="280"/>
            <ac:spMk id="2" creationId="{B9141CF5-5787-7EAC-584A-E0A4D07584BA}"/>
          </ac:spMkLst>
        </pc:spChg>
        <pc:spChg chg="del">
          <ac:chgData name="Arun Sunar" userId="3fa9774ca67c7ab5" providerId="LiveId" clId="{C6C8B3FF-0866-486D-BC9E-1F888042E1F4}" dt="2023-10-26T03:05:37.520" v="396" actId="478"/>
          <ac:spMkLst>
            <pc:docMk/>
            <pc:sldMk cId="3983365954" sldId="280"/>
            <ac:spMk id="3" creationId="{7320CF98-00CB-B4D9-8810-FC782300C1CD}"/>
          </ac:spMkLst>
        </pc:spChg>
        <pc:spChg chg="add del mod">
          <ac:chgData name="Arun Sunar" userId="3fa9774ca67c7ab5" providerId="LiveId" clId="{C6C8B3FF-0866-486D-BC9E-1F888042E1F4}" dt="2023-10-30T03:44:03.404" v="611" actId="478"/>
          <ac:spMkLst>
            <pc:docMk/>
            <pc:sldMk cId="3983365954" sldId="280"/>
            <ac:spMk id="4" creationId="{98A52F9D-0FEF-7B69-93F3-8C5D7522EBF4}"/>
          </ac:spMkLst>
        </pc:spChg>
        <pc:spChg chg="add mod">
          <ac:chgData name="Arun Sunar" userId="3fa9774ca67c7ab5" providerId="LiveId" clId="{C6C8B3FF-0866-486D-BC9E-1F888042E1F4}" dt="2023-10-30T03:44:51.661" v="630" actId="207"/>
          <ac:spMkLst>
            <pc:docMk/>
            <pc:sldMk cId="3983365954" sldId="280"/>
            <ac:spMk id="6" creationId="{A3AFB88E-2AE4-EAC7-7684-18592DF92055}"/>
          </ac:spMkLst>
        </pc:spChg>
        <pc:picChg chg="add del mod">
          <ac:chgData name="Arun Sunar" userId="3fa9774ca67c7ab5" providerId="LiveId" clId="{C6C8B3FF-0866-486D-BC9E-1F888042E1F4}" dt="2023-10-30T03:44:05.016" v="612" actId="478"/>
          <ac:picMkLst>
            <pc:docMk/>
            <pc:sldMk cId="3983365954" sldId="280"/>
            <ac:picMk id="5" creationId="{518E9BC0-F04A-5A78-8000-9F1A0BFEE7B3}"/>
          </ac:picMkLst>
        </pc:picChg>
        <pc:picChg chg="add mod">
          <ac:chgData name="Arun Sunar" userId="3fa9774ca67c7ab5" providerId="LiveId" clId="{C6C8B3FF-0866-486D-BC9E-1F888042E1F4}" dt="2023-10-30T03:44:30.183" v="615" actId="1076"/>
          <ac:picMkLst>
            <pc:docMk/>
            <pc:sldMk cId="3983365954" sldId="280"/>
            <ac:picMk id="1026" creationId="{BC4067A5-CCB7-55DB-089C-D5DA77F71C4B}"/>
          </ac:picMkLst>
        </pc:picChg>
      </pc:sldChg>
      <pc:sldChg chg="addSp delSp modSp add del mod">
        <pc:chgData name="Arun Sunar" userId="3fa9774ca67c7ab5" providerId="LiveId" clId="{C6C8B3FF-0866-486D-BC9E-1F888042E1F4}" dt="2023-10-26T03:15:01.021" v="432" actId="14100"/>
        <pc:sldMkLst>
          <pc:docMk/>
          <pc:sldMk cId="2892218403" sldId="281"/>
        </pc:sldMkLst>
        <pc:spChg chg="del">
          <ac:chgData name="Arun Sunar" userId="3fa9774ca67c7ab5" providerId="LiveId" clId="{C6C8B3FF-0866-486D-BC9E-1F888042E1F4}" dt="2023-10-26T03:09:55.775" v="421" actId="478"/>
          <ac:spMkLst>
            <pc:docMk/>
            <pc:sldMk cId="2892218403" sldId="281"/>
            <ac:spMk id="2" creationId="{B9141CF5-5787-7EAC-584A-E0A4D07584BA}"/>
          </ac:spMkLst>
        </pc:spChg>
        <pc:spChg chg="add del mod">
          <ac:chgData name="Arun Sunar" userId="3fa9774ca67c7ab5" providerId="LiveId" clId="{C6C8B3FF-0866-486D-BC9E-1F888042E1F4}" dt="2023-10-26T03:10:00.704" v="423" actId="478"/>
          <ac:spMkLst>
            <pc:docMk/>
            <pc:sldMk cId="2892218403" sldId="281"/>
            <ac:spMk id="4" creationId="{6DCEA897-2976-30AB-DD87-3C07ABB78ABE}"/>
          </ac:spMkLst>
        </pc:spChg>
        <pc:picChg chg="del">
          <ac:chgData name="Arun Sunar" userId="3fa9774ca67c7ab5" providerId="LiveId" clId="{C6C8B3FF-0866-486D-BC9E-1F888042E1F4}" dt="2023-10-26T03:09:57.952" v="422" actId="478"/>
          <ac:picMkLst>
            <pc:docMk/>
            <pc:sldMk cId="2892218403" sldId="281"/>
            <ac:picMk id="5" creationId="{518E9BC0-F04A-5A78-8000-9F1A0BFEE7B3}"/>
          </ac:picMkLst>
        </pc:picChg>
        <pc:picChg chg="add del">
          <ac:chgData name="Arun Sunar" userId="3fa9774ca67c7ab5" providerId="LiveId" clId="{C6C8B3FF-0866-486D-BC9E-1F888042E1F4}" dt="2023-10-26T03:14:01.012" v="427" actId="478"/>
          <ac:picMkLst>
            <pc:docMk/>
            <pc:sldMk cId="2892218403" sldId="281"/>
            <ac:picMk id="7" creationId="{B8C8BC10-5770-9DAD-49AC-ACC60BB727D0}"/>
          </ac:picMkLst>
        </pc:picChg>
        <pc:picChg chg="add mod">
          <ac:chgData name="Arun Sunar" userId="3fa9774ca67c7ab5" providerId="LiveId" clId="{C6C8B3FF-0866-486D-BC9E-1F888042E1F4}" dt="2023-10-26T03:15:01.021" v="432" actId="14100"/>
          <ac:picMkLst>
            <pc:docMk/>
            <pc:sldMk cId="2892218403" sldId="281"/>
            <ac:picMk id="9" creationId="{AC9CA8EC-90DD-3C65-B737-CD907F501987}"/>
          </ac:picMkLst>
        </pc:picChg>
      </pc:sldChg>
      <pc:sldChg chg="delSp modSp new mod">
        <pc:chgData name="Arun Sunar" userId="3fa9774ca67c7ab5" providerId="LiveId" clId="{C6C8B3FF-0866-486D-BC9E-1F888042E1F4}" dt="2023-10-26T03:17:17.258" v="450" actId="27636"/>
        <pc:sldMkLst>
          <pc:docMk/>
          <pc:sldMk cId="2487204472" sldId="282"/>
        </pc:sldMkLst>
        <pc:spChg chg="del">
          <ac:chgData name="Arun Sunar" userId="3fa9774ca67c7ab5" providerId="LiveId" clId="{C6C8B3FF-0866-486D-BC9E-1F888042E1F4}" dt="2023-10-26T03:15:10.889" v="434" actId="478"/>
          <ac:spMkLst>
            <pc:docMk/>
            <pc:sldMk cId="2487204472" sldId="282"/>
            <ac:spMk id="2" creationId="{FC6F72DD-CBEE-6E04-686F-DEE70746174D}"/>
          </ac:spMkLst>
        </pc:spChg>
        <pc:spChg chg="mod">
          <ac:chgData name="Arun Sunar" userId="3fa9774ca67c7ab5" providerId="LiveId" clId="{C6C8B3FF-0866-486D-BC9E-1F888042E1F4}" dt="2023-10-26T03:17:17.258" v="450" actId="27636"/>
          <ac:spMkLst>
            <pc:docMk/>
            <pc:sldMk cId="2487204472" sldId="282"/>
            <ac:spMk id="3" creationId="{3ABD43DF-0853-2853-7F3C-466C9D9DFAC7}"/>
          </ac:spMkLst>
        </pc:spChg>
      </pc:sldChg>
      <pc:sldChg chg="modSp add mod">
        <pc:chgData name="Arun Sunar" userId="3fa9774ca67c7ab5" providerId="LiveId" clId="{C6C8B3FF-0866-486D-BC9E-1F888042E1F4}" dt="2023-11-24T02:58:04.028" v="1816" actId="27636"/>
        <pc:sldMkLst>
          <pc:docMk/>
          <pc:sldMk cId="4036590457" sldId="283"/>
        </pc:sldMkLst>
        <pc:spChg chg="mod">
          <ac:chgData name="Arun Sunar" userId="3fa9774ca67c7ab5" providerId="LiveId" clId="{C6C8B3FF-0866-486D-BC9E-1F888042E1F4}" dt="2023-11-24T02:58:04.028" v="1816" actId="27636"/>
          <ac:spMkLst>
            <pc:docMk/>
            <pc:sldMk cId="4036590457" sldId="283"/>
            <ac:spMk id="3" creationId="{3ABD43DF-0853-2853-7F3C-466C9D9DFAC7}"/>
          </ac:spMkLst>
        </pc:spChg>
      </pc:sldChg>
      <pc:sldChg chg="addSp delSp modSp new mod">
        <pc:chgData name="Arun Sunar" userId="3fa9774ca67c7ab5" providerId="LiveId" clId="{C6C8B3FF-0866-486D-BC9E-1F888042E1F4}" dt="2023-10-30T04:00:51.280" v="716" actId="255"/>
        <pc:sldMkLst>
          <pc:docMk/>
          <pc:sldMk cId="309146372" sldId="284"/>
        </pc:sldMkLst>
        <pc:spChg chg="del">
          <ac:chgData name="Arun Sunar" userId="3fa9774ca67c7ab5" providerId="LiveId" clId="{C6C8B3FF-0866-486D-BC9E-1F888042E1F4}" dt="2023-10-26T03:26:23.992" v="457" actId="478"/>
          <ac:spMkLst>
            <pc:docMk/>
            <pc:sldMk cId="309146372" sldId="284"/>
            <ac:spMk id="2" creationId="{06CC4FDC-40A0-E95F-8016-C49D508A737E}"/>
          </ac:spMkLst>
        </pc:spChg>
        <pc:spChg chg="del">
          <ac:chgData name="Arun Sunar" userId="3fa9774ca67c7ab5" providerId="LiveId" clId="{C6C8B3FF-0866-486D-BC9E-1F888042E1F4}" dt="2023-10-26T03:26:25.151" v="458" actId="478"/>
          <ac:spMkLst>
            <pc:docMk/>
            <pc:sldMk cId="309146372" sldId="284"/>
            <ac:spMk id="3" creationId="{5C2BDE00-0A5D-FB3C-05E1-9FA4B5366D09}"/>
          </ac:spMkLst>
        </pc:spChg>
        <pc:spChg chg="add del mod">
          <ac:chgData name="Arun Sunar" userId="3fa9774ca67c7ab5" providerId="LiveId" clId="{C6C8B3FF-0866-486D-BC9E-1F888042E1F4}" dt="2023-10-30T04:00:51.280" v="716" actId="255"/>
          <ac:spMkLst>
            <pc:docMk/>
            <pc:sldMk cId="309146372" sldId="284"/>
            <ac:spMk id="3" creationId="{75AF9357-3B1E-7DFC-9393-9DF63BBF76CB}"/>
          </ac:spMkLst>
        </pc:spChg>
        <pc:picChg chg="add del">
          <ac:chgData name="Arun Sunar" userId="3fa9774ca67c7ab5" providerId="LiveId" clId="{C6C8B3FF-0866-486D-BC9E-1F888042E1F4}" dt="2023-10-30T03:59:52.107" v="705"/>
          <ac:picMkLst>
            <pc:docMk/>
            <pc:sldMk cId="309146372" sldId="284"/>
            <ac:picMk id="4" creationId="{3B64E25B-3E70-79B9-40D1-38707431EAC5}"/>
          </ac:picMkLst>
        </pc:picChg>
        <pc:picChg chg="add del mod">
          <ac:chgData name="Arun Sunar" userId="3fa9774ca67c7ab5" providerId="LiveId" clId="{C6C8B3FF-0866-486D-BC9E-1F888042E1F4}" dt="2023-10-30T03:59:08.389" v="694" actId="478"/>
          <ac:picMkLst>
            <pc:docMk/>
            <pc:sldMk cId="309146372" sldId="284"/>
            <ac:picMk id="5" creationId="{84E9070B-0A77-69A4-BD39-541EB10902CF}"/>
          </ac:picMkLst>
        </pc:picChg>
        <pc:picChg chg="add del">
          <ac:chgData name="Arun Sunar" userId="3fa9774ca67c7ab5" providerId="LiveId" clId="{C6C8B3FF-0866-486D-BC9E-1F888042E1F4}" dt="2023-10-30T03:59:45.700" v="703"/>
          <ac:picMkLst>
            <pc:docMk/>
            <pc:sldMk cId="309146372" sldId="284"/>
            <ac:picMk id="4098" creationId="{6C904E1A-01F2-414F-990E-C39AC7C16C9A}"/>
          </ac:picMkLst>
        </pc:picChg>
        <pc:picChg chg="add mod">
          <ac:chgData name="Arun Sunar" userId="3fa9774ca67c7ab5" providerId="LiveId" clId="{C6C8B3FF-0866-486D-BC9E-1F888042E1F4}" dt="2023-10-30T04:00:45.948" v="715" actId="1076"/>
          <ac:picMkLst>
            <pc:docMk/>
            <pc:sldMk cId="309146372" sldId="284"/>
            <ac:picMk id="4100" creationId="{8954BF04-524B-CF62-F090-3565BA13474D}"/>
          </ac:picMkLst>
        </pc:picChg>
      </pc:sldChg>
      <pc:sldChg chg="addSp delSp modSp add mod ord modClrScheme chgLayout">
        <pc:chgData name="Arun Sunar" userId="3fa9774ca67c7ab5" providerId="LiveId" clId="{C6C8B3FF-0866-486D-BC9E-1F888042E1F4}" dt="2023-10-31T03:41:48.737" v="1549" actId="20577"/>
        <pc:sldMkLst>
          <pc:docMk/>
          <pc:sldMk cId="3059647548" sldId="285"/>
        </pc:sldMkLst>
        <pc:spChg chg="add del mod ord">
          <ac:chgData name="Arun Sunar" userId="3fa9774ca67c7ab5" providerId="LiveId" clId="{C6C8B3FF-0866-486D-BC9E-1F888042E1F4}" dt="2023-10-30T04:01:59.260" v="723" actId="700"/>
          <ac:spMkLst>
            <pc:docMk/>
            <pc:sldMk cId="3059647548" sldId="285"/>
            <ac:spMk id="2" creationId="{A07F8EFC-2B9E-F4ED-6D6F-78689E2D775E}"/>
          </ac:spMkLst>
        </pc:spChg>
        <pc:spChg chg="mod ord">
          <ac:chgData name="Arun Sunar" userId="3fa9774ca67c7ab5" providerId="LiveId" clId="{C6C8B3FF-0866-486D-BC9E-1F888042E1F4}" dt="2023-10-31T03:41:48.737" v="1549" actId="20577"/>
          <ac:spMkLst>
            <pc:docMk/>
            <pc:sldMk cId="3059647548" sldId="285"/>
            <ac:spMk id="3" creationId="{3ABD43DF-0853-2853-7F3C-466C9D9DFAC7}"/>
          </ac:spMkLst>
        </pc:spChg>
        <pc:spChg chg="add mod">
          <ac:chgData name="Arun Sunar" userId="3fa9774ca67c7ab5" providerId="LiveId" clId="{C6C8B3FF-0866-486D-BC9E-1F888042E1F4}" dt="2023-10-30T04:02:30.374" v="744" actId="255"/>
          <ac:spMkLst>
            <pc:docMk/>
            <pc:sldMk cId="3059647548" sldId="285"/>
            <ac:spMk id="4" creationId="{E91AA032-EC9E-62D2-0642-A89F23705FBE}"/>
          </ac:spMkLst>
        </pc:spChg>
      </pc:sldChg>
      <pc:sldChg chg="addSp delSp modSp add del mod ord">
        <pc:chgData name="Arun Sunar" userId="3fa9774ca67c7ab5" providerId="LiveId" clId="{C6C8B3FF-0866-486D-BC9E-1F888042E1F4}" dt="2023-10-30T05:17:11.426" v="945" actId="47"/>
        <pc:sldMkLst>
          <pc:docMk/>
          <pc:sldMk cId="2242569823" sldId="286"/>
        </pc:sldMkLst>
        <pc:spChg chg="add mod">
          <ac:chgData name="Arun Sunar" userId="3fa9774ca67c7ab5" providerId="LiveId" clId="{C6C8B3FF-0866-486D-BC9E-1F888042E1F4}" dt="2023-10-26T03:32:18.197" v="496" actId="255"/>
          <ac:spMkLst>
            <pc:docMk/>
            <pc:sldMk cId="2242569823" sldId="286"/>
            <ac:spMk id="7" creationId="{B5048EEC-A28B-4C57-94D1-31E2E0CF18A9}"/>
          </ac:spMkLst>
        </pc:spChg>
        <pc:picChg chg="add del mod">
          <ac:chgData name="Arun Sunar" userId="3fa9774ca67c7ab5" providerId="LiveId" clId="{C6C8B3FF-0866-486D-BC9E-1F888042E1F4}" dt="2023-10-26T03:30:35.385" v="486" actId="478"/>
          <ac:picMkLst>
            <pc:docMk/>
            <pc:sldMk cId="2242569823" sldId="286"/>
            <ac:picMk id="3" creationId="{2AA521F4-02B6-DFEF-E288-A1E6077AF2C0}"/>
          </ac:picMkLst>
        </pc:picChg>
        <pc:picChg chg="del">
          <ac:chgData name="Arun Sunar" userId="3fa9774ca67c7ab5" providerId="LiveId" clId="{C6C8B3FF-0866-486D-BC9E-1F888042E1F4}" dt="2023-10-26T03:30:05.800" v="482" actId="478"/>
          <ac:picMkLst>
            <pc:docMk/>
            <pc:sldMk cId="2242569823" sldId="286"/>
            <ac:picMk id="5" creationId="{84E9070B-0A77-69A4-BD39-541EB10902CF}"/>
          </ac:picMkLst>
        </pc:picChg>
        <pc:picChg chg="add mod">
          <ac:chgData name="Arun Sunar" userId="3fa9774ca67c7ab5" providerId="LiveId" clId="{C6C8B3FF-0866-486D-BC9E-1F888042E1F4}" dt="2023-10-26T03:30:44.614" v="490" actId="1076"/>
          <ac:picMkLst>
            <pc:docMk/>
            <pc:sldMk cId="2242569823" sldId="286"/>
            <ac:picMk id="6" creationId="{552B0EB2-9268-C9A6-76A8-12BA5D15C643}"/>
          </ac:picMkLst>
        </pc:picChg>
      </pc:sldChg>
      <pc:sldChg chg="addSp delSp modSp add mod">
        <pc:chgData name="Arun Sunar" userId="3fa9774ca67c7ab5" providerId="LiveId" clId="{C6C8B3FF-0866-486D-BC9E-1F888042E1F4}" dt="2023-10-26T03:33:56.278" v="501" actId="22"/>
        <pc:sldMkLst>
          <pc:docMk/>
          <pc:sldMk cId="2038929243" sldId="287"/>
        </pc:sldMkLst>
        <pc:spChg chg="del mod">
          <ac:chgData name="Arun Sunar" userId="3fa9774ca67c7ab5" providerId="LiveId" clId="{C6C8B3FF-0866-486D-BC9E-1F888042E1F4}" dt="2023-10-26T03:33:53.761" v="499" actId="478"/>
          <ac:spMkLst>
            <pc:docMk/>
            <pc:sldMk cId="2038929243" sldId="287"/>
            <ac:spMk id="7" creationId="{B5048EEC-A28B-4C57-94D1-31E2E0CF18A9}"/>
          </ac:spMkLst>
        </pc:spChg>
        <pc:picChg chg="add">
          <ac:chgData name="Arun Sunar" userId="3fa9774ca67c7ab5" providerId="LiveId" clId="{C6C8B3FF-0866-486D-BC9E-1F888042E1F4}" dt="2023-10-26T03:33:56.278" v="501" actId="22"/>
          <ac:picMkLst>
            <pc:docMk/>
            <pc:sldMk cId="2038929243" sldId="287"/>
            <ac:picMk id="3" creationId="{0087D066-6F89-4E2F-07FB-56E8256C015D}"/>
          </ac:picMkLst>
        </pc:picChg>
        <pc:picChg chg="del">
          <ac:chgData name="Arun Sunar" userId="3fa9774ca67c7ab5" providerId="LiveId" clId="{C6C8B3FF-0866-486D-BC9E-1F888042E1F4}" dt="2023-10-26T03:33:54.688" v="500" actId="478"/>
          <ac:picMkLst>
            <pc:docMk/>
            <pc:sldMk cId="2038929243" sldId="287"/>
            <ac:picMk id="6" creationId="{552B0EB2-9268-C9A6-76A8-12BA5D15C643}"/>
          </ac:picMkLst>
        </pc:picChg>
      </pc:sldChg>
      <pc:sldChg chg="modSp add del mod ord">
        <pc:chgData name="Arun Sunar" userId="3fa9774ca67c7ab5" providerId="LiveId" clId="{C6C8B3FF-0866-486D-BC9E-1F888042E1F4}" dt="2023-10-30T05:17:23.192" v="946" actId="47"/>
        <pc:sldMkLst>
          <pc:docMk/>
          <pc:sldMk cId="2011553508" sldId="288"/>
        </pc:sldMkLst>
        <pc:spChg chg="mod">
          <ac:chgData name="Arun Sunar" userId="3fa9774ca67c7ab5" providerId="LiveId" clId="{C6C8B3FF-0866-486D-BC9E-1F888042E1F4}" dt="2023-10-26T03:35:42.221" v="510" actId="27636"/>
          <ac:spMkLst>
            <pc:docMk/>
            <pc:sldMk cId="2011553508" sldId="288"/>
            <ac:spMk id="3" creationId="{3ABD43DF-0853-2853-7F3C-466C9D9DFAC7}"/>
          </ac:spMkLst>
        </pc:spChg>
      </pc:sldChg>
      <pc:sldChg chg="modSp add del mod">
        <pc:chgData name="Arun Sunar" userId="3fa9774ca67c7ab5" providerId="LiveId" clId="{C6C8B3FF-0866-486D-BC9E-1F888042E1F4}" dt="2023-10-30T05:17:26.290" v="947" actId="47"/>
        <pc:sldMkLst>
          <pc:docMk/>
          <pc:sldMk cId="4098763838" sldId="289"/>
        </pc:sldMkLst>
        <pc:spChg chg="mod">
          <ac:chgData name="Arun Sunar" userId="3fa9774ca67c7ab5" providerId="LiveId" clId="{C6C8B3FF-0866-486D-BC9E-1F888042E1F4}" dt="2023-10-26T03:35:59.568" v="520" actId="27636"/>
          <ac:spMkLst>
            <pc:docMk/>
            <pc:sldMk cId="4098763838" sldId="289"/>
            <ac:spMk id="3" creationId="{3ABD43DF-0853-2853-7F3C-466C9D9DFAC7}"/>
          </ac:spMkLst>
        </pc:spChg>
      </pc:sldChg>
      <pc:sldChg chg="addSp delSp add mod ord">
        <pc:chgData name="Arun Sunar" userId="3fa9774ca67c7ab5" providerId="LiveId" clId="{C6C8B3FF-0866-486D-BC9E-1F888042E1F4}" dt="2023-10-26T03:37:17.237" v="525" actId="22"/>
        <pc:sldMkLst>
          <pc:docMk/>
          <pc:sldMk cId="2496507800" sldId="290"/>
        </pc:sldMkLst>
        <pc:picChg chg="del">
          <ac:chgData name="Arun Sunar" userId="3fa9774ca67c7ab5" providerId="LiveId" clId="{C6C8B3FF-0866-486D-BC9E-1F888042E1F4}" dt="2023-10-26T03:37:16.400" v="524" actId="478"/>
          <ac:picMkLst>
            <pc:docMk/>
            <pc:sldMk cId="2496507800" sldId="290"/>
            <ac:picMk id="3" creationId="{0087D066-6F89-4E2F-07FB-56E8256C015D}"/>
          </ac:picMkLst>
        </pc:picChg>
        <pc:picChg chg="add">
          <ac:chgData name="Arun Sunar" userId="3fa9774ca67c7ab5" providerId="LiveId" clId="{C6C8B3FF-0866-486D-BC9E-1F888042E1F4}" dt="2023-10-26T03:37:17.237" v="525" actId="22"/>
          <ac:picMkLst>
            <pc:docMk/>
            <pc:sldMk cId="2496507800" sldId="290"/>
            <ac:picMk id="4" creationId="{DF3149AA-8462-543A-78A0-5AFA0FB40043}"/>
          </ac:picMkLst>
        </pc:picChg>
      </pc:sldChg>
      <pc:sldChg chg="modSp add mod ord">
        <pc:chgData name="Arun Sunar" userId="3fa9774ca67c7ab5" providerId="LiveId" clId="{C6C8B3FF-0866-486D-BC9E-1F888042E1F4}" dt="2023-10-26T03:38:25.823" v="532" actId="27636"/>
        <pc:sldMkLst>
          <pc:docMk/>
          <pc:sldMk cId="2144097466" sldId="291"/>
        </pc:sldMkLst>
        <pc:spChg chg="mod">
          <ac:chgData name="Arun Sunar" userId="3fa9774ca67c7ab5" providerId="LiveId" clId="{C6C8B3FF-0866-486D-BC9E-1F888042E1F4}" dt="2023-10-26T03:38:25.823" v="532" actId="27636"/>
          <ac:spMkLst>
            <pc:docMk/>
            <pc:sldMk cId="2144097466" sldId="291"/>
            <ac:spMk id="3" creationId="{3ABD43DF-0853-2853-7F3C-466C9D9DFAC7}"/>
          </ac:spMkLst>
        </pc:spChg>
      </pc:sldChg>
      <pc:sldChg chg="addSp delSp modSp add mod">
        <pc:chgData name="Arun Sunar" userId="3fa9774ca67c7ab5" providerId="LiveId" clId="{C6C8B3FF-0866-486D-BC9E-1F888042E1F4}" dt="2023-10-26T03:52:14.523" v="545" actId="1076"/>
        <pc:sldMkLst>
          <pc:docMk/>
          <pc:sldMk cId="3657685972" sldId="292"/>
        </pc:sldMkLst>
        <pc:picChg chg="add mod">
          <ac:chgData name="Arun Sunar" userId="3fa9774ca67c7ab5" providerId="LiveId" clId="{C6C8B3FF-0866-486D-BC9E-1F888042E1F4}" dt="2023-10-26T03:50:12.545" v="539" actId="1076"/>
          <ac:picMkLst>
            <pc:docMk/>
            <pc:sldMk cId="3657685972" sldId="292"/>
            <ac:picMk id="3" creationId="{F589E6C6-AF23-E566-74BE-4F762407DD17}"/>
          </ac:picMkLst>
        </pc:picChg>
        <pc:picChg chg="del">
          <ac:chgData name="Arun Sunar" userId="3fa9774ca67c7ab5" providerId="LiveId" clId="{C6C8B3FF-0866-486D-BC9E-1F888042E1F4}" dt="2023-10-26T03:50:07.335" v="537" actId="478"/>
          <ac:picMkLst>
            <pc:docMk/>
            <pc:sldMk cId="3657685972" sldId="292"/>
            <ac:picMk id="4" creationId="{E6572477-313F-E556-3D86-D2897884D364}"/>
          </ac:picMkLst>
        </pc:picChg>
        <pc:picChg chg="add mod">
          <ac:chgData name="Arun Sunar" userId="3fa9774ca67c7ab5" providerId="LiveId" clId="{C6C8B3FF-0866-486D-BC9E-1F888042E1F4}" dt="2023-10-26T03:52:14.523" v="545" actId="1076"/>
          <ac:picMkLst>
            <pc:docMk/>
            <pc:sldMk cId="3657685972" sldId="292"/>
            <ac:picMk id="6" creationId="{F25BDD76-8E5C-486B-FBD6-9059324EBC97}"/>
          </ac:picMkLst>
        </pc:picChg>
      </pc:sldChg>
      <pc:sldChg chg="addSp delSp modSp add mod">
        <pc:chgData name="Arun Sunar" userId="3fa9774ca67c7ab5" providerId="LiveId" clId="{C6C8B3FF-0866-486D-BC9E-1F888042E1F4}" dt="2023-10-26T03:53:13.925" v="548" actId="1076"/>
        <pc:sldMkLst>
          <pc:docMk/>
          <pc:sldMk cId="259380627" sldId="293"/>
        </pc:sldMkLst>
        <pc:spChg chg="del">
          <ac:chgData name="Arun Sunar" userId="3fa9774ca67c7ab5" providerId="LiveId" clId="{C6C8B3FF-0866-486D-BC9E-1F888042E1F4}" dt="2023-10-26T03:51:10.458" v="543" actId="478"/>
          <ac:spMkLst>
            <pc:docMk/>
            <pc:sldMk cId="259380627" sldId="293"/>
            <ac:spMk id="2" creationId="{9C8EB541-E712-9650-805A-2A0854110055}"/>
          </ac:spMkLst>
        </pc:spChg>
        <pc:spChg chg="del mod">
          <ac:chgData name="Arun Sunar" userId="3fa9774ca67c7ab5" providerId="LiveId" clId="{C6C8B3FF-0866-486D-BC9E-1F888042E1F4}" dt="2023-10-26T03:51:08.467" v="542" actId="478"/>
          <ac:spMkLst>
            <pc:docMk/>
            <pc:sldMk cId="259380627" sldId="293"/>
            <ac:spMk id="3" creationId="{C1BB2E3C-7AE3-A684-CC95-8D65F89610A2}"/>
          </ac:spMkLst>
        </pc:spChg>
        <pc:spChg chg="add del mod">
          <ac:chgData name="Arun Sunar" userId="3fa9774ca67c7ab5" providerId="LiveId" clId="{C6C8B3FF-0866-486D-BC9E-1F888042E1F4}" dt="2023-10-26T03:53:08.711" v="546" actId="478"/>
          <ac:spMkLst>
            <pc:docMk/>
            <pc:sldMk cId="259380627" sldId="293"/>
            <ac:spMk id="5" creationId="{A3C3721D-199F-5326-278A-DBC42ABE640E}"/>
          </ac:spMkLst>
        </pc:spChg>
        <pc:picChg chg="add mod">
          <ac:chgData name="Arun Sunar" userId="3fa9774ca67c7ab5" providerId="LiveId" clId="{C6C8B3FF-0866-486D-BC9E-1F888042E1F4}" dt="2023-10-26T03:53:13.925" v="548" actId="1076"/>
          <ac:picMkLst>
            <pc:docMk/>
            <pc:sldMk cId="259380627" sldId="293"/>
            <ac:picMk id="7" creationId="{C8FD2CFC-060F-4616-2354-D3F8145624E7}"/>
          </ac:picMkLst>
        </pc:picChg>
      </pc:sldChg>
      <pc:sldChg chg="addSp delSp add mod">
        <pc:chgData name="Arun Sunar" userId="3fa9774ca67c7ab5" providerId="LiveId" clId="{C6C8B3FF-0866-486D-BC9E-1F888042E1F4}" dt="2023-10-26T03:54:04.824" v="551" actId="22"/>
        <pc:sldMkLst>
          <pc:docMk/>
          <pc:sldMk cId="1536197047" sldId="294"/>
        </pc:sldMkLst>
        <pc:picChg chg="add">
          <ac:chgData name="Arun Sunar" userId="3fa9774ca67c7ab5" providerId="LiveId" clId="{C6C8B3FF-0866-486D-BC9E-1F888042E1F4}" dt="2023-10-26T03:54:04.824" v="551" actId="22"/>
          <ac:picMkLst>
            <pc:docMk/>
            <pc:sldMk cId="1536197047" sldId="294"/>
            <ac:picMk id="3" creationId="{F809BC08-E34D-B99C-95D0-BB2276D5C121}"/>
          </ac:picMkLst>
        </pc:picChg>
        <pc:picChg chg="del">
          <ac:chgData name="Arun Sunar" userId="3fa9774ca67c7ab5" providerId="LiveId" clId="{C6C8B3FF-0866-486D-BC9E-1F888042E1F4}" dt="2023-10-26T03:54:04.103" v="550" actId="478"/>
          <ac:picMkLst>
            <pc:docMk/>
            <pc:sldMk cId="1536197047" sldId="294"/>
            <ac:picMk id="7" creationId="{C8FD2CFC-060F-4616-2354-D3F8145624E7}"/>
          </ac:picMkLst>
        </pc:picChg>
      </pc:sldChg>
      <pc:sldChg chg="addSp delSp add mod">
        <pc:chgData name="Arun Sunar" userId="3fa9774ca67c7ab5" providerId="LiveId" clId="{C6C8B3FF-0866-486D-BC9E-1F888042E1F4}" dt="2023-10-26T03:54:43.140" v="554" actId="22"/>
        <pc:sldMkLst>
          <pc:docMk/>
          <pc:sldMk cId="2244707127" sldId="295"/>
        </pc:sldMkLst>
        <pc:picChg chg="del">
          <ac:chgData name="Arun Sunar" userId="3fa9774ca67c7ab5" providerId="LiveId" clId="{C6C8B3FF-0866-486D-BC9E-1F888042E1F4}" dt="2023-10-26T03:54:42.586" v="553" actId="478"/>
          <ac:picMkLst>
            <pc:docMk/>
            <pc:sldMk cId="2244707127" sldId="295"/>
            <ac:picMk id="3" creationId="{F809BC08-E34D-B99C-95D0-BB2276D5C121}"/>
          </ac:picMkLst>
        </pc:picChg>
        <pc:picChg chg="add">
          <ac:chgData name="Arun Sunar" userId="3fa9774ca67c7ab5" providerId="LiveId" clId="{C6C8B3FF-0866-486D-BC9E-1F888042E1F4}" dt="2023-10-26T03:54:43.140" v="554" actId="22"/>
          <ac:picMkLst>
            <pc:docMk/>
            <pc:sldMk cId="2244707127" sldId="295"/>
            <ac:picMk id="4" creationId="{6F1E159F-3F04-1DD5-9615-1A9BFAB00C96}"/>
          </ac:picMkLst>
        </pc:picChg>
      </pc:sldChg>
      <pc:sldChg chg="addSp delSp add mod">
        <pc:chgData name="Arun Sunar" userId="3fa9774ca67c7ab5" providerId="LiveId" clId="{C6C8B3FF-0866-486D-BC9E-1F888042E1F4}" dt="2023-10-26T03:55:28.241" v="557" actId="22"/>
        <pc:sldMkLst>
          <pc:docMk/>
          <pc:sldMk cId="1531257260" sldId="296"/>
        </pc:sldMkLst>
        <pc:picChg chg="add">
          <ac:chgData name="Arun Sunar" userId="3fa9774ca67c7ab5" providerId="LiveId" clId="{C6C8B3FF-0866-486D-BC9E-1F888042E1F4}" dt="2023-10-26T03:55:28.241" v="557" actId="22"/>
          <ac:picMkLst>
            <pc:docMk/>
            <pc:sldMk cId="1531257260" sldId="296"/>
            <ac:picMk id="3" creationId="{C692E06F-9444-C4A8-E278-58DA759133C3}"/>
          </ac:picMkLst>
        </pc:picChg>
        <pc:picChg chg="del">
          <ac:chgData name="Arun Sunar" userId="3fa9774ca67c7ab5" providerId="LiveId" clId="{C6C8B3FF-0866-486D-BC9E-1F888042E1F4}" dt="2023-10-26T03:55:27.595" v="556" actId="478"/>
          <ac:picMkLst>
            <pc:docMk/>
            <pc:sldMk cId="1531257260" sldId="296"/>
            <ac:picMk id="4" creationId="{6F1E159F-3F04-1DD5-9615-1A9BFAB00C96}"/>
          </ac:picMkLst>
        </pc:picChg>
      </pc:sldChg>
      <pc:sldChg chg="addSp delSp add mod">
        <pc:chgData name="Arun Sunar" userId="3fa9774ca67c7ab5" providerId="LiveId" clId="{C6C8B3FF-0866-486D-BC9E-1F888042E1F4}" dt="2023-10-26T03:55:58.034" v="560" actId="22"/>
        <pc:sldMkLst>
          <pc:docMk/>
          <pc:sldMk cId="4075775024" sldId="297"/>
        </pc:sldMkLst>
        <pc:picChg chg="del">
          <ac:chgData name="Arun Sunar" userId="3fa9774ca67c7ab5" providerId="LiveId" clId="{C6C8B3FF-0866-486D-BC9E-1F888042E1F4}" dt="2023-10-26T03:55:57.300" v="559" actId="478"/>
          <ac:picMkLst>
            <pc:docMk/>
            <pc:sldMk cId="4075775024" sldId="297"/>
            <ac:picMk id="3" creationId="{C692E06F-9444-C4A8-E278-58DA759133C3}"/>
          </ac:picMkLst>
        </pc:picChg>
        <pc:picChg chg="add">
          <ac:chgData name="Arun Sunar" userId="3fa9774ca67c7ab5" providerId="LiveId" clId="{C6C8B3FF-0866-486D-BC9E-1F888042E1F4}" dt="2023-10-26T03:55:58.034" v="560" actId="22"/>
          <ac:picMkLst>
            <pc:docMk/>
            <pc:sldMk cId="4075775024" sldId="297"/>
            <ac:picMk id="4" creationId="{D11C82CA-8E4B-C383-02AC-1FF3EB599EBB}"/>
          </ac:picMkLst>
        </pc:picChg>
      </pc:sldChg>
      <pc:sldChg chg="addSp delSp add mod">
        <pc:chgData name="Arun Sunar" userId="3fa9774ca67c7ab5" providerId="LiveId" clId="{C6C8B3FF-0866-486D-BC9E-1F888042E1F4}" dt="2023-10-26T03:56:31.300" v="563" actId="22"/>
        <pc:sldMkLst>
          <pc:docMk/>
          <pc:sldMk cId="2479823819" sldId="298"/>
        </pc:sldMkLst>
        <pc:picChg chg="add">
          <ac:chgData name="Arun Sunar" userId="3fa9774ca67c7ab5" providerId="LiveId" clId="{C6C8B3FF-0866-486D-BC9E-1F888042E1F4}" dt="2023-10-26T03:56:31.300" v="563" actId="22"/>
          <ac:picMkLst>
            <pc:docMk/>
            <pc:sldMk cId="2479823819" sldId="298"/>
            <ac:picMk id="3" creationId="{724FAFDA-5202-8E2B-5699-6D1485435FC8}"/>
          </ac:picMkLst>
        </pc:picChg>
        <pc:picChg chg="del">
          <ac:chgData name="Arun Sunar" userId="3fa9774ca67c7ab5" providerId="LiveId" clId="{C6C8B3FF-0866-486D-BC9E-1F888042E1F4}" dt="2023-10-26T03:56:30.727" v="562" actId="478"/>
          <ac:picMkLst>
            <pc:docMk/>
            <pc:sldMk cId="2479823819" sldId="298"/>
            <ac:picMk id="4" creationId="{D11C82CA-8E4B-C383-02AC-1FF3EB599EBB}"/>
          </ac:picMkLst>
        </pc:picChg>
      </pc:sldChg>
      <pc:sldChg chg="addSp delSp add mod">
        <pc:chgData name="Arun Sunar" userId="3fa9774ca67c7ab5" providerId="LiveId" clId="{C6C8B3FF-0866-486D-BC9E-1F888042E1F4}" dt="2023-10-26T03:57:53.624" v="566" actId="22"/>
        <pc:sldMkLst>
          <pc:docMk/>
          <pc:sldMk cId="2660020784" sldId="299"/>
        </pc:sldMkLst>
        <pc:picChg chg="del">
          <ac:chgData name="Arun Sunar" userId="3fa9774ca67c7ab5" providerId="LiveId" clId="{C6C8B3FF-0866-486D-BC9E-1F888042E1F4}" dt="2023-10-26T03:57:52.385" v="565" actId="478"/>
          <ac:picMkLst>
            <pc:docMk/>
            <pc:sldMk cId="2660020784" sldId="299"/>
            <ac:picMk id="3" creationId="{724FAFDA-5202-8E2B-5699-6D1485435FC8}"/>
          </ac:picMkLst>
        </pc:picChg>
        <pc:picChg chg="add">
          <ac:chgData name="Arun Sunar" userId="3fa9774ca67c7ab5" providerId="LiveId" clId="{C6C8B3FF-0866-486D-BC9E-1F888042E1F4}" dt="2023-10-26T03:57:53.624" v="566" actId="22"/>
          <ac:picMkLst>
            <pc:docMk/>
            <pc:sldMk cId="2660020784" sldId="299"/>
            <ac:picMk id="4" creationId="{37A3741F-4B03-CA12-FFF0-53F491281D75}"/>
          </ac:picMkLst>
        </pc:picChg>
      </pc:sldChg>
      <pc:sldChg chg="addSp delSp add mod">
        <pc:chgData name="Arun Sunar" userId="3fa9774ca67c7ab5" providerId="LiveId" clId="{C6C8B3FF-0866-486D-BC9E-1F888042E1F4}" dt="2023-10-26T03:59:03.438" v="569" actId="22"/>
        <pc:sldMkLst>
          <pc:docMk/>
          <pc:sldMk cId="2819059220" sldId="300"/>
        </pc:sldMkLst>
        <pc:picChg chg="add">
          <ac:chgData name="Arun Sunar" userId="3fa9774ca67c7ab5" providerId="LiveId" clId="{C6C8B3FF-0866-486D-BC9E-1F888042E1F4}" dt="2023-10-26T03:59:03.438" v="569" actId="22"/>
          <ac:picMkLst>
            <pc:docMk/>
            <pc:sldMk cId="2819059220" sldId="300"/>
            <ac:picMk id="3" creationId="{F6BC9560-1084-4388-E942-BD12BCA2C07C}"/>
          </ac:picMkLst>
        </pc:picChg>
        <pc:picChg chg="del">
          <ac:chgData name="Arun Sunar" userId="3fa9774ca67c7ab5" providerId="LiveId" clId="{C6C8B3FF-0866-486D-BC9E-1F888042E1F4}" dt="2023-10-26T03:59:02.907" v="568" actId="478"/>
          <ac:picMkLst>
            <pc:docMk/>
            <pc:sldMk cId="2819059220" sldId="300"/>
            <ac:picMk id="4" creationId="{37A3741F-4B03-CA12-FFF0-53F491281D75}"/>
          </ac:picMkLst>
        </pc:picChg>
      </pc:sldChg>
      <pc:sldChg chg="addSp delSp add mod">
        <pc:chgData name="Arun Sunar" userId="3fa9774ca67c7ab5" providerId="LiveId" clId="{C6C8B3FF-0866-486D-BC9E-1F888042E1F4}" dt="2023-10-26T04:00:14.793" v="572" actId="22"/>
        <pc:sldMkLst>
          <pc:docMk/>
          <pc:sldMk cId="1166187170" sldId="301"/>
        </pc:sldMkLst>
        <pc:picChg chg="del">
          <ac:chgData name="Arun Sunar" userId="3fa9774ca67c7ab5" providerId="LiveId" clId="{C6C8B3FF-0866-486D-BC9E-1F888042E1F4}" dt="2023-10-26T04:00:14.296" v="571" actId="478"/>
          <ac:picMkLst>
            <pc:docMk/>
            <pc:sldMk cId="1166187170" sldId="301"/>
            <ac:picMk id="3" creationId="{F6BC9560-1084-4388-E942-BD12BCA2C07C}"/>
          </ac:picMkLst>
        </pc:picChg>
        <pc:picChg chg="add">
          <ac:chgData name="Arun Sunar" userId="3fa9774ca67c7ab5" providerId="LiveId" clId="{C6C8B3FF-0866-486D-BC9E-1F888042E1F4}" dt="2023-10-26T04:00:14.793" v="572" actId="22"/>
          <ac:picMkLst>
            <pc:docMk/>
            <pc:sldMk cId="1166187170" sldId="301"/>
            <ac:picMk id="4" creationId="{B21159B1-64C9-DDD8-4DC6-ADF763494E56}"/>
          </ac:picMkLst>
        </pc:picChg>
      </pc:sldChg>
      <pc:sldChg chg="addSp delSp modSp new mod ord">
        <pc:chgData name="Arun Sunar" userId="3fa9774ca67c7ab5" providerId="LiveId" clId="{C6C8B3FF-0866-486D-BC9E-1F888042E1F4}" dt="2023-11-22T11:31:12.934" v="1790" actId="27636"/>
        <pc:sldMkLst>
          <pc:docMk/>
          <pc:sldMk cId="671559925" sldId="302"/>
        </pc:sldMkLst>
        <pc:spChg chg="add del mod">
          <ac:chgData name="Arun Sunar" userId="3fa9774ca67c7ab5" providerId="LiveId" clId="{C6C8B3FF-0866-486D-BC9E-1F888042E1F4}" dt="2023-11-22T11:29:06.776" v="1772"/>
          <ac:spMkLst>
            <pc:docMk/>
            <pc:sldMk cId="671559925" sldId="302"/>
            <ac:spMk id="2" creationId="{45A9FE24-6AAB-4FEF-5E15-E3C1139FA6A9}"/>
          </ac:spMkLst>
        </pc:spChg>
        <pc:spChg chg="mod">
          <ac:chgData name="Arun Sunar" userId="3fa9774ca67c7ab5" providerId="LiveId" clId="{C6C8B3FF-0866-486D-BC9E-1F888042E1F4}" dt="2023-11-22T11:31:12.934" v="1790" actId="27636"/>
          <ac:spMkLst>
            <pc:docMk/>
            <pc:sldMk cId="671559925" sldId="302"/>
            <ac:spMk id="3" creationId="{5F97B7C5-75AC-9DD8-BF11-267D454B0E18}"/>
          </ac:spMkLst>
        </pc:spChg>
      </pc:sldChg>
      <pc:sldChg chg="addSp delSp modSp add mod ord">
        <pc:chgData name="Arun Sunar" userId="3fa9774ca67c7ab5" providerId="LiveId" clId="{C6C8B3FF-0866-486D-BC9E-1F888042E1F4}" dt="2023-12-14T01:52:44.290" v="1861" actId="14100"/>
        <pc:sldMkLst>
          <pc:docMk/>
          <pc:sldMk cId="2073691413" sldId="303"/>
        </pc:sldMkLst>
        <pc:spChg chg="mod">
          <ac:chgData name="Arun Sunar" userId="3fa9774ca67c7ab5" providerId="LiveId" clId="{C6C8B3FF-0866-486D-BC9E-1F888042E1F4}" dt="2023-12-14T01:52:24.457" v="1858" actId="14100"/>
          <ac:spMkLst>
            <pc:docMk/>
            <pc:sldMk cId="2073691413" sldId="303"/>
            <ac:spMk id="2" creationId="{45A9FE24-6AAB-4FEF-5E15-E3C1139FA6A9}"/>
          </ac:spMkLst>
        </pc:spChg>
        <pc:spChg chg="mod">
          <ac:chgData name="Arun Sunar" userId="3fa9774ca67c7ab5" providerId="LiveId" clId="{C6C8B3FF-0866-486D-BC9E-1F888042E1F4}" dt="2023-12-14T01:52:29.021" v="1859" actId="14100"/>
          <ac:spMkLst>
            <pc:docMk/>
            <pc:sldMk cId="2073691413" sldId="303"/>
            <ac:spMk id="3" creationId="{5F97B7C5-75AC-9DD8-BF11-267D454B0E18}"/>
          </ac:spMkLst>
        </pc:spChg>
        <pc:spChg chg="add del">
          <ac:chgData name="Arun Sunar" userId="3fa9774ca67c7ab5" providerId="LiveId" clId="{C6C8B3FF-0866-486D-BC9E-1F888042E1F4}" dt="2023-12-14T01:51:58.636" v="1854"/>
          <ac:spMkLst>
            <pc:docMk/>
            <pc:sldMk cId="2073691413" sldId="303"/>
            <ac:spMk id="4" creationId="{E196D50F-E576-0136-8811-42520E9C0ABF}"/>
          </ac:spMkLst>
        </pc:spChg>
        <pc:picChg chg="add mod">
          <ac:chgData name="Arun Sunar" userId="3fa9774ca67c7ab5" providerId="LiveId" clId="{C6C8B3FF-0866-486D-BC9E-1F888042E1F4}" dt="2023-12-14T01:52:44.290" v="1861" actId="14100"/>
          <ac:picMkLst>
            <pc:docMk/>
            <pc:sldMk cId="2073691413" sldId="303"/>
            <ac:picMk id="5" creationId="{D7B09AD9-F0CF-6595-2335-6F355E4F8DC3}"/>
          </ac:picMkLst>
        </pc:picChg>
      </pc:sldChg>
      <pc:sldChg chg="add">
        <pc:chgData name="Arun Sunar" userId="3fa9774ca67c7ab5" providerId="LiveId" clId="{C6C8B3FF-0866-486D-BC9E-1F888042E1F4}" dt="2023-10-30T03:43:53.614" v="607" actId="2890"/>
        <pc:sldMkLst>
          <pc:docMk/>
          <pc:sldMk cId="3936926315" sldId="304"/>
        </pc:sldMkLst>
      </pc:sldChg>
      <pc:sldChg chg="addSp delSp modSp add mod ord">
        <pc:chgData name="Arun Sunar" userId="3fa9774ca67c7ab5" providerId="LiveId" clId="{C6C8B3FF-0866-486D-BC9E-1F888042E1F4}" dt="2023-10-30T06:10:15.069" v="1520" actId="313"/>
        <pc:sldMkLst>
          <pc:docMk/>
          <pc:sldMk cId="221850859" sldId="305"/>
        </pc:sldMkLst>
        <pc:spChg chg="mod">
          <ac:chgData name="Arun Sunar" userId="3fa9774ca67c7ab5" providerId="LiveId" clId="{C6C8B3FF-0866-486D-BC9E-1F888042E1F4}" dt="2023-10-30T06:10:15.069" v="1520" actId="313"/>
          <ac:spMkLst>
            <pc:docMk/>
            <pc:sldMk cId="221850859" sldId="305"/>
            <ac:spMk id="6" creationId="{A3AFB88E-2AE4-EAC7-7684-18592DF92055}"/>
          </ac:spMkLst>
        </pc:spChg>
        <pc:picChg chg="del">
          <ac:chgData name="Arun Sunar" userId="3fa9774ca67c7ab5" providerId="LiveId" clId="{C6C8B3FF-0866-486D-BC9E-1F888042E1F4}" dt="2023-10-30T03:45:36.250" v="634" actId="478"/>
          <ac:picMkLst>
            <pc:docMk/>
            <pc:sldMk cId="221850859" sldId="305"/>
            <ac:picMk id="1026" creationId="{BC4067A5-CCB7-55DB-089C-D5DA77F71C4B}"/>
          </ac:picMkLst>
        </pc:picChg>
        <pc:picChg chg="add del mod">
          <ac:chgData name="Arun Sunar" userId="3fa9774ca67c7ab5" providerId="LiveId" clId="{C6C8B3FF-0866-486D-BC9E-1F888042E1F4}" dt="2023-10-30T03:45:41.612" v="638"/>
          <ac:picMkLst>
            <pc:docMk/>
            <pc:sldMk cId="221850859" sldId="305"/>
            <ac:picMk id="2050" creationId="{3249B290-9459-856D-FAFB-DEA695AAD139}"/>
          </ac:picMkLst>
        </pc:picChg>
        <pc:picChg chg="add mod">
          <ac:chgData name="Arun Sunar" userId="3fa9774ca67c7ab5" providerId="LiveId" clId="{C6C8B3FF-0866-486D-BC9E-1F888042E1F4}" dt="2023-10-30T03:45:48.499" v="641" actId="1076"/>
          <ac:picMkLst>
            <pc:docMk/>
            <pc:sldMk cId="221850859" sldId="305"/>
            <ac:picMk id="2052" creationId="{F02D1377-3698-A3F9-B082-10178414C89F}"/>
          </ac:picMkLst>
        </pc:picChg>
      </pc:sldChg>
      <pc:sldChg chg="modSp add mod ord">
        <pc:chgData name="Arun Sunar" userId="3fa9774ca67c7ab5" providerId="LiveId" clId="{C6C8B3FF-0866-486D-BC9E-1F888042E1F4}" dt="2023-10-30T03:52:54.144" v="676"/>
        <pc:sldMkLst>
          <pc:docMk/>
          <pc:sldMk cId="3124640797" sldId="306"/>
        </pc:sldMkLst>
        <pc:spChg chg="mod">
          <ac:chgData name="Arun Sunar" userId="3fa9774ca67c7ab5" providerId="LiveId" clId="{C6C8B3FF-0866-486D-BC9E-1F888042E1F4}" dt="2023-10-30T03:52:43.461" v="675"/>
          <ac:spMkLst>
            <pc:docMk/>
            <pc:sldMk cId="3124640797" sldId="306"/>
            <ac:spMk id="2" creationId="{45A9FE24-6AAB-4FEF-5E15-E3C1139FA6A9}"/>
          </ac:spMkLst>
        </pc:spChg>
        <pc:spChg chg="mod">
          <ac:chgData name="Arun Sunar" userId="3fa9774ca67c7ab5" providerId="LiveId" clId="{C6C8B3FF-0866-486D-BC9E-1F888042E1F4}" dt="2023-10-30T03:52:54.144" v="676"/>
          <ac:spMkLst>
            <pc:docMk/>
            <pc:sldMk cId="3124640797" sldId="306"/>
            <ac:spMk id="3" creationId="{5F97B7C5-75AC-9DD8-BF11-267D454B0E18}"/>
          </ac:spMkLst>
        </pc:spChg>
      </pc:sldChg>
      <pc:sldChg chg="addSp delSp modSp add mod">
        <pc:chgData name="Arun Sunar" userId="3fa9774ca67c7ab5" providerId="LiveId" clId="{C6C8B3FF-0866-486D-BC9E-1F888042E1F4}" dt="2023-10-30T03:53:22.899" v="681"/>
        <pc:sldMkLst>
          <pc:docMk/>
          <pc:sldMk cId="117721236" sldId="307"/>
        </pc:sldMkLst>
        <pc:spChg chg="del">
          <ac:chgData name="Arun Sunar" userId="3fa9774ca67c7ab5" providerId="LiveId" clId="{C6C8B3FF-0866-486D-BC9E-1F888042E1F4}" dt="2023-10-30T03:53:10.983" v="679" actId="478"/>
          <ac:spMkLst>
            <pc:docMk/>
            <pc:sldMk cId="117721236" sldId="307"/>
            <ac:spMk id="2" creationId="{B9141CF5-5787-7EAC-584A-E0A4D07584BA}"/>
          </ac:spMkLst>
        </pc:spChg>
        <pc:spChg chg="add del mod">
          <ac:chgData name="Arun Sunar" userId="3fa9774ca67c7ab5" providerId="LiveId" clId="{C6C8B3FF-0866-486D-BC9E-1F888042E1F4}" dt="2023-10-30T03:53:13.636" v="680" actId="478"/>
          <ac:spMkLst>
            <pc:docMk/>
            <pc:sldMk cId="117721236" sldId="307"/>
            <ac:spMk id="4" creationId="{0243447E-2865-C2DA-08A6-33BAFEB6C6F0}"/>
          </ac:spMkLst>
        </pc:spChg>
        <pc:picChg chg="del">
          <ac:chgData name="Arun Sunar" userId="3fa9774ca67c7ab5" providerId="LiveId" clId="{C6C8B3FF-0866-486D-BC9E-1F888042E1F4}" dt="2023-10-30T03:53:08.173" v="678" actId="478"/>
          <ac:picMkLst>
            <pc:docMk/>
            <pc:sldMk cId="117721236" sldId="307"/>
            <ac:picMk id="5" creationId="{518E9BC0-F04A-5A78-8000-9F1A0BFEE7B3}"/>
          </ac:picMkLst>
        </pc:picChg>
        <pc:picChg chg="add">
          <ac:chgData name="Arun Sunar" userId="3fa9774ca67c7ab5" providerId="LiveId" clId="{C6C8B3FF-0866-486D-BC9E-1F888042E1F4}" dt="2023-10-30T03:53:22.899" v="681"/>
          <ac:picMkLst>
            <pc:docMk/>
            <pc:sldMk cId="117721236" sldId="307"/>
            <ac:picMk id="3074" creationId="{25D20B20-C496-B34B-EC83-67934392F133}"/>
          </ac:picMkLst>
        </pc:picChg>
      </pc:sldChg>
      <pc:sldChg chg="addSp delSp modSp new mod">
        <pc:chgData name="Arun Sunar" userId="3fa9774ca67c7ab5" providerId="LiveId" clId="{C6C8B3FF-0866-486D-BC9E-1F888042E1F4}" dt="2023-11-22T10:55:50.401" v="1760" actId="20577"/>
        <pc:sldMkLst>
          <pc:docMk/>
          <pc:sldMk cId="2477426521" sldId="308"/>
        </pc:sldMkLst>
        <pc:spChg chg="mod">
          <ac:chgData name="Arun Sunar" userId="3fa9774ca67c7ab5" providerId="LiveId" clId="{C6C8B3FF-0866-486D-BC9E-1F888042E1F4}" dt="2023-10-30T04:03:09.908" v="750" actId="1076"/>
          <ac:spMkLst>
            <pc:docMk/>
            <pc:sldMk cId="2477426521" sldId="308"/>
            <ac:spMk id="2" creationId="{F81B2397-3839-7CB3-A74E-FB14183C8B40}"/>
          </ac:spMkLst>
        </pc:spChg>
        <pc:spChg chg="add del mod">
          <ac:chgData name="Arun Sunar" userId="3fa9774ca67c7ab5" providerId="LiveId" clId="{C6C8B3FF-0866-486D-BC9E-1F888042E1F4}" dt="2023-11-22T10:55:40.523" v="1757" actId="14100"/>
          <ac:spMkLst>
            <pc:docMk/>
            <pc:sldMk cId="2477426521" sldId="308"/>
            <ac:spMk id="3" creationId="{E14FD1FD-4B97-5FDB-55F2-BA791EAAD157}"/>
          </ac:spMkLst>
        </pc:spChg>
        <pc:spChg chg="add del mod">
          <ac:chgData name="Arun Sunar" userId="3fa9774ca67c7ab5" providerId="LiveId" clId="{C6C8B3FF-0866-486D-BC9E-1F888042E1F4}" dt="2023-10-30T04:03:36.709" v="758"/>
          <ac:spMkLst>
            <pc:docMk/>
            <pc:sldMk cId="2477426521" sldId="308"/>
            <ac:spMk id="4" creationId="{A213C153-142E-9115-4E0A-CAABE3F9FAF8}"/>
          </ac:spMkLst>
        </pc:spChg>
        <pc:spChg chg="add mod">
          <ac:chgData name="Arun Sunar" userId="3fa9774ca67c7ab5" providerId="LiveId" clId="{C6C8B3FF-0866-486D-BC9E-1F888042E1F4}" dt="2023-11-22T10:55:50.401" v="1760" actId="20577"/>
          <ac:spMkLst>
            <pc:docMk/>
            <pc:sldMk cId="2477426521" sldId="308"/>
            <ac:spMk id="6" creationId="{957327B2-FD8B-2B8A-B44A-7177D65444D4}"/>
          </ac:spMkLst>
        </pc:spChg>
        <pc:picChg chg="add mod">
          <ac:chgData name="Arun Sunar" userId="3fa9774ca67c7ab5" providerId="LiveId" clId="{C6C8B3FF-0866-486D-BC9E-1F888042E1F4}" dt="2023-10-30T04:04:19.550" v="773" actId="1076"/>
          <ac:picMkLst>
            <pc:docMk/>
            <pc:sldMk cId="2477426521" sldId="308"/>
            <ac:picMk id="5" creationId="{38BC3283-D5DE-04B9-BDD8-A21681EDA5F7}"/>
          </ac:picMkLst>
        </pc:picChg>
        <pc:picChg chg="add del">
          <ac:chgData name="Arun Sunar" userId="3fa9774ca67c7ab5" providerId="LiveId" clId="{C6C8B3FF-0866-486D-BC9E-1F888042E1F4}" dt="2023-10-30T04:04:09.212" v="768"/>
          <ac:picMkLst>
            <pc:docMk/>
            <pc:sldMk cId="2477426521" sldId="308"/>
            <ac:picMk id="5123" creationId="{77B12358-6969-A442-3B11-F2B8FEABFFB3}"/>
          </ac:picMkLst>
        </pc:picChg>
      </pc:sldChg>
      <pc:sldChg chg="addSp delSp modSp add mod">
        <pc:chgData name="Arun Sunar" userId="3fa9774ca67c7ab5" providerId="LiveId" clId="{C6C8B3FF-0866-486D-BC9E-1F888042E1F4}" dt="2023-10-30T04:07:14.455" v="802" actId="27636"/>
        <pc:sldMkLst>
          <pc:docMk/>
          <pc:sldMk cId="2508632527" sldId="309"/>
        </pc:sldMkLst>
        <pc:spChg chg="mod">
          <ac:chgData name="Arun Sunar" userId="3fa9774ca67c7ab5" providerId="LiveId" clId="{C6C8B3FF-0866-486D-BC9E-1F888042E1F4}" dt="2023-10-30T04:05:32.628" v="783"/>
          <ac:spMkLst>
            <pc:docMk/>
            <pc:sldMk cId="2508632527" sldId="309"/>
            <ac:spMk id="2" creationId="{F81B2397-3839-7CB3-A74E-FB14183C8B40}"/>
          </ac:spMkLst>
        </pc:spChg>
        <pc:spChg chg="add del mod">
          <ac:chgData name="Arun Sunar" userId="3fa9774ca67c7ab5" providerId="LiveId" clId="{C6C8B3FF-0866-486D-BC9E-1F888042E1F4}" dt="2023-10-30T04:07:14.455" v="802" actId="27636"/>
          <ac:spMkLst>
            <pc:docMk/>
            <pc:sldMk cId="2508632527" sldId="309"/>
            <ac:spMk id="3" creationId="{E14FD1FD-4B97-5FDB-55F2-BA791EAAD157}"/>
          </ac:spMkLst>
        </pc:spChg>
        <pc:spChg chg="add del">
          <ac:chgData name="Arun Sunar" userId="3fa9774ca67c7ab5" providerId="LiveId" clId="{C6C8B3FF-0866-486D-BC9E-1F888042E1F4}" dt="2023-10-30T04:06:12.433" v="786"/>
          <ac:spMkLst>
            <pc:docMk/>
            <pc:sldMk cId="2508632527" sldId="309"/>
            <ac:spMk id="4" creationId="{998B0731-1DBF-F77E-E476-663A76BACA43}"/>
          </ac:spMkLst>
        </pc:spChg>
        <pc:spChg chg="add del mod">
          <ac:chgData name="Arun Sunar" userId="3fa9774ca67c7ab5" providerId="LiveId" clId="{C6C8B3FF-0866-486D-BC9E-1F888042E1F4}" dt="2023-10-30T04:06:18.096" v="789"/>
          <ac:spMkLst>
            <pc:docMk/>
            <pc:sldMk cId="2508632527" sldId="309"/>
            <ac:spMk id="6" creationId="{88C458B2-38B4-0D0B-FFF3-99BF92934306}"/>
          </ac:spMkLst>
        </pc:spChg>
        <pc:picChg chg="del">
          <ac:chgData name="Arun Sunar" userId="3fa9774ca67c7ab5" providerId="LiveId" clId="{C6C8B3FF-0866-486D-BC9E-1F888042E1F4}" dt="2023-10-30T04:06:03.691" v="784" actId="478"/>
          <ac:picMkLst>
            <pc:docMk/>
            <pc:sldMk cId="2508632527" sldId="309"/>
            <ac:picMk id="5" creationId="{38BC3283-D5DE-04B9-BDD8-A21681EDA5F7}"/>
          </ac:picMkLst>
        </pc:picChg>
      </pc:sldChg>
      <pc:sldChg chg="modSp add mod">
        <pc:chgData name="Arun Sunar" userId="3fa9774ca67c7ab5" providerId="LiveId" clId="{C6C8B3FF-0866-486D-BC9E-1F888042E1F4}" dt="2023-10-30T05:04:18.661" v="818"/>
        <pc:sldMkLst>
          <pc:docMk/>
          <pc:sldMk cId="2834410937" sldId="310"/>
        </pc:sldMkLst>
        <pc:spChg chg="mod">
          <ac:chgData name="Arun Sunar" userId="3fa9774ca67c7ab5" providerId="LiveId" clId="{C6C8B3FF-0866-486D-BC9E-1F888042E1F4}" dt="2023-10-30T05:02:12.588" v="806"/>
          <ac:spMkLst>
            <pc:docMk/>
            <pc:sldMk cId="2834410937" sldId="310"/>
            <ac:spMk id="2" creationId="{F81B2397-3839-7CB3-A74E-FB14183C8B40}"/>
          </ac:spMkLst>
        </pc:spChg>
        <pc:spChg chg="mod">
          <ac:chgData name="Arun Sunar" userId="3fa9774ca67c7ab5" providerId="LiveId" clId="{C6C8B3FF-0866-486D-BC9E-1F888042E1F4}" dt="2023-10-30T05:04:18.661" v="818"/>
          <ac:spMkLst>
            <pc:docMk/>
            <pc:sldMk cId="2834410937" sldId="310"/>
            <ac:spMk id="3" creationId="{E14FD1FD-4B97-5FDB-55F2-BA791EAAD157}"/>
          </ac:spMkLst>
        </pc:spChg>
      </pc:sldChg>
      <pc:sldChg chg="addSp delSp modSp add mod">
        <pc:chgData name="Arun Sunar" userId="3fa9774ca67c7ab5" providerId="LiveId" clId="{C6C8B3FF-0866-486D-BC9E-1F888042E1F4}" dt="2023-10-30T06:11:40.960" v="1522" actId="478"/>
        <pc:sldMkLst>
          <pc:docMk/>
          <pc:sldMk cId="215497127" sldId="311"/>
        </pc:sldMkLst>
        <pc:spChg chg="mod">
          <ac:chgData name="Arun Sunar" userId="3fa9774ca67c7ab5" providerId="LiveId" clId="{C6C8B3FF-0866-486D-BC9E-1F888042E1F4}" dt="2023-10-30T05:05:02.492" v="824"/>
          <ac:spMkLst>
            <pc:docMk/>
            <pc:sldMk cId="215497127" sldId="311"/>
            <ac:spMk id="2" creationId="{F81B2397-3839-7CB3-A74E-FB14183C8B40}"/>
          </ac:spMkLst>
        </pc:spChg>
        <pc:spChg chg="mod">
          <ac:chgData name="Arun Sunar" userId="3fa9774ca67c7ab5" providerId="LiveId" clId="{C6C8B3FF-0866-486D-BC9E-1F888042E1F4}" dt="2023-10-30T05:07:56.601" v="852" actId="27636"/>
          <ac:spMkLst>
            <pc:docMk/>
            <pc:sldMk cId="215497127" sldId="311"/>
            <ac:spMk id="3" creationId="{E14FD1FD-4B97-5FDB-55F2-BA791EAAD157}"/>
          </ac:spMkLst>
        </pc:spChg>
        <pc:spChg chg="add del">
          <ac:chgData name="Arun Sunar" userId="3fa9774ca67c7ab5" providerId="LiveId" clId="{C6C8B3FF-0866-486D-BC9E-1F888042E1F4}" dt="2023-10-30T05:05:35.738" v="829"/>
          <ac:spMkLst>
            <pc:docMk/>
            <pc:sldMk cId="215497127" sldId="311"/>
            <ac:spMk id="4" creationId="{1420B901-E28C-0DE6-0EBB-46E743AC9EB5}"/>
          </ac:spMkLst>
        </pc:spChg>
        <pc:spChg chg="add del">
          <ac:chgData name="Arun Sunar" userId="3fa9774ca67c7ab5" providerId="LiveId" clId="{C6C8B3FF-0866-486D-BC9E-1F888042E1F4}" dt="2023-10-30T05:06:18.952" v="834"/>
          <ac:spMkLst>
            <pc:docMk/>
            <pc:sldMk cId="215497127" sldId="311"/>
            <ac:spMk id="5" creationId="{B4569C97-5AEC-F9B9-1036-04E9A14E9579}"/>
          </ac:spMkLst>
        </pc:spChg>
        <pc:spChg chg="add del mod">
          <ac:chgData name="Arun Sunar" userId="3fa9774ca67c7ab5" providerId="LiveId" clId="{C6C8B3FF-0866-486D-BC9E-1F888042E1F4}" dt="2023-10-30T06:11:40.960" v="1522" actId="478"/>
          <ac:spMkLst>
            <pc:docMk/>
            <pc:sldMk cId="215497127" sldId="311"/>
            <ac:spMk id="6" creationId="{91D8581B-CD92-69D0-FC0C-A25FBE3167B0}"/>
          </ac:spMkLst>
        </pc:spChg>
      </pc:sldChg>
      <pc:sldChg chg="addSp delSp modSp new mod">
        <pc:chgData name="Arun Sunar" userId="3fa9774ca67c7ab5" providerId="LiveId" clId="{C6C8B3FF-0866-486D-BC9E-1F888042E1F4}" dt="2023-10-30T05:07:47.981" v="850" actId="255"/>
        <pc:sldMkLst>
          <pc:docMk/>
          <pc:sldMk cId="4016151901" sldId="312"/>
        </pc:sldMkLst>
        <pc:spChg chg="del">
          <ac:chgData name="Arun Sunar" userId="3fa9774ca67c7ab5" providerId="LiveId" clId="{C6C8B3FF-0866-486D-BC9E-1F888042E1F4}" dt="2023-10-30T05:07:10.168" v="843" actId="478"/>
          <ac:spMkLst>
            <pc:docMk/>
            <pc:sldMk cId="4016151901" sldId="312"/>
            <ac:spMk id="2" creationId="{5E659C6D-4F76-2A6A-143B-19E433BEB347}"/>
          </ac:spMkLst>
        </pc:spChg>
        <pc:spChg chg="del">
          <ac:chgData name="Arun Sunar" userId="3fa9774ca67c7ab5" providerId="LiveId" clId="{C6C8B3FF-0866-486D-BC9E-1F888042E1F4}" dt="2023-10-30T05:07:11.667" v="844" actId="478"/>
          <ac:spMkLst>
            <pc:docMk/>
            <pc:sldMk cId="4016151901" sldId="312"/>
            <ac:spMk id="3" creationId="{FDEA7F18-6421-747A-AA98-2B02DD37F07F}"/>
          </ac:spMkLst>
        </pc:spChg>
        <pc:spChg chg="add mod">
          <ac:chgData name="Arun Sunar" userId="3fa9774ca67c7ab5" providerId="LiveId" clId="{C6C8B3FF-0866-486D-BC9E-1F888042E1F4}" dt="2023-10-30T05:07:47.981" v="850" actId="255"/>
          <ac:spMkLst>
            <pc:docMk/>
            <pc:sldMk cId="4016151901" sldId="312"/>
            <ac:spMk id="5" creationId="{2BB97492-F45C-4CB9-C55A-38E72EA65927}"/>
          </ac:spMkLst>
        </pc:spChg>
        <pc:picChg chg="add mod">
          <ac:chgData name="Arun Sunar" userId="3fa9774ca67c7ab5" providerId="LiveId" clId="{C6C8B3FF-0866-486D-BC9E-1F888042E1F4}" dt="2023-10-30T05:07:27.532" v="846" actId="1076"/>
          <ac:picMkLst>
            <pc:docMk/>
            <pc:sldMk cId="4016151901" sldId="312"/>
            <ac:picMk id="8194" creationId="{79EA9881-8D6D-50BA-CEC9-CB1BD41B65CD}"/>
          </ac:picMkLst>
        </pc:picChg>
      </pc:sldChg>
      <pc:sldChg chg="addSp delSp modSp new mod">
        <pc:chgData name="Arun Sunar" userId="3fa9774ca67c7ab5" providerId="LiveId" clId="{C6C8B3FF-0866-486D-BC9E-1F888042E1F4}" dt="2023-10-30T05:09:51.022" v="879" actId="1076"/>
        <pc:sldMkLst>
          <pc:docMk/>
          <pc:sldMk cId="4266266606" sldId="313"/>
        </pc:sldMkLst>
        <pc:spChg chg="mod">
          <ac:chgData name="Arun Sunar" userId="3fa9774ca67c7ab5" providerId="LiveId" clId="{C6C8B3FF-0866-486D-BC9E-1F888042E1F4}" dt="2023-10-30T05:08:31.789" v="860" actId="1076"/>
          <ac:spMkLst>
            <pc:docMk/>
            <pc:sldMk cId="4266266606" sldId="313"/>
            <ac:spMk id="2" creationId="{6886E56C-C92E-8AA9-F3EE-8FC01BF03E57}"/>
          </ac:spMkLst>
        </pc:spChg>
        <pc:spChg chg="del mod">
          <ac:chgData name="Arun Sunar" userId="3fa9774ca67c7ab5" providerId="LiveId" clId="{C6C8B3FF-0866-486D-BC9E-1F888042E1F4}" dt="2023-10-30T05:08:49.742" v="866" actId="478"/>
          <ac:spMkLst>
            <pc:docMk/>
            <pc:sldMk cId="4266266606" sldId="313"/>
            <ac:spMk id="3" creationId="{87BAE3E7-D33D-3605-B6B3-2DE59CEAAE28}"/>
          </ac:spMkLst>
        </pc:spChg>
        <pc:spChg chg="add mod">
          <ac:chgData name="Arun Sunar" userId="3fa9774ca67c7ab5" providerId="LiveId" clId="{C6C8B3FF-0866-486D-BC9E-1F888042E1F4}" dt="2023-10-30T05:09:51.022" v="879" actId="1076"/>
          <ac:spMkLst>
            <pc:docMk/>
            <pc:sldMk cId="4266266606" sldId="313"/>
            <ac:spMk id="6" creationId="{2C18A44F-A10A-5E17-6FAC-9A043A56BCE1}"/>
          </ac:spMkLst>
        </pc:spChg>
        <pc:picChg chg="add mod">
          <ac:chgData name="Arun Sunar" userId="3fa9774ca67c7ab5" providerId="LiveId" clId="{C6C8B3FF-0866-486D-BC9E-1F888042E1F4}" dt="2023-10-30T05:09:11.997" v="875" actId="1076"/>
          <ac:picMkLst>
            <pc:docMk/>
            <pc:sldMk cId="4266266606" sldId="313"/>
            <ac:picMk id="4" creationId="{EEA36338-B954-3228-192C-B356DE52E494}"/>
          </ac:picMkLst>
        </pc:picChg>
        <pc:picChg chg="add del">
          <ac:chgData name="Arun Sunar" userId="3fa9774ca67c7ab5" providerId="LiveId" clId="{C6C8B3FF-0866-486D-BC9E-1F888042E1F4}" dt="2023-10-30T05:08:56.940" v="868"/>
          <ac:picMkLst>
            <pc:docMk/>
            <pc:sldMk cId="4266266606" sldId="313"/>
            <ac:picMk id="9218" creationId="{3E414DAC-2255-2BC3-E35A-0650F2A8FBD0}"/>
          </ac:picMkLst>
        </pc:picChg>
      </pc:sldChg>
      <pc:sldChg chg="addSp delSp modSp new mod">
        <pc:chgData name="Arun Sunar" userId="3fa9774ca67c7ab5" providerId="LiveId" clId="{C6C8B3FF-0866-486D-BC9E-1F888042E1F4}" dt="2023-10-30T05:10:47.226" v="894" actId="14100"/>
        <pc:sldMkLst>
          <pc:docMk/>
          <pc:sldMk cId="1922944288" sldId="314"/>
        </pc:sldMkLst>
        <pc:spChg chg="mod">
          <ac:chgData name="Arun Sunar" userId="3fa9774ca67c7ab5" providerId="LiveId" clId="{C6C8B3FF-0866-486D-BC9E-1F888042E1F4}" dt="2023-10-30T05:10:44.727" v="893" actId="14100"/>
          <ac:spMkLst>
            <pc:docMk/>
            <pc:sldMk cId="1922944288" sldId="314"/>
            <ac:spMk id="2" creationId="{C44AF2DE-FC3A-701E-4C21-28268B1370FC}"/>
          </ac:spMkLst>
        </pc:spChg>
        <pc:spChg chg="add del mod">
          <ac:chgData name="Arun Sunar" userId="3fa9774ca67c7ab5" providerId="LiveId" clId="{C6C8B3FF-0866-486D-BC9E-1F888042E1F4}" dt="2023-10-30T05:10:47.226" v="894" actId="14100"/>
          <ac:spMkLst>
            <pc:docMk/>
            <pc:sldMk cId="1922944288" sldId="314"/>
            <ac:spMk id="3" creationId="{7C45D1D1-418C-9244-C0D9-38CA9CFACF45}"/>
          </ac:spMkLst>
        </pc:spChg>
        <pc:spChg chg="add del mod">
          <ac:chgData name="Arun Sunar" userId="3fa9774ca67c7ab5" providerId="LiveId" clId="{C6C8B3FF-0866-486D-BC9E-1F888042E1F4}" dt="2023-10-30T05:10:20.539" v="882"/>
          <ac:spMkLst>
            <pc:docMk/>
            <pc:sldMk cId="1922944288" sldId="314"/>
            <ac:spMk id="4" creationId="{E7709542-4EF7-2B8D-F4F3-70E72AEA3F07}"/>
          </ac:spMkLst>
        </pc:spChg>
      </pc:sldChg>
      <pc:sldChg chg="addSp delSp modSp add mod">
        <pc:chgData name="Arun Sunar" userId="3fa9774ca67c7ab5" providerId="LiveId" clId="{C6C8B3FF-0866-486D-BC9E-1F888042E1F4}" dt="2023-11-01T03:20:00.332" v="1603" actId="6549"/>
        <pc:sldMkLst>
          <pc:docMk/>
          <pc:sldMk cId="828497566" sldId="315"/>
        </pc:sldMkLst>
        <pc:spChg chg="mod">
          <ac:chgData name="Arun Sunar" userId="3fa9774ca67c7ab5" providerId="LiveId" clId="{C6C8B3FF-0866-486D-BC9E-1F888042E1F4}" dt="2023-10-30T05:11:19.610" v="899"/>
          <ac:spMkLst>
            <pc:docMk/>
            <pc:sldMk cId="828497566" sldId="315"/>
            <ac:spMk id="2" creationId="{C44AF2DE-FC3A-701E-4C21-28268B1370FC}"/>
          </ac:spMkLst>
        </pc:spChg>
        <pc:spChg chg="mod">
          <ac:chgData name="Arun Sunar" userId="3fa9774ca67c7ab5" providerId="LiveId" clId="{C6C8B3FF-0866-486D-BC9E-1F888042E1F4}" dt="2023-11-01T03:20:00.332" v="1603" actId="6549"/>
          <ac:spMkLst>
            <pc:docMk/>
            <pc:sldMk cId="828497566" sldId="315"/>
            <ac:spMk id="3" creationId="{7C45D1D1-418C-9244-C0D9-38CA9CFACF45}"/>
          </ac:spMkLst>
        </pc:spChg>
        <pc:spChg chg="add del">
          <ac:chgData name="Arun Sunar" userId="3fa9774ca67c7ab5" providerId="LiveId" clId="{C6C8B3FF-0866-486D-BC9E-1F888042E1F4}" dt="2023-10-30T05:11:49.342" v="901"/>
          <ac:spMkLst>
            <pc:docMk/>
            <pc:sldMk cId="828497566" sldId="315"/>
            <ac:spMk id="4" creationId="{88A4234F-F0AD-FEFA-9915-B74E5A8F891C}"/>
          </ac:spMkLst>
        </pc:spChg>
      </pc:sldChg>
      <pc:sldChg chg="addSp delSp modSp add mod ord">
        <pc:chgData name="Arun Sunar" userId="3fa9774ca67c7ab5" providerId="LiveId" clId="{C6C8B3FF-0866-486D-BC9E-1F888042E1F4}" dt="2023-10-30T05:12:30.665" v="915" actId="1076"/>
        <pc:sldMkLst>
          <pc:docMk/>
          <pc:sldMk cId="893388185" sldId="316"/>
        </pc:sldMkLst>
        <pc:spChg chg="mod">
          <ac:chgData name="Arun Sunar" userId="3fa9774ca67c7ab5" providerId="LiveId" clId="{C6C8B3FF-0866-486D-BC9E-1F888042E1F4}" dt="2023-10-30T05:12:19.459" v="912"/>
          <ac:spMkLst>
            <pc:docMk/>
            <pc:sldMk cId="893388185" sldId="316"/>
            <ac:spMk id="2" creationId="{6886E56C-C92E-8AA9-F3EE-8FC01BF03E57}"/>
          </ac:spMkLst>
        </pc:spChg>
        <pc:spChg chg="del">
          <ac:chgData name="Arun Sunar" userId="3fa9774ca67c7ab5" providerId="LiveId" clId="{C6C8B3FF-0866-486D-BC9E-1F888042E1F4}" dt="2023-10-30T05:12:04.854" v="909" actId="478"/>
          <ac:spMkLst>
            <pc:docMk/>
            <pc:sldMk cId="893388185" sldId="316"/>
            <ac:spMk id="6" creationId="{2C18A44F-A10A-5E17-6FAC-9A043A56BCE1}"/>
          </ac:spMkLst>
        </pc:spChg>
        <pc:picChg chg="del">
          <ac:chgData name="Arun Sunar" userId="3fa9774ca67c7ab5" providerId="LiveId" clId="{C6C8B3FF-0866-486D-BC9E-1F888042E1F4}" dt="2023-10-30T05:12:03.290" v="908" actId="478"/>
          <ac:picMkLst>
            <pc:docMk/>
            <pc:sldMk cId="893388185" sldId="316"/>
            <ac:picMk id="4" creationId="{EEA36338-B954-3228-192C-B356DE52E494}"/>
          </ac:picMkLst>
        </pc:picChg>
        <pc:picChg chg="add mod">
          <ac:chgData name="Arun Sunar" userId="3fa9774ca67c7ab5" providerId="LiveId" clId="{C6C8B3FF-0866-486D-BC9E-1F888042E1F4}" dt="2023-10-30T05:12:30.665" v="915" actId="1076"/>
          <ac:picMkLst>
            <pc:docMk/>
            <pc:sldMk cId="893388185" sldId="316"/>
            <ac:picMk id="12290" creationId="{D5604D5B-F767-E172-BB02-AA3AB68C2E42}"/>
          </ac:picMkLst>
        </pc:picChg>
      </pc:sldChg>
      <pc:sldChg chg="addSp delSp modSp new mod">
        <pc:chgData name="Arun Sunar" userId="3fa9774ca67c7ab5" providerId="LiveId" clId="{C6C8B3FF-0866-486D-BC9E-1F888042E1F4}" dt="2023-10-30T05:16:11.472" v="944"/>
        <pc:sldMkLst>
          <pc:docMk/>
          <pc:sldMk cId="20025800" sldId="317"/>
        </pc:sldMkLst>
        <pc:spChg chg="del">
          <ac:chgData name="Arun Sunar" userId="3fa9774ca67c7ab5" providerId="LiveId" clId="{C6C8B3FF-0866-486D-BC9E-1F888042E1F4}" dt="2023-10-30T05:14:06.907" v="917" actId="478"/>
          <ac:spMkLst>
            <pc:docMk/>
            <pc:sldMk cId="20025800" sldId="317"/>
            <ac:spMk id="2" creationId="{B79EA4A2-EFF7-C3BD-2D15-9B000ED0605B}"/>
          </ac:spMkLst>
        </pc:spChg>
        <pc:spChg chg="mod">
          <ac:chgData name="Arun Sunar" userId="3fa9774ca67c7ab5" providerId="LiveId" clId="{C6C8B3FF-0866-486D-BC9E-1F888042E1F4}" dt="2023-10-30T05:14:31.074" v="926" actId="1076"/>
          <ac:spMkLst>
            <pc:docMk/>
            <pc:sldMk cId="20025800" sldId="317"/>
            <ac:spMk id="3" creationId="{C82F54CE-8BB8-9B84-8A6B-C86B250BBF69}"/>
          </ac:spMkLst>
        </pc:spChg>
        <pc:spChg chg="add mod">
          <ac:chgData name="Arun Sunar" userId="3fa9774ca67c7ab5" providerId="LiveId" clId="{C6C8B3FF-0866-486D-BC9E-1F888042E1F4}" dt="2023-10-30T05:15:00.803" v="931" actId="1076"/>
          <ac:spMkLst>
            <pc:docMk/>
            <pc:sldMk cId="20025800" sldId="317"/>
            <ac:spMk id="6" creationId="{1205626F-4A91-977F-1F93-28ACD4E68FA1}"/>
          </ac:spMkLst>
        </pc:spChg>
        <pc:spChg chg="add mod">
          <ac:chgData name="Arun Sunar" userId="3fa9774ca67c7ab5" providerId="LiveId" clId="{C6C8B3FF-0866-486D-BC9E-1F888042E1F4}" dt="2023-10-30T05:16:11.472" v="944"/>
          <ac:spMkLst>
            <pc:docMk/>
            <pc:sldMk cId="20025800" sldId="317"/>
            <ac:spMk id="8" creationId="{0693CFC4-B898-9CF2-D1FD-B501AC3C14FE}"/>
          </ac:spMkLst>
        </pc:spChg>
        <pc:spChg chg="add del">
          <ac:chgData name="Arun Sunar" userId="3fa9774ca67c7ab5" providerId="LiveId" clId="{C6C8B3FF-0866-486D-BC9E-1F888042E1F4}" dt="2023-10-30T05:16:03.012" v="943"/>
          <ac:spMkLst>
            <pc:docMk/>
            <pc:sldMk cId="20025800" sldId="317"/>
            <ac:spMk id="9" creationId="{5AA48AB7-FD50-9237-4207-EF7942402B83}"/>
          </ac:spMkLst>
        </pc:spChg>
        <pc:picChg chg="add del">
          <ac:chgData name="Arun Sunar" userId="3fa9774ca67c7ab5" providerId="LiveId" clId="{C6C8B3FF-0866-486D-BC9E-1F888042E1F4}" dt="2023-10-30T05:14:43.117" v="929" actId="478"/>
          <ac:picMkLst>
            <pc:docMk/>
            <pc:sldMk cId="20025800" sldId="317"/>
            <ac:picMk id="4" creationId="{7AAC54EE-78E3-925C-680A-6085A46C6AA2}"/>
          </ac:picMkLst>
        </pc:picChg>
        <pc:picChg chg="add mod">
          <ac:chgData name="Arun Sunar" userId="3fa9774ca67c7ab5" providerId="LiveId" clId="{C6C8B3FF-0866-486D-BC9E-1F888042E1F4}" dt="2023-10-30T05:14:41.648" v="928" actId="1076"/>
          <ac:picMkLst>
            <pc:docMk/>
            <pc:sldMk cId="20025800" sldId="317"/>
            <ac:picMk id="13314" creationId="{C752BCDC-B4B0-CE65-0173-8FA4C4B9B8E7}"/>
          </ac:picMkLst>
        </pc:picChg>
      </pc:sldChg>
      <pc:sldChg chg="modSp new mod">
        <pc:chgData name="Arun Sunar" userId="3fa9774ca67c7ab5" providerId="LiveId" clId="{C6C8B3FF-0866-486D-BC9E-1F888042E1F4}" dt="2023-10-30T05:19:36.564" v="964" actId="27636"/>
        <pc:sldMkLst>
          <pc:docMk/>
          <pc:sldMk cId="4284208257" sldId="318"/>
        </pc:sldMkLst>
        <pc:spChg chg="mod">
          <ac:chgData name="Arun Sunar" userId="3fa9774ca67c7ab5" providerId="LiveId" clId="{C6C8B3FF-0866-486D-BC9E-1F888042E1F4}" dt="2023-10-30T05:18:06.321" v="954" actId="27636"/>
          <ac:spMkLst>
            <pc:docMk/>
            <pc:sldMk cId="4284208257" sldId="318"/>
            <ac:spMk id="2" creationId="{47949901-86E9-B07C-5E0F-C245371E1387}"/>
          </ac:spMkLst>
        </pc:spChg>
        <pc:spChg chg="mod">
          <ac:chgData name="Arun Sunar" userId="3fa9774ca67c7ab5" providerId="LiveId" clId="{C6C8B3FF-0866-486D-BC9E-1F888042E1F4}" dt="2023-10-30T05:19:36.564" v="964" actId="27636"/>
          <ac:spMkLst>
            <pc:docMk/>
            <pc:sldMk cId="4284208257" sldId="318"/>
            <ac:spMk id="3" creationId="{2763B2D6-9D84-C9ED-6409-9FAE4C6667EC}"/>
          </ac:spMkLst>
        </pc:spChg>
      </pc:sldChg>
      <pc:sldChg chg="addSp delSp modSp add mod">
        <pc:chgData name="Arun Sunar" userId="3fa9774ca67c7ab5" providerId="LiveId" clId="{C6C8B3FF-0866-486D-BC9E-1F888042E1F4}" dt="2023-10-30T05:20:26.575" v="976" actId="1076"/>
        <pc:sldMkLst>
          <pc:docMk/>
          <pc:sldMk cId="96390293" sldId="319"/>
        </pc:sldMkLst>
        <pc:spChg chg="mod">
          <ac:chgData name="Arun Sunar" userId="3fa9774ca67c7ab5" providerId="LiveId" clId="{C6C8B3FF-0866-486D-BC9E-1F888042E1F4}" dt="2023-10-30T05:20:11.772" v="972" actId="27636"/>
          <ac:spMkLst>
            <pc:docMk/>
            <pc:sldMk cId="96390293" sldId="319"/>
            <ac:spMk id="3" creationId="{2763B2D6-9D84-C9ED-6409-9FAE4C6667EC}"/>
          </ac:spMkLst>
        </pc:spChg>
        <pc:picChg chg="add mod">
          <ac:chgData name="Arun Sunar" userId="3fa9774ca67c7ab5" providerId="LiveId" clId="{C6C8B3FF-0866-486D-BC9E-1F888042E1F4}" dt="2023-10-30T05:20:26.575" v="976" actId="1076"/>
          <ac:picMkLst>
            <pc:docMk/>
            <pc:sldMk cId="96390293" sldId="319"/>
            <ac:picMk id="4" creationId="{C0F7C8D4-6306-8307-5B56-1D9C71718A69}"/>
          </ac:picMkLst>
        </pc:picChg>
        <pc:picChg chg="add del">
          <ac:chgData name="Arun Sunar" userId="3fa9774ca67c7ab5" providerId="LiveId" clId="{C6C8B3FF-0866-486D-BC9E-1F888042E1F4}" dt="2023-10-30T05:20:20.412" v="974"/>
          <ac:picMkLst>
            <pc:docMk/>
            <pc:sldMk cId="96390293" sldId="319"/>
            <ac:picMk id="14338" creationId="{86761F58-74F4-BC10-6564-1B71F39CE52F}"/>
          </ac:picMkLst>
        </pc:picChg>
      </pc:sldChg>
      <pc:sldChg chg="new del">
        <pc:chgData name="Arun Sunar" userId="3fa9774ca67c7ab5" providerId="LiveId" clId="{C6C8B3FF-0866-486D-BC9E-1F888042E1F4}" dt="2023-10-30T05:20:02.289" v="966" actId="680"/>
        <pc:sldMkLst>
          <pc:docMk/>
          <pc:sldMk cId="2660305437" sldId="319"/>
        </pc:sldMkLst>
      </pc:sldChg>
      <pc:sldChg chg="addSp delSp modSp new mod">
        <pc:chgData name="Arun Sunar" userId="3fa9774ca67c7ab5" providerId="LiveId" clId="{C6C8B3FF-0866-486D-BC9E-1F888042E1F4}" dt="2023-10-30T05:22:01.044" v="994" actId="20577"/>
        <pc:sldMkLst>
          <pc:docMk/>
          <pc:sldMk cId="1729721563" sldId="320"/>
        </pc:sldMkLst>
        <pc:spChg chg="mod">
          <ac:chgData name="Arun Sunar" userId="3fa9774ca67c7ab5" providerId="LiveId" clId="{C6C8B3FF-0866-486D-BC9E-1F888042E1F4}" dt="2023-10-30T05:21:00.197" v="983" actId="1076"/>
          <ac:spMkLst>
            <pc:docMk/>
            <pc:sldMk cId="1729721563" sldId="320"/>
            <ac:spMk id="2" creationId="{0BA5A905-E032-A82C-0E8E-27BA13743E9C}"/>
          </ac:spMkLst>
        </pc:spChg>
        <pc:spChg chg="mod">
          <ac:chgData name="Arun Sunar" userId="3fa9774ca67c7ab5" providerId="LiveId" clId="{C6C8B3FF-0866-486D-BC9E-1F888042E1F4}" dt="2023-10-30T05:22:01.044" v="994" actId="20577"/>
          <ac:spMkLst>
            <pc:docMk/>
            <pc:sldMk cId="1729721563" sldId="320"/>
            <ac:spMk id="3" creationId="{1FE9BDE9-C244-0C2A-352E-9A713F918C8D}"/>
          </ac:spMkLst>
        </pc:spChg>
        <pc:spChg chg="add del">
          <ac:chgData name="Arun Sunar" userId="3fa9774ca67c7ab5" providerId="LiveId" clId="{C6C8B3FF-0866-486D-BC9E-1F888042E1F4}" dt="2023-10-30T05:21:41.390" v="990"/>
          <ac:spMkLst>
            <pc:docMk/>
            <pc:sldMk cId="1729721563" sldId="320"/>
            <ac:spMk id="4" creationId="{CEE4B4F7-B5A6-9F1E-2F5A-1B9B7D203763}"/>
          </ac:spMkLst>
        </pc:spChg>
      </pc:sldChg>
      <pc:sldChg chg="addSp delSp modSp new mod">
        <pc:chgData name="Arun Sunar" userId="3fa9774ca67c7ab5" providerId="LiveId" clId="{C6C8B3FF-0866-486D-BC9E-1F888042E1F4}" dt="2023-10-30T05:23:23.183" v="1014" actId="14100"/>
        <pc:sldMkLst>
          <pc:docMk/>
          <pc:sldMk cId="4180028101" sldId="321"/>
        </pc:sldMkLst>
        <pc:spChg chg="del">
          <ac:chgData name="Arun Sunar" userId="3fa9774ca67c7ab5" providerId="LiveId" clId="{C6C8B3FF-0866-486D-BC9E-1F888042E1F4}" dt="2023-10-30T05:22:14.529" v="996" actId="478"/>
          <ac:spMkLst>
            <pc:docMk/>
            <pc:sldMk cId="4180028101" sldId="321"/>
            <ac:spMk id="2" creationId="{40C0C7DD-7C70-082A-1254-466ACFBD5EE2}"/>
          </ac:spMkLst>
        </pc:spChg>
        <pc:spChg chg="del">
          <ac:chgData name="Arun Sunar" userId="3fa9774ca67c7ab5" providerId="LiveId" clId="{C6C8B3FF-0866-486D-BC9E-1F888042E1F4}" dt="2023-10-30T05:22:15.951" v="997" actId="478"/>
          <ac:spMkLst>
            <pc:docMk/>
            <pc:sldMk cId="4180028101" sldId="321"/>
            <ac:spMk id="3" creationId="{108C5DB1-E73A-19DD-E59D-65A754A06337}"/>
          </ac:spMkLst>
        </pc:spChg>
        <pc:spChg chg="add mod">
          <ac:chgData name="Arun Sunar" userId="3fa9774ca67c7ab5" providerId="LiveId" clId="{C6C8B3FF-0866-486D-BC9E-1F888042E1F4}" dt="2023-10-30T05:22:52.621" v="1011" actId="14100"/>
          <ac:spMkLst>
            <pc:docMk/>
            <pc:sldMk cId="4180028101" sldId="321"/>
            <ac:spMk id="6" creationId="{BBB73B6E-8424-9E46-E093-4FF4FCEE92C5}"/>
          </ac:spMkLst>
        </pc:spChg>
        <pc:spChg chg="add mod">
          <ac:chgData name="Arun Sunar" userId="3fa9774ca67c7ab5" providerId="LiveId" clId="{C6C8B3FF-0866-486D-BC9E-1F888042E1F4}" dt="2023-10-30T05:23:23.183" v="1014" actId="14100"/>
          <ac:spMkLst>
            <pc:docMk/>
            <pc:sldMk cId="4180028101" sldId="321"/>
            <ac:spMk id="8" creationId="{966C2DD3-8EAF-FB1C-E306-5422E37477AB}"/>
          </ac:spMkLst>
        </pc:spChg>
        <pc:picChg chg="add mod">
          <ac:chgData name="Arun Sunar" userId="3fa9774ca67c7ab5" providerId="LiveId" clId="{C6C8B3FF-0866-486D-BC9E-1F888042E1F4}" dt="2023-10-30T05:22:48.278" v="1010" actId="1076"/>
          <ac:picMkLst>
            <pc:docMk/>
            <pc:sldMk cId="4180028101" sldId="321"/>
            <ac:picMk id="4" creationId="{12258E18-FA84-6593-F659-A41E314BB2CB}"/>
          </ac:picMkLst>
        </pc:picChg>
        <pc:picChg chg="add del">
          <ac:chgData name="Arun Sunar" userId="3fa9774ca67c7ab5" providerId="LiveId" clId="{C6C8B3FF-0866-486D-BC9E-1F888042E1F4}" dt="2023-10-30T05:22:25.181" v="1001"/>
          <ac:picMkLst>
            <pc:docMk/>
            <pc:sldMk cId="4180028101" sldId="321"/>
            <ac:picMk id="16386" creationId="{B7BB58A8-E8F6-6F77-70B4-75B73612AA78}"/>
          </ac:picMkLst>
        </pc:picChg>
      </pc:sldChg>
      <pc:sldChg chg="addSp delSp modSp add mod ord">
        <pc:chgData name="Arun Sunar" userId="3fa9774ca67c7ab5" providerId="LiveId" clId="{C6C8B3FF-0866-486D-BC9E-1F888042E1F4}" dt="2023-10-30T05:26:43.790" v="1045" actId="14100"/>
        <pc:sldMkLst>
          <pc:docMk/>
          <pc:sldMk cId="4195896196" sldId="322"/>
        </pc:sldMkLst>
        <pc:spChg chg="mod">
          <ac:chgData name="Arun Sunar" userId="3fa9774ca67c7ab5" providerId="LiveId" clId="{C6C8B3FF-0866-486D-BC9E-1F888042E1F4}" dt="2023-10-30T05:24:50.335" v="1020"/>
          <ac:spMkLst>
            <pc:docMk/>
            <pc:sldMk cId="4195896196" sldId="322"/>
            <ac:spMk id="2" creationId="{0BA5A905-E032-A82C-0E8E-27BA13743E9C}"/>
          </ac:spMkLst>
        </pc:spChg>
        <pc:spChg chg="mod">
          <ac:chgData name="Arun Sunar" userId="3fa9774ca67c7ab5" providerId="LiveId" clId="{C6C8B3FF-0866-486D-BC9E-1F888042E1F4}" dt="2023-10-30T05:26:40.230" v="1044" actId="255"/>
          <ac:spMkLst>
            <pc:docMk/>
            <pc:sldMk cId="4195896196" sldId="322"/>
            <ac:spMk id="3" creationId="{1FE9BDE9-C244-0C2A-352E-9A713F918C8D}"/>
          </ac:spMkLst>
        </pc:spChg>
        <pc:picChg chg="add mod">
          <ac:chgData name="Arun Sunar" userId="3fa9774ca67c7ab5" providerId="LiveId" clId="{C6C8B3FF-0866-486D-BC9E-1F888042E1F4}" dt="2023-10-30T05:26:43.790" v="1045" actId="14100"/>
          <ac:picMkLst>
            <pc:docMk/>
            <pc:sldMk cId="4195896196" sldId="322"/>
            <ac:picMk id="4" creationId="{5F687154-43EE-2B40-FBA8-CAD8BCE425B0}"/>
          </ac:picMkLst>
        </pc:picChg>
        <pc:picChg chg="add del mod">
          <ac:chgData name="Arun Sunar" userId="3fa9774ca67c7ab5" providerId="LiveId" clId="{C6C8B3FF-0866-486D-BC9E-1F888042E1F4}" dt="2023-10-30T05:26:13.432" v="1036"/>
          <ac:picMkLst>
            <pc:docMk/>
            <pc:sldMk cId="4195896196" sldId="322"/>
            <ac:picMk id="17410" creationId="{81C2CDDB-0483-6DBD-BB39-43BE5D137776}"/>
          </ac:picMkLst>
        </pc:picChg>
        <pc:picChg chg="add del">
          <ac:chgData name="Arun Sunar" userId="3fa9774ca67c7ab5" providerId="LiveId" clId="{C6C8B3FF-0866-486D-BC9E-1F888042E1F4}" dt="2023-10-30T05:26:19.150" v="1038"/>
          <ac:picMkLst>
            <pc:docMk/>
            <pc:sldMk cId="4195896196" sldId="322"/>
            <ac:picMk id="17412" creationId="{8F85BF86-416A-7DA1-310F-1BF33EF28C8B}"/>
          </ac:picMkLst>
        </pc:picChg>
      </pc:sldChg>
      <pc:sldChg chg="addSp delSp modSp add mod">
        <pc:chgData name="Arun Sunar" userId="3fa9774ca67c7ab5" providerId="LiveId" clId="{C6C8B3FF-0866-486D-BC9E-1F888042E1F4}" dt="2023-10-30T05:28:15.661" v="1065" actId="14100"/>
        <pc:sldMkLst>
          <pc:docMk/>
          <pc:sldMk cId="3926464042" sldId="323"/>
        </pc:sldMkLst>
        <pc:spChg chg="mod">
          <ac:chgData name="Arun Sunar" userId="3fa9774ca67c7ab5" providerId="LiveId" clId="{C6C8B3FF-0866-486D-BC9E-1F888042E1F4}" dt="2023-10-30T05:27:50.403" v="1059" actId="6549"/>
          <ac:spMkLst>
            <pc:docMk/>
            <pc:sldMk cId="3926464042" sldId="323"/>
            <ac:spMk id="3" creationId="{1FE9BDE9-C244-0C2A-352E-9A713F918C8D}"/>
          </ac:spMkLst>
        </pc:spChg>
        <pc:spChg chg="add del">
          <ac:chgData name="Arun Sunar" userId="3fa9774ca67c7ab5" providerId="LiveId" clId="{C6C8B3FF-0866-486D-BC9E-1F888042E1F4}" dt="2023-10-30T05:27:25.959" v="1053"/>
          <ac:spMkLst>
            <pc:docMk/>
            <pc:sldMk cId="3926464042" sldId="323"/>
            <ac:spMk id="5" creationId="{76B327F5-04F7-8BD2-FEDA-DDF41060DDB5}"/>
          </ac:spMkLst>
        </pc:spChg>
        <pc:picChg chg="del">
          <ac:chgData name="Arun Sunar" userId="3fa9774ca67c7ab5" providerId="LiveId" clId="{C6C8B3FF-0866-486D-BC9E-1F888042E1F4}" dt="2023-10-30T05:27:05.838" v="1047" actId="478"/>
          <ac:picMkLst>
            <pc:docMk/>
            <pc:sldMk cId="3926464042" sldId="323"/>
            <ac:picMk id="4" creationId="{5F687154-43EE-2B40-FBA8-CAD8BCE425B0}"/>
          </ac:picMkLst>
        </pc:picChg>
        <pc:picChg chg="add mod">
          <ac:chgData name="Arun Sunar" userId="3fa9774ca67c7ab5" providerId="LiveId" clId="{C6C8B3FF-0866-486D-BC9E-1F888042E1F4}" dt="2023-10-30T05:28:15.661" v="1065" actId="14100"/>
          <ac:picMkLst>
            <pc:docMk/>
            <pc:sldMk cId="3926464042" sldId="323"/>
            <ac:picMk id="6" creationId="{B511B3A1-0157-CFC2-8248-193443357B16}"/>
          </ac:picMkLst>
        </pc:picChg>
        <pc:picChg chg="add del">
          <ac:chgData name="Arun Sunar" userId="3fa9774ca67c7ab5" providerId="LiveId" clId="{C6C8B3FF-0866-486D-BC9E-1F888042E1F4}" dt="2023-10-30T05:28:07.913" v="1063" actId="478"/>
          <ac:picMkLst>
            <pc:docMk/>
            <pc:sldMk cId="3926464042" sldId="323"/>
            <ac:picMk id="18435" creationId="{F0E6922C-7A6F-734D-3859-CE10B250C848}"/>
          </ac:picMkLst>
        </pc:picChg>
      </pc:sldChg>
      <pc:sldChg chg="addSp delSp modSp add mod">
        <pc:chgData name="Arun Sunar" userId="3fa9774ca67c7ab5" providerId="LiveId" clId="{C6C8B3FF-0866-486D-BC9E-1F888042E1F4}" dt="2023-10-30T05:30:12.551" v="1078" actId="14100"/>
        <pc:sldMkLst>
          <pc:docMk/>
          <pc:sldMk cId="1003453100" sldId="324"/>
        </pc:sldMkLst>
        <pc:spChg chg="mod">
          <ac:chgData name="Arun Sunar" userId="3fa9774ca67c7ab5" providerId="LiveId" clId="{C6C8B3FF-0866-486D-BC9E-1F888042E1F4}" dt="2023-10-30T05:29:51.777" v="1069"/>
          <ac:spMkLst>
            <pc:docMk/>
            <pc:sldMk cId="1003453100" sldId="324"/>
            <ac:spMk id="3" creationId="{1FE9BDE9-C244-0C2A-352E-9A713F918C8D}"/>
          </ac:spMkLst>
        </pc:spChg>
        <pc:picChg chg="add mod">
          <ac:chgData name="Arun Sunar" userId="3fa9774ca67c7ab5" providerId="LiveId" clId="{C6C8B3FF-0866-486D-BC9E-1F888042E1F4}" dt="2023-10-30T05:30:12.551" v="1078" actId="14100"/>
          <ac:picMkLst>
            <pc:docMk/>
            <pc:sldMk cId="1003453100" sldId="324"/>
            <ac:picMk id="4" creationId="{FB393A5B-2A94-068A-DDD7-52D48494726A}"/>
          </ac:picMkLst>
        </pc:picChg>
        <pc:picChg chg="del">
          <ac:chgData name="Arun Sunar" userId="3fa9774ca67c7ab5" providerId="LiveId" clId="{C6C8B3FF-0866-486D-BC9E-1F888042E1F4}" dt="2023-10-30T05:29:54.971" v="1070" actId="478"/>
          <ac:picMkLst>
            <pc:docMk/>
            <pc:sldMk cId="1003453100" sldId="324"/>
            <ac:picMk id="6" creationId="{B511B3A1-0157-CFC2-8248-193443357B16}"/>
          </ac:picMkLst>
        </pc:picChg>
        <pc:picChg chg="add del">
          <ac:chgData name="Arun Sunar" userId="3fa9774ca67c7ab5" providerId="LiveId" clId="{C6C8B3FF-0866-486D-BC9E-1F888042E1F4}" dt="2023-10-30T05:30:04.384" v="1074"/>
          <ac:picMkLst>
            <pc:docMk/>
            <pc:sldMk cId="1003453100" sldId="324"/>
            <ac:picMk id="19458" creationId="{B5A4C307-E580-718B-B6C4-7C21976A2979}"/>
          </ac:picMkLst>
        </pc:picChg>
      </pc:sldChg>
      <pc:sldChg chg="addSp delSp modSp add mod">
        <pc:chgData name="Arun Sunar" userId="3fa9774ca67c7ab5" providerId="LiveId" clId="{C6C8B3FF-0866-486D-BC9E-1F888042E1F4}" dt="2023-10-30T05:31:03.299" v="1089" actId="113"/>
        <pc:sldMkLst>
          <pc:docMk/>
          <pc:sldMk cId="1793043936" sldId="325"/>
        </pc:sldMkLst>
        <pc:spChg chg="mod">
          <ac:chgData name="Arun Sunar" userId="3fa9774ca67c7ab5" providerId="LiveId" clId="{C6C8B3FF-0866-486D-BC9E-1F888042E1F4}" dt="2023-10-30T05:30:40.771" v="1084"/>
          <ac:spMkLst>
            <pc:docMk/>
            <pc:sldMk cId="1793043936" sldId="325"/>
            <ac:spMk id="2" creationId="{0BA5A905-E032-A82C-0E8E-27BA13743E9C}"/>
          </ac:spMkLst>
        </pc:spChg>
        <pc:spChg chg="mod">
          <ac:chgData name="Arun Sunar" userId="3fa9774ca67c7ab5" providerId="LiveId" clId="{C6C8B3FF-0866-486D-BC9E-1F888042E1F4}" dt="2023-10-30T05:31:03.299" v="1089" actId="113"/>
          <ac:spMkLst>
            <pc:docMk/>
            <pc:sldMk cId="1793043936" sldId="325"/>
            <ac:spMk id="3" creationId="{1FE9BDE9-C244-0C2A-352E-9A713F918C8D}"/>
          </ac:spMkLst>
        </pc:spChg>
        <pc:spChg chg="add del">
          <ac:chgData name="Arun Sunar" userId="3fa9774ca67c7ab5" providerId="LiveId" clId="{C6C8B3FF-0866-486D-BC9E-1F888042E1F4}" dt="2023-10-30T05:30:57.773" v="1086"/>
          <ac:spMkLst>
            <pc:docMk/>
            <pc:sldMk cId="1793043936" sldId="325"/>
            <ac:spMk id="5" creationId="{1B95C50A-5043-388C-6E53-732267DB6CEC}"/>
          </ac:spMkLst>
        </pc:spChg>
        <pc:picChg chg="del">
          <ac:chgData name="Arun Sunar" userId="3fa9774ca67c7ab5" providerId="LiveId" clId="{C6C8B3FF-0866-486D-BC9E-1F888042E1F4}" dt="2023-10-30T05:30:34.461" v="1080" actId="478"/>
          <ac:picMkLst>
            <pc:docMk/>
            <pc:sldMk cId="1793043936" sldId="325"/>
            <ac:picMk id="4" creationId="{FB393A5B-2A94-068A-DDD7-52D48494726A}"/>
          </ac:picMkLst>
        </pc:picChg>
      </pc:sldChg>
      <pc:sldChg chg="addSp delSp modSp add mod">
        <pc:chgData name="Arun Sunar" userId="3fa9774ca67c7ab5" providerId="LiveId" clId="{C6C8B3FF-0866-486D-BC9E-1F888042E1F4}" dt="2023-10-30T05:32:21.446" v="1098" actId="1076"/>
        <pc:sldMkLst>
          <pc:docMk/>
          <pc:sldMk cId="3916348688" sldId="326"/>
        </pc:sldMkLst>
        <pc:spChg chg="del">
          <ac:chgData name="Arun Sunar" userId="3fa9774ca67c7ab5" providerId="LiveId" clId="{C6C8B3FF-0866-486D-BC9E-1F888042E1F4}" dt="2023-10-30T05:31:28.301" v="1091" actId="478"/>
          <ac:spMkLst>
            <pc:docMk/>
            <pc:sldMk cId="3916348688" sldId="326"/>
            <ac:spMk id="3" creationId="{1FE9BDE9-C244-0C2A-352E-9A713F918C8D}"/>
          </ac:spMkLst>
        </pc:spChg>
        <pc:spChg chg="add del mod">
          <ac:chgData name="Arun Sunar" userId="3fa9774ca67c7ab5" providerId="LiveId" clId="{C6C8B3FF-0866-486D-BC9E-1F888042E1F4}" dt="2023-10-30T05:31:34.415" v="1092" actId="478"/>
          <ac:spMkLst>
            <pc:docMk/>
            <pc:sldMk cId="3916348688" sldId="326"/>
            <ac:spMk id="5" creationId="{57F6F634-FA7C-8E9A-875D-F8CFF409CB08}"/>
          </ac:spMkLst>
        </pc:spChg>
        <pc:spChg chg="add mod">
          <ac:chgData name="Arun Sunar" userId="3fa9774ca67c7ab5" providerId="LiveId" clId="{C6C8B3FF-0866-486D-BC9E-1F888042E1F4}" dt="2023-10-30T05:32:21.446" v="1098" actId="1076"/>
          <ac:spMkLst>
            <pc:docMk/>
            <pc:sldMk cId="3916348688" sldId="326"/>
            <ac:spMk id="8" creationId="{2D7D7A10-583C-9CFC-BBB8-4CE3E79FE56C}"/>
          </ac:spMkLst>
        </pc:spChg>
        <pc:picChg chg="add mod">
          <ac:chgData name="Arun Sunar" userId="3fa9774ca67c7ab5" providerId="LiveId" clId="{C6C8B3FF-0866-486D-BC9E-1F888042E1F4}" dt="2023-10-30T05:32:09.502" v="1096" actId="1076"/>
          <ac:picMkLst>
            <pc:docMk/>
            <pc:sldMk cId="3916348688" sldId="326"/>
            <ac:picMk id="6" creationId="{F4EE402A-06D9-6AB7-ED74-8574AB2DF93E}"/>
          </ac:picMkLst>
        </pc:picChg>
        <pc:picChg chg="add del">
          <ac:chgData name="Arun Sunar" userId="3fa9774ca67c7ab5" providerId="LiveId" clId="{C6C8B3FF-0866-486D-BC9E-1F888042E1F4}" dt="2023-10-30T05:32:04.921" v="1094"/>
          <ac:picMkLst>
            <pc:docMk/>
            <pc:sldMk cId="3916348688" sldId="326"/>
            <ac:picMk id="21506" creationId="{2BEBBAD3-9349-8FB4-2127-C9F974A6C115}"/>
          </ac:picMkLst>
        </pc:picChg>
      </pc:sldChg>
      <pc:sldChg chg="addSp delSp modSp add mod ord">
        <pc:chgData name="Arun Sunar" userId="3fa9774ca67c7ab5" providerId="LiveId" clId="{C6C8B3FF-0866-486D-BC9E-1F888042E1F4}" dt="2023-10-30T05:32:41.723" v="1105"/>
        <pc:sldMkLst>
          <pc:docMk/>
          <pc:sldMk cId="1635504889" sldId="327"/>
        </pc:sldMkLst>
        <pc:spChg chg="mod">
          <ac:chgData name="Arun Sunar" userId="3fa9774ca67c7ab5" providerId="LiveId" clId="{C6C8B3FF-0866-486D-BC9E-1F888042E1F4}" dt="2023-10-30T05:32:41.723" v="1105"/>
          <ac:spMkLst>
            <pc:docMk/>
            <pc:sldMk cId="1635504889" sldId="327"/>
            <ac:spMk id="3" creationId="{1FE9BDE9-C244-0C2A-352E-9A713F918C8D}"/>
          </ac:spMkLst>
        </pc:spChg>
        <pc:spChg chg="add del">
          <ac:chgData name="Arun Sunar" userId="3fa9774ca67c7ab5" providerId="LiveId" clId="{C6C8B3FF-0866-486D-BC9E-1F888042E1F4}" dt="2023-10-30T05:32:41.692" v="1103"/>
          <ac:spMkLst>
            <pc:docMk/>
            <pc:sldMk cId="1635504889" sldId="327"/>
            <ac:spMk id="4" creationId="{1A9F81A8-26B5-1FEF-320A-17ABACC6F2DC}"/>
          </ac:spMkLst>
        </pc:spChg>
      </pc:sldChg>
      <pc:sldChg chg="modSp add mod">
        <pc:chgData name="Arun Sunar" userId="3fa9774ca67c7ab5" providerId="LiveId" clId="{C6C8B3FF-0866-486D-BC9E-1F888042E1F4}" dt="2023-10-30T05:33:12.773" v="1112"/>
        <pc:sldMkLst>
          <pc:docMk/>
          <pc:sldMk cId="2407199574" sldId="328"/>
        </pc:sldMkLst>
        <pc:spChg chg="mod">
          <ac:chgData name="Arun Sunar" userId="3fa9774ca67c7ab5" providerId="LiveId" clId="{C6C8B3FF-0866-486D-BC9E-1F888042E1F4}" dt="2023-10-30T05:33:01.296" v="1109"/>
          <ac:spMkLst>
            <pc:docMk/>
            <pc:sldMk cId="2407199574" sldId="328"/>
            <ac:spMk id="2" creationId="{0BA5A905-E032-A82C-0E8E-27BA13743E9C}"/>
          </ac:spMkLst>
        </pc:spChg>
        <pc:spChg chg="mod">
          <ac:chgData name="Arun Sunar" userId="3fa9774ca67c7ab5" providerId="LiveId" clId="{C6C8B3FF-0866-486D-BC9E-1F888042E1F4}" dt="2023-10-30T05:33:12.773" v="1112"/>
          <ac:spMkLst>
            <pc:docMk/>
            <pc:sldMk cId="2407199574" sldId="328"/>
            <ac:spMk id="3" creationId="{1FE9BDE9-C244-0C2A-352E-9A713F918C8D}"/>
          </ac:spMkLst>
        </pc:spChg>
      </pc:sldChg>
      <pc:sldChg chg="addSp delSp modSp add mod">
        <pc:chgData name="Arun Sunar" userId="3fa9774ca67c7ab5" providerId="LiveId" clId="{C6C8B3FF-0866-486D-BC9E-1F888042E1F4}" dt="2023-10-30T05:34:45.137" v="1135"/>
        <pc:sldMkLst>
          <pc:docMk/>
          <pc:sldMk cId="1427850170" sldId="329"/>
        </pc:sldMkLst>
        <pc:spChg chg="mod">
          <ac:chgData name="Arun Sunar" userId="3fa9774ca67c7ab5" providerId="LiveId" clId="{C6C8B3FF-0866-486D-BC9E-1F888042E1F4}" dt="2023-10-30T05:34:32.226" v="1129"/>
          <ac:spMkLst>
            <pc:docMk/>
            <pc:sldMk cId="1427850170" sldId="329"/>
            <ac:spMk id="2" creationId="{0BA5A905-E032-A82C-0E8E-27BA13743E9C}"/>
          </ac:spMkLst>
        </pc:spChg>
        <pc:spChg chg="mod">
          <ac:chgData name="Arun Sunar" userId="3fa9774ca67c7ab5" providerId="LiveId" clId="{C6C8B3FF-0866-486D-BC9E-1F888042E1F4}" dt="2023-10-30T05:34:45.137" v="1135"/>
          <ac:spMkLst>
            <pc:docMk/>
            <pc:sldMk cId="1427850170" sldId="329"/>
            <ac:spMk id="3" creationId="{1FE9BDE9-C244-0C2A-352E-9A713F918C8D}"/>
          </ac:spMkLst>
        </pc:spChg>
        <pc:spChg chg="add del">
          <ac:chgData name="Arun Sunar" userId="3fa9774ca67c7ab5" providerId="LiveId" clId="{C6C8B3FF-0866-486D-BC9E-1F888042E1F4}" dt="2023-10-30T05:34:06.807" v="1116"/>
          <ac:spMkLst>
            <pc:docMk/>
            <pc:sldMk cId="1427850170" sldId="329"/>
            <ac:spMk id="4" creationId="{44CE9A40-8393-811F-82BB-63DE6ABDF1C8}"/>
          </ac:spMkLst>
        </pc:spChg>
        <pc:spChg chg="add del">
          <ac:chgData name="Arun Sunar" userId="3fa9774ca67c7ab5" providerId="LiveId" clId="{C6C8B3FF-0866-486D-BC9E-1F888042E1F4}" dt="2023-10-30T05:34:45.074" v="1133"/>
          <ac:spMkLst>
            <pc:docMk/>
            <pc:sldMk cId="1427850170" sldId="329"/>
            <ac:spMk id="5" creationId="{A1FD675A-0AFC-8321-2566-CE8A9FA5B830}"/>
          </ac:spMkLst>
        </pc:spChg>
      </pc:sldChg>
      <pc:sldChg chg="addSp delSp modSp add mod">
        <pc:chgData name="Arun Sunar" userId="3fa9774ca67c7ab5" providerId="LiveId" clId="{C6C8B3FF-0866-486D-BC9E-1F888042E1F4}" dt="2023-10-30T05:36:00.333" v="1177" actId="20577"/>
        <pc:sldMkLst>
          <pc:docMk/>
          <pc:sldMk cId="3257852770" sldId="330"/>
        </pc:sldMkLst>
        <pc:spChg chg="mod">
          <ac:chgData name="Arun Sunar" userId="3fa9774ca67c7ab5" providerId="LiveId" clId="{C6C8B3FF-0866-486D-BC9E-1F888042E1F4}" dt="2023-10-30T05:35:02.660" v="1141"/>
          <ac:spMkLst>
            <pc:docMk/>
            <pc:sldMk cId="3257852770" sldId="330"/>
            <ac:spMk id="2" creationId="{0BA5A905-E032-A82C-0E8E-27BA13743E9C}"/>
          </ac:spMkLst>
        </pc:spChg>
        <pc:spChg chg="mod">
          <ac:chgData name="Arun Sunar" userId="3fa9774ca67c7ab5" providerId="LiveId" clId="{C6C8B3FF-0866-486D-BC9E-1F888042E1F4}" dt="2023-10-30T05:36:00.333" v="1177" actId="20577"/>
          <ac:spMkLst>
            <pc:docMk/>
            <pc:sldMk cId="3257852770" sldId="330"/>
            <ac:spMk id="3" creationId="{1FE9BDE9-C244-0C2A-352E-9A713F918C8D}"/>
          </ac:spMkLst>
        </pc:spChg>
        <pc:spChg chg="add del">
          <ac:chgData name="Arun Sunar" userId="3fa9774ca67c7ab5" providerId="LiveId" clId="{C6C8B3FF-0866-486D-BC9E-1F888042E1F4}" dt="2023-10-30T05:35:25.152" v="1147"/>
          <ac:spMkLst>
            <pc:docMk/>
            <pc:sldMk cId="3257852770" sldId="330"/>
            <ac:spMk id="4" creationId="{4D91E860-F3A4-45FE-C948-2CF367304DA7}"/>
          </ac:spMkLst>
        </pc:spChg>
        <pc:spChg chg="add del">
          <ac:chgData name="Arun Sunar" userId="3fa9774ca67c7ab5" providerId="LiveId" clId="{C6C8B3FF-0866-486D-BC9E-1F888042E1F4}" dt="2023-10-30T05:35:32.251" v="1150"/>
          <ac:spMkLst>
            <pc:docMk/>
            <pc:sldMk cId="3257852770" sldId="330"/>
            <ac:spMk id="5" creationId="{2C52D4BA-B2C1-8040-0863-4EF71FFF9867}"/>
          </ac:spMkLst>
        </pc:spChg>
      </pc:sldChg>
      <pc:sldChg chg="modSp add mod">
        <pc:chgData name="Arun Sunar" userId="3fa9774ca67c7ab5" providerId="LiveId" clId="{C6C8B3FF-0866-486D-BC9E-1F888042E1F4}" dt="2023-10-30T05:47:59.246" v="1201"/>
        <pc:sldMkLst>
          <pc:docMk/>
          <pc:sldMk cId="1155673563" sldId="331"/>
        </pc:sldMkLst>
        <pc:spChg chg="mod">
          <ac:chgData name="Arun Sunar" userId="3fa9774ca67c7ab5" providerId="LiveId" clId="{C6C8B3FF-0866-486D-BC9E-1F888042E1F4}" dt="2023-10-30T05:46:20.427" v="1181"/>
          <ac:spMkLst>
            <pc:docMk/>
            <pc:sldMk cId="1155673563" sldId="331"/>
            <ac:spMk id="2" creationId="{0BA5A905-E032-A82C-0E8E-27BA13743E9C}"/>
          </ac:spMkLst>
        </pc:spChg>
        <pc:spChg chg="mod">
          <ac:chgData name="Arun Sunar" userId="3fa9774ca67c7ab5" providerId="LiveId" clId="{C6C8B3FF-0866-486D-BC9E-1F888042E1F4}" dt="2023-10-30T05:47:59.246" v="1201"/>
          <ac:spMkLst>
            <pc:docMk/>
            <pc:sldMk cId="1155673563" sldId="331"/>
            <ac:spMk id="3" creationId="{1FE9BDE9-C244-0C2A-352E-9A713F918C8D}"/>
          </ac:spMkLst>
        </pc:spChg>
      </pc:sldChg>
      <pc:sldChg chg="addSp delSp modSp add mod">
        <pc:chgData name="Arun Sunar" userId="3fa9774ca67c7ab5" providerId="LiveId" clId="{C6C8B3FF-0866-486D-BC9E-1F888042E1F4}" dt="2023-10-30T05:49:01.194" v="1221" actId="14100"/>
        <pc:sldMkLst>
          <pc:docMk/>
          <pc:sldMk cId="1079049656" sldId="332"/>
        </pc:sldMkLst>
        <pc:spChg chg="mod">
          <ac:chgData name="Arun Sunar" userId="3fa9774ca67c7ab5" providerId="LiveId" clId="{C6C8B3FF-0866-486D-BC9E-1F888042E1F4}" dt="2023-10-30T05:48:16.894" v="1206"/>
          <ac:spMkLst>
            <pc:docMk/>
            <pc:sldMk cId="1079049656" sldId="332"/>
            <ac:spMk id="2" creationId="{0BA5A905-E032-A82C-0E8E-27BA13743E9C}"/>
          </ac:spMkLst>
        </pc:spChg>
        <pc:spChg chg="mod">
          <ac:chgData name="Arun Sunar" userId="3fa9774ca67c7ab5" providerId="LiveId" clId="{C6C8B3FF-0866-486D-BC9E-1F888042E1F4}" dt="2023-10-30T05:48:49.954" v="1216" actId="20577"/>
          <ac:spMkLst>
            <pc:docMk/>
            <pc:sldMk cId="1079049656" sldId="332"/>
            <ac:spMk id="3" creationId="{1FE9BDE9-C244-0C2A-352E-9A713F918C8D}"/>
          </ac:spMkLst>
        </pc:spChg>
        <pc:spChg chg="add del">
          <ac:chgData name="Arun Sunar" userId="3fa9774ca67c7ab5" providerId="LiveId" clId="{C6C8B3FF-0866-486D-BC9E-1F888042E1F4}" dt="2023-10-30T05:48:31.260" v="1208"/>
          <ac:spMkLst>
            <pc:docMk/>
            <pc:sldMk cId="1079049656" sldId="332"/>
            <ac:spMk id="4" creationId="{7564E4D0-141F-53AB-00D3-EE31C5EFCB3C}"/>
          </ac:spMkLst>
        </pc:spChg>
        <pc:spChg chg="add del">
          <ac:chgData name="Arun Sunar" userId="3fa9774ca67c7ab5" providerId="LiveId" clId="{C6C8B3FF-0866-486D-BC9E-1F888042E1F4}" dt="2023-10-30T05:48:55.255" v="1218"/>
          <ac:spMkLst>
            <pc:docMk/>
            <pc:sldMk cId="1079049656" sldId="332"/>
            <ac:spMk id="5" creationId="{C06A2105-6C3D-1D3D-3A33-5EDE29545BA0}"/>
          </ac:spMkLst>
        </pc:spChg>
        <pc:picChg chg="add mod">
          <ac:chgData name="Arun Sunar" userId="3fa9774ca67c7ab5" providerId="LiveId" clId="{C6C8B3FF-0866-486D-BC9E-1F888042E1F4}" dt="2023-10-30T05:49:01.194" v="1221" actId="14100"/>
          <ac:picMkLst>
            <pc:docMk/>
            <pc:sldMk cId="1079049656" sldId="332"/>
            <ac:picMk id="6" creationId="{02F1C08D-66BA-452C-8AD6-0EEB6AD6754D}"/>
          </ac:picMkLst>
        </pc:picChg>
      </pc:sldChg>
      <pc:sldChg chg="addSp delSp modSp add mod">
        <pc:chgData name="Arun Sunar" userId="3fa9774ca67c7ab5" providerId="LiveId" clId="{C6C8B3FF-0866-486D-BC9E-1F888042E1F4}" dt="2023-10-30T05:49:58.381" v="1232" actId="1076"/>
        <pc:sldMkLst>
          <pc:docMk/>
          <pc:sldMk cId="2732644347" sldId="333"/>
        </pc:sldMkLst>
        <pc:spChg chg="mod">
          <ac:chgData name="Arun Sunar" userId="3fa9774ca67c7ab5" providerId="LiveId" clId="{C6C8B3FF-0866-486D-BC9E-1F888042E1F4}" dt="2023-10-30T05:49:31.174" v="1225"/>
          <ac:spMkLst>
            <pc:docMk/>
            <pc:sldMk cId="2732644347" sldId="333"/>
            <ac:spMk id="3" creationId="{1FE9BDE9-C244-0C2A-352E-9A713F918C8D}"/>
          </ac:spMkLst>
        </pc:spChg>
        <pc:spChg chg="add del">
          <ac:chgData name="Arun Sunar" userId="3fa9774ca67c7ab5" providerId="LiveId" clId="{C6C8B3FF-0866-486D-BC9E-1F888042E1F4}" dt="2023-10-30T05:49:44.991" v="1228"/>
          <ac:spMkLst>
            <pc:docMk/>
            <pc:sldMk cId="2732644347" sldId="333"/>
            <ac:spMk id="4" creationId="{C2A02ED7-4780-76B5-8485-67CDE8E9DB3D}"/>
          </ac:spMkLst>
        </pc:spChg>
        <pc:spChg chg="add mod">
          <ac:chgData name="Arun Sunar" userId="3fa9774ca67c7ab5" providerId="LiveId" clId="{C6C8B3FF-0866-486D-BC9E-1F888042E1F4}" dt="2023-10-30T05:49:58.381" v="1232" actId="1076"/>
          <ac:spMkLst>
            <pc:docMk/>
            <pc:sldMk cId="2732644347" sldId="333"/>
            <ac:spMk id="8" creationId="{6ACD650F-22B6-F027-17D1-9C9D0A03755E}"/>
          </ac:spMkLst>
        </pc:spChg>
        <pc:picChg chg="add mod">
          <ac:chgData name="Arun Sunar" userId="3fa9774ca67c7ab5" providerId="LiveId" clId="{C6C8B3FF-0866-486D-BC9E-1F888042E1F4}" dt="2023-10-30T05:49:48.260" v="1230" actId="1076"/>
          <ac:picMkLst>
            <pc:docMk/>
            <pc:sldMk cId="2732644347" sldId="333"/>
            <ac:picMk id="5" creationId="{92E5ECB5-9E3B-0BCF-B3ED-0BCA6CBF573F}"/>
          </ac:picMkLst>
        </pc:picChg>
        <pc:picChg chg="del">
          <ac:chgData name="Arun Sunar" userId="3fa9774ca67c7ab5" providerId="LiveId" clId="{C6C8B3FF-0866-486D-BC9E-1F888042E1F4}" dt="2023-10-30T05:49:41.267" v="1226" actId="478"/>
          <ac:picMkLst>
            <pc:docMk/>
            <pc:sldMk cId="2732644347" sldId="333"/>
            <ac:picMk id="6" creationId="{02F1C08D-66BA-452C-8AD6-0EEB6AD6754D}"/>
          </ac:picMkLst>
        </pc:picChg>
      </pc:sldChg>
      <pc:sldChg chg="addSp delSp modSp add mod">
        <pc:chgData name="Arun Sunar" userId="3fa9774ca67c7ab5" providerId="LiveId" clId="{C6C8B3FF-0866-486D-BC9E-1F888042E1F4}" dt="2023-10-30T05:51:19.202" v="1257" actId="1076"/>
        <pc:sldMkLst>
          <pc:docMk/>
          <pc:sldMk cId="705244454" sldId="334"/>
        </pc:sldMkLst>
        <pc:spChg chg="mod">
          <ac:chgData name="Arun Sunar" userId="3fa9774ca67c7ab5" providerId="LiveId" clId="{C6C8B3FF-0866-486D-BC9E-1F888042E1F4}" dt="2023-10-30T05:50:16.223" v="1238"/>
          <ac:spMkLst>
            <pc:docMk/>
            <pc:sldMk cId="705244454" sldId="334"/>
            <ac:spMk id="2" creationId="{0BA5A905-E032-A82C-0E8E-27BA13743E9C}"/>
          </ac:spMkLst>
        </pc:spChg>
        <pc:spChg chg="mod">
          <ac:chgData name="Arun Sunar" userId="3fa9774ca67c7ab5" providerId="LiveId" clId="{C6C8B3FF-0866-486D-BC9E-1F888042E1F4}" dt="2023-10-30T05:50:49.479" v="1249" actId="20577"/>
          <ac:spMkLst>
            <pc:docMk/>
            <pc:sldMk cId="705244454" sldId="334"/>
            <ac:spMk id="3" creationId="{1FE9BDE9-C244-0C2A-352E-9A713F918C8D}"/>
          </ac:spMkLst>
        </pc:spChg>
        <pc:spChg chg="add del">
          <ac:chgData name="Arun Sunar" userId="3fa9774ca67c7ab5" providerId="LiveId" clId="{C6C8B3FF-0866-486D-BC9E-1F888042E1F4}" dt="2023-10-30T05:50:57.643" v="1251"/>
          <ac:spMkLst>
            <pc:docMk/>
            <pc:sldMk cId="705244454" sldId="334"/>
            <ac:spMk id="4" creationId="{35BABA97-BCDE-2317-EF75-8093C0283664}"/>
          </ac:spMkLst>
        </pc:spChg>
        <pc:spChg chg="del">
          <ac:chgData name="Arun Sunar" userId="3fa9774ca67c7ab5" providerId="LiveId" clId="{C6C8B3FF-0866-486D-BC9E-1F888042E1F4}" dt="2023-10-30T05:50:30.764" v="1240" actId="478"/>
          <ac:spMkLst>
            <pc:docMk/>
            <pc:sldMk cId="705244454" sldId="334"/>
            <ac:spMk id="8" creationId="{6ACD650F-22B6-F027-17D1-9C9D0A03755E}"/>
          </ac:spMkLst>
        </pc:spChg>
        <pc:spChg chg="add mod">
          <ac:chgData name="Arun Sunar" userId="3fa9774ca67c7ab5" providerId="LiveId" clId="{C6C8B3FF-0866-486D-BC9E-1F888042E1F4}" dt="2023-10-30T05:51:19.202" v="1257" actId="1076"/>
          <ac:spMkLst>
            <pc:docMk/>
            <pc:sldMk cId="705244454" sldId="334"/>
            <ac:spMk id="9" creationId="{B57635F7-C5FB-140D-A994-AC25D12AEF55}"/>
          </ac:spMkLst>
        </pc:spChg>
        <pc:picChg chg="del">
          <ac:chgData name="Arun Sunar" userId="3fa9774ca67c7ab5" providerId="LiveId" clId="{C6C8B3FF-0866-486D-BC9E-1F888042E1F4}" dt="2023-10-30T05:50:20.190" v="1239" actId="478"/>
          <ac:picMkLst>
            <pc:docMk/>
            <pc:sldMk cId="705244454" sldId="334"/>
            <ac:picMk id="5" creationId="{92E5ECB5-9E3B-0BCF-B3ED-0BCA6CBF573F}"/>
          </ac:picMkLst>
        </pc:picChg>
        <pc:picChg chg="add mod">
          <ac:chgData name="Arun Sunar" userId="3fa9774ca67c7ab5" providerId="LiveId" clId="{C6C8B3FF-0866-486D-BC9E-1F888042E1F4}" dt="2023-10-30T05:51:08.450" v="1255" actId="1076"/>
          <ac:picMkLst>
            <pc:docMk/>
            <pc:sldMk cId="705244454" sldId="334"/>
            <ac:picMk id="6" creationId="{95ABAA29-CC32-D947-533E-22356B8CFE8F}"/>
          </ac:picMkLst>
        </pc:picChg>
      </pc:sldChg>
      <pc:sldChg chg="delSp modSp add mod">
        <pc:chgData name="Arun Sunar" userId="3fa9774ca67c7ab5" providerId="LiveId" clId="{C6C8B3FF-0866-486D-BC9E-1F888042E1F4}" dt="2023-10-30T05:51:59.750" v="1263"/>
        <pc:sldMkLst>
          <pc:docMk/>
          <pc:sldMk cId="2980419557" sldId="335"/>
        </pc:sldMkLst>
        <pc:spChg chg="mod">
          <ac:chgData name="Arun Sunar" userId="3fa9774ca67c7ab5" providerId="LiveId" clId="{C6C8B3FF-0866-486D-BC9E-1F888042E1F4}" dt="2023-10-30T05:51:59.750" v="1263"/>
          <ac:spMkLst>
            <pc:docMk/>
            <pc:sldMk cId="2980419557" sldId="335"/>
            <ac:spMk id="3" creationId="{1FE9BDE9-C244-0C2A-352E-9A713F918C8D}"/>
          </ac:spMkLst>
        </pc:spChg>
        <pc:spChg chg="del">
          <ac:chgData name="Arun Sunar" userId="3fa9774ca67c7ab5" providerId="LiveId" clId="{C6C8B3FF-0866-486D-BC9E-1F888042E1F4}" dt="2023-10-30T05:51:54.149" v="1260" actId="478"/>
          <ac:spMkLst>
            <pc:docMk/>
            <pc:sldMk cId="2980419557" sldId="335"/>
            <ac:spMk id="9" creationId="{B57635F7-C5FB-140D-A994-AC25D12AEF55}"/>
          </ac:spMkLst>
        </pc:spChg>
        <pc:picChg chg="del">
          <ac:chgData name="Arun Sunar" userId="3fa9774ca67c7ab5" providerId="LiveId" clId="{C6C8B3FF-0866-486D-BC9E-1F888042E1F4}" dt="2023-10-30T05:51:51.400" v="1259" actId="478"/>
          <ac:picMkLst>
            <pc:docMk/>
            <pc:sldMk cId="2980419557" sldId="335"/>
            <ac:picMk id="6" creationId="{95ABAA29-CC32-D947-533E-22356B8CFE8F}"/>
          </ac:picMkLst>
        </pc:picChg>
      </pc:sldChg>
      <pc:sldChg chg="addSp delSp modSp add mod">
        <pc:chgData name="Arun Sunar" userId="3fa9774ca67c7ab5" providerId="LiveId" clId="{C6C8B3FF-0866-486D-BC9E-1F888042E1F4}" dt="2023-10-30T05:52:34.813" v="1272"/>
        <pc:sldMkLst>
          <pc:docMk/>
          <pc:sldMk cId="626484080" sldId="336"/>
        </pc:sldMkLst>
        <pc:spChg chg="mod">
          <ac:chgData name="Arun Sunar" userId="3fa9774ca67c7ab5" providerId="LiveId" clId="{C6C8B3FF-0866-486D-BC9E-1F888042E1F4}" dt="2023-10-30T05:52:17.633" v="1268"/>
          <ac:spMkLst>
            <pc:docMk/>
            <pc:sldMk cId="626484080" sldId="336"/>
            <ac:spMk id="2" creationId="{0BA5A905-E032-A82C-0E8E-27BA13743E9C}"/>
          </ac:spMkLst>
        </pc:spChg>
        <pc:spChg chg="mod">
          <ac:chgData name="Arun Sunar" userId="3fa9774ca67c7ab5" providerId="LiveId" clId="{C6C8B3FF-0866-486D-BC9E-1F888042E1F4}" dt="2023-10-30T05:52:34.813" v="1272"/>
          <ac:spMkLst>
            <pc:docMk/>
            <pc:sldMk cId="626484080" sldId="336"/>
            <ac:spMk id="3" creationId="{1FE9BDE9-C244-0C2A-352E-9A713F918C8D}"/>
          </ac:spMkLst>
        </pc:spChg>
        <pc:spChg chg="add del">
          <ac:chgData name="Arun Sunar" userId="3fa9774ca67c7ab5" providerId="LiveId" clId="{C6C8B3FF-0866-486D-BC9E-1F888042E1F4}" dt="2023-10-30T05:52:34.766" v="1270"/>
          <ac:spMkLst>
            <pc:docMk/>
            <pc:sldMk cId="626484080" sldId="336"/>
            <ac:spMk id="4" creationId="{F6406238-4F52-35B0-A5C8-E3C6387D4402}"/>
          </ac:spMkLst>
        </pc:spChg>
      </pc:sldChg>
      <pc:sldChg chg="addSp delSp modSp add mod">
        <pc:chgData name="Arun Sunar" userId="3fa9774ca67c7ab5" providerId="LiveId" clId="{C6C8B3FF-0866-486D-BC9E-1F888042E1F4}" dt="2023-10-30T05:54:13.677" v="1306" actId="255"/>
        <pc:sldMkLst>
          <pc:docMk/>
          <pc:sldMk cId="3118009137" sldId="337"/>
        </pc:sldMkLst>
        <pc:spChg chg="mod">
          <ac:chgData name="Arun Sunar" userId="3fa9774ca67c7ab5" providerId="LiveId" clId="{C6C8B3FF-0866-486D-BC9E-1F888042E1F4}" dt="2023-10-30T05:53:05.602" v="1289" actId="27636"/>
          <ac:spMkLst>
            <pc:docMk/>
            <pc:sldMk cId="3118009137" sldId="337"/>
            <ac:spMk id="2" creationId="{0BA5A905-E032-A82C-0E8E-27BA13743E9C}"/>
          </ac:spMkLst>
        </pc:spChg>
        <pc:spChg chg="add del mod">
          <ac:chgData name="Arun Sunar" userId="3fa9774ca67c7ab5" providerId="LiveId" clId="{C6C8B3FF-0866-486D-BC9E-1F888042E1F4}" dt="2023-10-30T05:53:25.553" v="1296"/>
          <ac:spMkLst>
            <pc:docMk/>
            <pc:sldMk cId="3118009137" sldId="337"/>
            <ac:spMk id="3" creationId="{1FE9BDE9-C244-0C2A-352E-9A713F918C8D}"/>
          </ac:spMkLst>
        </pc:spChg>
        <pc:spChg chg="add del">
          <ac:chgData name="Arun Sunar" userId="3fa9774ca67c7ab5" providerId="LiveId" clId="{C6C8B3FF-0866-486D-BC9E-1F888042E1F4}" dt="2023-10-30T05:53:20.483" v="1291"/>
          <ac:spMkLst>
            <pc:docMk/>
            <pc:sldMk cId="3118009137" sldId="337"/>
            <ac:spMk id="4" creationId="{33F2240D-AE66-D8CF-B4AE-4A1E3951AE0F}"/>
          </ac:spMkLst>
        </pc:spChg>
        <pc:spChg chg="add del mod">
          <ac:chgData name="Arun Sunar" userId="3fa9774ca67c7ab5" providerId="LiveId" clId="{C6C8B3FF-0866-486D-BC9E-1F888042E1F4}" dt="2023-10-30T05:53:25.537" v="1294"/>
          <ac:spMkLst>
            <pc:docMk/>
            <pc:sldMk cId="3118009137" sldId="337"/>
            <ac:spMk id="5" creationId="{E53C685E-636E-F903-9C2E-26FDD3F0D059}"/>
          </ac:spMkLst>
        </pc:spChg>
        <pc:spChg chg="add del">
          <ac:chgData name="Arun Sunar" userId="3fa9774ca67c7ab5" providerId="LiveId" clId="{C6C8B3FF-0866-486D-BC9E-1F888042E1F4}" dt="2023-10-30T05:53:36.083" v="1298"/>
          <ac:spMkLst>
            <pc:docMk/>
            <pc:sldMk cId="3118009137" sldId="337"/>
            <ac:spMk id="6" creationId="{C44FB85E-8C10-A131-D65B-D9FC65713352}"/>
          </ac:spMkLst>
        </pc:spChg>
        <pc:spChg chg="add mod">
          <ac:chgData name="Arun Sunar" userId="3fa9774ca67c7ab5" providerId="LiveId" clId="{C6C8B3FF-0866-486D-BC9E-1F888042E1F4}" dt="2023-10-30T05:53:52.366" v="1302" actId="1076"/>
          <ac:spMkLst>
            <pc:docMk/>
            <pc:sldMk cId="3118009137" sldId="337"/>
            <ac:spMk id="9" creationId="{BDD8D3CC-9BBA-9580-E5C6-0BC38659C5A5}"/>
          </ac:spMkLst>
        </pc:spChg>
        <pc:spChg chg="add mod">
          <ac:chgData name="Arun Sunar" userId="3fa9774ca67c7ab5" providerId="LiveId" clId="{C6C8B3FF-0866-486D-BC9E-1F888042E1F4}" dt="2023-10-30T05:54:13.677" v="1306" actId="255"/>
          <ac:spMkLst>
            <pc:docMk/>
            <pc:sldMk cId="3118009137" sldId="337"/>
            <ac:spMk id="11" creationId="{56442EE2-672C-766C-7246-9FD1373D29CF}"/>
          </ac:spMkLst>
        </pc:spChg>
        <pc:picChg chg="add mod">
          <ac:chgData name="Arun Sunar" userId="3fa9774ca67c7ab5" providerId="LiveId" clId="{C6C8B3FF-0866-486D-BC9E-1F888042E1F4}" dt="2023-10-30T05:53:38.670" v="1300" actId="1076"/>
          <ac:picMkLst>
            <pc:docMk/>
            <pc:sldMk cId="3118009137" sldId="337"/>
            <ac:picMk id="7" creationId="{7E024FB1-A740-D46D-857A-2CFF4D610121}"/>
          </ac:picMkLst>
        </pc:picChg>
      </pc:sldChg>
      <pc:sldChg chg="addSp delSp modSp add mod">
        <pc:chgData name="Arun Sunar" userId="3fa9774ca67c7ab5" providerId="LiveId" clId="{C6C8B3FF-0866-486D-BC9E-1F888042E1F4}" dt="2023-10-30T05:55:11.949" v="1327"/>
        <pc:sldMkLst>
          <pc:docMk/>
          <pc:sldMk cId="355235048" sldId="338"/>
        </pc:sldMkLst>
        <pc:spChg chg="mod">
          <ac:chgData name="Arun Sunar" userId="3fa9774ca67c7ab5" providerId="LiveId" clId="{C6C8B3FF-0866-486D-BC9E-1F888042E1F4}" dt="2023-10-30T05:54:25.333" v="1308" actId="20577"/>
          <ac:spMkLst>
            <pc:docMk/>
            <pc:sldMk cId="355235048" sldId="338"/>
            <ac:spMk id="2" creationId="{0BA5A905-E032-A82C-0E8E-27BA13743E9C}"/>
          </ac:spMkLst>
        </pc:spChg>
        <pc:spChg chg="add del mod">
          <ac:chgData name="Arun Sunar" userId="3fa9774ca67c7ab5" providerId="LiveId" clId="{C6C8B3FF-0866-486D-BC9E-1F888042E1F4}" dt="2023-10-30T05:54:41.786" v="1317"/>
          <ac:spMkLst>
            <pc:docMk/>
            <pc:sldMk cId="355235048" sldId="338"/>
            <ac:spMk id="3" creationId="{1FE9BDE9-C244-0C2A-352E-9A713F918C8D}"/>
          </ac:spMkLst>
        </pc:spChg>
        <pc:spChg chg="add del">
          <ac:chgData name="Arun Sunar" userId="3fa9774ca67c7ab5" providerId="LiveId" clId="{C6C8B3FF-0866-486D-BC9E-1F888042E1F4}" dt="2023-10-30T05:54:36.487" v="1310"/>
          <ac:spMkLst>
            <pc:docMk/>
            <pc:sldMk cId="355235048" sldId="338"/>
            <ac:spMk id="4" creationId="{92B3FBC5-03AC-A192-DA1A-B9C48D0202F6}"/>
          </ac:spMkLst>
        </pc:spChg>
        <pc:spChg chg="add del mod">
          <ac:chgData name="Arun Sunar" userId="3fa9774ca67c7ab5" providerId="LiveId" clId="{C6C8B3FF-0866-486D-BC9E-1F888042E1F4}" dt="2023-10-30T05:54:41.771" v="1315"/>
          <ac:spMkLst>
            <pc:docMk/>
            <pc:sldMk cId="355235048" sldId="338"/>
            <ac:spMk id="5" creationId="{2F7ED658-06A7-E4B3-ED55-82BAD6A4DFDC}"/>
          </ac:spMkLst>
        </pc:spChg>
        <pc:spChg chg="mod">
          <ac:chgData name="Arun Sunar" userId="3fa9774ca67c7ab5" providerId="LiveId" clId="{C6C8B3FF-0866-486D-BC9E-1F888042E1F4}" dt="2023-10-30T05:55:01.731" v="1324" actId="20577"/>
          <ac:spMkLst>
            <pc:docMk/>
            <pc:sldMk cId="355235048" sldId="338"/>
            <ac:spMk id="9" creationId="{BDD8D3CC-9BBA-9580-E5C6-0BC38659C5A5}"/>
          </ac:spMkLst>
        </pc:spChg>
        <pc:spChg chg="mod">
          <ac:chgData name="Arun Sunar" userId="3fa9774ca67c7ab5" providerId="LiveId" clId="{C6C8B3FF-0866-486D-BC9E-1F888042E1F4}" dt="2023-10-30T05:55:11.949" v="1327"/>
          <ac:spMkLst>
            <pc:docMk/>
            <pc:sldMk cId="355235048" sldId="338"/>
            <ac:spMk id="11" creationId="{56442EE2-672C-766C-7246-9FD1373D29CF}"/>
          </ac:spMkLst>
        </pc:spChg>
        <pc:picChg chg="add mod">
          <ac:chgData name="Arun Sunar" userId="3fa9774ca67c7ab5" providerId="LiveId" clId="{C6C8B3FF-0866-486D-BC9E-1F888042E1F4}" dt="2023-10-30T05:54:59.043" v="1322" actId="1076"/>
          <ac:picMkLst>
            <pc:docMk/>
            <pc:sldMk cId="355235048" sldId="338"/>
            <ac:picMk id="6" creationId="{2F360356-16EE-9C0C-9AF7-5D1E8E1AA571}"/>
          </ac:picMkLst>
        </pc:picChg>
        <pc:picChg chg="del">
          <ac:chgData name="Arun Sunar" userId="3fa9774ca67c7ab5" providerId="LiveId" clId="{C6C8B3FF-0866-486D-BC9E-1F888042E1F4}" dt="2023-10-30T05:54:51.250" v="1318" actId="478"/>
          <ac:picMkLst>
            <pc:docMk/>
            <pc:sldMk cId="355235048" sldId="338"/>
            <ac:picMk id="7" creationId="{7E024FB1-A740-D46D-857A-2CFF4D610121}"/>
          </ac:picMkLst>
        </pc:picChg>
        <pc:picChg chg="add del">
          <ac:chgData name="Arun Sunar" userId="3fa9774ca67c7ab5" providerId="LiveId" clId="{C6C8B3FF-0866-486D-BC9E-1F888042E1F4}" dt="2023-10-30T05:54:56.246" v="1320"/>
          <ac:picMkLst>
            <pc:docMk/>
            <pc:sldMk cId="355235048" sldId="338"/>
            <ac:picMk id="30724" creationId="{BFBA67BA-559E-2A5F-7B45-A2299B066B19}"/>
          </ac:picMkLst>
        </pc:picChg>
      </pc:sldChg>
      <pc:sldChg chg="addSp delSp modSp add mod">
        <pc:chgData name="Arun Sunar" userId="3fa9774ca67c7ab5" providerId="LiveId" clId="{C6C8B3FF-0866-486D-BC9E-1F888042E1F4}" dt="2023-10-30T05:58:27.861" v="1358" actId="14100"/>
        <pc:sldMkLst>
          <pc:docMk/>
          <pc:sldMk cId="3739542831" sldId="339"/>
        </pc:sldMkLst>
        <pc:spChg chg="mod">
          <ac:chgData name="Arun Sunar" userId="3fa9774ca67c7ab5" providerId="LiveId" clId="{C6C8B3FF-0866-486D-BC9E-1F888042E1F4}" dt="2023-10-30T05:55:22.629" v="1329" actId="20577"/>
          <ac:spMkLst>
            <pc:docMk/>
            <pc:sldMk cId="3739542831" sldId="339"/>
            <ac:spMk id="2" creationId="{0BA5A905-E032-A82C-0E8E-27BA13743E9C}"/>
          </ac:spMkLst>
        </pc:spChg>
        <pc:spChg chg="add del mod">
          <ac:chgData name="Arun Sunar" userId="3fa9774ca67c7ab5" providerId="LiveId" clId="{C6C8B3FF-0866-486D-BC9E-1F888042E1F4}" dt="2023-10-30T05:55:52.778" v="1337"/>
          <ac:spMkLst>
            <pc:docMk/>
            <pc:sldMk cId="3739542831" sldId="339"/>
            <ac:spMk id="3" creationId="{1FE9BDE9-C244-0C2A-352E-9A713F918C8D}"/>
          </ac:spMkLst>
        </pc:spChg>
        <pc:spChg chg="add del mod">
          <ac:chgData name="Arun Sunar" userId="3fa9774ca67c7ab5" providerId="LiveId" clId="{C6C8B3FF-0866-486D-BC9E-1F888042E1F4}" dt="2023-10-30T05:55:52.731" v="1335"/>
          <ac:spMkLst>
            <pc:docMk/>
            <pc:sldMk cId="3739542831" sldId="339"/>
            <ac:spMk id="4" creationId="{AE162013-28C4-9071-AF5A-6CDA26C21452}"/>
          </ac:spMkLst>
        </pc:spChg>
        <pc:spChg chg="del mod">
          <ac:chgData name="Arun Sunar" userId="3fa9774ca67c7ab5" providerId="LiveId" clId="{C6C8B3FF-0866-486D-BC9E-1F888042E1F4}" dt="2023-10-30T05:57:57.379" v="1355" actId="478"/>
          <ac:spMkLst>
            <pc:docMk/>
            <pc:sldMk cId="3739542831" sldId="339"/>
            <ac:spMk id="9" creationId="{BDD8D3CC-9BBA-9580-E5C6-0BC38659C5A5}"/>
          </ac:spMkLst>
        </pc:spChg>
        <pc:spChg chg="del mod">
          <ac:chgData name="Arun Sunar" userId="3fa9774ca67c7ab5" providerId="LiveId" clId="{C6C8B3FF-0866-486D-BC9E-1F888042E1F4}" dt="2023-10-30T05:58:25.290" v="1357" actId="478"/>
          <ac:spMkLst>
            <pc:docMk/>
            <pc:sldMk cId="3739542831" sldId="339"/>
            <ac:spMk id="11" creationId="{56442EE2-672C-766C-7246-9FD1373D29CF}"/>
          </ac:spMkLst>
        </pc:spChg>
        <pc:picChg chg="add mod">
          <ac:chgData name="Arun Sunar" userId="3fa9774ca67c7ab5" providerId="LiveId" clId="{C6C8B3FF-0866-486D-BC9E-1F888042E1F4}" dt="2023-10-30T05:58:27.861" v="1358" actId="14100"/>
          <ac:picMkLst>
            <pc:docMk/>
            <pc:sldMk cId="3739542831" sldId="339"/>
            <ac:picMk id="5" creationId="{8EA9CA60-40CE-1DBF-1AD9-51991609A742}"/>
          </ac:picMkLst>
        </pc:picChg>
        <pc:picChg chg="del mod">
          <ac:chgData name="Arun Sunar" userId="3fa9774ca67c7ab5" providerId="LiveId" clId="{C6C8B3FF-0866-486D-BC9E-1F888042E1F4}" dt="2023-10-30T05:56:59.799" v="1339" actId="478"/>
          <ac:picMkLst>
            <pc:docMk/>
            <pc:sldMk cId="3739542831" sldId="339"/>
            <ac:picMk id="6" creationId="{2F360356-16EE-9C0C-9AF7-5D1E8E1AA571}"/>
          </ac:picMkLst>
        </pc:picChg>
        <pc:picChg chg="add del">
          <ac:chgData name="Arun Sunar" userId="3fa9774ca67c7ab5" providerId="LiveId" clId="{C6C8B3FF-0866-486D-BC9E-1F888042E1F4}" dt="2023-10-30T05:57:09.043" v="1342"/>
          <ac:picMkLst>
            <pc:docMk/>
            <pc:sldMk cId="3739542831" sldId="339"/>
            <ac:picMk id="31747" creationId="{63B61ACF-4E8B-1CB1-DC83-15F9B0EBEE04}"/>
          </ac:picMkLst>
        </pc:picChg>
      </pc:sldChg>
      <pc:sldChg chg="addSp delSp modSp add mod ord">
        <pc:chgData name="Arun Sunar" userId="3fa9774ca67c7ab5" providerId="LiveId" clId="{C6C8B3FF-0866-486D-BC9E-1F888042E1F4}" dt="2023-10-30T05:59:41.132" v="1385"/>
        <pc:sldMkLst>
          <pc:docMk/>
          <pc:sldMk cId="973057992" sldId="340"/>
        </pc:sldMkLst>
        <pc:spChg chg="mod">
          <ac:chgData name="Arun Sunar" userId="3fa9774ca67c7ab5" providerId="LiveId" clId="{C6C8B3FF-0866-486D-BC9E-1F888042E1F4}" dt="2023-10-30T05:59:17.952" v="1379" actId="20577"/>
          <ac:spMkLst>
            <pc:docMk/>
            <pc:sldMk cId="973057992" sldId="340"/>
            <ac:spMk id="2" creationId="{0BA5A905-E032-A82C-0E8E-27BA13743E9C}"/>
          </ac:spMkLst>
        </pc:spChg>
        <pc:spChg chg="mod">
          <ac:chgData name="Arun Sunar" userId="3fa9774ca67c7ab5" providerId="LiveId" clId="{C6C8B3FF-0866-486D-BC9E-1F888042E1F4}" dt="2023-10-30T05:59:41.132" v="1385"/>
          <ac:spMkLst>
            <pc:docMk/>
            <pc:sldMk cId="973057992" sldId="340"/>
            <ac:spMk id="3" creationId="{1FE9BDE9-C244-0C2A-352E-9A713F918C8D}"/>
          </ac:spMkLst>
        </pc:spChg>
        <pc:spChg chg="add del">
          <ac:chgData name="Arun Sunar" userId="3fa9774ca67c7ab5" providerId="LiveId" clId="{C6C8B3FF-0866-486D-BC9E-1F888042E1F4}" dt="2023-10-30T05:59:06.010" v="1363"/>
          <ac:spMkLst>
            <pc:docMk/>
            <pc:sldMk cId="973057992" sldId="340"/>
            <ac:spMk id="4" creationId="{E5244233-DFF7-E192-5D9D-7D20B8CE3D5B}"/>
          </ac:spMkLst>
        </pc:spChg>
        <pc:spChg chg="add del">
          <ac:chgData name="Arun Sunar" userId="3fa9774ca67c7ab5" providerId="LiveId" clId="{C6C8B3FF-0866-486D-BC9E-1F888042E1F4}" dt="2023-10-30T05:59:30.391" v="1382"/>
          <ac:spMkLst>
            <pc:docMk/>
            <pc:sldMk cId="973057992" sldId="340"/>
            <ac:spMk id="5" creationId="{15AB2D7E-E957-AD90-00D9-F3F04EC34780}"/>
          </ac:spMkLst>
        </pc:spChg>
        <pc:spChg chg="add del">
          <ac:chgData name="Arun Sunar" userId="3fa9774ca67c7ab5" providerId="LiveId" clId="{C6C8B3FF-0866-486D-BC9E-1F888042E1F4}" dt="2023-10-30T05:59:34.052" v="1384"/>
          <ac:spMkLst>
            <pc:docMk/>
            <pc:sldMk cId="973057992" sldId="340"/>
            <ac:spMk id="6" creationId="{0CD14C52-2001-5DFB-569F-D3B852B4EB1D}"/>
          </ac:spMkLst>
        </pc:spChg>
      </pc:sldChg>
      <pc:sldChg chg="addSp delSp modSp add mod">
        <pc:chgData name="Arun Sunar" userId="3fa9774ca67c7ab5" providerId="LiveId" clId="{C6C8B3FF-0866-486D-BC9E-1F888042E1F4}" dt="2023-10-30T06:00:44.515" v="1400" actId="1076"/>
        <pc:sldMkLst>
          <pc:docMk/>
          <pc:sldMk cId="2241060011" sldId="341"/>
        </pc:sldMkLst>
        <pc:spChg chg="del">
          <ac:chgData name="Arun Sunar" userId="3fa9774ca67c7ab5" providerId="LiveId" clId="{C6C8B3FF-0866-486D-BC9E-1F888042E1F4}" dt="2023-10-30T06:00:01.409" v="1387" actId="478"/>
          <ac:spMkLst>
            <pc:docMk/>
            <pc:sldMk cId="2241060011" sldId="341"/>
            <ac:spMk id="3" creationId="{1FE9BDE9-C244-0C2A-352E-9A713F918C8D}"/>
          </ac:spMkLst>
        </pc:spChg>
        <pc:spChg chg="add del mod">
          <ac:chgData name="Arun Sunar" userId="3fa9774ca67c7ab5" providerId="LiveId" clId="{C6C8B3FF-0866-486D-BC9E-1F888042E1F4}" dt="2023-10-30T06:00:04.016" v="1388" actId="478"/>
          <ac:spMkLst>
            <pc:docMk/>
            <pc:sldMk cId="2241060011" sldId="341"/>
            <ac:spMk id="5" creationId="{10CD5CE0-AC0B-1393-F5D2-E88B9B178877}"/>
          </ac:spMkLst>
        </pc:spChg>
        <pc:spChg chg="add mod">
          <ac:chgData name="Arun Sunar" userId="3fa9774ca67c7ab5" providerId="LiveId" clId="{C6C8B3FF-0866-486D-BC9E-1F888042E1F4}" dt="2023-10-30T06:00:44.515" v="1400" actId="1076"/>
          <ac:spMkLst>
            <pc:docMk/>
            <pc:sldMk cId="2241060011" sldId="341"/>
            <ac:spMk id="8" creationId="{290A79F5-9265-249F-6798-CF02CA5121A2}"/>
          </ac:spMkLst>
        </pc:spChg>
        <pc:picChg chg="add mod">
          <ac:chgData name="Arun Sunar" userId="3fa9774ca67c7ab5" providerId="LiveId" clId="{C6C8B3FF-0866-486D-BC9E-1F888042E1F4}" dt="2023-10-30T06:00:36.797" v="1399" actId="1076"/>
          <ac:picMkLst>
            <pc:docMk/>
            <pc:sldMk cId="2241060011" sldId="341"/>
            <ac:picMk id="6" creationId="{69B860E2-7698-431D-4F15-7BAA67A8AC11}"/>
          </ac:picMkLst>
        </pc:picChg>
        <pc:picChg chg="add del">
          <ac:chgData name="Arun Sunar" userId="3fa9774ca67c7ab5" providerId="LiveId" clId="{C6C8B3FF-0866-486D-BC9E-1F888042E1F4}" dt="2023-10-30T06:00:08.692" v="1392"/>
          <ac:picMkLst>
            <pc:docMk/>
            <pc:sldMk cId="2241060011" sldId="341"/>
            <ac:picMk id="33794" creationId="{15A9D5E3-7554-2CAD-72C9-4E1827984C67}"/>
          </ac:picMkLst>
        </pc:picChg>
      </pc:sldChg>
      <pc:sldChg chg="addSp delSp modSp add mod ord">
        <pc:chgData name="Arun Sunar" userId="3fa9774ca67c7ab5" providerId="LiveId" clId="{C6C8B3FF-0866-486D-BC9E-1F888042E1F4}" dt="2023-10-30T06:01:39.704" v="1435" actId="27636"/>
        <pc:sldMkLst>
          <pc:docMk/>
          <pc:sldMk cId="1364507937" sldId="342"/>
        </pc:sldMkLst>
        <pc:spChg chg="mod">
          <ac:chgData name="Arun Sunar" userId="3fa9774ca67c7ab5" providerId="LiveId" clId="{C6C8B3FF-0866-486D-BC9E-1F888042E1F4}" dt="2023-10-30T06:01:00.038" v="1404"/>
          <ac:spMkLst>
            <pc:docMk/>
            <pc:sldMk cId="1364507937" sldId="342"/>
            <ac:spMk id="2" creationId="{0BA5A905-E032-A82C-0E8E-27BA13743E9C}"/>
          </ac:spMkLst>
        </pc:spChg>
        <pc:spChg chg="mod">
          <ac:chgData name="Arun Sunar" userId="3fa9774ca67c7ab5" providerId="LiveId" clId="{C6C8B3FF-0866-486D-BC9E-1F888042E1F4}" dt="2023-10-30T06:01:39.704" v="1435" actId="27636"/>
          <ac:spMkLst>
            <pc:docMk/>
            <pc:sldMk cId="1364507937" sldId="342"/>
            <ac:spMk id="3" creationId="{1FE9BDE9-C244-0C2A-352E-9A713F918C8D}"/>
          </ac:spMkLst>
        </pc:spChg>
        <pc:spChg chg="add del">
          <ac:chgData name="Arun Sunar" userId="3fa9774ca67c7ab5" providerId="LiveId" clId="{C6C8B3FF-0866-486D-BC9E-1F888042E1F4}" dt="2023-10-30T06:01:18.599" v="1406"/>
          <ac:spMkLst>
            <pc:docMk/>
            <pc:sldMk cId="1364507937" sldId="342"/>
            <ac:spMk id="4" creationId="{37117B07-649E-AA62-0B46-BB9A2F4C8429}"/>
          </ac:spMkLst>
        </pc:spChg>
      </pc:sldChg>
      <pc:sldChg chg="addSp delSp modSp add mod">
        <pc:chgData name="Arun Sunar" userId="3fa9774ca67c7ab5" providerId="LiveId" clId="{C6C8B3FF-0866-486D-BC9E-1F888042E1F4}" dt="2023-10-30T06:03:19.846" v="1453" actId="14100"/>
        <pc:sldMkLst>
          <pc:docMk/>
          <pc:sldMk cId="2398557519" sldId="343"/>
        </pc:sldMkLst>
        <pc:spChg chg="mod">
          <ac:chgData name="Arun Sunar" userId="3fa9774ca67c7ab5" providerId="LiveId" clId="{C6C8B3FF-0866-486D-BC9E-1F888042E1F4}" dt="2023-10-30T06:02:20.195" v="1439"/>
          <ac:spMkLst>
            <pc:docMk/>
            <pc:sldMk cId="2398557519" sldId="343"/>
            <ac:spMk id="2" creationId="{0BA5A905-E032-A82C-0E8E-27BA13743E9C}"/>
          </ac:spMkLst>
        </pc:spChg>
        <pc:spChg chg="mod">
          <ac:chgData name="Arun Sunar" userId="3fa9774ca67c7ab5" providerId="LiveId" clId="{C6C8B3FF-0866-486D-BC9E-1F888042E1F4}" dt="2023-10-30T06:02:32.072" v="1442"/>
          <ac:spMkLst>
            <pc:docMk/>
            <pc:sldMk cId="2398557519" sldId="343"/>
            <ac:spMk id="3" creationId="{1FE9BDE9-C244-0C2A-352E-9A713F918C8D}"/>
          </ac:spMkLst>
        </pc:spChg>
        <pc:spChg chg="add mod">
          <ac:chgData name="Arun Sunar" userId="3fa9774ca67c7ab5" providerId="LiveId" clId="{C6C8B3FF-0866-486D-BC9E-1F888042E1F4}" dt="2023-10-30T06:03:19.846" v="1453" actId="14100"/>
          <ac:spMkLst>
            <pc:docMk/>
            <pc:sldMk cId="2398557519" sldId="343"/>
            <ac:spMk id="6" creationId="{B5E4545F-A4BD-675C-38C5-46DD0DF53A84}"/>
          </ac:spMkLst>
        </pc:spChg>
        <pc:picChg chg="add mod">
          <ac:chgData name="Arun Sunar" userId="3fa9774ca67c7ab5" providerId="LiveId" clId="{C6C8B3FF-0866-486D-BC9E-1F888042E1F4}" dt="2023-10-30T06:02:56.352" v="1449" actId="1076"/>
          <ac:picMkLst>
            <pc:docMk/>
            <pc:sldMk cId="2398557519" sldId="343"/>
            <ac:picMk id="4" creationId="{217A2AE4-2DE4-14D0-D7FA-117E33C9FE50}"/>
          </ac:picMkLst>
        </pc:picChg>
        <pc:picChg chg="add del">
          <ac:chgData name="Arun Sunar" userId="3fa9774ca67c7ab5" providerId="LiveId" clId="{C6C8B3FF-0866-486D-BC9E-1F888042E1F4}" dt="2023-10-30T06:02:44.840" v="1444"/>
          <ac:picMkLst>
            <pc:docMk/>
            <pc:sldMk cId="2398557519" sldId="343"/>
            <ac:picMk id="35842" creationId="{9DA61E50-9785-4C37-DE50-D1C23328BF80}"/>
          </ac:picMkLst>
        </pc:picChg>
      </pc:sldChg>
      <pc:sldChg chg="addSp delSp modSp add mod">
        <pc:chgData name="Arun Sunar" userId="3fa9774ca67c7ab5" providerId="LiveId" clId="{C6C8B3FF-0866-486D-BC9E-1F888042E1F4}" dt="2023-10-30T06:05:24.560" v="1486" actId="1076"/>
        <pc:sldMkLst>
          <pc:docMk/>
          <pc:sldMk cId="452606408" sldId="344"/>
        </pc:sldMkLst>
        <pc:spChg chg="mod">
          <ac:chgData name="Arun Sunar" userId="3fa9774ca67c7ab5" providerId="LiveId" clId="{C6C8B3FF-0866-486D-BC9E-1F888042E1F4}" dt="2023-10-30T06:03:43.762" v="1457"/>
          <ac:spMkLst>
            <pc:docMk/>
            <pc:sldMk cId="452606408" sldId="344"/>
            <ac:spMk id="3" creationId="{1FE9BDE9-C244-0C2A-352E-9A713F918C8D}"/>
          </ac:spMkLst>
        </pc:spChg>
        <pc:spChg chg="del">
          <ac:chgData name="Arun Sunar" userId="3fa9774ca67c7ab5" providerId="LiveId" clId="{C6C8B3FF-0866-486D-BC9E-1F888042E1F4}" dt="2023-10-30T06:04:02.633" v="1464" actId="478"/>
          <ac:spMkLst>
            <pc:docMk/>
            <pc:sldMk cId="452606408" sldId="344"/>
            <ac:spMk id="6" creationId="{B5E4545F-A4BD-675C-38C5-46DD0DF53A84}"/>
          </ac:spMkLst>
        </pc:spChg>
        <pc:spChg chg="add mod">
          <ac:chgData name="Arun Sunar" userId="3fa9774ca67c7ab5" providerId="LiveId" clId="{C6C8B3FF-0866-486D-BC9E-1F888042E1F4}" dt="2023-10-30T06:04:33.392" v="1475" actId="1076"/>
          <ac:spMkLst>
            <pc:docMk/>
            <pc:sldMk cId="452606408" sldId="344"/>
            <ac:spMk id="9" creationId="{9D94E852-79BD-A40B-F6D8-94D39243695C}"/>
          </ac:spMkLst>
        </pc:spChg>
        <pc:spChg chg="add mod">
          <ac:chgData name="Arun Sunar" userId="3fa9774ca67c7ab5" providerId="LiveId" clId="{C6C8B3FF-0866-486D-BC9E-1F888042E1F4}" dt="2023-10-30T06:05:08.588" v="1482"/>
          <ac:spMkLst>
            <pc:docMk/>
            <pc:sldMk cId="452606408" sldId="344"/>
            <ac:spMk id="11" creationId="{10D16336-9E03-5ADE-25F8-C54A9C2FC9CD}"/>
          </ac:spMkLst>
        </pc:spChg>
        <pc:spChg chg="add mod">
          <ac:chgData name="Arun Sunar" userId="3fa9774ca67c7ab5" providerId="LiveId" clId="{C6C8B3FF-0866-486D-BC9E-1F888042E1F4}" dt="2023-10-30T06:05:24.560" v="1486" actId="1076"/>
          <ac:spMkLst>
            <pc:docMk/>
            <pc:sldMk cId="452606408" sldId="344"/>
            <ac:spMk id="13" creationId="{2887D2D2-0488-02AC-1A1D-ECAE70118C77}"/>
          </ac:spMkLst>
        </pc:spChg>
        <pc:picChg chg="del">
          <ac:chgData name="Arun Sunar" userId="3fa9774ca67c7ab5" providerId="LiveId" clId="{C6C8B3FF-0866-486D-BC9E-1F888042E1F4}" dt="2023-10-30T06:03:46.076" v="1458" actId="478"/>
          <ac:picMkLst>
            <pc:docMk/>
            <pc:sldMk cId="452606408" sldId="344"/>
            <ac:picMk id="4" creationId="{217A2AE4-2DE4-14D0-D7FA-117E33C9FE50}"/>
          </ac:picMkLst>
        </pc:picChg>
        <pc:picChg chg="add del mod">
          <ac:chgData name="Arun Sunar" userId="3fa9774ca67c7ab5" providerId="LiveId" clId="{C6C8B3FF-0866-486D-BC9E-1F888042E1F4}" dt="2023-10-30T06:03:58.768" v="1463" actId="478"/>
          <ac:picMkLst>
            <pc:docMk/>
            <pc:sldMk cId="452606408" sldId="344"/>
            <ac:picMk id="5" creationId="{82B56B29-2EBE-DBE0-AFA0-FB27CD099060}"/>
          </ac:picMkLst>
        </pc:picChg>
        <pc:picChg chg="add mod">
          <ac:chgData name="Arun Sunar" userId="3fa9774ca67c7ab5" providerId="LiveId" clId="{C6C8B3FF-0866-486D-BC9E-1F888042E1F4}" dt="2023-10-30T06:04:18.747" v="1470" actId="14100"/>
          <ac:picMkLst>
            <pc:docMk/>
            <pc:sldMk cId="452606408" sldId="344"/>
            <ac:picMk id="7" creationId="{1BF10223-9E8F-BFE0-D730-6FC55D508EFB}"/>
          </ac:picMkLst>
        </pc:picChg>
        <pc:picChg chg="add del">
          <ac:chgData name="Arun Sunar" userId="3fa9774ca67c7ab5" providerId="LiveId" clId="{C6C8B3FF-0866-486D-BC9E-1F888042E1F4}" dt="2023-10-30T06:03:54.823" v="1460"/>
          <ac:picMkLst>
            <pc:docMk/>
            <pc:sldMk cId="452606408" sldId="344"/>
            <ac:picMk id="36866" creationId="{D6BD485E-1755-1E94-0340-3E09A5D981B1}"/>
          </ac:picMkLst>
        </pc:picChg>
        <pc:picChg chg="add del">
          <ac:chgData name="Arun Sunar" userId="3fa9774ca67c7ab5" providerId="LiveId" clId="{C6C8B3FF-0866-486D-BC9E-1F888042E1F4}" dt="2023-10-30T06:04:06.330" v="1466"/>
          <ac:picMkLst>
            <pc:docMk/>
            <pc:sldMk cId="452606408" sldId="344"/>
            <ac:picMk id="36868" creationId="{61191FA9-57B0-01C9-3708-AB9E47F7B54F}"/>
          </ac:picMkLst>
        </pc:picChg>
      </pc:sldChg>
      <pc:sldChg chg="add">
        <pc:chgData name="Arun Sunar" userId="3fa9774ca67c7ab5" providerId="LiveId" clId="{C6C8B3FF-0866-486D-BC9E-1F888042E1F4}" dt="2023-10-30T06:06:54.962" v="1487" actId="2890"/>
        <pc:sldMkLst>
          <pc:docMk/>
          <pc:sldMk cId="3843180017" sldId="345"/>
        </pc:sldMkLst>
      </pc:sldChg>
      <pc:sldChg chg="addSp delSp modSp add mod">
        <pc:chgData name="Arun Sunar" userId="3fa9774ca67c7ab5" providerId="LiveId" clId="{C6C8B3FF-0866-486D-BC9E-1F888042E1F4}" dt="2023-10-30T06:08:43.945" v="1517" actId="1076"/>
        <pc:sldMkLst>
          <pc:docMk/>
          <pc:sldMk cId="281942220" sldId="346"/>
        </pc:sldMkLst>
        <pc:spChg chg="mod">
          <ac:chgData name="Arun Sunar" userId="3fa9774ca67c7ab5" providerId="LiveId" clId="{C6C8B3FF-0866-486D-BC9E-1F888042E1F4}" dt="2023-10-30T06:08:28.406" v="1512" actId="27636"/>
          <ac:spMkLst>
            <pc:docMk/>
            <pc:sldMk cId="281942220" sldId="346"/>
            <ac:spMk id="3" creationId="{5F97B7C5-75AC-9DD8-BF11-267D454B0E18}"/>
          </ac:spMkLst>
        </pc:spChg>
        <pc:picChg chg="add mod">
          <ac:chgData name="Arun Sunar" userId="3fa9774ca67c7ab5" providerId="LiveId" clId="{C6C8B3FF-0866-486D-BC9E-1F888042E1F4}" dt="2023-10-30T06:08:43.945" v="1517" actId="1076"/>
          <ac:picMkLst>
            <pc:docMk/>
            <pc:sldMk cId="281942220" sldId="346"/>
            <ac:picMk id="4" creationId="{E943C6A6-C188-D55F-8801-61C1FD4C470B}"/>
          </ac:picMkLst>
        </pc:picChg>
        <pc:picChg chg="add del">
          <ac:chgData name="Arun Sunar" userId="3fa9774ca67c7ab5" providerId="LiveId" clId="{C6C8B3FF-0866-486D-BC9E-1F888042E1F4}" dt="2023-10-30T06:08:37.490" v="1514"/>
          <ac:picMkLst>
            <pc:docMk/>
            <pc:sldMk cId="281942220" sldId="346"/>
            <ac:picMk id="37890" creationId="{160EC7E3-7C8C-8A1C-2EEF-7D7F064A7342}"/>
          </ac:picMkLst>
        </pc:picChg>
      </pc:sldChg>
      <pc:sldChg chg="add del">
        <pc:chgData name="Arun Sunar" userId="3fa9774ca67c7ab5" providerId="LiveId" clId="{C6C8B3FF-0866-486D-BC9E-1F888042E1F4}" dt="2023-10-30T06:10:02.587" v="1519" actId="47"/>
        <pc:sldMkLst>
          <pc:docMk/>
          <pc:sldMk cId="1000597916" sldId="347"/>
        </pc:sldMkLst>
      </pc:sldChg>
      <pc:sldChg chg="addSp delSp modSp new mod">
        <pc:chgData name="Arun Sunar" userId="3fa9774ca67c7ab5" providerId="LiveId" clId="{C6C8B3FF-0866-486D-BC9E-1F888042E1F4}" dt="2023-10-31T05:51:14.531" v="1592" actId="27636"/>
        <pc:sldMkLst>
          <pc:docMk/>
          <pc:sldMk cId="2387664541" sldId="347"/>
        </pc:sldMkLst>
        <pc:spChg chg="mod">
          <ac:chgData name="Arun Sunar" userId="3fa9774ca67c7ab5" providerId="LiveId" clId="{C6C8B3FF-0866-486D-BC9E-1F888042E1F4}" dt="2023-10-31T03:33:46.718" v="1532" actId="14100"/>
          <ac:spMkLst>
            <pc:docMk/>
            <pc:sldMk cId="2387664541" sldId="347"/>
            <ac:spMk id="2" creationId="{BBB80B84-36D9-332E-37CD-9ED76175B132}"/>
          </ac:spMkLst>
        </pc:spChg>
        <pc:spChg chg="mod">
          <ac:chgData name="Arun Sunar" userId="3fa9774ca67c7ab5" providerId="LiveId" clId="{C6C8B3FF-0866-486D-BC9E-1F888042E1F4}" dt="2023-10-31T05:51:14.531" v="1592" actId="27636"/>
          <ac:spMkLst>
            <pc:docMk/>
            <pc:sldMk cId="2387664541" sldId="347"/>
            <ac:spMk id="3" creationId="{CB3BA73E-16F4-3DA1-6DCA-C9F0ED520CDF}"/>
          </ac:spMkLst>
        </pc:spChg>
        <pc:spChg chg="add del">
          <ac:chgData name="Arun Sunar" userId="3fa9774ca67c7ab5" providerId="LiveId" clId="{C6C8B3FF-0866-486D-BC9E-1F888042E1F4}" dt="2023-10-31T05:51:14.375" v="1589"/>
          <ac:spMkLst>
            <pc:docMk/>
            <pc:sldMk cId="2387664541" sldId="347"/>
            <ac:spMk id="4" creationId="{71434BC0-8DCE-5052-BA04-F72B24062281}"/>
          </ac:spMkLst>
        </pc:spChg>
      </pc:sldChg>
      <pc:sldChg chg="modSp add mod ord">
        <pc:chgData name="Arun Sunar" userId="3fa9774ca67c7ab5" providerId="LiveId" clId="{C6C8B3FF-0866-486D-BC9E-1F888042E1F4}" dt="2023-10-31T03:51:45.516" v="1568" actId="20577"/>
        <pc:sldMkLst>
          <pc:docMk/>
          <pc:sldMk cId="3148513229" sldId="348"/>
        </pc:sldMkLst>
        <pc:spChg chg="mod">
          <ac:chgData name="Arun Sunar" userId="3fa9774ca67c7ab5" providerId="LiveId" clId="{C6C8B3FF-0866-486D-BC9E-1F888042E1F4}" dt="2023-10-31T03:44:46.340" v="1562"/>
          <ac:spMkLst>
            <pc:docMk/>
            <pc:sldMk cId="3148513229" sldId="348"/>
            <ac:spMk id="2" creationId="{0BA5A905-E032-A82C-0E8E-27BA13743E9C}"/>
          </ac:spMkLst>
        </pc:spChg>
        <pc:spChg chg="mod">
          <ac:chgData name="Arun Sunar" userId="3fa9774ca67c7ab5" providerId="LiveId" clId="{C6C8B3FF-0866-486D-BC9E-1F888042E1F4}" dt="2023-10-31T03:51:45.516" v="1568" actId="20577"/>
          <ac:spMkLst>
            <pc:docMk/>
            <pc:sldMk cId="3148513229" sldId="348"/>
            <ac:spMk id="3" creationId="{1FE9BDE9-C244-0C2A-352E-9A713F918C8D}"/>
          </ac:spMkLst>
        </pc:spChg>
      </pc:sldChg>
      <pc:sldChg chg="modSp add mod">
        <pc:chgData name="Arun Sunar" userId="3fa9774ca67c7ab5" providerId="LiveId" clId="{C6C8B3FF-0866-486D-BC9E-1F888042E1F4}" dt="2023-10-31T03:54:31.275" v="1578" actId="20577"/>
        <pc:sldMkLst>
          <pc:docMk/>
          <pc:sldMk cId="765145286" sldId="349"/>
        </pc:sldMkLst>
        <pc:spChg chg="mod">
          <ac:chgData name="Arun Sunar" userId="3fa9774ca67c7ab5" providerId="LiveId" clId="{C6C8B3FF-0866-486D-BC9E-1F888042E1F4}" dt="2023-10-31T03:52:26.702" v="1572"/>
          <ac:spMkLst>
            <pc:docMk/>
            <pc:sldMk cId="765145286" sldId="349"/>
            <ac:spMk id="2" creationId="{0BA5A905-E032-A82C-0E8E-27BA13743E9C}"/>
          </ac:spMkLst>
        </pc:spChg>
        <pc:spChg chg="mod">
          <ac:chgData name="Arun Sunar" userId="3fa9774ca67c7ab5" providerId="LiveId" clId="{C6C8B3FF-0866-486D-BC9E-1F888042E1F4}" dt="2023-10-31T03:54:31.275" v="1578" actId="20577"/>
          <ac:spMkLst>
            <pc:docMk/>
            <pc:sldMk cId="765145286" sldId="349"/>
            <ac:spMk id="3" creationId="{1FE9BDE9-C244-0C2A-352E-9A713F918C8D}"/>
          </ac:spMkLst>
        </pc:spChg>
      </pc:sldChg>
      <pc:sldChg chg="modSp add mod">
        <pc:chgData name="Arun Sunar" userId="3fa9774ca67c7ab5" providerId="LiveId" clId="{C6C8B3FF-0866-486D-BC9E-1F888042E1F4}" dt="2023-10-31T04:08:48.977" v="1586"/>
        <pc:sldMkLst>
          <pc:docMk/>
          <pc:sldMk cId="3334595672" sldId="350"/>
        </pc:sldMkLst>
        <pc:spChg chg="mod">
          <ac:chgData name="Arun Sunar" userId="3fa9774ca67c7ab5" providerId="LiveId" clId="{C6C8B3FF-0866-486D-BC9E-1F888042E1F4}" dt="2023-10-31T04:07:46.632" v="1583"/>
          <ac:spMkLst>
            <pc:docMk/>
            <pc:sldMk cId="3334595672" sldId="350"/>
            <ac:spMk id="2" creationId="{0BA5A905-E032-A82C-0E8E-27BA13743E9C}"/>
          </ac:spMkLst>
        </pc:spChg>
        <pc:spChg chg="mod">
          <ac:chgData name="Arun Sunar" userId="3fa9774ca67c7ab5" providerId="LiveId" clId="{C6C8B3FF-0866-486D-BC9E-1F888042E1F4}" dt="2023-10-31T04:08:48.977" v="1586"/>
          <ac:spMkLst>
            <pc:docMk/>
            <pc:sldMk cId="3334595672" sldId="350"/>
            <ac:spMk id="3" creationId="{1FE9BDE9-C244-0C2A-352E-9A713F918C8D}"/>
          </ac:spMkLst>
        </pc:spChg>
      </pc:sldChg>
      <pc:sldChg chg="delSp modSp add mod">
        <pc:chgData name="Arun Sunar" userId="3fa9774ca67c7ab5" providerId="LiveId" clId="{C6C8B3FF-0866-486D-BC9E-1F888042E1F4}" dt="2023-11-22T02:24:16.998" v="1639"/>
        <pc:sldMkLst>
          <pc:docMk/>
          <pc:sldMk cId="3917960905" sldId="351"/>
        </pc:sldMkLst>
        <pc:spChg chg="mod">
          <ac:chgData name="Arun Sunar" userId="3fa9774ca67c7ab5" providerId="LiveId" clId="{C6C8B3FF-0866-486D-BC9E-1F888042E1F4}" dt="2023-11-22T02:23:13.166" v="1627" actId="14100"/>
          <ac:spMkLst>
            <pc:docMk/>
            <pc:sldMk cId="3917960905" sldId="351"/>
            <ac:spMk id="2" creationId="{45A9FE24-6AAB-4FEF-5E15-E3C1139FA6A9}"/>
          </ac:spMkLst>
        </pc:spChg>
        <pc:spChg chg="mod">
          <ac:chgData name="Arun Sunar" userId="3fa9774ca67c7ab5" providerId="LiveId" clId="{C6C8B3FF-0866-486D-BC9E-1F888042E1F4}" dt="2023-11-22T02:24:16.998" v="1639"/>
          <ac:spMkLst>
            <pc:docMk/>
            <pc:sldMk cId="3917960905" sldId="351"/>
            <ac:spMk id="3" creationId="{5F97B7C5-75AC-9DD8-BF11-267D454B0E18}"/>
          </ac:spMkLst>
        </pc:spChg>
        <pc:picChg chg="del mod">
          <ac:chgData name="Arun Sunar" userId="3fa9774ca67c7ab5" providerId="LiveId" clId="{C6C8B3FF-0866-486D-BC9E-1F888042E1F4}" dt="2023-11-22T02:23:19.741" v="1630" actId="478"/>
          <ac:picMkLst>
            <pc:docMk/>
            <pc:sldMk cId="3917960905" sldId="351"/>
            <ac:picMk id="4" creationId="{E943C6A6-C188-D55F-8801-61C1FD4C470B}"/>
          </ac:picMkLst>
        </pc:picChg>
      </pc:sldChg>
      <pc:sldChg chg="modSp add mod">
        <pc:chgData name="Arun Sunar" userId="3fa9774ca67c7ab5" providerId="LiveId" clId="{C6C8B3FF-0866-486D-BC9E-1F888042E1F4}" dt="2023-11-22T02:24:40.603" v="1643"/>
        <pc:sldMkLst>
          <pc:docMk/>
          <pc:sldMk cId="3576296320" sldId="352"/>
        </pc:sldMkLst>
        <pc:spChg chg="mod">
          <ac:chgData name="Arun Sunar" userId="3fa9774ca67c7ab5" providerId="LiveId" clId="{C6C8B3FF-0866-486D-BC9E-1F888042E1F4}" dt="2023-11-22T02:24:40.603" v="1643"/>
          <ac:spMkLst>
            <pc:docMk/>
            <pc:sldMk cId="3576296320" sldId="352"/>
            <ac:spMk id="3" creationId="{5F97B7C5-75AC-9DD8-BF11-267D454B0E18}"/>
          </ac:spMkLst>
        </pc:spChg>
      </pc:sldChg>
      <pc:sldChg chg="modSp add mod">
        <pc:chgData name="Arun Sunar" userId="3fa9774ca67c7ab5" providerId="LiveId" clId="{C6C8B3FF-0866-486D-BC9E-1F888042E1F4}" dt="2023-11-22T02:25:20.995" v="1655" actId="27636"/>
        <pc:sldMkLst>
          <pc:docMk/>
          <pc:sldMk cId="1225799052" sldId="353"/>
        </pc:sldMkLst>
        <pc:spChg chg="mod">
          <ac:chgData name="Arun Sunar" userId="3fa9774ca67c7ab5" providerId="LiveId" clId="{C6C8B3FF-0866-486D-BC9E-1F888042E1F4}" dt="2023-11-22T02:24:54.645" v="1647"/>
          <ac:spMkLst>
            <pc:docMk/>
            <pc:sldMk cId="1225799052" sldId="353"/>
            <ac:spMk id="2" creationId="{45A9FE24-6AAB-4FEF-5E15-E3C1139FA6A9}"/>
          </ac:spMkLst>
        </pc:spChg>
        <pc:spChg chg="mod">
          <ac:chgData name="Arun Sunar" userId="3fa9774ca67c7ab5" providerId="LiveId" clId="{C6C8B3FF-0866-486D-BC9E-1F888042E1F4}" dt="2023-11-22T02:25:20.995" v="1655" actId="27636"/>
          <ac:spMkLst>
            <pc:docMk/>
            <pc:sldMk cId="1225799052" sldId="353"/>
            <ac:spMk id="3" creationId="{5F97B7C5-75AC-9DD8-BF11-267D454B0E18}"/>
          </ac:spMkLst>
        </pc:spChg>
      </pc:sldChg>
      <pc:sldChg chg="add">
        <pc:chgData name="Arun Sunar" userId="3fa9774ca67c7ab5" providerId="LiveId" clId="{C6C8B3FF-0866-486D-BC9E-1F888042E1F4}" dt="2023-11-22T03:33:25.804" v="1667" actId="2890"/>
        <pc:sldMkLst>
          <pc:docMk/>
          <pc:sldMk cId="865389245" sldId="354"/>
        </pc:sldMkLst>
      </pc:sldChg>
      <pc:sldChg chg="addSp delSp modSp add mod ord">
        <pc:chgData name="Arun Sunar" userId="3fa9774ca67c7ab5" providerId="LiveId" clId="{C6C8B3FF-0866-486D-BC9E-1F888042E1F4}" dt="2023-11-22T03:43:07.680" v="1756" actId="20577"/>
        <pc:sldMkLst>
          <pc:docMk/>
          <pc:sldMk cId="3802104853" sldId="355"/>
        </pc:sldMkLst>
        <pc:spChg chg="add mod">
          <ac:chgData name="Arun Sunar" userId="3fa9774ca67c7ab5" providerId="LiveId" clId="{C6C8B3FF-0866-486D-BC9E-1F888042E1F4}" dt="2023-11-22T03:43:07.680" v="1756" actId="20577"/>
          <ac:spMkLst>
            <pc:docMk/>
            <pc:sldMk cId="3802104853" sldId="355"/>
            <ac:spMk id="5" creationId="{DA0F2F59-DF72-EF46-C886-BCD47C2436A4}"/>
          </ac:spMkLst>
        </pc:spChg>
        <pc:spChg chg="mod">
          <ac:chgData name="Arun Sunar" userId="3fa9774ca67c7ab5" providerId="LiveId" clId="{C6C8B3FF-0866-486D-BC9E-1F888042E1F4}" dt="2023-11-22T03:42:32.399" v="1748" actId="1076"/>
          <ac:spMkLst>
            <pc:docMk/>
            <pc:sldMk cId="3802104853" sldId="355"/>
            <ac:spMk id="6" creationId="{A3AFB88E-2AE4-EAC7-7684-18592DF92055}"/>
          </ac:spMkLst>
        </pc:spChg>
        <pc:picChg chg="add del">
          <ac:chgData name="Arun Sunar" userId="3fa9774ca67c7ab5" providerId="LiveId" clId="{C6C8B3FF-0866-486D-BC9E-1F888042E1F4}" dt="2023-11-22T03:35:50.241" v="1686"/>
          <ac:picMkLst>
            <pc:docMk/>
            <pc:sldMk cId="3802104853" sldId="355"/>
            <ac:picMk id="2" creationId="{5E849F41-5693-29A2-F3BF-9214E752CFCC}"/>
          </ac:picMkLst>
        </pc:picChg>
        <pc:picChg chg="add del mod">
          <ac:chgData name="Arun Sunar" userId="3fa9774ca67c7ab5" providerId="LiveId" clId="{C6C8B3FF-0866-486D-BC9E-1F888042E1F4}" dt="2023-11-22T03:41:54.946" v="1738" actId="478"/>
          <ac:picMkLst>
            <pc:docMk/>
            <pc:sldMk cId="3802104853" sldId="355"/>
            <ac:picMk id="3" creationId="{25DA05C7-F9B8-141D-60D0-2F11A7906360}"/>
          </ac:picMkLst>
        </pc:picChg>
        <pc:picChg chg="add mod">
          <ac:chgData name="Arun Sunar" userId="3fa9774ca67c7ab5" providerId="LiveId" clId="{C6C8B3FF-0866-486D-BC9E-1F888042E1F4}" dt="2023-11-22T03:42:36.575" v="1751" actId="1076"/>
          <ac:picMkLst>
            <pc:docMk/>
            <pc:sldMk cId="3802104853" sldId="355"/>
            <ac:picMk id="7" creationId="{B0CB6673-49C9-004B-0C5C-F2E1CD9473F5}"/>
          </ac:picMkLst>
        </pc:picChg>
        <pc:picChg chg="del">
          <ac:chgData name="Arun Sunar" userId="3fa9774ca67c7ab5" providerId="LiveId" clId="{C6C8B3FF-0866-486D-BC9E-1F888042E1F4}" dt="2023-11-22T03:35:44.885" v="1684" actId="478"/>
          <ac:picMkLst>
            <pc:docMk/>
            <pc:sldMk cId="3802104853" sldId="355"/>
            <ac:picMk id="1026" creationId="{BC4067A5-CCB7-55DB-089C-D5DA77F71C4B}"/>
          </ac:picMkLst>
        </pc:picChg>
        <pc:picChg chg="add del">
          <ac:chgData name="Arun Sunar" userId="3fa9774ca67c7ab5" providerId="LiveId" clId="{C6C8B3FF-0866-486D-BC9E-1F888042E1F4}" dt="2023-11-22T03:41:58.820" v="1740"/>
          <ac:picMkLst>
            <pc:docMk/>
            <pc:sldMk cId="3802104853" sldId="355"/>
            <ac:picMk id="1028" creationId="{051178DC-7FBF-2CA8-5937-DF0C2C37E39D}"/>
          </ac:picMkLst>
        </pc:picChg>
      </pc:sldChg>
      <pc:sldChg chg="delSp modSp add mod">
        <pc:chgData name="Arun Sunar" userId="3fa9774ca67c7ab5" providerId="LiveId" clId="{C6C8B3FF-0866-486D-BC9E-1F888042E1F4}" dt="2023-12-14T03:53:33.620" v="1875"/>
        <pc:sldMkLst>
          <pc:docMk/>
          <pc:sldMk cId="2304025582" sldId="356"/>
        </pc:sldMkLst>
        <pc:spChg chg="mod">
          <ac:chgData name="Arun Sunar" userId="3fa9774ca67c7ab5" providerId="LiveId" clId="{C6C8B3FF-0866-486D-BC9E-1F888042E1F4}" dt="2023-12-14T03:53:33.620" v="1875"/>
          <ac:spMkLst>
            <pc:docMk/>
            <pc:sldMk cId="2304025582" sldId="356"/>
            <ac:spMk id="3" creationId="{E14FD1FD-4B97-5FDB-55F2-BA791EAAD157}"/>
          </ac:spMkLst>
        </pc:spChg>
        <pc:spChg chg="mod">
          <ac:chgData name="Arun Sunar" userId="3fa9774ca67c7ab5" providerId="LiveId" clId="{C6C8B3FF-0866-486D-BC9E-1F888042E1F4}" dt="2023-12-14T03:52:33.063" v="1868" actId="1076"/>
          <ac:spMkLst>
            <pc:docMk/>
            <pc:sldMk cId="2304025582" sldId="356"/>
            <ac:spMk id="6" creationId="{957327B2-FD8B-2B8A-B44A-7177D65444D4}"/>
          </ac:spMkLst>
        </pc:spChg>
        <pc:picChg chg="del">
          <ac:chgData name="Arun Sunar" userId="3fa9774ca67c7ab5" providerId="LiveId" clId="{C6C8B3FF-0866-486D-BC9E-1F888042E1F4}" dt="2023-11-22T11:10:13.459" v="1762" actId="478"/>
          <ac:picMkLst>
            <pc:docMk/>
            <pc:sldMk cId="2304025582" sldId="356"/>
            <ac:picMk id="5" creationId="{38BC3283-D5DE-04B9-BDD8-A21681EDA5F7}"/>
          </ac:picMkLst>
        </pc:picChg>
      </pc:sldChg>
      <pc:sldChg chg="add">
        <pc:chgData name="Arun Sunar" userId="3fa9774ca67c7ab5" providerId="LiveId" clId="{C6C8B3FF-0866-486D-BC9E-1F888042E1F4}" dt="2023-11-22T11:28:48.916" v="1768" actId="2890"/>
        <pc:sldMkLst>
          <pc:docMk/>
          <pc:sldMk cId="2343441777" sldId="357"/>
        </pc:sldMkLst>
      </pc:sldChg>
      <pc:sldChg chg="modSp add mod">
        <pc:chgData name="Arun Sunar" userId="3fa9774ca67c7ab5" providerId="LiveId" clId="{C6C8B3FF-0866-486D-BC9E-1F888042E1F4}" dt="2024-02-13T13:16:02.112" v="1883" actId="20577"/>
        <pc:sldMkLst>
          <pc:docMk/>
          <pc:sldMk cId="1892974794" sldId="358"/>
        </pc:sldMkLst>
        <pc:spChg chg="mod">
          <ac:chgData name="Arun Sunar" userId="3fa9774ca67c7ab5" providerId="LiveId" clId="{C6C8B3FF-0866-486D-BC9E-1F888042E1F4}" dt="2023-11-22T11:31:25.275" v="1794"/>
          <ac:spMkLst>
            <pc:docMk/>
            <pc:sldMk cId="1892974794" sldId="358"/>
            <ac:spMk id="2" creationId="{45A9FE24-6AAB-4FEF-5E15-E3C1139FA6A9}"/>
          </ac:spMkLst>
        </pc:spChg>
        <pc:spChg chg="mod">
          <ac:chgData name="Arun Sunar" userId="3fa9774ca67c7ab5" providerId="LiveId" clId="{C6C8B3FF-0866-486D-BC9E-1F888042E1F4}" dt="2024-02-13T13:16:02.112" v="1883" actId="20577"/>
          <ac:spMkLst>
            <pc:docMk/>
            <pc:sldMk cId="1892974794" sldId="358"/>
            <ac:spMk id="3" creationId="{5F97B7C5-75AC-9DD8-BF11-267D454B0E18}"/>
          </ac:spMkLst>
        </pc:spChg>
      </pc:sldChg>
      <pc:sldChg chg="modSp add mod">
        <pc:chgData name="Arun Sunar" userId="3fa9774ca67c7ab5" providerId="LiveId" clId="{C6C8B3FF-0866-486D-BC9E-1F888042E1F4}" dt="2023-11-22T11:33:18.248" v="1809"/>
        <pc:sldMkLst>
          <pc:docMk/>
          <pc:sldMk cId="939890578" sldId="359"/>
        </pc:sldMkLst>
        <pc:spChg chg="mod">
          <ac:chgData name="Arun Sunar" userId="3fa9774ca67c7ab5" providerId="LiveId" clId="{C6C8B3FF-0866-486D-BC9E-1F888042E1F4}" dt="2023-11-22T11:32:54.942" v="1806"/>
          <ac:spMkLst>
            <pc:docMk/>
            <pc:sldMk cId="939890578" sldId="359"/>
            <ac:spMk id="2" creationId="{45A9FE24-6AAB-4FEF-5E15-E3C1139FA6A9}"/>
          </ac:spMkLst>
        </pc:spChg>
        <pc:spChg chg="mod">
          <ac:chgData name="Arun Sunar" userId="3fa9774ca67c7ab5" providerId="LiveId" clId="{C6C8B3FF-0866-486D-BC9E-1F888042E1F4}" dt="2023-11-22T11:33:18.248" v="1809"/>
          <ac:spMkLst>
            <pc:docMk/>
            <pc:sldMk cId="939890578" sldId="359"/>
            <ac:spMk id="3" creationId="{5F97B7C5-75AC-9DD8-BF11-267D454B0E18}"/>
          </ac:spMkLst>
        </pc:spChg>
      </pc:sldChg>
      <pc:sldChg chg="add del">
        <pc:chgData name="Arun Sunar" userId="3fa9774ca67c7ab5" providerId="LiveId" clId="{C6C8B3FF-0866-486D-BC9E-1F888042E1F4}" dt="2023-12-14T01:47:10.215" v="1844" actId="2696"/>
        <pc:sldMkLst>
          <pc:docMk/>
          <pc:sldMk cId="2239162929" sldId="360"/>
        </pc:sldMkLst>
      </pc:sldChg>
      <pc:sldChg chg="add">
        <pc:chgData name="Arun Sunar" userId="3fa9774ca67c7ab5" providerId="LiveId" clId="{C6C8B3FF-0866-486D-BC9E-1F888042E1F4}" dt="2023-12-14T03:52:04.577" v="1862" actId="2890"/>
        <pc:sldMkLst>
          <pc:docMk/>
          <pc:sldMk cId="3582004447" sldId="360"/>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80AA4C1-F065-4723-A9CD-94BA5202DE7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0475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1437745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2028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7F4A61-FBB7-47FD-8829-E2433B071303}"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1742100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7F4A61-FBB7-47FD-8829-E2433B071303}" type="datetimeFigureOut">
              <a:rPr lang="en-IN" smtClean="0"/>
              <a:t>01-05-2024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0AA4C1-F065-4723-A9CD-94BA5202DE7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7897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7F4A61-FBB7-47FD-8829-E2433B071303}" type="datetimeFigureOut">
              <a:rPr lang="en-IN" smtClean="0"/>
              <a:t>01-05-2024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80AA4C1-F065-4723-A9CD-94BA5202DE7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814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7F4A61-FBB7-47FD-8829-E2433B071303}" type="datetimeFigureOut">
              <a:rPr lang="en-IN" smtClean="0"/>
              <a:t>01-05-2024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1332420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7F4A61-FBB7-47FD-8829-E2433B071303}"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AA4C1-F065-4723-A9CD-94BA5202DE7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5372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7F4A61-FBB7-47FD-8829-E2433B071303}"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1906551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7F4A61-FBB7-47FD-8829-E2433B071303}"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230164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8291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4563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spTree>
    <p:extLst>
      <p:ext uri="{BB962C8B-B14F-4D97-AF65-F5344CB8AC3E}">
        <p14:creationId xmlns:p14="http://schemas.microsoft.com/office/powerpoint/2010/main" val="373714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0069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6631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0123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F4A61-FBB7-47FD-8829-E2433B071303}"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AA4C1-F065-4723-A9CD-94BA5202DE7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651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srcRect/>
          <a:tile tx="0" ty="0" sx="100000" sy="100000" flip="none" algn="tl"/>
        </a:blipFill>
        <a:effectLst/>
      </p:bgPr>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A7F4A61-FBB7-47FD-8829-E2433B071303}" type="datetimeFigureOut">
              <a:rPr lang="en-IN" smtClean="0"/>
              <a:t>01-05-2024</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0AA4C1-F065-4723-A9CD-94BA5202DE79}" type="slidenum">
              <a:rPr lang="en-IN" smtClean="0"/>
              <a:t>‹#›</a:t>
            </a:fld>
            <a:endParaRPr lang="en-IN"/>
          </a:p>
        </p:txBody>
      </p:sp>
    </p:spTree>
    <p:extLst>
      <p:ext uri="{BB962C8B-B14F-4D97-AF65-F5344CB8AC3E}">
        <p14:creationId xmlns:p14="http://schemas.microsoft.com/office/powerpoint/2010/main" val="2363252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medium.com/@shortnotes0/kafka-brokers-and-zookeeper-nodes-in-simple-terms-64487c72aa3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aler.com/topics/kafka-tutorial/the-role-of-zookeeper-in-the-kafka-cluster/" TargetMode="External"/><Relationship Id="rId2" Type="http://schemas.openxmlformats.org/officeDocument/2006/relationships/hyperlink" Target="https://dattell.com/data-architecture-blog/what-is-zookeeper-how-does-it-support-kafk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Computer_cluste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dhat.com/en/blog/apache-kafka-10-essential-terms-and-concepts-explained" TargetMode="External"/><Relationship Id="rId2" Type="http://schemas.openxmlformats.org/officeDocument/2006/relationships/hyperlink" Target="https://www.codingninjas.com/studio/library/what-is-a-kafka-broker"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s://dattell.com/data-architecture-blog/optimizing-kafka-brokers/"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odingharbour.com/apache-kafka/the-introduction-to-kafka-topics-and-partitions/"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codingharbour.com/apache-kafka/the-introduction-to-kafka-topics-and-partition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codingharbour.com/apache-kafka/the-introduction-to-kafka-topics-and-partition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medium.com/javarevisited/kafka-partitions-and-consumer-groups-in-6-mins-9e0e336c6c00"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educba.com/kafka-consumer-group/"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hyperlink" Target="https://docs.spring.io/spring-kafka/docs/current/reference/html/#receiving-messages" TargetMode="External"/><Relationship Id="rId2" Type="http://schemas.openxmlformats.org/officeDocument/2006/relationships/hyperlink" Target="https://kafka.apache.org/documentation/#producerconfigs" TargetMode="External"/><Relationship Id="rId1" Type="http://schemas.openxmlformats.org/officeDocument/2006/relationships/slideLayout" Target="../slideLayouts/slideLayout2.xml"/><Relationship Id="rId4" Type="http://schemas.openxmlformats.org/officeDocument/2006/relationships/hyperlink" Target="https://medium.com/@anupriya7295/spring-boot-kafka-error-handling-retry-and-dlt-670798d6c"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A31A-23D6-96FC-6FEE-37BBA0DA5768}"/>
              </a:ext>
            </a:extLst>
          </p:cNvPr>
          <p:cNvSpPr>
            <a:spLocks noGrp="1"/>
          </p:cNvSpPr>
          <p:nvPr>
            <p:ph type="ctrTitle"/>
          </p:nvPr>
        </p:nvSpPr>
        <p:spPr/>
        <p:txBody>
          <a:bodyPr/>
          <a:lstStyle/>
          <a:p>
            <a:r>
              <a:rPr lang="en-IN" dirty="0"/>
              <a:t>Kafka</a:t>
            </a:r>
          </a:p>
        </p:txBody>
      </p:sp>
      <p:sp>
        <p:nvSpPr>
          <p:cNvPr id="3" name="Subtitle 2">
            <a:extLst>
              <a:ext uri="{FF2B5EF4-FFF2-40B4-BE49-F238E27FC236}">
                <a16:creationId xmlns:a16="http://schemas.microsoft.com/office/drawing/2014/main" id="{5416487A-40EE-B7FD-C715-43844A5B6AF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09283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437308"/>
          </a:xfrm>
        </p:spPr>
        <p:txBody>
          <a:bodyPr>
            <a:normAutofit fontScale="90000"/>
          </a:bodyPr>
          <a:lstStyle/>
          <a:p>
            <a:r>
              <a:rPr lang="en-US" sz="3200" b="0" i="0" dirty="0">
                <a:solidFill>
                  <a:srgbClr val="000000"/>
                </a:solidFill>
                <a:effectLst/>
                <a:latin typeface="MarkPro-BoldItalic"/>
              </a:rPr>
              <a:t>What Are Events in Programming and Software Design?</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802434"/>
            <a:ext cx="11700587" cy="5924937"/>
          </a:xfrm>
        </p:spPr>
        <p:txBody>
          <a:bodyPr>
            <a:normAutofit/>
          </a:bodyPr>
          <a:lstStyle/>
          <a:p>
            <a:pPr algn="l"/>
            <a:r>
              <a:rPr lang="en-US" b="1" dirty="0"/>
              <a:t>Events are data points that represent state changes in a system. When a user makes an action, they trigger an event, which doesn’t specify what should happen and how the change should modify the system. It only notifies the system of a particular state change.</a:t>
            </a:r>
          </a:p>
          <a:p>
            <a:pPr algn="l"/>
            <a:r>
              <a:rPr lang="en-US" b="1" dirty="0"/>
              <a:t>For instance, when you make a financial transaction, you trigger an event that changes your account’s state. When you buy a product, its state changes from “For sale” to “Sold.”</a:t>
            </a:r>
          </a:p>
        </p:txBody>
      </p:sp>
    </p:spTree>
    <p:extLst>
      <p:ext uri="{BB962C8B-B14F-4D97-AF65-F5344CB8AC3E}">
        <p14:creationId xmlns:p14="http://schemas.microsoft.com/office/powerpoint/2010/main" val="671559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437308"/>
          </a:xfrm>
        </p:spPr>
        <p:txBody>
          <a:bodyPr>
            <a:normAutofit fontScale="90000"/>
          </a:bodyPr>
          <a:lstStyle/>
          <a:p>
            <a:r>
              <a:rPr lang="en-US" sz="3200" b="0" i="0" dirty="0">
                <a:solidFill>
                  <a:srgbClr val="000000"/>
                </a:solidFill>
                <a:effectLst/>
                <a:latin typeface="MarkPro-BoldItalic"/>
              </a:rPr>
              <a:t>What is Event Streaming?</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1240971"/>
            <a:ext cx="11700587" cy="5486400"/>
          </a:xfrm>
        </p:spPr>
        <p:txBody>
          <a:bodyPr>
            <a:normAutofit/>
          </a:bodyPr>
          <a:lstStyle/>
          <a:p>
            <a:pPr algn="l"/>
            <a:r>
              <a:rPr lang="en-US" b="1" dirty="0"/>
              <a:t>Event streaming is the practice of capturing data in real-time from event sources like databases, sensors, mobile devices, cloud services, and software applications in the form of streams of events; storing these event streams durably for later retrieval; manipulating, processing, and reacting to the event streams in real-time as well as retrospectively; and routing the event streams to different destination technologies as needed. Event streaming thus ensures a continuous flow and interpretation of data so that the right information is at the right place, at the right time.</a:t>
            </a:r>
          </a:p>
          <a:p>
            <a:pPr algn="l"/>
            <a:endParaRPr lang="en-US" b="1" dirty="0"/>
          </a:p>
          <a:p>
            <a:pPr algn="l"/>
            <a:r>
              <a:rPr lang="en-IN" b="1" dirty="0">
                <a:hlinkClick r:id="rId2">
                  <a:extLst>
                    <a:ext uri="{A12FA001-AC4F-418D-AE19-62706E023703}">
                      <ahyp:hlinkClr xmlns:ahyp="http://schemas.microsoft.com/office/drawing/2018/hyperlinkcolor" val="tx"/>
                    </a:ext>
                  </a:extLst>
                </a:hlinkClick>
              </a:rPr>
              <a:t>https://medium.com/@shortnotes0/kafka-brokers-and-zookeeper-nodes-in-simple-terms-64487c72aa33</a:t>
            </a:r>
            <a:r>
              <a:rPr lang="en-US" b="1" dirty="0"/>
              <a:t> </a:t>
            </a:r>
            <a:endParaRPr lang="en-IN" b="1" dirty="0"/>
          </a:p>
        </p:txBody>
      </p:sp>
    </p:spTree>
    <p:extLst>
      <p:ext uri="{BB962C8B-B14F-4D97-AF65-F5344CB8AC3E}">
        <p14:creationId xmlns:p14="http://schemas.microsoft.com/office/powerpoint/2010/main" val="1892974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437308"/>
          </a:xfrm>
        </p:spPr>
        <p:txBody>
          <a:bodyPr>
            <a:normAutofit fontScale="90000"/>
          </a:bodyPr>
          <a:lstStyle/>
          <a:p>
            <a:r>
              <a:rPr lang="en-US" sz="3200" b="0" i="0" dirty="0">
                <a:solidFill>
                  <a:srgbClr val="000000"/>
                </a:solidFill>
                <a:effectLst/>
                <a:latin typeface="MarkPro-BoldItalic"/>
              </a:rPr>
              <a:t>What is an Event Streaming Platform?</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1240971"/>
            <a:ext cx="11700587" cy="5486400"/>
          </a:xfrm>
        </p:spPr>
        <p:txBody>
          <a:bodyPr>
            <a:normAutofit/>
          </a:bodyPr>
          <a:lstStyle/>
          <a:p>
            <a:pPr algn="l"/>
            <a:r>
              <a:rPr lang="en-US" b="1" dirty="0"/>
              <a:t>An event streaming platform is a software system that enables the collection, storage, processing, and analysis of large volumes of real-time events. At its core, an event streaming platform consists of a distributed storage system that can handle large amounts of data, and a set of processing tools and APIs that enable applications to consume and process events and define data models for events.</a:t>
            </a:r>
          </a:p>
          <a:p>
            <a:pPr algn="l"/>
            <a:endParaRPr lang="en-US" b="1" dirty="0"/>
          </a:p>
          <a:p>
            <a:pPr algn="l"/>
            <a:r>
              <a:rPr lang="en-US" b="1" dirty="0"/>
              <a:t>A common setup for an event streaming platform involves multiple nodes working together to handle event ingestion and processing, using techniques such as partitioning and replication to ensure high scalability, fault tolerance, and availability. A registry to facilitate the use of data models or schema is also considered a standard component of an event streaming platform.</a:t>
            </a:r>
            <a:endParaRPr lang="en-IN" b="1" dirty="0"/>
          </a:p>
        </p:txBody>
      </p:sp>
    </p:spTree>
    <p:extLst>
      <p:ext uri="{BB962C8B-B14F-4D97-AF65-F5344CB8AC3E}">
        <p14:creationId xmlns:p14="http://schemas.microsoft.com/office/powerpoint/2010/main" val="939890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437308"/>
          </a:xfrm>
        </p:spPr>
        <p:txBody>
          <a:bodyPr>
            <a:normAutofit fontScale="90000"/>
          </a:bodyPr>
          <a:lstStyle/>
          <a:p>
            <a:r>
              <a:rPr lang="en-US" sz="3200" b="0" i="0" dirty="0">
                <a:solidFill>
                  <a:srgbClr val="000000"/>
                </a:solidFill>
                <a:effectLst/>
                <a:latin typeface="MarkPro-BoldItalic"/>
              </a:rPr>
              <a:t>Apache Kafka</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802434"/>
            <a:ext cx="11700587" cy="5924937"/>
          </a:xfrm>
        </p:spPr>
        <p:txBody>
          <a:bodyPr>
            <a:normAutofit/>
          </a:bodyPr>
          <a:lstStyle/>
          <a:p>
            <a:pPr algn="l"/>
            <a:r>
              <a:rPr lang="en-US" b="1" dirty="0"/>
              <a:t>Apache Kafka is similar to a super-fast, well-organized warehouse where a large amount of information continuously comes in from various sources. It ensures that all information is kept and processed in the correct order, allowing us to analyze and understand what is happening in real-time. It's a great tool for dealing with massive amounts of data that keep flowing constantly.</a:t>
            </a:r>
            <a:endParaRPr lang="en-IN" b="1" dirty="0"/>
          </a:p>
        </p:txBody>
      </p:sp>
    </p:spTree>
    <p:extLst>
      <p:ext uri="{BB962C8B-B14F-4D97-AF65-F5344CB8AC3E}">
        <p14:creationId xmlns:p14="http://schemas.microsoft.com/office/powerpoint/2010/main" val="234344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437308"/>
          </a:xfrm>
        </p:spPr>
        <p:txBody>
          <a:bodyPr>
            <a:normAutofit fontScale="90000"/>
          </a:bodyPr>
          <a:lstStyle/>
          <a:p>
            <a:r>
              <a:rPr lang="en-US" sz="3200" b="0" i="0" dirty="0">
                <a:solidFill>
                  <a:srgbClr val="000000"/>
                </a:solidFill>
                <a:effectLst/>
                <a:latin typeface="MarkPro-BoldItalic"/>
              </a:rPr>
              <a:t>Zookeeper with Kafka</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802434"/>
            <a:ext cx="11700587" cy="5924937"/>
          </a:xfrm>
        </p:spPr>
        <p:txBody>
          <a:bodyPr>
            <a:normAutofit/>
          </a:bodyPr>
          <a:lstStyle/>
          <a:p>
            <a:pPr algn="l"/>
            <a:r>
              <a:rPr lang="en-US" b="1" dirty="0"/>
              <a:t>It serves as a centralized spot for maintaining and storing the metadata for Kafka, which includes details on topics, partitions, consumer offsets, and cluster setup. </a:t>
            </a:r>
            <a:r>
              <a:rPr lang="en-US" b="1" dirty="0" err="1"/>
              <a:t>ZooKeeper</a:t>
            </a:r>
            <a:r>
              <a:rPr lang="en-US" b="1" dirty="0"/>
              <a:t> maintains a consistent picture of the cluster across all participating Kafka brokers, ensuring data consistency and fault tolerance. In a Kafka cluster, </a:t>
            </a:r>
            <a:r>
              <a:rPr lang="en-US" b="1" dirty="0" err="1"/>
              <a:t>ZooKeeper</a:t>
            </a:r>
            <a:r>
              <a:rPr lang="en-US" b="1" dirty="0"/>
              <a:t> ensures fault tolerance by keeping consistent metadata across brokers.</a:t>
            </a:r>
          </a:p>
          <a:p>
            <a:pPr algn="l"/>
            <a:r>
              <a:rPr lang="en-US" b="1" dirty="0"/>
              <a:t>Important functions in the Kafka </a:t>
            </a:r>
            <a:r>
              <a:rPr lang="en-US" b="1" dirty="0" err="1"/>
              <a:t>ZooKeeper</a:t>
            </a:r>
            <a:r>
              <a:rPr lang="en-US" b="1" dirty="0"/>
              <a:t> cluster include leader election, broker discovery, and distributed operation coordination are handled by </a:t>
            </a:r>
            <a:r>
              <a:rPr lang="en-US" b="1" dirty="0" err="1"/>
              <a:t>ZooKeeper</a:t>
            </a:r>
            <a:r>
              <a:rPr lang="en-US" b="1" dirty="0"/>
              <a:t>. It makes it possible for Kafka producers and consumers to monitor their progress and keep the cluster's communication dependable.</a:t>
            </a:r>
          </a:p>
          <a:p>
            <a:pPr algn="l"/>
            <a:endParaRPr lang="en-US" b="1" dirty="0"/>
          </a:p>
          <a:p>
            <a:pPr algn="l"/>
            <a:r>
              <a:rPr lang="en-IN" b="1" dirty="0">
                <a:hlinkClick r:id="rId2">
                  <a:extLst>
                    <a:ext uri="{A12FA001-AC4F-418D-AE19-62706E023703}">
                      <ahyp:hlinkClr xmlns:ahyp="http://schemas.microsoft.com/office/drawing/2018/hyperlinkcolor" val="tx"/>
                    </a:ext>
                  </a:extLst>
                </a:hlinkClick>
              </a:rPr>
              <a:t>https://dattell.com/data-architecture-blog/what-is-zookeeper-how-does-it-support-kafka/</a:t>
            </a:r>
            <a:r>
              <a:rPr lang="en-US" b="1" dirty="0"/>
              <a:t> </a:t>
            </a:r>
          </a:p>
          <a:p>
            <a:pPr algn="l"/>
            <a:r>
              <a:rPr lang="en-IN" b="1" dirty="0">
                <a:hlinkClick r:id="rId3">
                  <a:extLst>
                    <a:ext uri="{A12FA001-AC4F-418D-AE19-62706E023703}">
                      <ahyp:hlinkClr xmlns:ahyp="http://schemas.microsoft.com/office/drawing/2018/hyperlinkcolor" val="tx"/>
                    </a:ext>
                  </a:extLst>
                </a:hlinkClick>
              </a:rPr>
              <a:t>https://www.scaler.com/topics/kafka-tutorial/the-role-of-zookeeper-in-the-kafka-cluster/</a:t>
            </a:r>
            <a:r>
              <a:rPr lang="en-IN" b="1" dirty="0"/>
              <a:t> </a:t>
            </a:r>
          </a:p>
        </p:txBody>
      </p:sp>
    </p:spTree>
    <p:extLst>
      <p:ext uri="{BB962C8B-B14F-4D97-AF65-F5344CB8AC3E}">
        <p14:creationId xmlns:p14="http://schemas.microsoft.com/office/powerpoint/2010/main" val="86538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5"/>
            <a:ext cx="11101873" cy="1325563"/>
          </a:xfrm>
        </p:spPr>
        <p:txBody>
          <a:bodyPr/>
          <a:lstStyle/>
          <a:p>
            <a:r>
              <a:rPr lang="en-US" b="0" i="0" dirty="0">
                <a:solidFill>
                  <a:srgbClr val="000000"/>
                </a:solidFill>
                <a:effectLst/>
                <a:latin typeface="MarkPro-BoldItalic"/>
              </a:rPr>
              <a:t>Zookeeper with Kafka</a:t>
            </a:r>
            <a:endParaRPr lang="en-IN"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1825625"/>
            <a:ext cx="11700587" cy="4901746"/>
          </a:xfrm>
        </p:spPr>
        <p:txBody>
          <a:bodyPr>
            <a:normAutofit/>
          </a:bodyPr>
          <a:lstStyle/>
          <a:p>
            <a:pPr algn="l"/>
            <a:r>
              <a:rPr lang="en-US" b="1" i="0" dirty="0">
                <a:solidFill>
                  <a:srgbClr val="000000"/>
                </a:solidFill>
                <a:effectLst/>
                <a:latin typeface="MarkPro-NarrowBook"/>
              </a:rPr>
              <a:t>A Zookeeper cluster is called an ensemble. It is recommended to operate the ensemble with an odd number of servers, e.g., 3, 5, 7, as a strict majority of ensemble members (a quorum) must be working in order for Zookeeper to respond to requests. Zookeeper has a leader to handle writes, the rest of the servers are followers to handle reads.</a:t>
            </a:r>
            <a:endParaRPr lang="en-IN" b="1" dirty="0"/>
          </a:p>
        </p:txBody>
      </p:sp>
      <p:pic>
        <p:nvPicPr>
          <p:cNvPr id="4" name="Picture 3">
            <a:extLst>
              <a:ext uri="{FF2B5EF4-FFF2-40B4-BE49-F238E27FC236}">
                <a16:creationId xmlns:a16="http://schemas.microsoft.com/office/drawing/2014/main" id="{E943C6A6-C188-D55F-8801-61C1FD4C470B}"/>
              </a:ext>
            </a:extLst>
          </p:cNvPr>
          <p:cNvPicPr>
            <a:picLocks noChangeAspect="1"/>
          </p:cNvPicPr>
          <p:nvPr/>
        </p:nvPicPr>
        <p:blipFill>
          <a:blip r:embed="rId2"/>
          <a:stretch>
            <a:fillRect/>
          </a:stretch>
        </p:blipFill>
        <p:spPr>
          <a:xfrm>
            <a:off x="381000" y="3826750"/>
            <a:ext cx="11430000" cy="2666125"/>
          </a:xfrm>
          <a:prstGeom prst="rect">
            <a:avLst/>
          </a:prstGeom>
        </p:spPr>
      </p:pic>
    </p:spTree>
    <p:extLst>
      <p:ext uri="{BB962C8B-B14F-4D97-AF65-F5344CB8AC3E}">
        <p14:creationId xmlns:p14="http://schemas.microsoft.com/office/powerpoint/2010/main" val="281942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838200" y="365126"/>
            <a:ext cx="10515600" cy="568940"/>
          </a:xfrm>
        </p:spPr>
        <p:txBody>
          <a:bodyPr>
            <a:normAutofit/>
          </a:bodyPr>
          <a:lstStyle/>
          <a:p>
            <a:pPr algn="l"/>
            <a:r>
              <a:rPr lang="en-US" sz="2000" b="1" i="0" dirty="0">
                <a:solidFill>
                  <a:srgbClr val="1A1523"/>
                </a:solidFill>
                <a:effectLst/>
                <a:latin typeface="PolySans"/>
              </a:rPr>
              <a:t>What is a Kafka Broker?</a:t>
            </a:r>
            <a:endParaRPr lang="en-IN" sz="20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838200" y="934066"/>
            <a:ext cx="10515600" cy="5643715"/>
          </a:xfrm>
        </p:spPr>
        <p:txBody>
          <a:bodyPr/>
          <a:lstStyle/>
          <a:p>
            <a:pPr algn="l"/>
            <a:r>
              <a:rPr lang="en-US" b="1" i="0" dirty="0">
                <a:solidFill>
                  <a:srgbClr val="000000"/>
                </a:solidFill>
                <a:effectLst/>
                <a:latin typeface="MarkPro-NarrowBook"/>
              </a:rPr>
              <a:t>A single Kafka server is called a Kafka Broker.</a:t>
            </a:r>
          </a:p>
          <a:p>
            <a:pPr algn="l"/>
            <a:r>
              <a:rPr lang="en-US" b="1" dirty="0"/>
              <a:t>the Kafka broker is used for managing the storage of the data records/messages in the topic. It acts as an intermediary between producers, which generate data, and consumers, which process and consume the data.</a:t>
            </a:r>
            <a:endParaRPr lang="en-IN" b="1" dirty="0"/>
          </a:p>
        </p:txBody>
      </p:sp>
      <p:pic>
        <p:nvPicPr>
          <p:cNvPr id="5" name="Picture 4">
            <a:extLst>
              <a:ext uri="{FF2B5EF4-FFF2-40B4-BE49-F238E27FC236}">
                <a16:creationId xmlns:a16="http://schemas.microsoft.com/office/drawing/2014/main" id="{D7B09AD9-F0CF-6595-2335-6F355E4F8DC3}"/>
              </a:ext>
            </a:extLst>
          </p:cNvPr>
          <p:cNvPicPr>
            <a:picLocks noChangeAspect="1"/>
          </p:cNvPicPr>
          <p:nvPr/>
        </p:nvPicPr>
        <p:blipFill>
          <a:blip r:embed="rId2"/>
          <a:stretch>
            <a:fillRect/>
          </a:stretch>
        </p:blipFill>
        <p:spPr>
          <a:xfrm>
            <a:off x="575829" y="3048000"/>
            <a:ext cx="11040341" cy="3810000"/>
          </a:xfrm>
          <a:prstGeom prst="rect">
            <a:avLst/>
          </a:prstGeom>
        </p:spPr>
      </p:pic>
    </p:spTree>
    <p:extLst>
      <p:ext uri="{BB962C8B-B14F-4D97-AF65-F5344CB8AC3E}">
        <p14:creationId xmlns:p14="http://schemas.microsoft.com/office/powerpoint/2010/main" val="207369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530614"/>
          </a:xfrm>
        </p:spPr>
        <p:txBody>
          <a:bodyPr>
            <a:normAutofit fontScale="90000"/>
          </a:bodyPr>
          <a:lstStyle/>
          <a:p>
            <a:r>
              <a:rPr lang="en-US" sz="3200" b="0" i="0" dirty="0">
                <a:solidFill>
                  <a:srgbClr val="000000"/>
                </a:solidFill>
                <a:effectLst/>
                <a:latin typeface="MarkPro-BoldItalic"/>
              </a:rPr>
              <a:t>In Kafka Brokers</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979714"/>
            <a:ext cx="11700587" cy="5747657"/>
          </a:xfrm>
        </p:spPr>
        <p:txBody>
          <a:bodyPr>
            <a:normAutofit/>
          </a:bodyPr>
          <a:lstStyle/>
          <a:p>
            <a:pPr algn="l"/>
            <a:r>
              <a:rPr lang="en-US" b="1" i="0" dirty="0">
                <a:solidFill>
                  <a:srgbClr val="000000"/>
                </a:solidFill>
                <a:effectLst/>
                <a:latin typeface="MarkPro-NarrowBook"/>
              </a:rPr>
              <a:t>Kafka brokers are essential components of Apache Kafka, responsible for partition management, message replication, fault tolerance, and collaborating with </a:t>
            </a:r>
            <a:r>
              <a:rPr lang="en-US" b="1" i="0" dirty="0" err="1">
                <a:solidFill>
                  <a:srgbClr val="000000"/>
                </a:solidFill>
                <a:effectLst/>
                <a:latin typeface="MarkPro-NarrowBook"/>
              </a:rPr>
              <a:t>ZooKeeper</a:t>
            </a:r>
            <a:r>
              <a:rPr lang="en-US" b="1" i="0" dirty="0">
                <a:solidFill>
                  <a:srgbClr val="000000"/>
                </a:solidFill>
                <a:effectLst/>
                <a:latin typeface="MarkPro-NarrowBook"/>
              </a:rPr>
              <a:t> for cluster coordination and metadata management.</a:t>
            </a:r>
          </a:p>
          <a:p>
            <a:pPr algn="l"/>
            <a:r>
              <a:rPr lang="en-US" b="1" dirty="0">
                <a:solidFill>
                  <a:srgbClr val="000000"/>
                </a:solidFill>
                <a:latin typeface="MarkPro-NarrowBook"/>
              </a:rPr>
              <a:t>The following are </a:t>
            </a:r>
            <a:r>
              <a:rPr lang="en-US" b="1" dirty="0" err="1">
                <a:solidFill>
                  <a:srgbClr val="000000"/>
                </a:solidFill>
                <a:latin typeface="MarkPro-NarrowBook"/>
              </a:rPr>
              <a:t>ZooKeeper's</a:t>
            </a:r>
            <a:r>
              <a:rPr lang="en-US" b="1" dirty="0">
                <a:solidFill>
                  <a:srgbClr val="000000"/>
                </a:solidFill>
                <a:latin typeface="MarkPro-NarrowBook"/>
              </a:rPr>
              <a:t> primary functions within Kafka brokers:</a:t>
            </a:r>
          </a:p>
          <a:p>
            <a:pPr algn="l">
              <a:buFont typeface="Arial" panose="020B0604020202020204" pitchFamily="34" charset="0"/>
              <a:buChar char="•"/>
            </a:pPr>
            <a:r>
              <a:rPr lang="en-US" b="1" dirty="0">
                <a:solidFill>
                  <a:srgbClr val="000000"/>
                </a:solidFill>
                <a:latin typeface="MarkPro-NarrowBook"/>
              </a:rPr>
              <a:t>Registration of Broker:</a:t>
            </a:r>
            <a:br>
              <a:rPr lang="en-US" b="1" dirty="0">
                <a:solidFill>
                  <a:srgbClr val="000000"/>
                </a:solidFill>
                <a:latin typeface="MarkPro-NarrowBook"/>
              </a:rPr>
            </a:br>
            <a:r>
              <a:rPr lang="en-US" b="1" dirty="0">
                <a:solidFill>
                  <a:srgbClr val="000000"/>
                </a:solidFill>
                <a:latin typeface="MarkPro-NarrowBook"/>
              </a:rPr>
              <a:t>Kafka brokers register with </a:t>
            </a:r>
            <a:r>
              <a:rPr lang="en-US" b="1" dirty="0" err="1">
                <a:solidFill>
                  <a:srgbClr val="000000"/>
                </a:solidFill>
                <a:latin typeface="MarkPro-NarrowBook"/>
              </a:rPr>
              <a:t>ZooKeeper</a:t>
            </a:r>
            <a:r>
              <a:rPr lang="en-US" b="1" dirty="0">
                <a:solidFill>
                  <a:srgbClr val="000000"/>
                </a:solidFill>
                <a:latin typeface="MarkPro-NarrowBook"/>
              </a:rPr>
              <a:t> to enable other brokers and clients to find and contact them, and </a:t>
            </a:r>
            <a:r>
              <a:rPr lang="en-US" b="1" dirty="0" err="1">
                <a:solidFill>
                  <a:srgbClr val="000000"/>
                </a:solidFill>
                <a:latin typeface="MarkPro-NarrowBook"/>
              </a:rPr>
              <a:t>ZooKeeper</a:t>
            </a:r>
            <a:r>
              <a:rPr lang="en-US" b="1" dirty="0">
                <a:solidFill>
                  <a:srgbClr val="000000"/>
                </a:solidFill>
                <a:latin typeface="MarkPro-NarrowBook"/>
              </a:rPr>
              <a:t> keeps track of active brokers and their connection information.</a:t>
            </a:r>
          </a:p>
          <a:p>
            <a:pPr algn="l">
              <a:buFont typeface="Arial" panose="020B0604020202020204" pitchFamily="34" charset="0"/>
              <a:buChar char="•"/>
            </a:pPr>
            <a:r>
              <a:rPr lang="en-US" b="1" dirty="0">
                <a:solidFill>
                  <a:srgbClr val="000000"/>
                </a:solidFill>
                <a:latin typeface="MarkPro-NarrowBook"/>
              </a:rPr>
              <a:t>Membership of Cluster:</a:t>
            </a:r>
            <a:br>
              <a:rPr lang="en-US" b="1" dirty="0">
                <a:solidFill>
                  <a:srgbClr val="000000"/>
                </a:solidFill>
                <a:latin typeface="MarkPro-NarrowBook"/>
              </a:rPr>
            </a:br>
            <a:r>
              <a:rPr lang="en-US" b="1" dirty="0" err="1">
                <a:solidFill>
                  <a:srgbClr val="000000"/>
                </a:solidFill>
                <a:latin typeface="MarkPro-NarrowBook"/>
              </a:rPr>
              <a:t>ZooKeeper</a:t>
            </a:r>
            <a:r>
              <a:rPr lang="en-US" b="1" dirty="0">
                <a:solidFill>
                  <a:srgbClr val="000000"/>
                </a:solidFill>
                <a:latin typeface="MarkPro-NarrowBook"/>
              </a:rPr>
              <a:t> keeps track of the Kafka cluster's active brokers and stores membership information, allowing for dynamic cluster membership changes and a current view.</a:t>
            </a:r>
          </a:p>
          <a:p>
            <a:pPr algn="l"/>
            <a:endParaRPr lang="en-IN" b="1" dirty="0"/>
          </a:p>
        </p:txBody>
      </p:sp>
    </p:spTree>
    <p:extLst>
      <p:ext uri="{BB962C8B-B14F-4D97-AF65-F5344CB8AC3E}">
        <p14:creationId xmlns:p14="http://schemas.microsoft.com/office/powerpoint/2010/main" val="3917960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530614"/>
          </a:xfrm>
        </p:spPr>
        <p:txBody>
          <a:bodyPr>
            <a:normAutofit fontScale="90000"/>
          </a:bodyPr>
          <a:lstStyle/>
          <a:p>
            <a:r>
              <a:rPr lang="en-US" sz="3200" b="0" i="0" dirty="0">
                <a:solidFill>
                  <a:srgbClr val="000000"/>
                </a:solidFill>
                <a:effectLst/>
                <a:latin typeface="MarkPro-BoldItalic"/>
              </a:rPr>
              <a:t>In Kafka Brokers</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979714"/>
            <a:ext cx="11700587" cy="5747657"/>
          </a:xfrm>
        </p:spPr>
        <p:txBody>
          <a:bodyPr>
            <a:normAutofit/>
          </a:bodyPr>
          <a:lstStyle/>
          <a:p>
            <a:pPr algn="l"/>
            <a:r>
              <a:rPr lang="en-US" b="1" i="0" dirty="0">
                <a:solidFill>
                  <a:srgbClr val="000000"/>
                </a:solidFill>
                <a:effectLst/>
                <a:latin typeface="MarkPro-NarrowBook"/>
              </a:rPr>
              <a:t>Controller Election:</a:t>
            </a:r>
          </a:p>
          <a:p>
            <a:pPr algn="l"/>
            <a:r>
              <a:rPr lang="en-US" b="1" i="0" dirty="0" err="1">
                <a:solidFill>
                  <a:srgbClr val="000000"/>
                </a:solidFill>
                <a:effectLst/>
                <a:latin typeface="MarkPro-NarrowBook"/>
              </a:rPr>
              <a:t>ZooKeeper</a:t>
            </a:r>
            <a:r>
              <a:rPr lang="en-US" b="1" i="0" dirty="0">
                <a:solidFill>
                  <a:srgbClr val="000000"/>
                </a:solidFill>
                <a:effectLst/>
                <a:latin typeface="MarkPro-NarrowBook"/>
              </a:rPr>
              <a:t> makes the controller election process easier by ensuring that only one broker is the controller at any given time.</a:t>
            </a:r>
          </a:p>
          <a:p>
            <a:pPr algn="l"/>
            <a:r>
              <a:rPr lang="en-US" b="1" i="0" dirty="0">
                <a:solidFill>
                  <a:srgbClr val="000000"/>
                </a:solidFill>
                <a:effectLst/>
                <a:latin typeface="MarkPro-NarrowBook"/>
              </a:rPr>
              <a:t>Cluster Events and Alerts:</a:t>
            </a:r>
          </a:p>
          <a:p>
            <a:pPr algn="l"/>
            <a:r>
              <a:rPr lang="en-US" b="1" i="0" dirty="0" err="1">
                <a:solidFill>
                  <a:srgbClr val="000000"/>
                </a:solidFill>
                <a:effectLst/>
                <a:latin typeface="MarkPro-NarrowBook"/>
              </a:rPr>
              <a:t>ZooKeeper</a:t>
            </a:r>
            <a:r>
              <a:rPr lang="en-US" b="1" i="0" dirty="0">
                <a:solidFill>
                  <a:srgbClr val="000000"/>
                </a:solidFill>
                <a:effectLst/>
                <a:latin typeface="MarkPro-NarrowBook"/>
              </a:rPr>
              <a:t> sends alerts to Kafka brokers about cluster events and changes. For example, if a broker fails or quits the cluster, </a:t>
            </a:r>
            <a:r>
              <a:rPr lang="en-US" b="1" i="0" dirty="0" err="1">
                <a:solidFill>
                  <a:srgbClr val="000000"/>
                </a:solidFill>
                <a:effectLst/>
                <a:latin typeface="MarkPro-NarrowBook"/>
              </a:rPr>
              <a:t>ZooKeeper</a:t>
            </a:r>
            <a:r>
              <a:rPr lang="en-US" b="1" i="0" dirty="0">
                <a:solidFill>
                  <a:srgbClr val="000000"/>
                </a:solidFill>
                <a:effectLst/>
                <a:latin typeface="MarkPro-NarrowBook"/>
              </a:rPr>
              <a:t> can alert the other brokers.</a:t>
            </a:r>
            <a:endParaRPr lang="en-IN" b="1" dirty="0"/>
          </a:p>
        </p:txBody>
      </p:sp>
    </p:spTree>
    <p:extLst>
      <p:ext uri="{BB962C8B-B14F-4D97-AF65-F5344CB8AC3E}">
        <p14:creationId xmlns:p14="http://schemas.microsoft.com/office/powerpoint/2010/main" val="3576296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a:xfrm>
            <a:off x="251927" y="365126"/>
            <a:ext cx="11101873" cy="530614"/>
          </a:xfrm>
        </p:spPr>
        <p:txBody>
          <a:bodyPr>
            <a:normAutofit fontScale="90000"/>
          </a:bodyPr>
          <a:lstStyle/>
          <a:p>
            <a:r>
              <a:rPr lang="en-US" sz="3200" b="0" i="0" dirty="0">
                <a:solidFill>
                  <a:srgbClr val="000000"/>
                </a:solidFill>
                <a:effectLst/>
                <a:latin typeface="MarkPro-BoldItalic"/>
              </a:rPr>
              <a:t>In Kafka Consumers</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a:xfrm>
            <a:off x="251927" y="979714"/>
            <a:ext cx="11700587" cy="5747657"/>
          </a:xfrm>
        </p:spPr>
        <p:txBody>
          <a:bodyPr>
            <a:normAutofit fontScale="77500" lnSpcReduction="20000"/>
          </a:bodyPr>
          <a:lstStyle/>
          <a:p>
            <a:pPr algn="l"/>
            <a:r>
              <a:rPr lang="en-US" sz="2900" b="1" dirty="0">
                <a:ln w="3175" cmpd="sng">
                  <a:noFill/>
                </a:ln>
                <a:solidFill>
                  <a:srgbClr val="000000"/>
                </a:solidFill>
                <a:latin typeface="MarkPro-BoldItalic"/>
                <a:ea typeface="+mj-ea"/>
                <a:cs typeface="+mj-cs"/>
              </a:rPr>
              <a:t>Kafka consumers use </a:t>
            </a: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to coordinate, monitor, record offsets, and perform partition rebalancing within a consumer group. </a:t>
            </a: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is used to read data from Kafka topics.</a:t>
            </a:r>
          </a:p>
          <a:p>
            <a:pPr algn="l"/>
            <a:r>
              <a:rPr lang="en-US" sz="2900" b="1" dirty="0">
                <a:ln w="3175" cmpd="sng">
                  <a:noFill/>
                </a:ln>
                <a:solidFill>
                  <a:srgbClr val="000000"/>
                </a:solidFill>
                <a:latin typeface="MarkPro-BoldItalic"/>
                <a:ea typeface="+mj-ea"/>
                <a:cs typeface="+mj-cs"/>
              </a:rPr>
              <a:t>The following are </a:t>
            </a:r>
            <a:r>
              <a:rPr lang="en-US" sz="2900" b="1" dirty="0" err="1">
                <a:ln w="3175" cmpd="sng">
                  <a:noFill/>
                </a:ln>
                <a:solidFill>
                  <a:srgbClr val="000000"/>
                </a:solidFill>
                <a:latin typeface="MarkPro-BoldItalic"/>
                <a:ea typeface="+mj-ea"/>
                <a:cs typeface="+mj-cs"/>
              </a:rPr>
              <a:t>ZooKeeper's</a:t>
            </a:r>
            <a:r>
              <a:rPr lang="en-US" sz="2900" b="1" dirty="0">
                <a:ln w="3175" cmpd="sng">
                  <a:noFill/>
                </a:ln>
                <a:solidFill>
                  <a:srgbClr val="000000"/>
                </a:solidFill>
                <a:latin typeface="MarkPro-BoldItalic"/>
                <a:ea typeface="+mj-ea"/>
                <a:cs typeface="+mj-cs"/>
              </a:rPr>
              <a:t> primary functions within Kafka Consumers:</a:t>
            </a:r>
          </a:p>
          <a:p>
            <a:pPr algn="l">
              <a:buFont typeface="Arial" panose="020B0604020202020204" pitchFamily="34" charset="0"/>
              <a:buChar char="•"/>
            </a:pPr>
            <a:r>
              <a:rPr lang="en-US" sz="2900" b="1" dirty="0">
                <a:ln w="3175" cmpd="sng">
                  <a:noFill/>
                </a:ln>
                <a:solidFill>
                  <a:srgbClr val="000000"/>
                </a:solidFill>
                <a:latin typeface="MarkPro-BoldItalic"/>
                <a:ea typeface="+mj-ea"/>
                <a:cs typeface="+mj-cs"/>
              </a:rPr>
              <a:t>Cluster Coordination:</a:t>
            </a:r>
            <a:br>
              <a:rPr lang="en-US" sz="2900" b="1" dirty="0">
                <a:ln w="3175" cmpd="sng">
                  <a:noFill/>
                </a:ln>
                <a:solidFill>
                  <a:srgbClr val="000000"/>
                </a:solidFill>
                <a:latin typeface="MarkPro-BoldItalic"/>
                <a:ea typeface="+mj-ea"/>
                <a:cs typeface="+mj-cs"/>
              </a:rPr>
            </a:b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is responsible for arranging consumer groups in Kafka and keeping track of active groups and their members, as well as group membership information such as customers and partitions.</a:t>
            </a:r>
          </a:p>
          <a:p>
            <a:pPr algn="l">
              <a:buFont typeface="Arial" panose="020B0604020202020204" pitchFamily="34" charset="0"/>
              <a:buChar char="•"/>
            </a:pPr>
            <a:r>
              <a:rPr lang="en-US" sz="2900" b="1" dirty="0">
                <a:ln w="3175" cmpd="sng">
                  <a:noFill/>
                </a:ln>
                <a:solidFill>
                  <a:srgbClr val="000000"/>
                </a:solidFill>
                <a:latin typeface="MarkPro-BoldItalic"/>
                <a:ea typeface="+mj-ea"/>
                <a:cs typeface="+mj-cs"/>
              </a:rPr>
              <a:t>Group Membership and Rebalancing:</a:t>
            </a:r>
            <a:br>
              <a:rPr lang="en-US" sz="2900" b="1" dirty="0">
                <a:ln w="3175" cmpd="sng">
                  <a:noFill/>
                </a:ln>
                <a:solidFill>
                  <a:srgbClr val="000000"/>
                </a:solidFill>
                <a:latin typeface="MarkPro-BoldItalic"/>
                <a:ea typeface="+mj-ea"/>
                <a:cs typeface="+mj-cs"/>
              </a:rPr>
            </a:b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simplifies group membership management by assigning partitions fairly among active consumers and coordinating the partition reassignment process when group membership changes.</a:t>
            </a:r>
          </a:p>
          <a:p>
            <a:pPr algn="l">
              <a:buFont typeface="Arial" panose="020B0604020202020204" pitchFamily="34" charset="0"/>
              <a:buChar char="•"/>
            </a:pPr>
            <a:r>
              <a:rPr lang="en-US" sz="2900" b="1" dirty="0">
                <a:ln w="3175" cmpd="sng">
                  <a:noFill/>
                </a:ln>
                <a:solidFill>
                  <a:srgbClr val="000000"/>
                </a:solidFill>
                <a:latin typeface="MarkPro-BoldItalic"/>
                <a:ea typeface="+mj-ea"/>
                <a:cs typeface="+mj-cs"/>
              </a:rPr>
              <a:t>Offset Commitment:</a:t>
            </a:r>
            <a:br>
              <a:rPr lang="en-US" sz="2900" b="1" dirty="0">
                <a:ln w="3175" cmpd="sng">
                  <a:noFill/>
                </a:ln>
                <a:solidFill>
                  <a:srgbClr val="000000"/>
                </a:solidFill>
                <a:latin typeface="MarkPro-BoldItalic"/>
                <a:ea typeface="+mj-ea"/>
                <a:cs typeface="+mj-cs"/>
              </a:rPr>
            </a:br>
            <a:r>
              <a:rPr lang="en-US" sz="2900" b="1" dirty="0">
                <a:ln w="3175" cmpd="sng">
                  <a:noFill/>
                </a:ln>
                <a:solidFill>
                  <a:srgbClr val="000000"/>
                </a:solidFill>
                <a:latin typeface="MarkPro-BoldItalic"/>
                <a:ea typeface="+mj-ea"/>
                <a:cs typeface="+mj-cs"/>
              </a:rPr>
              <a:t>Kafka consumers store their current offset, which can be managed by </a:t>
            </a: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which maintains committed offset information for each consumer group.</a:t>
            </a:r>
          </a:p>
          <a:p>
            <a:pPr algn="l">
              <a:buFont typeface="Arial" panose="020B0604020202020204" pitchFamily="34" charset="0"/>
              <a:buChar char="•"/>
            </a:pPr>
            <a:r>
              <a:rPr lang="en-US" sz="2900" b="1" dirty="0">
                <a:ln w="3175" cmpd="sng">
                  <a:noFill/>
                </a:ln>
                <a:solidFill>
                  <a:srgbClr val="000000"/>
                </a:solidFill>
                <a:latin typeface="MarkPro-BoldItalic"/>
                <a:ea typeface="+mj-ea"/>
                <a:cs typeface="+mj-cs"/>
              </a:rPr>
              <a:t>Consumer Metadata:</a:t>
            </a:r>
            <a:br>
              <a:rPr lang="en-US" sz="2900" b="1" dirty="0">
                <a:ln w="3175" cmpd="sng">
                  <a:noFill/>
                </a:ln>
                <a:solidFill>
                  <a:srgbClr val="000000"/>
                </a:solidFill>
                <a:latin typeface="MarkPro-BoldItalic"/>
                <a:ea typeface="+mj-ea"/>
                <a:cs typeface="+mj-cs"/>
              </a:rPr>
            </a:br>
            <a:r>
              <a:rPr lang="en-US" sz="2900" b="1" dirty="0" err="1">
                <a:ln w="3175" cmpd="sng">
                  <a:noFill/>
                </a:ln>
                <a:solidFill>
                  <a:srgbClr val="000000"/>
                </a:solidFill>
                <a:latin typeface="MarkPro-BoldItalic"/>
                <a:ea typeface="+mj-ea"/>
                <a:cs typeface="+mj-cs"/>
              </a:rPr>
              <a:t>ZooKeeper</a:t>
            </a:r>
            <a:r>
              <a:rPr lang="en-US" sz="2900" b="1" dirty="0">
                <a:ln w="3175" cmpd="sng">
                  <a:noFill/>
                </a:ln>
                <a:solidFill>
                  <a:srgbClr val="000000"/>
                </a:solidFill>
                <a:latin typeface="MarkPro-BoldItalic"/>
                <a:ea typeface="+mj-ea"/>
                <a:cs typeface="+mj-cs"/>
              </a:rPr>
              <a:t> saves consumer-related metadata, which other components or monitoring systems can utilize to track the progress and status of individual consumers or consumer groups.</a:t>
            </a:r>
          </a:p>
        </p:txBody>
      </p:sp>
    </p:spTree>
    <p:extLst>
      <p:ext uri="{BB962C8B-B14F-4D97-AF65-F5344CB8AC3E}">
        <p14:creationId xmlns:p14="http://schemas.microsoft.com/office/powerpoint/2010/main" val="1225799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p:txBody>
          <a:bodyPr/>
          <a:lstStyle/>
          <a:p>
            <a:r>
              <a:rPr lang="en-US" b="0" i="0" dirty="0">
                <a:solidFill>
                  <a:srgbClr val="000000"/>
                </a:solidFill>
                <a:effectLst/>
                <a:latin typeface="MarkPro-BoldItalic"/>
              </a:rPr>
              <a:t>What is a cluster in the first place?</a:t>
            </a:r>
            <a:endParaRPr lang="en-IN"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p:txBody>
          <a:bodyPr>
            <a:normAutofit fontScale="92500" lnSpcReduction="20000"/>
          </a:bodyPr>
          <a:lstStyle/>
          <a:p>
            <a:pPr algn="l"/>
            <a:r>
              <a:rPr lang="en-US" b="1" i="0" dirty="0">
                <a:solidFill>
                  <a:srgbClr val="000000"/>
                </a:solidFill>
                <a:effectLst/>
                <a:latin typeface="MarkPro-NarrowBook"/>
              </a:rPr>
              <a:t>Within the context of Kafka, a </a:t>
            </a:r>
            <a:r>
              <a:rPr lang="en-US" b="1" i="0" u="none" strike="noStrike" dirty="0">
                <a:solidFill>
                  <a:srgbClr val="257BD7"/>
                </a:solidFill>
                <a:effectLst/>
                <a:latin typeface="MarkPro-NarrowBook"/>
                <a:hlinkClick r:id="rId2"/>
              </a:rPr>
              <a:t>cluster</a:t>
            </a:r>
            <a:r>
              <a:rPr lang="en-US" b="1" i="0" dirty="0">
                <a:solidFill>
                  <a:srgbClr val="000000"/>
                </a:solidFill>
                <a:effectLst/>
                <a:latin typeface="MarkPro-NarrowBook"/>
              </a:rPr>
              <a:t> is a group of servers working together for three reasons: speed (low latency), durability, and scalability. Several data streams can be processed by separate servers, which decreases the latency of data delivery. Data is replicated across multiple servers, so if one fails, another server has the data backed up, ensuring stability - meaning data durability and availability. Kafka also balances the load across multiple servers to provide scalability.</a:t>
            </a:r>
          </a:p>
          <a:p>
            <a:pPr algn="l"/>
            <a:r>
              <a:rPr lang="en-US" b="1" i="0" dirty="0">
                <a:solidFill>
                  <a:srgbClr val="000000"/>
                </a:solidFill>
                <a:effectLst/>
                <a:latin typeface="MarkPro-NarrowBook"/>
              </a:rPr>
              <a:t>An ensemble of Kafka brokers working together is called a Kafka cluster. Some clusters may contain just one broker or others may contain three or potentially hundreds of brokers</a:t>
            </a:r>
          </a:p>
          <a:p>
            <a:endParaRPr lang="en-IN" b="1" dirty="0"/>
          </a:p>
        </p:txBody>
      </p:sp>
    </p:spTree>
    <p:extLst>
      <p:ext uri="{BB962C8B-B14F-4D97-AF65-F5344CB8AC3E}">
        <p14:creationId xmlns:p14="http://schemas.microsoft.com/office/powerpoint/2010/main" val="384318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Diagram showing a Kafka cluster with multiple Kafka brokers.">
            <a:extLst>
              <a:ext uri="{FF2B5EF4-FFF2-40B4-BE49-F238E27FC236}">
                <a16:creationId xmlns:a16="http://schemas.microsoft.com/office/drawing/2014/main" id="{BC4067A5-CCB7-55DB-089C-D5DA77F71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7648"/>
            <a:ext cx="12192000" cy="25796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3AFB88E-2AE4-EAC7-7684-18592DF92055}"/>
              </a:ext>
            </a:extLst>
          </p:cNvPr>
          <p:cNvSpPr/>
          <p:nvPr/>
        </p:nvSpPr>
        <p:spPr>
          <a:xfrm>
            <a:off x="4127514" y="3429000"/>
            <a:ext cx="3936976"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solidFill>
                  <a:schemeClr val="tx1">
                    <a:lumMod val="85000"/>
                    <a:lumOff val="15000"/>
                  </a:schemeClr>
                </a:solidFill>
                <a:effectLst/>
              </a:rPr>
              <a:t>Kafka Cluster</a:t>
            </a:r>
          </a:p>
        </p:txBody>
      </p:sp>
    </p:spTree>
    <p:extLst>
      <p:ext uri="{BB962C8B-B14F-4D97-AF65-F5344CB8AC3E}">
        <p14:creationId xmlns:p14="http://schemas.microsoft.com/office/powerpoint/2010/main" val="398336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AFB88E-2AE4-EAC7-7684-18592DF92055}"/>
              </a:ext>
            </a:extLst>
          </p:cNvPr>
          <p:cNvSpPr/>
          <p:nvPr/>
        </p:nvSpPr>
        <p:spPr>
          <a:xfrm>
            <a:off x="246340" y="5780274"/>
            <a:ext cx="4552079" cy="584775"/>
          </a:xfrm>
          <a:prstGeom prst="rect">
            <a:avLst/>
          </a:prstGeom>
          <a:noFill/>
        </p:spPr>
        <p:txBody>
          <a:bodyPr wrap="none" lIns="91440" tIns="45720" rIns="91440" bIns="45720">
            <a:spAutoFit/>
          </a:bodyPr>
          <a:lstStyle/>
          <a:p>
            <a:pPr algn="ctr"/>
            <a:r>
              <a:rPr lang="en-US" sz="3200" b="1" cap="none" spc="0" dirty="0">
                <a:ln w="12700" cmpd="sng">
                  <a:solidFill>
                    <a:schemeClr val="accent4"/>
                  </a:solidFill>
                  <a:prstDash val="solid"/>
                </a:ln>
                <a:solidFill>
                  <a:schemeClr val="tx1">
                    <a:lumMod val="85000"/>
                    <a:lumOff val="15000"/>
                  </a:schemeClr>
                </a:solidFill>
                <a:effectLst/>
              </a:rPr>
              <a:t>Kafka Broker Architecture</a:t>
            </a:r>
          </a:p>
        </p:txBody>
      </p:sp>
      <p:sp>
        <p:nvSpPr>
          <p:cNvPr id="5" name="TextBox 4">
            <a:extLst>
              <a:ext uri="{FF2B5EF4-FFF2-40B4-BE49-F238E27FC236}">
                <a16:creationId xmlns:a16="http://schemas.microsoft.com/office/drawing/2014/main" id="{DA0F2F59-DF72-EF46-C886-BCD47C2436A4}"/>
              </a:ext>
            </a:extLst>
          </p:cNvPr>
          <p:cNvSpPr txBox="1"/>
          <p:nvPr/>
        </p:nvSpPr>
        <p:spPr>
          <a:xfrm>
            <a:off x="5782647" y="5391836"/>
            <a:ext cx="6097554" cy="1477328"/>
          </a:xfrm>
          <a:prstGeom prst="rect">
            <a:avLst/>
          </a:prstGeom>
          <a:noFill/>
        </p:spPr>
        <p:txBody>
          <a:bodyPr wrap="square">
            <a:spAutoFit/>
          </a:bodyPr>
          <a:lstStyle/>
          <a:p>
            <a:r>
              <a:rPr lang="en-IN" dirty="0">
                <a:hlinkClick r:id="rId2"/>
              </a:rPr>
              <a:t>https://www.codingninjas.com/studio/library/what-is-a-kafka-broker</a:t>
            </a:r>
            <a:r>
              <a:rPr lang="en-IN" dirty="0"/>
              <a:t>  </a:t>
            </a:r>
            <a:r>
              <a:rPr lang="en-IN" dirty="0">
                <a:hlinkClick r:id="rId3"/>
              </a:rPr>
              <a:t>https://www.redhat.com/en/blog/apache-kafka-10-essential-terms-and-concepts-explained</a:t>
            </a:r>
            <a:r>
              <a:rPr lang="en-IN" dirty="0"/>
              <a:t>  </a:t>
            </a:r>
            <a:r>
              <a:rPr lang="en-IN" dirty="0">
                <a:hlinkClick r:id="rId4"/>
              </a:rPr>
              <a:t>https://dattell.com/data-architecture-blog/optimizing-kafka-brokers/</a:t>
            </a:r>
            <a:r>
              <a:rPr lang="en-IN" dirty="0"/>
              <a:t> </a:t>
            </a:r>
          </a:p>
        </p:txBody>
      </p:sp>
      <p:pic>
        <p:nvPicPr>
          <p:cNvPr id="7" name="Picture 6">
            <a:extLst>
              <a:ext uri="{FF2B5EF4-FFF2-40B4-BE49-F238E27FC236}">
                <a16:creationId xmlns:a16="http://schemas.microsoft.com/office/drawing/2014/main" id="{B0CB6673-49C9-004B-0C5C-F2E1CD9473F5}"/>
              </a:ext>
            </a:extLst>
          </p:cNvPr>
          <p:cNvPicPr>
            <a:picLocks noChangeAspect="1"/>
          </p:cNvPicPr>
          <p:nvPr/>
        </p:nvPicPr>
        <p:blipFill>
          <a:blip r:embed="rId5"/>
          <a:stretch>
            <a:fillRect/>
          </a:stretch>
        </p:blipFill>
        <p:spPr>
          <a:xfrm>
            <a:off x="424834" y="261257"/>
            <a:ext cx="10715625" cy="4991878"/>
          </a:xfrm>
          <a:prstGeom prst="rect">
            <a:avLst/>
          </a:prstGeom>
        </p:spPr>
      </p:pic>
    </p:spTree>
    <p:extLst>
      <p:ext uri="{BB962C8B-B14F-4D97-AF65-F5344CB8AC3E}">
        <p14:creationId xmlns:p14="http://schemas.microsoft.com/office/powerpoint/2010/main" val="3802104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AFB88E-2AE4-EAC7-7684-18592DF92055}"/>
              </a:ext>
            </a:extLst>
          </p:cNvPr>
          <p:cNvSpPr/>
          <p:nvPr/>
        </p:nvSpPr>
        <p:spPr>
          <a:xfrm>
            <a:off x="1089097" y="4837922"/>
            <a:ext cx="9565952"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solidFill>
                  <a:schemeClr val="tx1">
                    <a:lumMod val="85000"/>
                    <a:lumOff val="15000"/>
                  </a:schemeClr>
                </a:solidFill>
                <a:effectLst/>
              </a:rPr>
              <a:t>Kafka Broker and Topic partition</a:t>
            </a:r>
          </a:p>
        </p:txBody>
      </p:sp>
      <p:pic>
        <p:nvPicPr>
          <p:cNvPr id="2052" name="Picture 4" descr="3 Kafka Brokers with 2 Kafka Topics and topic partitions.">
            <a:extLst>
              <a:ext uri="{FF2B5EF4-FFF2-40B4-BE49-F238E27FC236}">
                <a16:creationId xmlns:a16="http://schemas.microsoft.com/office/drawing/2014/main" id="{F02D1377-3698-A3F9-B082-10178414C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2603"/>
            <a:ext cx="12192000"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50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FE24-6AAB-4FEF-5E15-E3C1139FA6A9}"/>
              </a:ext>
            </a:extLst>
          </p:cNvPr>
          <p:cNvSpPr>
            <a:spLocks noGrp="1"/>
          </p:cNvSpPr>
          <p:nvPr>
            <p:ph type="title"/>
          </p:nvPr>
        </p:nvSpPr>
        <p:spPr/>
        <p:txBody>
          <a:bodyPr>
            <a:normAutofit/>
          </a:bodyPr>
          <a:lstStyle/>
          <a:p>
            <a:pPr algn="l"/>
            <a:r>
              <a:rPr lang="en-US" sz="3200" b="1" i="0" dirty="0">
                <a:solidFill>
                  <a:srgbClr val="1A1523"/>
                </a:solidFill>
                <a:effectLst/>
                <a:latin typeface="PolySans"/>
              </a:rPr>
              <a:t>How do clients connect to a Kafka Cluster (bootstrap server)?</a:t>
            </a:r>
            <a:endParaRPr lang="en-IN" sz="3200" dirty="0"/>
          </a:p>
        </p:txBody>
      </p:sp>
      <p:sp>
        <p:nvSpPr>
          <p:cNvPr id="3" name="Content Placeholder 2">
            <a:extLst>
              <a:ext uri="{FF2B5EF4-FFF2-40B4-BE49-F238E27FC236}">
                <a16:creationId xmlns:a16="http://schemas.microsoft.com/office/drawing/2014/main" id="{5F97B7C5-75AC-9DD8-BF11-267D454B0E18}"/>
              </a:ext>
            </a:extLst>
          </p:cNvPr>
          <p:cNvSpPr>
            <a:spLocks noGrp="1"/>
          </p:cNvSpPr>
          <p:nvPr>
            <p:ph idx="1"/>
          </p:nvPr>
        </p:nvSpPr>
        <p:spPr/>
        <p:txBody>
          <a:bodyPr>
            <a:normAutofit lnSpcReduction="10000"/>
          </a:bodyPr>
          <a:lstStyle/>
          <a:p>
            <a:pPr algn="l"/>
            <a:r>
              <a:rPr lang="en-US" b="0" i="0" dirty="0">
                <a:solidFill>
                  <a:srgbClr val="1A1523"/>
                </a:solidFill>
                <a:effectLst/>
                <a:latin typeface="Inter"/>
              </a:rPr>
              <a:t>A client that wants to send or receive messages from the Kafka cluster </a:t>
            </a:r>
            <a:r>
              <a:rPr lang="en-US" b="1" i="0" dirty="0">
                <a:solidFill>
                  <a:srgbClr val="1A1523"/>
                </a:solidFill>
                <a:effectLst/>
                <a:latin typeface="Inter"/>
              </a:rPr>
              <a:t>may connect to any broker in the cluster.</a:t>
            </a:r>
            <a:r>
              <a:rPr lang="en-US" b="0" i="0" dirty="0">
                <a:solidFill>
                  <a:srgbClr val="1A1523"/>
                </a:solidFill>
                <a:effectLst/>
                <a:latin typeface="Inter"/>
              </a:rPr>
              <a:t> Every broker in the cluster has metadata about all the other brokers and will help the client connect to them as well, and </a:t>
            </a:r>
            <a:r>
              <a:rPr lang="en-US" b="1" i="0" dirty="0">
                <a:solidFill>
                  <a:srgbClr val="1A1523"/>
                </a:solidFill>
                <a:effectLst/>
                <a:latin typeface="Inter"/>
              </a:rPr>
              <a:t>therefore any broker in the cluster is also called a bootstrap server.</a:t>
            </a:r>
            <a:endParaRPr lang="en-US" b="0" i="0" dirty="0">
              <a:solidFill>
                <a:srgbClr val="1A1523"/>
              </a:solidFill>
              <a:effectLst/>
              <a:latin typeface="Inter"/>
            </a:endParaRPr>
          </a:p>
          <a:p>
            <a:pPr algn="l"/>
            <a:r>
              <a:rPr lang="en-US" b="0" i="0" dirty="0">
                <a:solidFill>
                  <a:srgbClr val="1A1523"/>
                </a:solidFill>
                <a:effectLst/>
                <a:latin typeface="Inter"/>
              </a:rPr>
              <a:t>The bootstrap server will return metadata to the client that consists of a list of all the brokers in the cluster. Then, when required, the client will know which exact broker to connect to </a:t>
            </a:r>
            <a:r>
              <a:rPr lang="en-US" b="0" i="0" dirty="0" err="1">
                <a:solidFill>
                  <a:srgbClr val="1A1523"/>
                </a:solidFill>
                <a:effectLst/>
                <a:latin typeface="Inter"/>
              </a:rPr>
              <a:t>to</a:t>
            </a:r>
            <a:r>
              <a:rPr lang="en-US" b="0" i="0" dirty="0">
                <a:solidFill>
                  <a:srgbClr val="1A1523"/>
                </a:solidFill>
                <a:effectLst/>
                <a:latin typeface="Inter"/>
              </a:rPr>
              <a:t> send or receive data, and accurately find which brokers contain the relevant topic-partition.</a:t>
            </a:r>
          </a:p>
        </p:txBody>
      </p:sp>
    </p:spTree>
    <p:extLst>
      <p:ext uri="{BB962C8B-B14F-4D97-AF65-F5344CB8AC3E}">
        <p14:creationId xmlns:p14="http://schemas.microsoft.com/office/powerpoint/2010/main" val="3124640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1CF5-5787-7EAC-584A-E0A4D07584BA}"/>
              </a:ext>
            </a:extLst>
          </p:cNvPr>
          <p:cNvSpPr>
            <a:spLocks noGrp="1"/>
          </p:cNvSpPr>
          <p:nvPr>
            <p:ph type="title"/>
          </p:nvPr>
        </p:nvSpPr>
        <p:spPr>
          <a:xfrm>
            <a:off x="213048" y="4022725"/>
            <a:ext cx="11978952" cy="2727203"/>
          </a:xfrm>
        </p:spPr>
        <p:txBody>
          <a:bodyPr>
            <a:normAutofit/>
          </a:bodyPr>
          <a:lstStyle/>
          <a:p>
            <a:r>
              <a:rPr lang="en-US" sz="2000" b="1" dirty="0"/>
              <a:t>The producer and consumer here are independent of each other, meaning the producer has no clue about</a:t>
            </a:r>
            <a:br>
              <a:rPr lang="en-US" sz="2000" b="1" dirty="0"/>
            </a:br>
            <a:br>
              <a:rPr lang="en-US" sz="2000" b="1" dirty="0"/>
            </a:br>
            <a:r>
              <a:rPr lang="en-US" sz="2000" b="1" dirty="0"/>
              <a:t>which consumer is going to read this message.</a:t>
            </a:r>
            <a:br>
              <a:rPr lang="en-US" sz="2000" b="1" dirty="0"/>
            </a:br>
            <a:br>
              <a:rPr lang="en-US" sz="2000" b="1" dirty="0"/>
            </a:br>
            <a:r>
              <a:rPr lang="en-US" sz="2000" b="1" dirty="0"/>
              <a:t>An even streaming platform also stores the stream of events so that it can be replayed if it's necessary.</a:t>
            </a:r>
            <a:br>
              <a:rPr lang="en-US" sz="2000" b="1" dirty="0"/>
            </a:br>
            <a:br>
              <a:rPr lang="en-US" sz="2000" b="1" dirty="0"/>
            </a:br>
            <a:r>
              <a:rPr lang="en-US" sz="2000" b="1" dirty="0"/>
              <a:t>Events are generally retained in multiple servers for providing fault tolerance and availability.</a:t>
            </a:r>
            <a:endParaRPr lang="en-IN" sz="2000" b="1" dirty="0"/>
          </a:p>
        </p:txBody>
      </p:sp>
      <p:pic>
        <p:nvPicPr>
          <p:cNvPr id="5" name="Picture 4">
            <a:extLst>
              <a:ext uri="{FF2B5EF4-FFF2-40B4-BE49-F238E27FC236}">
                <a16:creationId xmlns:a16="http://schemas.microsoft.com/office/drawing/2014/main" id="{518E9BC0-F04A-5A78-8000-9F1A0BFEE7B3}"/>
              </a:ext>
            </a:extLst>
          </p:cNvPr>
          <p:cNvPicPr>
            <a:picLocks noChangeAspect="1"/>
          </p:cNvPicPr>
          <p:nvPr/>
        </p:nvPicPr>
        <p:blipFill>
          <a:blip r:embed="rId2"/>
          <a:stretch>
            <a:fillRect/>
          </a:stretch>
        </p:blipFill>
        <p:spPr>
          <a:xfrm>
            <a:off x="213048" y="108072"/>
            <a:ext cx="10074513" cy="3749365"/>
          </a:xfrm>
          <a:prstGeom prst="rect">
            <a:avLst/>
          </a:prstGeom>
        </p:spPr>
      </p:pic>
    </p:spTree>
    <p:extLst>
      <p:ext uri="{BB962C8B-B14F-4D97-AF65-F5344CB8AC3E}">
        <p14:creationId xmlns:p14="http://schemas.microsoft.com/office/powerpoint/2010/main" val="3936926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4" name="Picture 2" descr="Connecting to a Kafka Cluster (Bootstrap Server) diagram. Process for connecting to a Kafka broker within an Apache Kafka cluster.">
            <a:extLst>
              <a:ext uri="{FF2B5EF4-FFF2-40B4-BE49-F238E27FC236}">
                <a16:creationId xmlns:a16="http://schemas.microsoft.com/office/drawing/2014/main" id="{25D20B20-C496-B34B-EC83-67934392F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76300"/>
            <a:ext cx="12192000"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21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9CA8EC-90DD-3C65-B737-CD907F501987}"/>
              </a:ext>
            </a:extLst>
          </p:cNvPr>
          <p:cNvPicPr>
            <a:picLocks noChangeAspect="1"/>
          </p:cNvPicPr>
          <p:nvPr/>
        </p:nvPicPr>
        <p:blipFill>
          <a:blip r:embed="rId2"/>
          <a:stretch>
            <a:fillRect/>
          </a:stretch>
        </p:blipFill>
        <p:spPr>
          <a:xfrm>
            <a:off x="195944" y="177283"/>
            <a:ext cx="11877868" cy="6400800"/>
          </a:xfrm>
          <a:prstGeom prst="rect">
            <a:avLst/>
          </a:prstGeom>
        </p:spPr>
      </p:pic>
    </p:spTree>
    <p:extLst>
      <p:ext uri="{BB962C8B-B14F-4D97-AF65-F5344CB8AC3E}">
        <p14:creationId xmlns:p14="http://schemas.microsoft.com/office/powerpoint/2010/main" val="2892218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D43DF-0853-2853-7F3C-466C9D9DFAC7}"/>
              </a:ext>
            </a:extLst>
          </p:cNvPr>
          <p:cNvSpPr>
            <a:spLocks noGrp="1"/>
          </p:cNvSpPr>
          <p:nvPr>
            <p:ph idx="1"/>
          </p:nvPr>
        </p:nvSpPr>
        <p:spPr>
          <a:xfrm>
            <a:off x="167950" y="270588"/>
            <a:ext cx="11803225" cy="6419461"/>
          </a:xfrm>
        </p:spPr>
        <p:txBody>
          <a:bodyPr>
            <a:normAutofit fontScale="92500" lnSpcReduction="10000"/>
          </a:bodyPr>
          <a:lstStyle/>
          <a:p>
            <a:pPr algn="l"/>
            <a:r>
              <a:rPr lang="en-US" b="1" i="0" dirty="0">
                <a:solidFill>
                  <a:srgbClr val="2D2F31"/>
                </a:solidFill>
                <a:effectLst/>
                <a:latin typeface="Udemy Sans"/>
              </a:rPr>
              <a:t>Kafka cluster generally consists of multiple brokers.  In order to manage multiple brokers, we need a zookeeper.</a:t>
            </a:r>
          </a:p>
          <a:p>
            <a:pPr algn="l"/>
            <a:r>
              <a:rPr lang="en-US" b="1" i="0" dirty="0">
                <a:solidFill>
                  <a:srgbClr val="2D2F31"/>
                </a:solidFill>
                <a:effectLst/>
                <a:latin typeface="Udemy Sans"/>
              </a:rPr>
              <a:t>Basically, Zookeeper keeps track of the health of the brokers and manage the cluster for you.</a:t>
            </a:r>
          </a:p>
          <a:p>
            <a:pPr algn="l"/>
            <a:r>
              <a:rPr lang="en-US" b="1" i="0" dirty="0">
                <a:solidFill>
                  <a:srgbClr val="2D2F31"/>
                </a:solidFill>
                <a:effectLst/>
                <a:latin typeface="Udemy Sans"/>
              </a:rPr>
              <a:t>Broker is what all the Kafka clients will interact with.</a:t>
            </a:r>
          </a:p>
          <a:p>
            <a:pPr algn="l"/>
            <a:r>
              <a:rPr lang="en-US" b="1" i="0" dirty="0">
                <a:solidFill>
                  <a:srgbClr val="2D2F31"/>
                </a:solidFill>
                <a:effectLst/>
                <a:latin typeface="Udemy Sans"/>
              </a:rPr>
              <a:t>Having just the clusters doesn't add any value.</a:t>
            </a:r>
          </a:p>
          <a:p>
            <a:pPr algn="l"/>
            <a:r>
              <a:rPr lang="en-US" b="1" i="0" dirty="0">
                <a:solidFill>
                  <a:srgbClr val="2D2F31"/>
                </a:solidFill>
                <a:effectLst/>
                <a:latin typeface="Udemy Sans"/>
              </a:rPr>
              <a:t>The very first client that I'm going to introduce you is the Kafka producer.</a:t>
            </a:r>
          </a:p>
          <a:p>
            <a:pPr algn="l"/>
            <a:r>
              <a:rPr lang="en-US" b="1" i="0" dirty="0">
                <a:solidFill>
                  <a:srgbClr val="2D2F31"/>
                </a:solidFill>
                <a:effectLst/>
                <a:latin typeface="Udemy Sans"/>
              </a:rPr>
              <a:t>A Kafka producer are the way to write and produce new data into Kafka.</a:t>
            </a:r>
          </a:p>
          <a:p>
            <a:pPr algn="l"/>
            <a:r>
              <a:rPr lang="en-US" b="1" i="0" dirty="0">
                <a:solidFill>
                  <a:srgbClr val="2D2F31"/>
                </a:solidFill>
                <a:effectLst/>
                <a:latin typeface="Udemy Sans"/>
              </a:rPr>
              <a:t>Client uses the producer API to write the data into the Kafka after the data is written into Kafka.</a:t>
            </a:r>
          </a:p>
          <a:p>
            <a:pPr algn="l"/>
            <a:r>
              <a:rPr lang="en-US" b="1" i="0" dirty="0">
                <a:solidFill>
                  <a:srgbClr val="2D2F31"/>
                </a:solidFill>
                <a:effectLst/>
                <a:latin typeface="Udemy Sans"/>
              </a:rPr>
              <a:t>What needs to be done?</a:t>
            </a:r>
          </a:p>
          <a:p>
            <a:pPr algn="l"/>
            <a:r>
              <a:rPr lang="en-US" b="1" i="0" dirty="0">
                <a:solidFill>
                  <a:srgbClr val="2D2F31"/>
                </a:solidFill>
                <a:effectLst/>
                <a:latin typeface="Udemy Sans"/>
              </a:rPr>
              <a:t>We need to consume the data from Kafka.</a:t>
            </a:r>
          </a:p>
          <a:p>
            <a:pPr algn="l"/>
            <a:r>
              <a:rPr lang="en-US" b="1" i="0" dirty="0">
                <a:solidFill>
                  <a:srgbClr val="2D2F31"/>
                </a:solidFill>
                <a:effectLst/>
                <a:latin typeface="Udemy Sans"/>
              </a:rPr>
              <a:t>So Kafka consumers comes in handy to consume the messages.</a:t>
            </a:r>
          </a:p>
          <a:p>
            <a:pPr algn="l"/>
            <a:r>
              <a:rPr lang="en-US" b="1" i="0" dirty="0">
                <a:solidFill>
                  <a:srgbClr val="2D2F31"/>
                </a:solidFill>
                <a:effectLst/>
                <a:latin typeface="Udemy Sans"/>
              </a:rPr>
              <a:t>They use the Consumer API to consume the message from the Kafka cluster.</a:t>
            </a:r>
          </a:p>
          <a:p>
            <a:pPr algn="l"/>
            <a:r>
              <a:rPr lang="en-US" b="1" i="0" dirty="0">
                <a:solidFill>
                  <a:srgbClr val="2D2F31"/>
                </a:solidFill>
                <a:effectLst/>
                <a:latin typeface="Udemy Sans"/>
              </a:rPr>
              <a:t>Kafka Consumers and producers are basic client APIs through which we can interact with Kafka.</a:t>
            </a:r>
          </a:p>
          <a:p>
            <a:pPr algn="l"/>
            <a:r>
              <a:rPr lang="en-US" b="1" i="0" dirty="0">
                <a:solidFill>
                  <a:srgbClr val="2D2F31"/>
                </a:solidFill>
                <a:effectLst/>
                <a:latin typeface="Udemy Sans"/>
              </a:rPr>
              <a:t>There are two advanced client APIs that comes with Kafka.</a:t>
            </a:r>
          </a:p>
          <a:p>
            <a:endParaRPr lang="en-IN" b="1" dirty="0"/>
          </a:p>
        </p:txBody>
      </p:sp>
    </p:spTree>
    <p:extLst>
      <p:ext uri="{BB962C8B-B14F-4D97-AF65-F5344CB8AC3E}">
        <p14:creationId xmlns:p14="http://schemas.microsoft.com/office/powerpoint/2010/main" val="2487204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D43DF-0853-2853-7F3C-466C9D9DFAC7}"/>
              </a:ext>
            </a:extLst>
          </p:cNvPr>
          <p:cNvSpPr>
            <a:spLocks noGrp="1"/>
          </p:cNvSpPr>
          <p:nvPr>
            <p:ph idx="1"/>
          </p:nvPr>
        </p:nvSpPr>
        <p:spPr>
          <a:xfrm>
            <a:off x="167950" y="270588"/>
            <a:ext cx="11803225" cy="6419461"/>
          </a:xfrm>
        </p:spPr>
        <p:txBody>
          <a:bodyPr>
            <a:normAutofit lnSpcReduction="10000"/>
          </a:bodyPr>
          <a:lstStyle/>
          <a:p>
            <a:pPr algn="l"/>
            <a:r>
              <a:rPr lang="en-US" b="1" i="0" dirty="0">
                <a:solidFill>
                  <a:srgbClr val="2D2F31"/>
                </a:solidFill>
                <a:effectLst/>
                <a:latin typeface="Udemy Sans"/>
              </a:rPr>
              <a:t>Number one is the Kafka Connect.</a:t>
            </a:r>
          </a:p>
          <a:p>
            <a:pPr algn="l"/>
            <a:r>
              <a:rPr lang="en-US" b="1" i="0" dirty="0">
                <a:solidFill>
                  <a:srgbClr val="2D2F31"/>
                </a:solidFill>
                <a:effectLst/>
                <a:latin typeface="Udemy Sans"/>
              </a:rPr>
              <a:t>It has two different types of connectors named Source, Connector and Sink Connector.</a:t>
            </a:r>
          </a:p>
          <a:p>
            <a:pPr algn="l"/>
            <a:r>
              <a:rPr lang="en-US" b="1" i="0" dirty="0">
                <a:solidFill>
                  <a:srgbClr val="2D2F31"/>
                </a:solidFill>
                <a:effectLst/>
                <a:latin typeface="Udemy Sans"/>
              </a:rPr>
              <a:t>The source Connector is used to pull the data from an external data source, such as database or file</a:t>
            </a:r>
          </a:p>
          <a:p>
            <a:pPr algn="l"/>
            <a:r>
              <a:rPr lang="en-US" b="1" i="0" dirty="0">
                <a:solidFill>
                  <a:srgbClr val="2D2F31"/>
                </a:solidFill>
                <a:effectLst/>
                <a:latin typeface="Udemy Sans"/>
              </a:rPr>
              <a:t>system or an Elasticsearch into the Kafka topic.</a:t>
            </a:r>
          </a:p>
          <a:p>
            <a:pPr algn="l"/>
            <a:r>
              <a:rPr lang="en-US" b="1" i="0" dirty="0">
                <a:solidFill>
                  <a:srgbClr val="2D2F31"/>
                </a:solidFill>
                <a:effectLst/>
                <a:latin typeface="Udemy Sans"/>
              </a:rPr>
              <a:t>And the opposite of the same is done using the Sink Connector.</a:t>
            </a:r>
          </a:p>
          <a:p>
            <a:pPr algn="l"/>
            <a:r>
              <a:rPr lang="en-US" b="1" i="0" dirty="0">
                <a:solidFill>
                  <a:srgbClr val="2D2F31"/>
                </a:solidFill>
                <a:effectLst/>
                <a:latin typeface="Udemy Sans"/>
              </a:rPr>
              <a:t>With Kafka Connect, you can perform the data movement in and out of Kafka without writing a single</a:t>
            </a:r>
          </a:p>
          <a:p>
            <a:pPr algn="l"/>
            <a:r>
              <a:rPr lang="en-US" b="1" i="0" dirty="0">
                <a:solidFill>
                  <a:srgbClr val="2D2F31"/>
                </a:solidFill>
                <a:effectLst/>
                <a:latin typeface="Udemy Sans"/>
              </a:rPr>
              <a:t>line of code.</a:t>
            </a:r>
          </a:p>
          <a:p>
            <a:pPr algn="l"/>
            <a:r>
              <a:rPr lang="en-US" b="1" i="0" dirty="0">
                <a:solidFill>
                  <a:srgbClr val="2D2F31"/>
                </a:solidFill>
                <a:effectLst/>
                <a:latin typeface="Udemy Sans"/>
              </a:rPr>
              <a:t>The next advanced API is the Streams API, which is basically used to take the data from Kafka and perform simple to complex transformations on it and put it back to Kafka.</a:t>
            </a:r>
          </a:p>
          <a:p>
            <a:pPr algn="l"/>
            <a:r>
              <a:rPr lang="en-US" b="1" i="0" dirty="0">
                <a:solidFill>
                  <a:srgbClr val="2D2F31"/>
                </a:solidFill>
                <a:effectLst/>
                <a:latin typeface="Udemy Sans"/>
              </a:rPr>
              <a:t>If I have to summarize this lecture, you have four client APIs such as the Producer API, Consumer</a:t>
            </a:r>
          </a:p>
          <a:p>
            <a:pPr algn="l"/>
            <a:r>
              <a:rPr lang="en-US" b="1" i="0" dirty="0">
                <a:solidFill>
                  <a:srgbClr val="2D2F31"/>
                </a:solidFill>
                <a:effectLst/>
                <a:latin typeface="Udemy Sans"/>
              </a:rPr>
              <a:t>API, Connect API and Streams API using which you can interact with Apache Kafka.</a:t>
            </a:r>
          </a:p>
          <a:p>
            <a:endParaRPr lang="en-IN" b="1" dirty="0"/>
          </a:p>
        </p:txBody>
      </p:sp>
    </p:spTree>
    <p:extLst>
      <p:ext uri="{BB962C8B-B14F-4D97-AF65-F5344CB8AC3E}">
        <p14:creationId xmlns:p14="http://schemas.microsoft.com/office/powerpoint/2010/main" val="4036590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D43DF-0853-2853-7F3C-466C9D9DFAC7}"/>
              </a:ext>
            </a:extLst>
          </p:cNvPr>
          <p:cNvSpPr>
            <a:spLocks noGrp="1"/>
          </p:cNvSpPr>
          <p:nvPr>
            <p:ph idx="1"/>
          </p:nvPr>
        </p:nvSpPr>
        <p:spPr>
          <a:xfrm>
            <a:off x="167950" y="808710"/>
            <a:ext cx="11803225" cy="5881339"/>
          </a:xfrm>
        </p:spPr>
        <p:txBody>
          <a:bodyPr>
            <a:normAutofit fontScale="92500" lnSpcReduction="10000"/>
          </a:bodyPr>
          <a:lstStyle/>
          <a:p>
            <a:pPr algn="l"/>
            <a:r>
              <a:rPr lang="en-US" b="1" i="0" dirty="0">
                <a:solidFill>
                  <a:srgbClr val="2D2F31"/>
                </a:solidFill>
                <a:effectLst/>
                <a:latin typeface="Udemy Sans"/>
              </a:rPr>
              <a:t>A Kafka topic is an entity in Kafka, and it has a name.</a:t>
            </a:r>
          </a:p>
          <a:p>
            <a:pPr algn="l"/>
            <a:r>
              <a:rPr lang="en-US" b="1" i="0" dirty="0">
                <a:solidFill>
                  <a:srgbClr val="2D2F31"/>
                </a:solidFill>
                <a:effectLst/>
                <a:latin typeface="Udemy Sans"/>
              </a:rPr>
              <a:t>In Kafka, a topic is basically a storage unit where all the messages sent by the producer are stored.</a:t>
            </a:r>
          </a:p>
          <a:p>
            <a:pPr algn="l"/>
            <a:r>
              <a:rPr lang="en-US" b="1" i="0" dirty="0">
                <a:solidFill>
                  <a:srgbClr val="2D2F31"/>
                </a:solidFill>
                <a:effectLst/>
                <a:latin typeface="Udemy Sans"/>
              </a:rPr>
              <a:t>Similar to how databases have tables to organize and segment datasets, Kafka uses the concept of topics to organize related messages.</a:t>
            </a:r>
          </a:p>
          <a:p>
            <a:pPr algn="l"/>
            <a:r>
              <a:rPr lang="en-US" b="1" i="0" dirty="0">
                <a:solidFill>
                  <a:srgbClr val="1A1523"/>
                </a:solidFill>
                <a:effectLst/>
                <a:latin typeface="Inter"/>
              </a:rPr>
              <a:t>Kafka topics can contain any kind of message in any format, and the sequence of all these messages is called a data stream.</a:t>
            </a:r>
            <a:endParaRPr lang="en-US" b="1" dirty="0">
              <a:solidFill>
                <a:srgbClr val="2D2F31"/>
              </a:solidFill>
              <a:latin typeface="Udemy Sans"/>
            </a:endParaRPr>
          </a:p>
          <a:p>
            <a:pPr algn="l"/>
            <a:r>
              <a:rPr lang="en-US" b="1" i="0" dirty="0">
                <a:solidFill>
                  <a:srgbClr val="1A1523"/>
                </a:solidFill>
                <a:effectLst/>
                <a:latin typeface="Inter"/>
              </a:rPr>
              <a:t>Data in Kafka topics is deleted after one week by default (also called the default message retention period), and this value is configurable. This mechanism of deleting old data ensures a Kafka cluster does not run out of disk space by recycling topics over time.</a:t>
            </a:r>
          </a:p>
          <a:p>
            <a:r>
              <a:rPr lang="en-US" b="1" i="0" dirty="0">
                <a:solidFill>
                  <a:srgbClr val="4C40E7"/>
                </a:solidFill>
                <a:effectLst/>
                <a:latin typeface="Inter"/>
              </a:rPr>
              <a:t>Kafka </a:t>
            </a:r>
            <a:r>
              <a:rPr lang="en-US" b="1" i="0" dirty="0" err="1">
                <a:solidFill>
                  <a:srgbClr val="4C40E7"/>
                </a:solidFill>
                <a:effectLst/>
                <a:latin typeface="Inter"/>
              </a:rPr>
              <a:t>Topics</a:t>
            </a:r>
            <a:r>
              <a:rPr lang="en-US" b="1" i="0" dirty="0" err="1">
                <a:solidFill>
                  <a:srgbClr val="1A1523"/>
                </a:solidFill>
                <a:effectLst/>
                <a:latin typeface="Inter"/>
              </a:rPr>
              <a:t>Kafka</a:t>
            </a:r>
            <a:r>
              <a:rPr lang="en-US" b="1" i="0" dirty="0">
                <a:solidFill>
                  <a:srgbClr val="1A1523"/>
                </a:solidFill>
                <a:effectLst/>
                <a:latin typeface="Inter"/>
              </a:rPr>
              <a:t> topics are immutable: once data is written to a partition, it cannot be changed</a:t>
            </a:r>
          </a:p>
          <a:p>
            <a:pPr algn="l"/>
            <a:endParaRPr lang="en-US" b="1" i="0" dirty="0">
              <a:solidFill>
                <a:srgbClr val="1A1523"/>
              </a:solidFill>
              <a:effectLst/>
              <a:latin typeface="Inter"/>
            </a:endParaRPr>
          </a:p>
          <a:p>
            <a:r>
              <a:rPr lang="en-US" b="1" i="0" dirty="0">
                <a:solidFill>
                  <a:srgbClr val="B54708"/>
                </a:solidFill>
                <a:effectLst/>
                <a:latin typeface="Inter"/>
              </a:rPr>
              <a:t>Kafka Topics - </a:t>
            </a:r>
            <a:r>
              <a:rPr lang="en-US" b="1" i="0" dirty="0" err="1">
                <a:solidFill>
                  <a:srgbClr val="B54708"/>
                </a:solidFill>
                <a:effectLst/>
                <a:latin typeface="Inter"/>
              </a:rPr>
              <a:t>Warning</a:t>
            </a:r>
            <a:r>
              <a:rPr lang="en-US" b="1" i="0" dirty="0" err="1">
                <a:solidFill>
                  <a:srgbClr val="1A1523"/>
                </a:solidFill>
                <a:effectLst/>
                <a:latin typeface="Inter"/>
              </a:rPr>
              <a:t>Unlike</a:t>
            </a:r>
            <a:r>
              <a:rPr lang="en-US" b="1" i="0" dirty="0">
                <a:solidFill>
                  <a:srgbClr val="1A1523"/>
                </a:solidFill>
                <a:effectLst/>
                <a:latin typeface="Inter"/>
              </a:rPr>
              <a:t> database tables, Kafka topics are not query-able. Instead, we have to create Kafka producers to send data to the topic and Kafka consumers to read the data from the topic in </a:t>
            </a:r>
            <a:r>
              <a:rPr lang="en-US" b="1" i="0" dirty="0" err="1">
                <a:solidFill>
                  <a:srgbClr val="1A1523"/>
                </a:solidFill>
                <a:effectLst/>
                <a:latin typeface="Inter"/>
              </a:rPr>
              <a:t>orde</a:t>
            </a:r>
            <a:endParaRPr lang="en-US" b="1" i="0" dirty="0">
              <a:solidFill>
                <a:srgbClr val="1A1523"/>
              </a:solidFill>
              <a:effectLst/>
              <a:latin typeface="Inter"/>
            </a:endParaRPr>
          </a:p>
          <a:p>
            <a:pPr algn="l"/>
            <a:endParaRPr lang="en-IN" b="1" dirty="0"/>
          </a:p>
        </p:txBody>
      </p:sp>
      <p:sp>
        <p:nvSpPr>
          <p:cNvPr id="4" name="TextBox 3">
            <a:extLst>
              <a:ext uri="{FF2B5EF4-FFF2-40B4-BE49-F238E27FC236}">
                <a16:creationId xmlns:a16="http://schemas.microsoft.com/office/drawing/2014/main" id="{E91AA032-EC9E-62D2-0642-A89F23705FBE}"/>
              </a:ext>
            </a:extLst>
          </p:cNvPr>
          <p:cNvSpPr txBox="1"/>
          <p:nvPr/>
        </p:nvSpPr>
        <p:spPr>
          <a:xfrm>
            <a:off x="429208" y="223935"/>
            <a:ext cx="11262049" cy="584775"/>
          </a:xfrm>
          <a:prstGeom prst="rect">
            <a:avLst/>
          </a:prstGeom>
          <a:noFill/>
        </p:spPr>
        <p:txBody>
          <a:bodyPr wrap="square" rtlCol="0">
            <a:spAutoFit/>
          </a:bodyPr>
          <a:lstStyle/>
          <a:p>
            <a:r>
              <a:rPr lang="en-IN" sz="3200" dirty="0"/>
              <a:t>Kafka Topic</a:t>
            </a:r>
          </a:p>
        </p:txBody>
      </p:sp>
    </p:spTree>
    <p:extLst>
      <p:ext uri="{BB962C8B-B14F-4D97-AF65-F5344CB8AC3E}">
        <p14:creationId xmlns:p14="http://schemas.microsoft.com/office/powerpoint/2010/main" val="3059647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AF9357-3B1E-7DFC-9393-9DF63BBF76CB}"/>
              </a:ext>
            </a:extLst>
          </p:cNvPr>
          <p:cNvSpPr txBox="1"/>
          <p:nvPr/>
        </p:nvSpPr>
        <p:spPr>
          <a:xfrm>
            <a:off x="289248" y="328232"/>
            <a:ext cx="10235682" cy="1569660"/>
          </a:xfrm>
          <a:prstGeom prst="rect">
            <a:avLst/>
          </a:prstGeom>
          <a:noFill/>
        </p:spPr>
        <p:txBody>
          <a:bodyPr wrap="square">
            <a:spAutoFit/>
          </a:bodyPr>
          <a:lstStyle/>
          <a:p>
            <a:r>
              <a:rPr lang="en-US" sz="2400" b="0" i="0" dirty="0">
                <a:solidFill>
                  <a:srgbClr val="1A1523"/>
                </a:solidFill>
                <a:effectLst/>
                <a:latin typeface="Inter"/>
              </a:rPr>
              <a:t>A topic is identified by its name. For example, we may have a topic called </a:t>
            </a:r>
            <a:r>
              <a:rPr lang="en-US" sz="2400" b="1" i="0" dirty="0">
                <a:solidFill>
                  <a:srgbClr val="1A1523"/>
                </a:solidFill>
                <a:effectLst/>
                <a:latin typeface="Inter"/>
              </a:rPr>
              <a:t>logs</a:t>
            </a:r>
            <a:r>
              <a:rPr lang="en-US" sz="2400" b="0" i="0" dirty="0">
                <a:solidFill>
                  <a:srgbClr val="1A1523"/>
                </a:solidFill>
                <a:effectLst/>
                <a:latin typeface="Inter"/>
              </a:rPr>
              <a:t> that may contain log messages from our application, and another topic called </a:t>
            </a:r>
            <a:r>
              <a:rPr lang="en-US" sz="2400" b="1" i="0" dirty="0">
                <a:solidFill>
                  <a:srgbClr val="1A1523"/>
                </a:solidFill>
                <a:effectLst/>
                <a:latin typeface="Inter"/>
              </a:rPr>
              <a:t>purchases</a:t>
            </a:r>
            <a:r>
              <a:rPr lang="en-US" sz="2400" b="0" i="0" dirty="0">
                <a:solidFill>
                  <a:srgbClr val="1A1523"/>
                </a:solidFill>
                <a:effectLst/>
                <a:latin typeface="Inter"/>
              </a:rPr>
              <a:t> that may contain purchase data from our application as it happens.</a:t>
            </a:r>
            <a:endParaRPr lang="en-IN" sz="2400" dirty="0"/>
          </a:p>
        </p:txBody>
      </p:sp>
      <p:pic>
        <p:nvPicPr>
          <p:cNvPr id="4100" name="Picture 4" descr="A Kafka Cluster with 4 Topics shown in a diagram">
            <a:extLst>
              <a:ext uri="{FF2B5EF4-FFF2-40B4-BE49-F238E27FC236}">
                <a16:creationId xmlns:a16="http://schemas.microsoft.com/office/drawing/2014/main" id="{8954BF04-524B-CF62-F090-3565BA134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4335" y="2528596"/>
            <a:ext cx="5906278" cy="4195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146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79580" y="178513"/>
            <a:ext cx="10515600" cy="642581"/>
          </a:xfrm>
        </p:spPr>
        <p:txBody>
          <a:bodyPr>
            <a:normAutofit/>
          </a:bodyPr>
          <a:lstStyle/>
          <a:p>
            <a:r>
              <a:rPr lang="en-IN" sz="3200" b="1" i="0" dirty="0">
                <a:solidFill>
                  <a:srgbClr val="1A1523"/>
                </a:solidFill>
                <a:effectLst/>
                <a:latin typeface="PolySans"/>
              </a:rPr>
              <a:t>What are Kafka Partitions?</a:t>
            </a:r>
            <a:endParaRPr lang="en-IN" sz="3200" dirty="0"/>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676189"/>
          </a:xfrm>
        </p:spPr>
        <p:txBody>
          <a:bodyPr>
            <a:normAutofit/>
          </a:bodyPr>
          <a:lstStyle/>
          <a:p>
            <a:r>
              <a:rPr lang="en-US" dirty="0"/>
              <a:t>A topic can be further subdivided into multiple storage units and these subdivisions of a topic are known as partitions. By default, a topic is created with only 1 partition and whatever messages are published to this topic are stored in that partition. If you configure a topic to have multiple partitions then the messages sent by the producers would be stored in these partitions such that no two partitions would have the same message/event.</a:t>
            </a:r>
            <a:endParaRPr lang="en-IN" dirty="0"/>
          </a:p>
        </p:txBody>
      </p:sp>
      <p:pic>
        <p:nvPicPr>
          <p:cNvPr id="5" name="Picture 4">
            <a:extLst>
              <a:ext uri="{FF2B5EF4-FFF2-40B4-BE49-F238E27FC236}">
                <a16:creationId xmlns:a16="http://schemas.microsoft.com/office/drawing/2014/main" id="{38BC3283-D5DE-04B9-BDD8-A21681EDA5F7}"/>
              </a:ext>
            </a:extLst>
          </p:cNvPr>
          <p:cNvPicPr>
            <a:picLocks noChangeAspect="1"/>
          </p:cNvPicPr>
          <p:nvPr/>
        </p:nvPicPr>
        <p:blipFill>
          <a:blip r:embed="rId2"/>
          <a:stretch>
            <a:fillRect/>
          </a:stretch>
        </p:blipFill>
        <p:spPr>
          <a:xfrm>
            <a:off x="1175657" y="3767978"/>
            <a:ext cx="9088017" cy="2420063"/>
          </a:xfrm>
          <a:prstGeom prst="rect">
            <a:avLst/>
          </a:prstGeom>
        </p:spPr>
      </p:pic>
      <p:sp>
        <p:nvSpPr>
          <p:cNvPr id="6" name="TextBox 5">
            <a:extLst>
              <a:ext uri="{FF2B5EF4-FFF2-40B4-BE49-F238E27FC236}">
                <a16:creationId xmlns:a16="http://schemas.microsoft.com/office/drawing/2014/main" id="{957327B2-FD8B-2B8A-B44A-7177D65444D4}"/>
              </a:ext>
            </a:extLst>
          </p:cNvPr>
          <p:cNvSpPr txBox="1"/>
          <p:nvPr/>
        </p:nvSpPr>
        <p:spPr>
          <a:xfrm>
            <a:off x="498410" y="6044076"/>
            <a:ext cx="6097554" cy="646331"/>
          </a:xfrm>
          <a:prstGeom prst="rect">
            <a:avLst/>
          </a:prstGeom>
          <a:noFill/>
        </p:spPr>
        <p:txBody>
          <a:bodyPr wrap="square">
            <a:spAutoFit/>
          </a:bodyPr>
          <a:lstStyle/>
          <a:p>
            <a:r>
              <a:rPr lang="en-IN" dirty="0">
                <a:hlinkClick r:id="rId3"/>
              </a:rPr>
              <a:t>https://codingharbour.com/apache-kafka/the-introduction-to-kafka-topics-and-partitions/</a:t>
            </a:r>
            <a:r>
              <a:rPr lang="en-IN" dirty="0"/>
              <a:t> </a:t>
            </a:r>
          </a:p>
        </p:txBody>
      </p:sp>
    </p:spTree>
    <p:extLst>
      <p:ext uri="{BB962C8B-B14F-4D97-AF65-F5344CB8AC3E}">
        <p14:creationId xmlns:p14="http://schemas.microsoft.com/office/powerpoint/2010/main" val="2477426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79580" y="178513"/>
            <a:ext cx="10515600" cy="642581"/>
          </a:xfrm>
        </p:spPr>
        <p:txBody>
          <a:bodyPr>
            <a:normAutofit/>
          </a:bodyPr>
          <a:lstStyle/>
          <a:p>
            <a:r>
              <a:rPr lang="en-IN" sz="3200" b="1" i="0" dirty="0">
                <a:solidFill>
                  <a:srgbClr val="1A1523"/>
                </a:solidFill>
                <a:effectLst/>
                <a:latin typeface="PolySans"/>
              </a:rPr>
              <a:t>What are Kafka Partitions?</a:t>
            </a:r>
            <a:endParaRPr lang="en-IN" sz="3200" dirty="0"/>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676189"/>
          </a:xfrm>
        </p:spPr>
        <p:txBody>
          <a:bodyPr>
            <a:normAutofit/>
          </a:bodyPr>
          <a:lstStyle/>
          <a:p>
            <a:r>
              <a:rPr lang="en-US" dirty="0"/>
              <a:t>Kafka partitions speed up the processing of large amounts of data in parallel by distributing message processing across many nodes in your Kafka cluster. Instead of writing all of your data from a topic to one partition (and thus one broker), you are able to split your topics into different partitions and distribute those partitions to brokers. Unlike other messaging systems, producers are responsible for deciding which partition messages are written to.</a:t>
            </a:r>
          </a:p>
          <a:p>
            <a:r>
              <a:rPr lang="en-US" dirty="0"/>
              <a:t>If your messages have keys, then the producer distributes the data such that data with the same key ends up on the same partition. This way, you can guarantee that messages with the same key are always in order. If keys are not used, then messages are distributed to the partitions in a round-robin manner.</a:t>
            </a:r>
            <a:endParaRPr lang="en-IN" dirty="0"/>
          </a:p>
        </p:txBody>
      </p:sp>
      <p:sp>
        <p:nvSpPr>
          <p:cNvPr id="6" name="TextBox 5">
            <a:extLst>
              <a:ext uri="{FF2B5EF4-FFF2-40B4-BE49-F238E27FC236}">
                <a16:creationId xmlns:a16="http://schemas.microsoft.com/office/drawing/2014/main" id="{957327B2-FD8B-2B8A-B44A-7177D65444D4}"/>
              </a:ext>
            </a:extLst>
          </p:cNvPr>
          <p:cNvSpPr txBox="1"/>
          <p:nvPr/>
        </p:nvSpPr>
        <p:spPr>
          <a:xfrm>
            <a:off x="405905" y="6213633"/>
            <a:ext cx="10129157" cy="369332"/>
          </a:xfrm>
          <a:prstGeom prst="rect">
            <a:avLst/>
          </a:prstGeom>
          <a:noFill/>
        </p:spPr>
        <p:txBody>
          <a:bodyPr wrap="square">
            <a:spAutoFit/>
          </a:bodyPr>
          <a:lstStyle/>
          <a:p>
            <a:r>
              <a:rPr lang="en-IN" dirty="0">
                <a:hlinkClick r:id="rId2"/>
              </a:rPr>
              <a:t>https://codingharbour.com/apache-kafka/the-introduction-to-kafka-topics-and-partitions/</a:t>
            </a:r>
            <a:r>
              <a:rPr lang="en-IN" dirty="0"/>
              <a:t> </a:t>
            </a:r>
          </a:p>
        </p:txBody>
      </p:sp>
    </p:spTree>
    <p:extLst>
      <p:ext uri="{BB962C8B-B14F-4D97-AF65-F5344CB8AC3E}">
        <p14:creationId xmlns:p14="http://schemas.microsoft.com/office/powerpoint/2010/main" val="2304025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79580" y="178513"/>
            <a:ext cx="10515600" cy="642581"/>
          </a:xfrm>
        </p:spPr>
        <p:txBody>
          <a:bodyPr>
            <a:normAutofit/>
          </a:bodyPr>
          <a:lstStyle/>
          <a:p>
            <a:r>
              <a:rPr lang="en-IN" sz="3200" b="1" i="0" dirty="0">
                <a:solidFill>
                  <a:srgbClr val="1A1523"/>
                </a:solidFill>
                <a:effectLst/>
                <a:latin typeface="PolySans"/>
              </a:rPr>
              <a:t>What are Kafka Partitions?</a:t>
            </a:r>
            <a:endParaRPr lang="en-IN" sz="3200" dirty="0"/>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676189"/>
          </a:xfrm>
        </p:spPr>
        <p:txBody>
          <a:bodyPr>
            <a:normAutofit/>
          </a:bodyPr>
          <a:lstStyle/>
          <a:p>
            <a:r>
              <a:rPr lang="en-US" dirty="0"/>
              <a:t>Basically, to scale a topic across many servers for producer writes, Kafka uses partitions. Also, in order to facilitate parallel consumers, Kafka uses partitions. Moreover, while it comes to failover, Kafka can replicate partitions to multiple Kafka Brokers.</a:t>
            </a:r>
            <a:endParaRPr lang="en-IN" dirty="0"/>
          </a:p>
        </p:txBody>
      </p:sp>
      <p:sp>
        <p:nvSpPr>
          <p:cNvPr id="6" name="TextBox 5">
            <a:extLst>
              <a:ext uri="{FF2B5EF4-FFF2-40B4-BE49-F238E27FC236}">
                <a16:creationId xmlns:a16="http://schemas.microsoft.com/office/drawing/2014/main" id="{957327B2-FD8B-2B8A-B44A-7177D65444D4}"/>
              </a:ext>
            </a:extLst>
          </p:cNvPr>
          <p:cNvSpPr txBox="1"/>
          <p:nvPr/>
        </p:nvSpPr>
        <p:spPr>
          <a:xfrm>
            <a:off x="573054" y="2890329"/>
            <a:ext cx="10129157" cy="369332"/>
          </a:xfrm>
          <a:prstGeom prst="rect">
            <a:avLst/>
          </a:prstGeom>
          <a:noFill/>
        </p:spPr>
        <p:txBody>
          <a:bodyPr wrap="square">
            <a:spAutoFit/>
          </a:bodyPr>
          <a:lstStyle/>
          <a:p>
            <a:r>
              <a:rPr lang="en-IN" dirty="0">
                <a:hlinkClick r:id="rId2"/>
              </a:rPr>
              <a:t>https://codingharbour.com/apache-kafka/the-introduction-to-kafka-topics-and-partitions/</a:t>
            </a:r>
            <a:r>
              <a:rPr lang="en-IN" dirty="0"/>
              <a:t> </a:t>
            </a:r>
          </a:p>
        </p:txBody>
      </p:sp>
    </p:spTree>
    <p:extLst>
      <p:ext uri="{BB962C8B-B14F-4D97-AF65-F5344CB8AC3E}">
        <p14:creationId xmlns:p14="http://schemas.microsoft.com/office/powerpoint/2010/main" val="3582004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79580" y="178513"/>
            <a:ext cx="10515600" cy="642581"/>
          </a:xfrm>
        </p:spPr>
        <p:txBody>
          <a:bodyPr>
            <a:normAutofit/>
          </a:bodyPr>
          <a:lstStyle/>
          <a:p>
            <a:r>
              <a:rPr lang="en-IN" sz="3200" b="1" i="0" dirty="0">
                <a:solidFill>
                  <a:srgbClr val="1A1523"/>
                </a:solidFill>
                <a:effectLst/>
                <a:latin typeface="PolySans"/>
              </a:rPr>
              <a:t>What are Kafka Offsets</a:t>
            </a:r>
            <a:endParaRPr lang="en-IN" sz="3200" dirty="0"/>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302963"/>
          </a:xfrm>
        </p:spPr>
        <p:txBody>
          <a:bodyPr>
            <a:normAutofit/>
          </a:bodyPr>
          <a:lstStyle/>
          <a:p>
            <a:r>
              <a:rPr lang="en-US" dirty="0"/>
              <a:t>Apache Kafka offsets represent the position of a message within a Kafka Partition. Offset numbering for every partition starts at 0 and is incremented for each message sent to a specific Kafka partition. This means that Kafka offsets only have a meaning for a specific partition, e.g., offset 3 in partition 0 doesn’t represent the same data as offset 3 in partition 1.</a:t>
            </a:r>
          </a:p>
          <a:p>
            <a:r>
              <a:rPr lang="en-US" b="0" i="0" dirty="0">
                <a:solidFill>
                  <a:srgbClr val="1A1523"/>
                </a:solidFill>
                <a:effectLst/>
                <a:latin typeface="Inter"/>
              </a:rPr>
              <a:t>The offset is an integer value that Kafka adds to each message as it is written into a partition. Each message in a given partition has a unique offset.</a:t>
            </a:r>
          </a:p>
          <a:p>
            <a:r>
              <a:rPr lang="en-US" b="1" i="0" dirty="0">
                <a:solidFill>
                  <a:srgbClr val="4C40E7"/>
                </a:solidFill>
                <a:effectLst/>
                <a:latin typeface="Inter"/>
              </a:rPr>
              <a:t>Kafka Offset </a:t>
            </a:r>
            <a:r>
              <a:rPr lang="en-US" b="1" i="0" dirty="0" err="1">
                <a:solidFill>
                  <a:srgbClr val="4C40E7"/>
                </a:solidFill>
                <a:effectLst/>
                <a:latin typeface="Inter"/>
              </a:rPr>
              <a:t>Ordering</a:t>
            </a:r>
            <a:r>
              <a:rPr lang="en-US" b="0" i="0" dirty="0" err="1">
                <a:solidFill>
                  <a:srgbClr val="1A1523"/>
                </a:solidFill>
                <a:effectLst/>
                <a:latin typeface="Inter"/>
              </a:rPr>
              <a:t>If</a:t>
            </a:r>
            <a:r>
              <a:rPr lang="en-US" b="0" i="0" dirty="0">
                <a:solidFill>
                  <a:srgbClr val="1A1523"/>
                </a:solidFill>
                <a:effectLst/>
                <a:latin typeface="Inter"/>
              </a:rPr>
              <a:t> a topic has more than one partition, Kafka guarantees the order of messages within a partition, but there is no ordering of messages across partitions</a:t>
            </a:r>
          </a:p>
          <a:p>
            <a:r>
              <a:rPr lang="en-US" dirty="0"/>
              <a:t>Even though we know that messages in Kafka topics are deleted over time (as seen above), the offsets are not re-used. They continually are incremented in a never-ending sequence</a:t>
            </a:r>
            <a:endParaRPr lang="en-IN" dirty="0"/>
          </a:p>
        </p:txBody>
      </p:sp>
    </p:spTree>
    <p:extLst>
      <p:ext uri="{BB962C8B-B14F-4D97-AF65-F5344CB8AC3E}">
        <p14:creationId xmlns:p14="http://schemas.microsoft.com/office/powerpoint/2010/main" val="2508632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79580" y="178513"/>
            <a:ext cx="10515600" cy="642581"/>
          </a:xfrm>
        </p:spPr>
        <p:txBody>
          <a:bodyPr>
            <a:normAutofit/>
          </a:bodyPr>
          <a:lstStyle/>
          <a:p>
            <a:r>
              <a:rPr lang="en-IN" sz="3200" b="1" i="0" dirty="0">
                <a:solidFill>
                  <a:srgbClr val="1A1523"/>
                </a:solidFill>
                <a:effectLst/>
                <a:latin typeface="PolySans"/>
              </a:rPr>
              <a:t>Kafka Producers</a:t>
            </a:r>
            <a:endParaRPr lang="en-IN" sz="3200" dirty="0"/>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302963"/>
          </a:xfrm>
        </p:spPr>
        <p:txBody>
          <a:bodyPr>
            <a:normAutofit/>
          </a:bodyPr>
          <a:lstStyle/>
          <a:p>
            <a:r>
              <a:rPr lang="en-US" b="0" i="0" dirty="0">
                <a:solidFill>
                  <a:srgbClr val="1A1523"/>
                </a:solidFill>
                <a:effectLst/>
                <a:latin typeface="Inter"/>
              </a:rPr>
              <a:t>Once a topic has been created with Kafka, the next step is to send data into the topic. This is where Kafka Producers come in.</a:t>
            </a:r>
          </a:p>
          <a:p>
            <a:r>
              <a:rPr lang="en-US" dirty="0"/>
              <a:t>Applications that send data into topics are known as Kafka producers. Applications typically integrate a Kafka client library to write to Apache Kafka. Excellent client libraries exist for almost all programming languages that are popular today including Python, Java, Go, and others.</a:t>
            </a:r>
          </a:p>
          <a:p>
            <a:r>
              <a:rPr lang="en-US" dirty="0"/>
              <a:t>A Kafka producer sends messages to a topic, and messages are distributed to partitions according to a mechanism such as key hashing</a:t>
            </a:r>
            <a:endParaRPr lang="en-IN" dirty="0"/>
          </a:p>
        </p:txBody>
      </p:sp>
    </p:spTree>
    <p:extLst>
      <p:ext uri="{BB962C8B-B14F-4D97-AF65-F5344CB8AC3E}">
        <p14:creationId xmlns:p14="http://schemas.microsoft.com/office/powerpoint/2010/main" val="2834410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397-3839-7CB3-A74E-FB14183C8B40}"/>
              </a:ext>
            </a:extLst>
          </p:cNvPr>
          <p:cNvSpPr>
            <a:spLocks noGrp="1"/>
          </p:cNvSpPr>
          <p:nvPr>
            <p:ph type="title"/>
          </p:nvPr>
        </p:nvSpPr>
        <p:spPr>
          <a:xfrm>
            <a:off x="688911" y="117249"/>
            <a:ext cx="10515600" cy="642581"/>
          </a:xfrm>
        </p:spPr>
        <p:txBody>
          <a:bodyPr>
            <a:normAutofit/>
          </a:bodyPr>
          <a:lstStyle/>
          <a:p>
            <a:r>
              <a:rPr lang="en-IN" sz="3200" b="1" i="0" dirty="0">
                <a:solidFill>
                  <a:srgbClr val="1A1523"/>
                </a:solidFill>
                <a:effectLst/>
                <a:latin typeface="PolySans"/>
              </a:rPr>
              <a:t>Message Keys</a:t>
            </a:r>
          </a:p>
        </p:txBody>
      </p:sp>
      <p:sp>
        <p:nvSpPr>
          <p:cNvPr id="3" name="Content Placeholder 2">
            <a:extLst>
              <a:ext uri="{FF2B5EF4-FFF2-40B4-BE49-F238E27FC236}">
                <a16:creationId xmlns:a16="http://schemas.microsoft.com/office/drawing/2014/main" id="{E14FD1FD-4B97-5FDB-55F2-BA791EAAD157}"/>
              </a:ext>
            </a:extLst>
          </p:cNvPr>
          <p:cNvSpPr>
            <a:spLocks noGrp="1"/>
          </p:cNvSpPr>
          <p:nvPr>
            <p:ph idx="1"/>
          </p:nvPr>
        </p:nvSpPr>
        <p:spPr>
          <a:xfrm>
            <a:off x="498410" y="1116497"/>
            <a:ext cx="11195180" cy="5302963"/>
          </a:xfrm>
        </p:spPr>
        <p:txBody>
          <a:bodyPr>
            <a:normAutofit/>
          </a:bodyPr>
          <a:lstStyle/>
          <a:p>
            <a:r>
              <a:rPr lang="en-US" b="0" i="0" dirty="0">
                <a:solidFill>
                  <a:srgbClr val="1A1523"/>
                </a:solidFill>
                <a:effectLst/>
                <a:latin typeface="Inter"/>
              </a:rPr>
              <a:t>Each event message contains an optional key and a value.</a:t>
            </a:r>
          </a:p>
          <a:p>
            <a:r>
              <a:rPr lang="en-US" dirty="0"/>
              <a:t>In case the key (key=null) is not specified by the producer, messages are distributed evenly across partitions in a topic. This means messages are sent in a round-robin fashion (partition p0 then p1 then p2, etc... then back to p0 and so on...).</a:t>
            </a:r>
          </a:p>
          <a:p>
            <a:endParaRPr lang="en-US" dirty="0"/>
          </a:p>
          <a:p>
            <a:r>
              <a:rPr lang="en-US" dirty="0"/>
              <a:t>If a key is sent (key != null), then all messages that share the same key will always be sent and stored in the same Kafka partition. A key can be anything to identify a message - a string, numeric value, binary value, etc.</a:t>
            </a:r>
          </a:p>
          <a:p>
            <a:endParaRPr lang="en-IN" dirty="0"/>
          </a:p>
        </p:txBody>
      </p:sp>
    </p:spTree>
    <p:extLst>
      <p:ext uri="{BB962C8B-B14F-4D97-AF65-F5344CB8AC3E}">
        <p14:creationId xmlns:p14="http://schemas.microsoft.com/office/powerpoint/2010/main" val="215497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4" name="Picture 2" descr="Apache Kafka Producer sending trucking fleet data into 2 Kafka Brokers. ">
            <a:extLst>
              <a:ext uri="{FF2B5EF4-FFF2-40B4-BE49-F238E27FC236}">
                <a16:creationId xmlns:a16="http://schemas.microsoft.com/office/drawing/2014/main" id="{79EA9881-8D6D-50BA-CEC9-CB1BD41B65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24522"/>
            <a:ext cx="12192000" cy="41497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B97492-F45C-4CB9-C55A-38E72EA65927}"/>
              </a:ext>
            </a:extLst>
          </p:cNvPr>
          <p:cNvSpPr txBox="1"/>
          <p:nvPr/>
        </p:nvSpPr>
        <p:spPr>
          <a:xfrm>
            <a:off x="510851" y="229082"/>
            <a:ext cx="11609613" cy="1938992"/>
          </a:xfrm>
          <a:prstGeom prst="rect">
            <a:avLst/>
          </a:prstGeom>
          <a:noFill/>
        </p:spPr>
        <p:txBody>
          <a:bodyPr wrap="square">
            <a:spAutoFit/>
          </a:bodyPr>
          <a:lstStyle/>
          <a:p>
            <a:r>
              <a:rPr lang="en-US" sz="2400" dirty="0"/>
              <a:t>Kafka message keys are commonly used when there is a need for message ordering for all messages sharing the same field. For example, in the scenario of tracking trucks in a fleet, we want data from trucks to be in order at the individual truck level. In that case, we can choose the key to be </a:t>
            </a:r>
            <a:r>
              <a:rPr lang="en-US" sz="2400" dirty="0" err="1"/>
              <a:t>truck_id</a:t>
            </a:r>
            <a:r>
              <a:rPr lang="en-US" sz="2400" dirty="0"/>
              <a:t>. In the example shown below, the data from the truck with id truck_id_123 will always go to partition p0</a:t>
            </a:r>
          </a:p>
        </p:txBody>
      </p:sp>
    </p:spTree>
    <p:extLst>
      <p:ext uri="{BB962C8B-B14F-4D97-AF65-F5344CB8AC3E}">
        <p14:creationId xmlns:p14="http://schemas.microsoft.com/office/powerpoint/2010/main" val="4016151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E56C-C92E-8AA9-F3EE-8FC01BF03E57}"/>
              </a:ext>
            </a:extLst>
          </p:cNvPr>
          <p:cNvSpPr>
            <a:spLocks noGrp="1"/>
          </p:cNvSpPr>
          <p:nvPr>
            <p:ph type="title"/>
          </p:nvPr>
        </p:nvSpPr>
        <p:spPr>
          <a:xfrm>
            <a:off x="129073" y="262391"/>
            <a:ext cx="10515600" cy="418646"/>
          </a:xfrm>
        </p:spPr>
        <p:txBody>
          <a:bodyPr>
            <a:normAutofit fontScale="90000"/>
          </a:bodyPr>
          <a:lstStyle/>
          <a:p>
            <a:r>
              <a:rPr lang="en-IN" sz="2800" dirty="0"/>
              <a:t>Kafka Message Anatomy</a:t>
            </a:r>
          </a:p>
        </p:txBody>
      </p:sp>
      <p:pic>
        <p:nvPicPr>
          <p:cNvPr id="4" name="Picture 3">
            <a:extLst>
              <a:ext uri="{FF2B5EF4-FFF2-40B4-BE49-F238E27FC236}">
                <a16:creationId xmlns:a16="http://schemas.microsoft.com/office/drawing/2014/main" id="{EEA36338-B954-3228-192C-B356DE52E494}"/>
              </a:ext>
            </a:extLst>
          </p:cNvPr>
          <p:cNvPicPr>
            <a:picLocks noChangeAspect="1"/>
          </p:cNvPicPr>
          <p:nvPr/>
        </p:nvPicPr>
        <p:blipFill>
          <a:blip r:embed="rId2"/>
          <a:stretch>
            <a:fillRect/>
          </a:stretch>
        </p:blipFill>
        <p:spPr>
          <a:xfrm>
            <a:off x="2444621" y="1082351"/>
            <a:ext cx="9380375" cy="5421085"/>
          </a:xfrm>
          <a:prstGeom prst="rect">
            <a:avLst/>
          </a:prstGeom>
        </p:spPr>
      </p:pic>
      <p:sp>
        <p:nvSpPr>
          <p:cNvPr id="6" name="TextBox 5">
            <a:extLst>
              <a:ext uri="{FF2B5EF4-FFF2-40B4-BE49-F238E27FC236}">
                <a16:creationId xmlns:a16="http://schemas.microsoft.com/office/drawing/2014/main" id="{2C18A44F-A10A-5E17-6FAC-9A043A56BCE1}"/>
              </a:ext>
            </a:extLst>
          </p:cNvPr>
          <p:cNvSpPr txBox="1"/>
          <p:nvPr/>
        </p:nvSpPr>
        <p:spPr>
          <a:xfrm>
            <a:off x="129073" y="1174397"/>
            <a:ext cx="4358951" cy="923330"/>
          </a:xfrm>
          <a:prstGeom prst="rect">
            <a:avLst/>
          </a:prstGeom>
          <a:noFill/>
        </p:spPr>
        <p:txBody>
          <a:bodyPr wrap="square">
            <a:spAutoFit/>
          </a:bodyPr>
          <a:lstStyle/>
          <a:p>
            <a:r>
              <a:rPr lang="en-US" b="0" i="0" dirty="0">
                <a:solidFill>
                  <a:srgbClr val="1A1523"/>
                </a:solidFill>
                <a:effectLst/>
                <a:latin typeface="Inter"/>
              </a:rPr>
              <a:t>Kafka messages are created by the producer. A Kafka message consists of the following elements:</a:t>
            </a:r>
            <a:endParaRPr lang="en-IN" dirty="0"/>
          </a:p>
        </p:txBody>
      </p:sp>
    </p:spTree>
    <p:extLst>
      <p:ext uri="{BB962C8B-B14F-4D97-AF65-F5344CB8AC3E}">
        <p14:creationId xmlns:p14="http://schemas.microsoft.com/office/powerpoint/2010/main" val="4266266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F2DE-FC3A-701E-4C21-28268B1370FC}"/>
              </a:ext>
            </a:extLst>
          </p:cNvPr>
          <p:cNvSpPr>
            <a:spLocks noGrp="1"/>
          </p:cNvSpPr>
          <p:nvPr>
            <p:ph type="title"/>
          </p:nvPr>
        </p:nvSpPr>
        <p:spPr>
          <a:xfrm>
            <a:off x="410547" y="365125"/>
            <a:ext cx="10943253" cy="633251"/>
          </a:xfrm>
        </p:spPr>
        <p:txBody>
          <a:bodyPr>
            <a:normAutofit/>
          </a:bodyPr>
          <a:lstStyle/>
          <a:p>
            <a:r>
              <a:rPr lang="en-IN" sz="2800" dirty="0"/>
              <a:t>Kafka Message Anatomy</a:t>
            </a:r>
          </a:p>
        </p:txBody>
      </p:sp>
      <p:sp>
        <p:nvSpPr>
          <p:cNvPr id="3" name="Content Placeholder 2">
            <a:extLst>
              <a:ext uri="{FF2B5EF4-FFF2-40B4-BE49-F238E27FC236}">
                <a16:creationId xmlns:a16="http://schemas.microsoft.com/office/drawing/2014/main" id="{7C45D1D1-418C-9244-C0D9-38CA9CFACF45}"/>
              </a:ext>
            </a:extLst>
          </p:cNvPr>
          <p:cNvSpPr>
            <a:spLocks noGrp="1"/>
          </p:cNvSpPr>
          <p:nvPr>
            <p:ph idx="1"/>
          </p:nvPr>
        </p:nvSpPr>
        <p:spPr>
          <a:xfrm>
            <a:off x="233265" y="1343608"/>
            <a:ext cx="11120535" cy="4833355"/>
          </a:xfrm>
        </p:spPr>
        <p:txBody>
          <a:bodyPr>
            <a:normAutofit fontScale="70000" lnSpcReduction="20000"/>
          </a:bodyPr>
          <a:lstStyle/>
          <a:p>
            <a:r>
              <a:rPr lang="en-US" dirty="0"/>
              <a:t>Key. Key is optional in the Kafka message and it can be null. A key may be a string, number, or any object and then the key is serialized into binary format.</a:t>
            </a:r>
          </a:p>
          <a:p>
            <a:endParaRPr lang="en-US" dirty="0"/>
          </a:p>
          <a:p>
            <a:r>
              <a:rPr lang="en-US" dirty="0"/>
              <a:t>Value. The value represents the content of the message and can also be null. The value format is arbitrary and is then also serialized into binary format.</a:t>
            </a:r>
          </a:p>
          <a:p>
            <a:endParaRPr lang="en-US" dirty="0"/>
          </a:p>
          <a:p>
            <a:r>
              <a:rPr lang="en-US" dirty="0"/>
              <a:t>Compression Type. Kafka messages may be compressed. The compression type can be specified as part of the message. Options are none, </a:t>
            </a:r>
            <a:r>
              <a:rPr lang="en-US" dirty="0" err="1"/>
              <a:t>gzip</a:t>
            </a:r>
            <a:r>
              <a:rPr lang="en-US" dirty="0"/>
              <a:t>, lz4, snappy, and </a:t>
            </a:r>
            <a:r>
              <a:rPr lang="en-US" dirty="0" err="1"/>
              <a:t>zstd</a:t>
            </a:r>
            <a:endParaRPr lang="en-US" dirty="0"/>
          </a:p>
          <a:p>
            <a:endParaRPr lang="en-US" dirty="0"/>
          </a:p>
          <a:p>
            <a:r>
              <a:rPr lang="en-US" dirty="0"/>
              <a:t>Headers. There can be a list of optional Kafka message headers in the form of key-value pairs. It is common to add headers to specify metadata about the message, especially for tracing.</a:t>
            </a:r>
          </a:p>
          <a:p>
            <a:endParaRPr lang="en-US" dirty="0"/>
          </a:p>
          <a:p>
            <a:r>
              <a:rPr lang="en-US" dirty="0"/>
              <a:t>Partition + Offset. Once a message is sent into a Kafka topic, it receives a partition number and an offset id. The combination of </a:t>
            </a:r>
            <a:r>
              <a:rPr lang="en-US" dirty="0" err="1"/>
              <a:t>topic+partition+offset</a:t>
            </a:r>
            <a:r>
              <a:rPr lang="en-US" dirty="0"/>
              <a:t> uniquely identifies the message</a:t>
            </a:r>
          </a:p>
          <a:p>
            <a:endParaRPr lang="en-US" dirty="0"/>
          </a:p>
          <a:p>
            <a:r>
              <a:rPr lang="en-US" dirty="0"/>
              <a:t>Timestamp. A timestamp is added either by the user or the system in the message.</a:t>
            </a:r>
            <a:endParaRPr lang="en-IN" dirty="0"/>
          </a:p>
        </p:txBody>
      </p:sp>
    </p:spTree>
    <p:extLst>
      <p:ext uri="{BB962C8B-B14F-4D97-AF65-F5344CB8AC3E}">
        <p14:creationId xmlns:p14="http://schemas.microsoft.com/office/powerpoint/2010/main" val="1922944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F2DE-FC3A-701E-4C21-28268B1370FC}"/>
              </a:ext>
            </a:extLst>
          </p:cNvPr>
          <p:cNvSpPr>
            <a:spLocks noGrp="1"/>
          </p:cNvSpPr>
          <p:nvPr>
            <p:ph type="title"/>
          </p:nvPr>
        </p:nvSpPr>
        <p:spPr>
          <a:xfrm>
            <a:off x="410547" y="365125"/>
            <a:ext cx="10943253" cy="633251"/>
          </a:xfrm>
        </p:spPr>
        <p:txBody>
          <a:bodyPr>
            <a:normAutofit/>
          </a:bodyPr>
          <a:lstStyle/>
          <a:p>
            <a:r>
              <a:rPr lang="en-IN" sz="2800" dirty="0"/>
              <a:t>Kafka Message Serializers</a:t>
            </a:r>
          </a:p>
        </p:txBody>
      </p:sp>
      <p:sp>
        <p:nvSpPr>
          <p:cNvPr id="3" name="Content Placeholder 2">
            <a:extLst>
              <a:ext uri="{FF2B5EF4-FFF2-40B4-BE49-F238E27FC236}">
                <a16:creationId xmlns:a16="http://schemas.microsoft.com/office/drawing/2014/main" id="{7C45D1D1-418C-9244-C0D9-38CA9CFACF45}"/>
              </a:ext>
            </a:extLst>
          </p:cNvPr>
          <p:cNvSpPr>
            <a:spLocks noGrp="1"/>
          </p:cNvSpPr>
          <p:nvPr>
            <p:ph idx="1"/>
          </p:nvPr>
        </p:nvSpPr>
        <p:spPr>
          <a:xfrm>
            <a:off x="233265" y="1343608"/>
            <a:ext cx="11120535" cy="4833355"/>
          </a:xfrm>
        </p:spPr>
        <p:txBody>
          <a:bodyPr>
            <a:normAutofit lnSpcReduction="10000"/>
          </a:bodyPr>
          <a:lstStyle/>
          <a:p>
            <a:r>
              <a:rPr lang="en-US" dirty="0"/>
              <a:t>In many programming languages, the key and value are represented as objects, which greatly increases the code readability. However, Kafka brokers expect byte arrays as keys and values of messages. The process of transforming the producer's programmatic representation of the object to binary is called message serialization.</a:t>
            </a:r>
          </a:p>
          <a:p>
            <a:endParaRPr lang="en-US" dirty="0"/>
          </a:p>
          <a:p>
            <a:r>
              <a:rPr lang="en-US" dirty="0"/>
              <a:t>As shown below, we have a message with an Integer key and a String value. Since the key is an integer, we have to use an </a:t>
            </a:r>
            <a:r>
              <a:rPr lang="en-US" dirty="0" err="1"/>
              <a:t>IntegerSerializer</a:t>
            </a:r>
            <a:r>
              <a:rPr lang="en-US" dirty="0"/>
              <a:t> to convert it into a byte array. For the value, since it is a string, we must leverage a </a:t>
            </a:r>
            <a:r>
              <a:rPr lang="en-US" dirty="0" err="1"/>
              <a:t>StringSerializer</a:t>
            </a:r>
            <a:r>
              <a:rPr lang="en-US" dirty="0"/>
              <a:t>.</a:t>
            </a:r>
          </a:p>
          <a:p>
            <a:r>
              <a:rPr lang="en-US" dirty="0"/>
              <a:t>Serialization is important for Apache Kafka</a:t>
            </a:r>
            <a:r>
              <a:rPr lang="en-US"/>
              <a:t>® because </a:t>
            </a:r>
            <a:r>
              <a:rPr lang="en-US" dirty="0"/>
              <a:t>a Kafka broker only works with bytes. Kafka stores records in bytes, and when a fetch request comes in from a consumer, Kafka returns records in bytes. The broker really knows nothing about its records; it just appends them to the end of a file, and that's the end of it.</a:t>
            </a:r>
            <a:endParaRPr lang="en-IN" dirty="0"/>
          </a:p>
        </p:txBody>
      </p:sp>
    </p:spTree>
    <p:extLst>
      <p:ext uri="{BB962C8B-B14F-4D97-AF65-F5344CB8AC3E}">
        <p14:creationId xmlns:p14="http://schemas.microsoft.com/office/powerpoint/2010/main" val="828497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E56C-C92E-8AA9-F3EE-8FC01BF03E57}"/>
              </a:ext>
            </a:extLst>
          </p:cNvPr>
          <p:cNvSpPr>
            <a:spLocks noGrp="1"/>
          </p:cNvSpPr>
          <p:nvPr>
            <p:ph type="title"/>
          </p:nvPr>
        </p:nvSpPr>
        <p:spPr>
          <a:xfrm>
            <a:off x="129073" y="262391"/>
            <a:ext cx="10515600" cy="418646"/>
          </a:xfrm>
        </p:spPr>
        <p:txBody>
          <a:bodyPr>
            <a:normAutofit fontScale="90000"/>
          </a:bodyPr>
          <a:lstStyle/>
          <a:p>
            <a:r>
              <a:rPr lang="en-IN" sz="2800" dirty="0"/>
              <a:t>Kafka Message Serializers</a:t>
            </a:r>
          </a:p>
        </p:txBody>
      </p:sp>
      <p:pic>
        <p:nvPicPr>
          <p:cNvPr id="12290" name="Picture 2" descr="Message serialization diagram showing how Apache Kafka Producers integer and string serializers.">
            <a:extLst>
              <a:ext uri="{FF2B5EF4-FFF2-40B4-BE49-F238E27FC236}">
                <a16:creationId xmlns:a16="http://schemas.microsoft.com/office/drawing/2014/main" id="{D5604D5B-F767-E172-BB02-AA3AB68C2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4247" y="682366"/>
            <a:ext cx="8153400" cy="5756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388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F54CE-8BB8-9B84-8A6B-C86B250BBF69}"/>
              </a:ext>
            </a:extLst>
          </p:cNvPr>
          <p:cNvSpPr>
            <a:spLocks noGrp="1"/>
          </p:cNvSpPr>
          <p:nvPr>
            <p:ph idx="1"/>
          </p:nvPr>
        </p:nvSpPr>
        <p:spPr>
          <a:xfrm>
            <a:off x="177282" y="0"/>
            <a:ext cx="11045890" cy="6335486"/>
          </a:xfrm>
        </p:spPr>
        <p:txBody>
          <a:bodyPr/>
          <a:lstStyle/>
          <a:p>
            <a:r>
              <a:rPr lang="en-US" dirty="0"/>
              <a:t>A Kafka partitioner is a code logic that takes a record and determines to which partition to send it into.</a:t>
            </a:r>
            <a:endParaRPr lang="en-IN" dirty="0"/>
          </a:p>
        </p:txBody>
      </p:sp>
      <p:pic>
        <p:nvPicPr>
          <p:cNvPr id="13314" name="Picture 2" descr="Kafka Producers use default partitioning logic to assign Kafka Messages to the appropriate Apache Kafka Partition.">
            <a:extLst>
              <a:ext uri="{FF2B5EF4-FFF2-40B4-BE49-F238E27FC236}">
                <a16:creationId xmlns:a16="http://schemas.microsoft.com/office/drawing/2014/main" id="{C752BCDC-B4B0-CE65-0173-8FA4C4B9B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5176"/>
            <a:ext cx="12192000" cy="1670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205626F-4A91-977F-1F93-28ACD4E68FA1}"/>
              </a:ext>
            </a:extLst>
          </p:cNvPr>
          <p:cNvSpPr txBox="1"/>
          <p:nvPr/>
        </p:nvSpPr>
        <p:spPr>
          <a:xfrm>
            <a:off x="2908819" y="2637844"/>
            <a:ext cx="6097554" cy="369332"/>
          </a:xfrm>
          <a:prstGeom prst="rect">
            <a:avLst/>
          </a:prstGeom>
          <a:noFill/>
        </p:spPr>
        <p:txBody>
          <a:bodyPr wrap="square">
            <a:spAutoFit/>
          </a:bodyPr>
          <a:lstStyle/>
          <a:p>
            <a:r>
              <a:rPr lang="en-IN" b="0" i="1" dirty="0">
                <a:solidFill>
                  <a:srgbClr val="6F6E77"/>
                </a:solidFill>
                <a:effectLst/>
                <a:latin typeface="Inter"/>
              </a:rPr>
              <a:t>Default Partitioner</a:t>
            </a:r>
            <a:endParaRPr lang="en-IN" dirty="0"/>
          </a:p>
        </p:txBody>
      </p:sp>
      <p:sp>
        <p:nvSpPr>
          <p:cNvPr id="8" name="TextBox 7">
            <a:extLst>
              <a:ext uri="{FF2B5EF4-FFF2-40B4-BE49-F238E27FC236}">
                <a16:creationId xmlns:a16="http://schemas.microsoft.com/office/drawing/2014/main" id="{0693CFC4-B898-9CF2-D1FD-B501AC3C14FE}"/>
              </a:ext>
            </a:extLst>
          </p:cNvPr>
          <p:cNvSpPr txBox="1"/>
          <p:nvPr/>
        </p:nvSpPr>
        <p:spPr>
          <a:xfrm>
            <a:off x="566836" y="3167743"/>
            <a:ext cx="11447882" cy="3539430"/>
          </a:xfrm>
          <a:prstGeom prst="rect">
            <a:avLst/>
          </a:prstGeom>
          <a:noFill/>
        </p:spPr>
        <p:txBody>
          <a:bodyPr wrap="square">
            <a:spAutoFit/>
          </a:bodyPr>
          <a:lstStyle/>
          <a:p>
            <a:r>
              <a:rPr lang="en-US" sz="2800" b="0" i="0" dirty="0">
                <a:solidFill>
                  <a:srgbClr val="1A1523"/>
                </a:solidFill>
                <a:effectLst/>
                <a:latin typeface="Inter"/>
              </a:rPr>
              <a:t>In that effect, it is common for partitioners to leverage the Kafka message keys to route a message into a specific topic-partition. As a reminder, all messages with the same key will go to the same partition.</a:t>
            </a:r>
          </a:p>
          <a:p>
            <a:r>
              <a:rPr lang="en-US" sz="2800" dirty="0"/>
              <a:t>In the default Kafka partitioner, the keys are hashed using the murmur2 algorithm.</a:t>
            </a:r>
          </a:p>
          <a:p>
            <a:r>
              <a:rPr lang="en-US" sz="2800" dirty="0"/>
              <a:t>It is possible to override the default partitioner via the producer property </a:t>
            </a:r>
            <a:r>
              <a:rPr lang="en-US" sz="2800" dirty="0" err="1"/>
              <a:t>partitioner.class</a:t>
            </a:r>
            <a:r>
              <a:rPr lang="en-US" sz="2800" dirty="0"/>
              <a:t>, although it is not advisable unless you know what you are doing.</a:t>
            </a:r>
            <a:endParaRPr lang="en-IN" sz="2800" dirty="0"/>
          </a:p>
        </p:txBody>
      </p:sp>
    </p:spTree>
    <p:extLst>
      <p:ext uri="{BB962C8B-B14F-4D97-AF65-F5344CB8AC3E}">
        <p14:creationId xmlns:p14="http://schemas.microsoft.com/office/powerpoint/2010/main" val="20025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49901-86E9-B07C-5E0F-C245371E1387}"/>
              </a:ext>
            </a:extLst>
          </p:cNvPr>
          <p:cNvSpPr>
            <a:spLocks noGrp="1"/>
          </p:cNvSpPr>
          <p:nvPr>
            <p:ph type="title"/>
          </p:nvPr>
        </p:nvSpPr>
        <p:spPr>
          <a:xfrm>
            <a:off x="838200" y="365126"/>
            <a:ext cx="10515600" cy="315912"/>
          </a:xfrm>
        </p:spPr>
        <p:txBody>
          <a:bodyPr>
            <a:normAutofit fontScale="90000"/>
          </a:bodyPr>
          <a:lstStyle/>
          <a:p>
            <a:r>
              <a:rPr lang="en-IN" sz="3200" dirty="0"/>
              <a:t>Kafka Consumers</a:t>
            </a:r>
          </a:p>
        </p:txBody>
      </p:sp>
      <p:sp>
        <p:nvSpPr>
          <p:cNvPr id="3" name="Content Placeholder 2">
            <a:extLst>
              <a:ext uri="{FF2B5EF4-FFF2-40B4-BE49-F238E27FC236}">
                <a16:creationId xmlns:a16="http://schemas.microsoft.com/office/drawing/2014/main" id="{2763B2D6-9D84-C9ED-6409-9FAE4C6667EC}"/>
              </a:ext>
            </a:extLst>
          </p:cNvPr>
          <p:cNvSpPr>
            <a:spLocks noGrp="1"/>
          </p:cNvSpPr>
          <p:nvPr>
            <p:ph idx="1"/>
          </p:nvPr>
        </p:nvSpPr>
        <p:spPr>
          <a:xfrm>
            <a:off x="158619" y="1175658"/>
            <a:ext cx="11653935" cy="5317216"/>
          </a:xfrm>
        </p:spPr>
        <p:txBody>
          <a:bodyPr>
            <a:normAutofit/>
          </a:bodyPr>
          <a:lstStyle/>
          <a:p>
            <a:r>
              <a:rPr lang="en-US" b="0" i="0" dirty="0">
                <a:solidFill>
                  <a:srgbClr val="1A1523"/>
                </a:solidFill>
                <a:effectLst/>
                <a:latin typeface="Inter"/>
              </a:rPr>
              <a:t>Applications that read data from Kafka topics are known as consumers.</a:t>
            </a:r>
          </a:p>
          <a:p>
            <a:r>
              <a:rPr lang="en-US" dirty="0"/>
              <a:t>A consumer always reads data from a lower offset to a higher offset and cannot read data backwards (due to how Apache Kafka and clients are implemented).</a:t>
            </a:r>
          </a:p>
          <a:p>
            <a:endParaRPr lang="en-US" dirty="0"/>
          </a:p>
          <a:p>
            <a:r>
              <a:rPr lang="en-US" dirty="0"/>
              <a:t>If the consumer consumes data from more than one partition, the message order is not guaranteed across multiple partitions because they are consumed simultaneously, but the message read order is still guaranteed within each individual partition.</a:t>
            </a:r>
          </a:p>
          <a:p>
            <a:endParaRPr lang="en-US" dirty="0"/>
          </a:p>
          <a:p>
            <a:r>
              <a:rPr lang="en-US" dirty="0"/>
              <a:t>By default, Kafka consumers will only consume data that was produced after it first connected to Kafka. Which means that to read historical data in Kafka, one must specify it as an input to the command, as we will see in the practice section.</a:t>
            </a:r>
            <a:endParaRPr lang="en-IN" dirty="0"/>
          </a:p>
        </p:txBody>
      </p:sp>
    </p:spTree>
    <p:extLst>
      <p:ext uri="{BB962C8B-B14F-4D97-AF65-F5344CB8AC3E}">
        <p14:creationId xmlns:p14="http://schemas.microsoft.com/office/powerpoint/2010/main" val="4284208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49901-86E9-B07C-5E0F-C245371E1387}"/>
              </a:ext>
            </a:extLst>
          </p:cNvPr>
          <p:cNvSpPr>
            <a:spLocks noGrp="1"/>
          </p:cNvSpPr>
          <p:nvPr>
            <p:ph type="title"/>
          </p:nvPr>
        </p:nvSpPr>
        <p:spPr>
          <a:xfrm>
            <a:off x="838200" y="365126"/>
            <a:ext cx="10515600" cy="315912"/>
          </a:xfrm>
        </p:spPr>
        <p:txBody>
          <a:bodyPr>
            <a:normAutofit fontScale="90000"/>
          </a:bodyPr>
          <a:lstStyle/>
          <a:p>
            <a:r>
              <a:rPr lang="en-IN" sz="3200" dirty="0"/>
              <a:t>Kafka Consumers</a:t>
            </a:r>
          </a:p>
        </p:txBody>
      </p:sp>
      <p:sp>
        <p:nvSpPr>
          <p:cNvPr id="3" name="Content Placeholder 2">
            <a:extLst>
              <a:ext uri="{FF2B5EF4-FFF2-40B4-BE49-F238E27FC236}">
                <a16:creationId xmlns:a16="http://schemas.microsoft.com/office/drawing/2014/main" id="{2763B2D6-9D84-C9ED-6409-9FAE4C6667EC}"/>
              </a:ext>
            </a:extLst>
          </p:cNvPr>
          <p:cNvSpPr>
            <a:spLocks noGrp="1"/>
          </p:cNvSpPr>
          <p:nvPr>
            <p:ph idx="1"/>
          </p:nvPr>
        </p:nvSpPr>
        <p:spPr>
          <a:xfrm>
            <a:off x="158619" y="1175658"/>
            <a:ext cx="11653935" cy="5317216"/>
          </a:xfrm>
        </p:spPr>
        <p:txBody>
          <a:bodyPr>
            <a:normAutofit/>
          </a:bodyPr>
          <a:lstStyle/>
          <a:p>
            <a:r>
              <a:rPr lang="en-US" b="0" i="0" dirty="0">
                <a:solidFill>
                  <a:srgbClr val="1A1523"/>
                </a:solidFill>
                <a:effectLst/>
                <a:latin typeface="Inter"/>
              </a:rPr>
              <a:t>Kafka consumers are also known to implement a "pull model". This means that Kafka consumers must request data from Kafka brokers in order to get it (instead of having Kafka brokers continuously push data to consumers). This implementation was made so that consumers can control the speed at which the topics are being consumed.</a:t>
            </a:r>
            <a:endParaRPr lang="en-IN" dirty="0"/>
          </a:p>
        </p:txBody>
      </p:sp>
      <p:pic>
        <p:nvPicPr>
          <p:cNvPr id="4" name="Picture 3">
            <a:extLst>
              <a:ext uri="{FF2B5EF4-FFF2-40B4-BE49-F238E27FC236}">
                <a16:creationId xmlns:a16="http://schemas.microsoft.com/office/drawing/2014/main" id="{C0F7C8D4-6306-8307-5B56-1D9C71718A69}"/>
              </a:ext>
            </a:extLst>
          </p:cNvPr>
          <p:cNvPicPr>
            <a:picLocks noChangeAspect="1"/>
          </p:cNvPicPr>
          <p:nvPr/>
        </p:nvPicPr>
        <p:blipFill>
          <a:blip r:embed="rId2"/>
          <a:stretch>
            <a:fillRect/>
          </a:stretch>
        </p:blipFill>
        <p:spPr>
          <a:xfrm>
            <a:off x="0" y="3061932"/>
            <a:ext cx="12192000" cy="3663950"/>
          </a:xfrm>
          <a:prstGeom prst="rect">
            <a:avLst/>
          </a:prstGeom>
        </p:spPr>
      </p:pic>
    </p:spTree>
    <p:extLst>
      <p:ext uri="{BB962C8B-B14F-4D97-AF65-F5344CB8AC3E}">
        <p14:creationId xmlns:p14="http://schemas.microsoft.com/office/powerpoint/2010/main" val="96390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Message </a:t>
            </a:r>
            <a:r>
              <a:rPr lang="en-IN" sz="3200" dirty="0" err="1"/>
              <a:t>Deserializers</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r>
              <a:rPr lang="en-US" b="1" i="0" dirty="0">
                <a:solidFill>
                  <a:srgbClr val="4C40E7"/>
                </a:solidFill>
                <a:effectLst/>
                <a:latin typeface="Inter"/>
              </a:rPr>
              <a:t>Serialization &amp; </a:t>
            </a:r>
            <a:r>
              <a:rPr lang="en-US" b="1" i="0" dirty="0" err="1">
                <a:solidFill>
                  <a:srgbClr val="4C40E7"/>
                </a:solidFill>
                <a:effectLst/>
                <a:latin typeface="Inter"/>
              </a:rPr>
              <a:t>Deserialization</a:t>
            </a:r>
            <a:r>
              <a:rPr lang="en-US" b="0" i="0" dirty="0" err="1">
                <a:solidFill>
                  <a:srgbClr val="1A1523"/>
                </a:solidFill>
                <a:effectLst/>
                <a:latin typeface="Inter"/>
              </a:rPr>
              <a:t>Data</a:t>
            </a:r>
            <a:r>
              <a:rPr lang="en-US" b="0" i="0" dirty="0">
                <a:solidFill>
                  <a:srgbClr val="1A1523"/>
                </a:solidFill>
                <a:effectLst/>
                <a:latin typeface="Inter"/>
              </a:rPr>
              <a:t> being consumed must be deserialized in the same format it was serialized in.</a:t>
            </a:r>
          </a:p>
          <a:p>
            <a:r>
              <a:rPr lang="en-US" dirty="0"/>
              <a:t>As we have seen before, the data sent by the Kafka producers is serialized. This means that the data received by the Kafka consumers must be correctly deserialized in order to be useful within your application. Data being consumed must be deserialized in the same format it was serialized in. For example:</a:t>
            </a:r>
          </a:p>
          <a:p>
            <a:endParaRPr lang="en-US" dirty="0"/>
          </a:p>
          <a:p>
            <a:r>
              <a:rPr lang="en-US" dirty="0"/>
              <a:t>if the producer serialized a String using </a:t>
            </a:r>
            <a:r>
              <a:rPr lang="en-US" dirty="0" err="1"/>
              <a:t>StringSerializer</a:t>
            </a:r>
            <a:r>
              <a:rPr lang="en-US" dirty="0"/>
              <a:t>, the consumer must deserialize it using </a:t>
            </a:r>
            <a:r>
              <a:rPr lang="en-US" dirty="0" err="1"/>
              <a:t>StringDeserializer</a:t>
            </a:r>
            <a:endParaRPr lang="en-US" dirty="0"/>
          </a:p>
          <a:p>
            <a:endParaRPr lang="en-US" dirty="0"/>
          </a:p>
          <a:p>
            <a:r>
              <a:rPr lang="en-US" dirty="0"/>
              <a:t>if the producer serialized an Integer using </a:t>
            </a:r>
            <a:r>
              <a:rPr lang="en-US" dirty="0" err="1"/>
              <a:t>IntegerSerializer</a:t>
            </a:r>
            <a:r>
              <a:rPr lang="en-US" dirty="0"/>
              <a:t>, the consumer must deserialize it using </a:t>
            </a:r>
            <a:r>
              <a:rPr lang="en-US" dirty="0" err="1"/>
              <a:t>IntegerDeserializer</a:t>
            </a:r>
            <a:r>
              <a:rPr lang="en-US" dirty="0"/>
              <a:t>.</a:t>
            </a:r>
            <a:endParaRPr lang="en-IN" dirty="0"/>
          </a:p>
        </p:txBody>
      </p:sp>
    </p:spTree>
    <p:extLst>
      <p:ext uri="{BB962C8B-B14F-4D97-AF65-F5344CB8AC3E}">
        <p14:creationId xmlns:p14="http://schemas.microsoft.com/office/powerpoint/2010/main" val="1729721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258E18-FA84-6593-F659-A41E314BB2CB}"/>
              </a:ext>
            </a:extLst>
          </p:cNvPr>
          <p:cNvPicPr>
            <a:picLocks noChangeAspect="1"/>
          </p:cNvPicPr>
          <p:nvPr/>
        </p:nvPicPr>
        <p:blipFill>
          <a:blip r:embed="rId2"/>
          <a:stretch>
            <a:fillRect/>
          </a:stretch>
        </p:blipFill>
        <p:spPr>
          <a:xfrm>
            <a:off x="4590661" y="1576874"/>
            <a:ext cx="7100636" cy="5075852"/>
          </a:xfrm>
          <a:prstGeom prst="rect">
            <a:avLst/>
          </a:prstGeom>
        </p:spPr>
      </p:pic>
      <p:sp>
        <p:nvSpPr>
          <p:cNvPr id="6" name="TextBox 5">
            <a:extLst>
              <a:ext uri="{FF2B5EF4-FFF2-40B4-BE49-F238E27FC236}">
                <a16:creationId xmlns:a16="http://schemas.microsoft.com/office/drawing/2014/main" id="{BBB73B6E-8424-9E46-E093-4FF4FCEE92C5}"/>
              </a:ext>
            </a:extLst>
          </p:cNvPr>
          <p:cNvSpPr txBox="1"/>
          <p:nvPr/>
        </p:nvSpPr>
        <p:spPr>
          <a:xfrm>
            <a:off x="716125" y="497642"/>
            <a:ext cx="10975172" cy="923330"/>
          </a:xfrm>
          <a:prstGeom prst="rect">
            <a:avLst/>
          </a:prstGeom>
          <a:noFill/>
        </p:spPr>
        <p:txBody>
          <a:bodyPr wrap="square">
            <a:spAutoFit/>
          </a:bodyPr>
          <a:lstStyle/>
          <a:p>
            <a:r>
              <a:rPr lang="en-US" b="0" i="0" dirty="0">
                <a:solidFill>
                  <a:srgbClr val="1A1523"/>
                </a:solidFill>
                <a:effectLst/>
                <a:latin typeface="Inter"/>
              </a:rPr>
              <a:t>The serialization and deserialization format of a topic must not change during a topic lifecycle. If you intend to switch a topic data format (for example from JSON to Avro), it is considered best practice to create a new topic and migrate your applications to leverage that new topic.</a:t>
            </a:r>
            <a:endParaRPr lang="en-IN" dirty="0"/>
          </a:p>
        </p:txBody>
      </p:sp>
      <p:sp>
        <p:nvSpPr>
          <p:cNvPr id="8" name="TextBox 7">
            <a:extLst>
              <a:ext uri="{FF2B5EF4-FFF2-40B4-BE49-F238E27FC236}">
                <a16:creationId xmlns:a16="http://schemas.microsoft.com/office/drawing/2014/main" id="{966C2DD3-8EAF-FB1C-E306-5422E37477AB}"/>
              </a:ext>
            </a:extLst>
          </p:cNvPr>
          <p:cNvSpPr txBox="1"/>
          <p:nvPr/>
        </p:nvSpPr>
        <p:spPr>
          <a:xfrm>
            <a:off x="106157" y="2007742"/>
            <a:ext cx="4615133" cy="1477328"/>
          </a:xfrm>
          <a:prstGeom prst="rect">
            <a:avLst/>
          </a:prstGeom>
          <a:noFill/>
        </p:spPr>
        <p:txBody>
          <a:bodyPr wrap="square">
            <a:spAutoFit/>
          </a:bodyPr>
          <a:lstStyle/>
          <a:p>
            <a:r>
              <a:rPr lang="en-US" b="0" i="0" dirty="0">
                <a:solidFill>
                  <a:srgbClr val="1A1523"/>
                </a:solidFill>
                <a:effectLst/>
                <a:latin typeface="Inter"/>
              </a:rPr>
              <a:t>Failure to correctly deserialize may cause crashes or inconsistent data being fed to the downstream processing applications. This can be tough to debug, so it is best to think about it as you're writing your code the first time.</a:t>
            </a:r>
            <a:endParaRPr lang="en-IN" dirty="0"/>
          </a:p>
        </p:txBody>
      </p:sp>
    </p:spTree>
    <p:extLst>
      <p:ext uri="{BB962C8B-B14F-4D97-AF65-F5344CB8AC3E}">
        <p14:creationId xmlns:p14="http://schemas.microsoft.com/office/powerpoint/2010/main" val="4180028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Now, what is a Consumer Group?</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b="0" i="0" dirty="0">
                <a:solidFill>
                  <a:srgbClr val="242424"/>
                </a:solidFill>
                <a:effectLst/>
                <a:latin typeface="source-serif-pro"/>
              </a:rPr>
              <a:t>A bunch of consumers can form a group in order to cooperate and consume messages from a set of topics. This grouping of consumers is called a </a:t>
            </a:r>
            <a:r>
              <a:rPr lang="en-US" b="1" i="0" dirty="0">
                <a:solidFill>
                  <a:srgbClr val="242424"/>
                </a:solidFill>
                <a:effectLst/>
                <a:latin typeface="source-serif-pro"/>
              </a:rPr>
              <a:t>Consumer Group</a:t>
            </a:r>
            <a:r>
              <a:rPr lang="en-US" b="0" i="0" dirty="0">
                <a:solidFill>
                  <a:srgbClr val="242424"/>
                </a:solidFill>
                <a:effectLst/>
                <a:latin typeface="source-serif-pro"/>
              </a:rPr>
              <a:t>. If two consumers have subscribed to the same topic and are present in the same consumer group, then these two consumers would be assigned a different set of partitions and none of these two consumers would receive the same messages.</a:t>
            </a:r>
          </a:p>
          <a:p>
            <a:pPr algn="l"/>
            <a:r>
              <a:rPr lang="en-US" b="0" i="1" dirty="0">
                <a:solidFill>
                  <a:srgbClr val="242424"/>
                </a:solidFill>
                <a:effectLst/>
                <a:latin typeface="source-serif-pro"/>
              </a:rPr>
              <a:t>Note: Consumer Groups can help attain a higher consumption rate, if multiple consumers are consuming from the same topic.</a:t>
            </a:r>
          </a:p>
          <a:p>
            <a:pPr algn="l"/>
            <a:r>
              <a:rPr lang="en-US" b="0" i="0" dirty="0">
                <a:solidFill>
                  <a:srgbClr val="242424"/>
                </a:solidFill>
                <a:effectLst/>
                <a:latin typeface="source-serif-pro"/>
                <a:hlinkClick r:id="rId2"/>
              </a:rPr>
              <a:t>https://medium.com/javarevisited/kafka-partitions-and-consumer-groups-in-6-mins-9e0e336c6c00</a:t>
            </a:r>
            <a:r>
              <a:rPr lang="en-US" i="1" dirty="0">
                <a:solidFill>
                  <a:srgbClr val="242424"/>
                </a:solidFill>
                <a:latin typeface="source-serif-pro"/>
              </a:rPr>
              <a:t> </a:t>
            </a:r>
            <a:endParaRPr lang="en-US" b="0" i="0" dirty="0">
              <a:solidFill>
                <a:srgbClr val="242424"/>
              </a:solidFill>
              <a:effectLst/>
              <a:latin typeface="source-serif-pro"/>
            </a:endParaRPr>
          </a:p>
        </p:txBody>
      </p:sp>
    </p:spTree>
    <p:extLst>
      <p:ext uri="{BB962C8B-B14F-4D97-AF65-F5344CB8AC3E}">
        <p14:creationId xmlns:p14="http://schemas.microsoft.com/office/powerpoint/2010/main" val="3148513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 Kafka Consumer Group has the following properties:</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b="0" i="0" dirty="0">
                <a:solidFill>
                  <a:srgbClr val="242424"/>
                </a:solidFill>
                <a:effectLst/>
                <a:latin typeface="source-serif-pro"/>
              </a:rPr>
              <a:t>All the Consumers in a group have the same group.id.</a:t>
            </a:r>
          </a:p>
          <a:p>
            <a:pPr algn="l"/>
            <a:r>
              <a:rPr lang="en-US" b="0" i="0" dirty="0">
                <a:solidFill>
                  <a:srgbClr val="242424"/>
                </a:solidFill>
                <a:effectLst/>
                <a:latin typeface="source-serif-pro"/>
              </a:rPr>
              <a:t>Only one Consumer reads each partition in the topic.</a:t>
            </a:r>
          </a:p>
          <a:p>
            <a:pPr algn="l"/>
            <a:r>
              <a:rPr lang="en-US" b="0" i="0" dirty="0">
                <a:solidFill>
                  <a:srgbClr val="242424"/>
                </a:solidFill>
                <a:effectLst/>
                <a:latin typeface="source-serif-pro"/>
              </a:rPr>
              <a:t>The maximum number of Consumers is equal to the number of partitions in the topic. If there are more consumers than partitions, then some of the consumers will remain idle.</a:t>
            </a:r>
          </a:p>
          <a:p>
            <a:pPr algn="l"/>
            <a:r>
              <a:rPr lang="en-US" b="0" i="0" dirty="0">
                <a:solidFill>
                  <a:srgbClr val="242424"/>
                </a:solidFill>
                <a:effectLst/>
                <a:latin typeface="source-serif-pro"/>
              </a:rPr>
              <a:t>A Consumer can read from more than one partition.</a:t>
            </a:r>
          </a:p>
          <a:p>
            <a:pPr algn="l"/>
            <a:r>
              <a:rPr lang="en-US" b="0" i="0" dirty="0">
                <a:solidFill>
                  <a:srgbClr val="242424"/>
                </a:solidFill>
                <a:effectLst/>
                <a:latin typeface="source-serif-pro"/>
                <a:hlinkClick r:id="rId2"/>
              </a:rPr>
              <a:t>https://www.educba.com/kafka-consumer-group/</a:t>
            </a:r>
            <a:r>
              <a:rPr lang="en-US" dirty="0">
                <a:solidFill>
                  <a:srgbClr val="242424"/>
                </a:solidFill>
                <a:latin typeface="source-serif-pro"/>
              </a:rPr>
              <a:t> </a:t>
            </a:r>
            <a:endParaRPr lang="en-US" b="0" i="0" dirty="0">
              <a:solidFill>
                <a:srgbClr val="242424"/>
              </a:solidFill>
              <a:effectLst/>
              <a:latin typeface="source-serif-pro"/>
            </a:endParaRPr>
          </a:p>
        </p:txBody>
      </p:sp>
    </p:spTree>
    <p:extLst>
      <p:ext uri="{BB962C8B-B14F-4D97-AF65-F5344CB8AC3E}">
        <p14:creationId xmlns:p14="http://schemas.microsoft.com/office/powerpoint/2010/main" val="765145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 What is Kafka Consumer Group ID?</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b="0" i="0" dirty="0">
                <a:solidFill>
                  <a:srgbClr val="242424"/>
                </a:solidFill>
                <a:effectLst/>
                <a:latin typeface="source-serif-pro"/>
              </a:rPr>
              <a:t>The group ID is very important to how different consumers "load balance" partitions. For example, if you have a topic with 10 partitions then two consumers with the same </a:t>
            </a:r>
            <a:r>
              <a:rPr lang="en-US" b="0" i="0" dirty="0" err="1">
                <a:solidFill>
                  <a:srgbClr val="242424"/>
                </a:solidFill>
                <a:effectLst/>
                <a:latin typeface="source-serif-pro"/>
              </a:rPr>
              <a:t>groupId</a:t>
            </a:r>
            <a:r>
              <a:rPr lang="en-US" b="0" i="0" dirty="0">
                <a:solidFill>
                  <a:srgbClr val="242424"/>
                </a:solidFill>
                <a:effectLst/>
                <a:latin typeface="source-serif-pro"/>
              </a:rPr>
              <a:t> will read from 5 partitions each.</a:t>
            </a:r>
          </a:p>
          <a:p>
            <a:pPr algn="l"/>
            <a:endParaRPr lang="en-US" b="0" i="0" dirty="0">
              <a:solidFill>
                <a:srgbClr val="242424"/>
              </a:solidFill>
              <a:effectLst/>
              <a:latin typeface="source-serif-pro"/>
            </a:endParaRPr>
          </a:p>
          <a:p>
            <a:pPr algn="l"/>
            <a:r>
              <a:rPr lang="en-US" b="0" i="0" dirty="0">
                <a:solidFill>
                  <a:srgbClr val="242424"/>
                </a:solidFill>
                <a:effectLst/>
                <a:latin typeface="source-serif-pro"/>
              </a:rPr>
              <a:t>If you have two consumers with different group ids, both consumers will read from 10 partitions.</a:t>
            </a:r>
          </a:p>
          <a:p>
            <a:pPr algn="l"/>
            <a:endParaRPr lang="en-US" b="0" i="0" dirty="0">
              <a:solidFill>
                <a:srgbClr val="242424"/>
              </a:solidFill>
              <a:effectLst/>
              <a:latin typeface="source-serif-pro"/>
            </a:endParaRPr>
          </a:p>
          <a:p>
            <a:pPr algn="l"/>
            <a:r>
              <a:rPr lang="en-US" b="0" i="0" dirty="0">
                <a:solidFill>
                  <a:srgbClr val="242424"/>
                </a:solidFill>
                <a:effectLst/>
                <a:latin typeface="source-serif-pro"/>
              </a:rPr>
              <a:t>In this sense, the </a:t>
            </a:r>
            <a:r>
              <a:rPr lang="en-US" b="0" i="0" dirty="0" err="1">
                <a:solidFill>
                  <a:srgbClr val="242424"/>
                </a:solidFill>
                <a:effectLst/>
                <a:latin typeface="source-serif-pro"/>
              </a:rPr>
              <a:t>groupId</a:t>
            </a:r>
            <a:r>
              <a:rPr lang="en-US" b="0" i="0" dirty="0">
                <a:solidFill>
                  <a:srgbClr val="242424"/>
                </a:solidFill>
                <a:effectLst/>
                <a:latin typeface="source-serif-pro"/>
              </a:rPr>
              <a:t> is how you define a "consumer group" or group of consumers reading from a given topic/partitions.</a:t>
            </a:r>
          </a:p>
        </p:txBody>
      </p:sp>
    </p:spTree>
    <p:extLst>
      <p:ext uri="{BB962C8B-B14F-4D97-AF65-F5344CB8AC3E}">
        <p14:creationId xmlns:p14="http://schemas.microsoft.com/office/powerpoint/2010/main" val="3334595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Groups &amp;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IN" sz="2400" b="1" i="0" dirty="0">
                <a:solidFill>
                  <a:srgbClr val="1A1523"/>
                </a:solidFill>
                <a:effectLst/>
                <a:latin typeface="PolySans"/>
              </a:rPr>
              <a:t>Kafka Consumer Groups</a:t>
            </a:r>
          </a:p>
          <a:p>
            <a:pPr algn="l"/>
            <a:r>
              <a:rPr lang="en-US" sz="2400" b="0" i="0" dirty="0">
                <a:solidFill>
                  <a:srgbClr val="1A1523"/>
                </a:solidFill>
                <a:effectLst/>
                <a:latin typeface="Inter"/>
              </a:rPr>
              <a:t>Consumers that are part of the same application and therefore performing the same "logical job" can be grouped together as a Kafka consumer group.</a:t>
            </a:r>
          </a:p>
          <a:p>
            <a:pPr algn="l"/>
            <a:r>
              <a:rPr lang="en-US" sz="2400" b="0" i="0" dirty="0">
                <a:solidFill>
                  <a:srgbClr val="1A1523"/>
                </a:solidFill>
                <a:effectLst/>
                <a:latin typeface="Inter"/>
              </a:rPr>
              <a:t>A topic usually consists of many partitions. These partitions are a unit of parallelism for Kafka consumers.</a:t>
            </a:r>
          </a:p>
          <a:p>
            <a:pPr algn="l"/>
            <a:r>
              <a:rPr lang="en-US" sz="2400" b="0" i="0" dirty="0">
                <a:solidFill>
                  <a:srgbClr val="1A1523"/>
                </a:solidFill>
                <a:effectLst/>
                <a:latin typeface="Inter"/>
              </a:rPr>
              <a:t>The benefit of leveraging a Kafka consumer group is that the consumers within the group will coordinate to split the work of reading from different partitions.</a:t>
            </a:r>
          </a:p>
          <a:p>
            <a:pPr algn="l"/>
            <a:endParaRPr lang="en-IN" b="1" i="0" dirty="0">
              <a:solidFill>
                <a:srgbClr val="1A1523"/>
              </a:solidFill>
              <a:effectLst/>
              <a:latin typeface="PolySans"/>
            </a:endParaRPr>
          </a:p>
        </p:txBody>
      </p:sp>
      <p:pic>
        <p:nvPicPr>
          <p:cNvPr id="4" name="Picture 3">
            <a:extLst>
              <a:ext uri="{FF2B5EF4-FFF2-40B4-BE49-F238E27FC236}">
                <a16:creationId xmlns:a16="http://schemas.microsoft.com/office/drawing/2014/main" id="{5F687154-43EE-2B40-FBA8-CAD8BCE425B0}"/>
              </a:ext>
            </a:extLst>
          </p:cNvPr>
          <p:cNvPicPr>
            <a:picLocks noChangeAspect="1"/>
          </p:cNvPicPr>
          <p:nvPr/>
        </p:nvPicPr>
        <p:blipFill>
          <a:blip r:embed="rId2"/>
          <a:stretch>
            <a:fillRect/>
          </a:stretch>
        </p:blipFill>
        <p:spPr>
          <a:xfrm>
            <a:off x="0" y="4049486"/>
            <a:ext cx="12192000" cy="2748579"/>
          </a:xfrm>
          <a:prstGeom prst="rect">
            <a:avLst/>
          </a:prstGeom>
        </p:spPr>
      </p:pic>
    </p:spTree>
    <p:extLst>
      <p:ext uri="{BB962C8B-B14F-4D97-AF65-F5344CB8AC3E}">
        <p14:creationId xmlns:p14="http://schemas.microsoft.com/office/powerpoint/2010/main" val="4195896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Groups &amp;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IN" sz="2400" b="1" i="0" dirty="0">
                <a:solidFill>
                  <a:srgbClr val="1A1523"/>
                </a:solidFill>
                <a:effectLst/>
                <a:latin typeface="PolySans"/>
              </a:rPr>
              <a:t>Kafka Consumer Group ID</a:t>
            </a:r>
          </a:p>
          <a:p>
            <a:pPr algn="l"/>
            <a:r>
              <a:rPr lang="en-US" sz="2000" i="0" dirty="0">
                <a:solidFill>
                  <a:srgbClr val="1A1523"/>
                </a:solidFill>
                <a:effectLst/>
                <a:latin typeface="PolySans"/>
              </a:rPr>
              <a:t>In order for indicating to Kafka consumers that they are part of the same specific group , we must specify the consumer-side setting group.id.</a:t>
            </a:r>
          </a:p>
          <a:p>
            <a:pPr algn="l"/>
            <a:r>
              <a:rPr lang="en-US" sz="2000" i="0" dirty="0">
                <a:solidFill>
                  <a:srgbClr val="1A1523"/>
                </a:solidFill>
                <a:effectLst/>
                <a:latin typeface="PolySans"/>
              </a:rPr>
              <a:t>Kafka Consumers automatically use a </a:t>
            </a:r>
            <a:r>
              <a:rPr lang="en-US" sz="2000" i="0" dirty="0" err="1">
                <a:solidFill>
                  <a:srgbClr val="1A1523"/>
                </a:solidFill>
                <a:effectLst/>
                <a:latin typeface="PolySans"/>
              </a:rPr>
              <a:t>GroupCoordinator</a:t>
            </a:r>
            <a:r>
              <a:rPr lang="en-US" sz="2000" i="0" dirty="0">
                <a:solidFill>
                  <a:srgbClr val="1A1523"/>
                </a:solidFill>
                <a:effectLst/>
                <a:latin typeface="PolySans"/>
              </a:rPr>
              <a:t> and a </a:t>
            </a:r>
            <a:r>
              <a:rPr lang="en-US" sz="2000" i="0" dirty="0" err="1">
                <a:solidFill>
                  <a:srgbClr val="1A1523"/>
                </a:solidFill>
                <a:effectLst/>
                <a:latin typeface="PolySans"/>
              </a:rPr>
              <a:t>ConsumerCoordinator</a:t>
            </a:r>
            <a:r>
              <a:rPr lang="en-US" sz="2000" i="0" dirty="0">
                <a:solidFill>
                  <a:srgbClr val="1A1523"/>
                </a:solidFill>
                <a:effectLst/>
                <a:latin typeface="PolySans"/>
              </a:rPr>
              <a:t> to assign consumers to a partition and ensure the load balancing is achieved across all consumers in the same group.</a:t>
            </a:r>
          </a:p>
          <a:p>
            <a:pPr algn="l"/>
            <a:r>
              <a:rPr lang="en-US" sz="2000" i="0" dirty="0">
                <a:solidFill>
                  <a:srgbClr val="1A1523"/>
                </a:solidFill>
                <a:effectLst/>
                <a:latin typeface="PolySans"/>
              </a:rPr>
              <a:t>It is important to note that each topic partition is only assigned to one consumer within a consumer group, but a consumer from a consumer group can be assigned multiple partitions.</a:t>
            </a:r>
            <a:endParaRPr lang="en-IN" sz="2000" i="0" dirty="0">
              <a:solidFill>
                <a:srgbClr val="1A1523"/>
              </a:solidFill>
              <a:effectLst/>
              <a:latin typeface="PolySans"/>
            </a:endParaRPr>
          </a:p>
        </p:txBody>
      </p:sp>
      <p:pic>
        <p:nvPicPr>
          <p:cNvPr id="6" name="Picture 5">
            <a:extLst>
              <a:ext uri="{FF2B5EF4-FFF2-40B4-BE49-F238E27FC236}">
                <a16:creationId xmlns:a16="http://schemas.microsoft.com/office/drawing/2014/main" id="{B511B3A1-0157-CFC2-8248-193443357B16}"/>
              </a:ext>
            </a:extLst>
          </p:cNvPr>
          <p:cNvPicPr>
            <a:picLocks noChangeAspect="1"/>
          </p:cNvPicPr>
          <p:nvPr/>
        </p:nvPicPr>
        <p:blipFill>
          <a:blip r:embed="rId2"/>
          <a:stretch>
            <a:fillRect/>
          </a:stretch>
        </p:blipFill>
        <p:spPr>
          <a:xfrm>
            <a:off x="152400" y="3834882"/>
            <a:ext cx="12192000" cy="2733869"/>
          </a:xfrm>
          <a:prstGeom prst="rect">
            <a:avLst/>
          </a:prstGeom>
        </p:spPr>
      </p:pic>
    </p:spTree>
    <p:extLst>
      <p:ext uri="{BB962C8B-B14F-4D97-AF65-F5344CB8AC3E}">
        <p14:creationId xmlns:p14="http://schemas.microsoft.com/office/powerpoint/2010/main" val="3926464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Groups &amp;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400" b="1" i="0" dirty="0">
                <a:solidFill>
                  <a:srgbClr val="1A1523"/>
                </a:solidFill>
                <a:effectLst/>
                <a:latin typeface="PolySans"/>
              </a:rPr>
              <a:t>If there are more consumers than the number of partitions of a topic, then some consumers will remain inactive as shown below. Usually, we have as many consumers in a consumer group as the number of partitions. If we want more consumers for higher throughput, we should create more partitions while </a:t>
            </a:r>
            <a:endParaRPr lang="en-IN" sz="2000" i="0" dirty="0">
              <a:solidFill>
                <a:srgbClr val="1A1523"/>
              </a:solidFill>
              <a:effectLst/>
              <a:latin typeface="PolySans"/>
            </a:endParaRPr>
          </a:p>
        </p:txBody>
      </p:sp>
      <p:pic>
        <p:nvPicPr>
          <p:cNvPr id="4" name="Picture 3">
            <a:extLst>
              <a:ext uri="{FF2B5EF4-FFF2-40B4-BE49-F238E27FC236}">
                <a16:creationId xmlns:a16="http://schemas.microsoft.com/office/drawing/2014/main" id="{FB393A5B-2A94-068A-DDD7-52D48494726A}"/>
              </a:ext>
            </a:extLst>
          </p:cNvPr>
          <p:cNvPicPr>
            <a:picLocks noChangeAspect="1"/>
          </p:cNvPicPr>
          <p:nvPr/>
        </p:nvPicPr>
        <p:blipFill>
          <a:blip r:embed="rId2"/>
          <a:stretch>
            <a:fillRect/>
          </a:stretch>
        </p:blipFill>
        <p:spPr>
          <a:xfrm>
            <a:off x="0" y="2827176"/>
            <a:ext cx="12192000" cy="3862873"/>
          </a:xfrm>
          <a:prstGeom prst="rect">
            <a:avLst/>
          </a:prstGeom>
        </p:spPr>
      </p:pic>
    </p:spTree>
    <p:extLst>
      <p:ext uri="{BB962C8B-B14F-4D97-AF65-F5344CB8AC3E}">
        <p14:creationId xmlns:p14="http://schemas.microsoft.com/office/powerpoint/2010/main" val="100345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80B84-36D9-332E-37CD-9ED76175B132}"/>
              </a:ext>
            </a:extLst>
          </p:cNvPr>
          <p:cNvSpPr>
            <a:spLocks noGrp="1"/>
          </p:cNvSpPr>
          <p:nvPr>
            <p:ph type="title"/>
          </p:nvPr>
        </p:nvSpPr>
        <p:spPr>
          <a:xfrm>
            <a:off x="567612" y="308428"/>
            <a:ext cx="10515600" cy="615303"/>
          </a:xfrm>
        </p:spPr>
        <p:txBody>
          <a:bodyPr>
            <a:normAutofit/>
          </a:bodyPr>
          <a:lstStyle/>
          <a:p>
            <a:r>
              <a:rPr lang="en-US" sz="3200" dirty="0"/>
              <a:t>What is a consumer group in Kafka?</a:t>
            </a:r>
            <a:endParaRPr lang="en-IN" sz="3200" dirty="0"/>
          </a:p>
        </p:txBody>
      </p:sp>
      <p:sp>
        <p:nvSpPr>
          <p:cNvPr id="3" name="Content Placeholder 2">
            <a:extLst>
              <a:ext uri="{FF2B5EF4-FFF2-40B4-BE49-F238E27FC236}">
                <a16:creationId xmlns:a16="http://schemas.microsoft.com/office/drawing/2014/main" id="{CB3BA73E-16F4-3DA1-6DCA-C9F0ED520CDF}"/>
              </a:ext>
            </a:extLst>
          </p:cNvPr>
          <p:cNvSpPr>
            <a:spLocks noGrp="1"/>
          </p:cNvSpPr>
          <p:nvPr>
            <p:ph idx="1"/>
          </p:nvPr>
        </p:nvSpPr>
        <p:spPr>
          <a:xfrm>
            <a:off x="214604" y="1129004"/>
            <a:ext cx="11737910" cy="5589037"/>
          </a:xfrm>
        </p:spPr>
        <p:txBody>
          <a:bodyPr>
            <a:normAutofit/>
          </a:bodyPr>
          <a:lstStyle/>
          <a:p>
            <a:r>
              <a:rPr lang="en-US" dirty="0"/>
              <a:t>When sending messages in a distributed setup using a messaging system, you typically have two scenarios you want to achieve. Either you want to:</a:t>
            </a:r>
          </a:p>
          <a:p>
            <a:r>
              <a:rPr lang="en-US" dirty="0"/>
              <a:t>send a message to a targeted group of consumers (which might be just one consumer) or</a:t>
            </a:r>
          </a:p>
          <a:p>
            <a:r>
              <a:rPr lang="en-US" dirty="0"/>
              <a:t>broadcast the message to all the consumers</a:t>
            </a:r>
          </a:p>
          <a:p>
            <a:r>
              <a:rPr lang="en-US" dirty="0"/>
              <a:t>Kafka allows you to achieve both of these scenarios by using consumer groups.</a:t>
            </a:r>
          </a:p>
          <a:p>
            <a:r>
              <a:rPr lang="en-US" dirty="0"/>
              <a:t>The main duty of the "Group Coordinator" is to manage the group, which includes tasks like managing the membership of consumers, offsets, and rebalancing. The "Group Leader" is only required for the task of calculating partition assignments.</a:t>
            </a:r>
          </a:p>
          <a:p>
            <a:endParaRPr lang="en-US" dirty="0"/>
          </a:p>
          <a:p>
            <a:r>
              <a:rPr lang="en-US" dirty="0"/>
              <a:t> Once the partition assignment has been determined, the consumer group leader will forward the list of assignments to the Group Coordinator. </a:t>
            </a:r>
            <a:r>
              <a:rPr lang="en-US"/>
              <a:t>The Coordinator will then disseminate this information to all the consumers, who will only be able to view their own assignment. </a:t>
            </a:r>
            <a:endParaRPr lang="en-IN" dirty="0"/>
          </a:p>
        </p:txBody>
      </p:sp>
    </p:spTree>
    <p:extLst>
      <p:ext uri="{BB962C8B-B14F-4D97-AF65-F5344CB8AC3E}">
        <p14:creationId xmlns:p14="http://schemas.microsoft.com/office/powerpoint/2010/main" val="2387664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400" i="0" dirty="0">
                <a:solidFill>
                  <a:srgbClr val="1A1523"/>
                </a:solidFill>
                <a:effectLst/>
                <a:latin typeface="PolySans"/>
              </a:rPr>
              <a:t>Kafka brokers use an internal topic named __</a:t>
            </a:r>
            <a:r>
              <a:rPr lang="en-US" sz="2400" i="0" dirty="0" err="1">
                <a:solidFill>
                  <a:srgbClr val="1A1523"/>
                </a:solidFill>
                <a:effectLst/>
                <a:latin typeface="PolySans"/>
              </a:rPr>
              <a:t>consumer_offsets</a:t>
            </a:r>
            <a:r>
              <a:rPr lang="en-US" sz="2400" i="0" dirty="0">
                <a:solidFill>
                  <a:srgbClr val="1A1523"/>
                </a:solidFill>
                <a:effectLst/>
                <a:latin typeface="PolySans"/>
              </a:rPr>
              <a:t> that keeps track of what messages a given consumer group last successfully processed.</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As we know, each message in a Kafka topic has a partition ID and an offset ID attached to it.</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Therefore, in order to "checkpoint" how far a consumer has been reading into a topic partition, the consumer will regularly commit the latest processed message, also known as consumer offset.</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In the figure below, a consumer from the consumer group has consumed messages up to offset 4262, so the consumer offset is set to 4262.</a:t>
            </a:r>
            <a:endParaRPr lang="en-IN" sz="2000" i="0" dirty="0">
              <a:solidFill>
                <a:srgbClr val="1A1523"/>
              </a:solidFill>
              <a:effectLst/>
              <a:latin typeface="PolySans"/>
            </a:endParaRPr>
          </a:p>
        </p:txBody>
      </p:sp>
    </p:spTree>
    <p:extLst>
      <p:ext uri="{BB962C8B-B14F-4D97-AF65-F5344CB8AC3E}">
        <p14:creationId xmlns:p14="http://schemas.microsoft.com/office/powerpoint/2010/main" val="1793043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Offsets</a:t>
            </a:r>
          </a:p>
        </p:txBody>
      </p:sp>
      <p:pic>
        <p:nvPicPr>
          <p:cNvPr id="6" name="Picture 5">
            <a:extLst>
              <a:ext uri="{FF2B5EF4-FFF2-40B4-BE49-F238E27FC236}">
                <a16:creationId xmlns:a16="http://schemas.microsoft.com/office/drawing/2014/main" id="{F4EE402A-06D9-6AB7-ED74-8574AB2DF93E}"/>
              </a:ext>
            </a:extLst>
          </p:cNvPr>
          <p:cNvPicPr>
            <a:picLocks noChangeAspect="1"/>
          </p:cNvPicPr>
          <p:nvPr/>
        </p:nvPicPr>
        <p:blipFill>
          <a:blip r:embed="rId2"/>
          <a:stretch>
            <a:fillRect/>
          </a:stretch>
        </p:blipFill>
        <p:spPr>
          <a:xfrm>
            <a:off x="0" y="1177959"/>
            <a:ext cx="12192000" cy="4072873"/>
          </a:xfrm>
          <a:prstGeom prst="rect">
            <a:avLst/>
          </a:prstGeom>
        </p:spPr>
      </p:pic>
      <p:sp>
        <p:nvSpPr>
          <p:cNvPr id="8" name="TextBox 7">
            <a:extLst>
              <a:ext uri="{FF2B5EF4-FFF2-40B4-BE49-F238E27FC236}">
                <a16:creationId xmlns:a16="http://schemas.microsoft.com/office/drawing/2014/main" id="{2D7D7A10-583C-9CFC-BBB8-4CE3E79FE56C}"/>
              </a:ext>
            </a:extLst>
          </p:cNvPr>
          <p:cNvSpPr txBox="1"/>
          <p:nvPr/>
        </p:nvSpPr>
        <p:spPr>
          <a:xfrm>
            <a:off x="3142084" y="5080458"/>
            <a:ext cx="6097554" cy="369332"/>
          </a:xfrm>
          <a:prstGeom prst="rect">
            <a:avLst/>
          </a:prstGeom>
          <a:noFill/>
        </p:spPr>
        <p:txBody>
          <a:bodyPr wrap="square">
            <a:spAutoFit/>
          </a:bodyPr>
          <a:lstStyle/>
          <a:p>
            <a:r>
              <a:rPr lang="en-IN" b="0" i="1" dirty="0">
                <a:solidFill>
                  <a:srgbClr val="6F6E77"/>
                </a:solidFill>
                <a:effectLst/>
                <a:latin typeface="Inter"/>
              </a:rPr>
              <a:t>Consumer Offset</a:t>
            </a:r>
            <a:endParaRPr lang="en-IN" dirty="0"/>
          </a:p>
        </p:txBody>
      </p:sp>
    </p:spTree>
    <p:extLst>
      <p:ext uri="{BB962C8B-B14F-4D97-AF65-F5344CB8AC3E}">
        <p14:creationId xmlns:p14="http://schemas.microsoft.com/office/powerpoint/2010/main" val="3916348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Consumer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400" i="0" dirty="0">
                <a:solidFill>
                  <a:srgbClr val="1A1523"/>
                </a:solidFill>
                <a:effectLst/>
                <a:latin typeface="PolySans"/>
              </a:rPr>
              <a:t>Most client libraries automatically commit offsets to Kafka for you on a periodic basis, and the responsible Kafka broker will ensure writing to the __</a:t>
            </a:r>
            <a:r>
              <a:rPr lang="en-US" sz="2400" i="0" dirty="0" err="1">
                <a:solidFill>
                  <a:srgbClr val="1A1523"/>
                </a:solidFill>
                <a:effectLst/>
                <a:latin typeface="PolySans"/>
              </a:rPr>
              <a:t>consumer_offsets</a:t>
            </a:r>
            <a:r>
              <a:rPr lang="en-US" sz="2400" i="0" dirty="0">
                <a:solidFill>
                  <a:srgbClr val="1A1523"/>
                </a:solidFill>
                <a:effectLst/>
                <a:latin typeface="PolySans"/>
              </a:rPr>
              <a:t> topic (therefore consumers do not write to that topic directly).</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The process of committing offsets is not done for every message consumed (because this would be inefficient), and instead is a periodic process.</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This also means that when a specific offset is committed, all previous messages that have a lower offset are also considered to be committed.</a:t>
            </a:r>
            <a:endParaRPr lang="en-IN" sz="2000" i="0" dirty="0">
              <a:solidFill>
                <a:srgbClr val="1A1523"/>
              </a:solidFill>
              <a:effectLst/>
              <a:latin typeface="PolySans"/>
            </a:endParaRPr>
          </a:p>
        </p:txBody>
      </p:sp>
    </p:spTree>
    <p:extLst>
      <p:ext uri="{BB962C8B-B14F-4D97-AF65-F5344CB8AC3E}">
        <p14:creationId xmlns:p14="http://schemas.microsoft.com/office/powerpoint/2010/main" val="1635504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Why use Consumer Offsets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400" i="0" dirty="0" err="1">
                <a:solidFill>
                  <a:srgbClr val="1A1523"/>
                </a:solidFill>
                <a:effectLst/>
                <a:latin typeface="PolySans"/>
              </a:rPr>
              <a:t>MOffsets</a:t>
            </a:r>
            <a:r>
              <a:rPr lang="en-US" sz="2400" i="0" dirty="0">
                <a:solidFill>
                  <a:srgbClr val="1A1523"/>
                </a:solidFill>
                <a:effectLst/>
                <a:latin typeface="PolySans"/>
              </a:rPr>
              <a:t> are critical for many applications. If a Kafka client crashes, a rebalance occurs and the latest committed offset help the remaining Kafka consumers know where to restart reading and processing messages.</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In case a new consumer is added to a group, another consumer group rebalance happens and consumer offsets are yet again leveraged to notify consumers where to start reading data from.</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Therefore consumer offsets must be committed regularly.</a:t>
            </a:r>
            <a:endParaRPr lang="en-IN" sz="2000" i="0" dirty="0">
              <a:solidFill>
                <a:srgbClr val="1A1523"/>
              </a:solidFill>
              <a:effectLst/>
              <a:latin typeface="PolySans"/>
            </a:endParaRPr>
          </a:p>
        </p:txBody>
      </p:sp>
    </p:spTree>
    <p:extLst>
      <p:ext uri="{BB962C8B-B14F-4D97-AF65-F5344CB8AC3E}">
        <p14:creationId xmlns:p14="http://schemas.microsoft.com/office/powerpoint/2010/main" val="24071995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Delivery semantics for consumers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400" i="0" dirty="0">
                <a:solidFill>
                  <a:srgbClr val="1A1523"/>
                </a:solidFill>
                <a:effectLst/>
                <a:latin typeface="PolySans"/>
              </a:rPr>
              <a:t>By default, Java consumers automatically commit offsets (controlled by the </a:t>
            </a:r>
            <a:r>
              <a:rPr lang="en-US" sz="2400" i="0" dirty="0" err="1">
                <a:solidFill>
                  <a:srgbClr val="1A1523"/>
                </a:solidFill>
                <a:effectLst/>
                <a:latin typeface="PolySans"/>
              </a:rPr>
              <a:t>enable.auto.commit</a:t>
            </a:r>
            <a:r>
              <a:rPr lang="en-US" sz="2400" i="0" dirty="0">
                <a:solidFill>
                  <a:srgbClr val="1A1523"/>
                </a:solidFill>
                <a:effectLst/>
                <a:latin typeface="PolySans"/>
              </a:rPr>
              <a:t>=true property) every auto.commit.interval.ms (5 seconds by default) when .poll() is called.</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Details of that mechanism are discussed in Delivery Semantics for Consumers.</a:t>
            </a:r>
          </a:p>
          <a:p>
            <a:pPr algn="l"/>
            <a:endParaRPr lang="en-US" sz="2400" i="0" dirty="0">
              <a:solidFill>
                <a:srgbClr val="1A1523"/>
              </a:solidFill>
              <a:effectLst/>
              <a:latin typeface="PolySans"/>
            </a:endParaRPr>
          </a:p>
          <a:p>
            <a:pPr algn="l"/>
            <a:r>
              <a:rPr lang="en-US" sz="2400" i="0" dirty="0">
                <a:solidFill>
                  <a:srgbClr val="1A1523"/>
                </a:solidFill>
                <a:effectLst/>
                <a:latin typeface="PolySans"/>
              </a:rPr>
              <a:t>A consumer may opt to commit offsets by itself (</a:t>
            </a:r>
            <a:r>
              <a:rPr lang="en-US" sz="2400" i="0" dirty="0" err="1">
                <a:solidFill>
                  <a:srgbClr val="1A1523"/>
                </a:solidFill>
                <a:effectLst/>
                <a:latin typeface="PolySans"/>
              </a:rPr>
              <a:t>enable.auto.commit</a:t>
            </a:r>
            <a:r>
              <a:rPr lang="en-US" sz="2400" i="0" dirty="0">
                <a:solidFill>
                  <a:srgbClr val="1A1523"/>
                </a:solidFill>
                <a:effectLst/>
                <a:latin typeface="PolySans"/>
              </a:rPr>
              <a:t>=false). Depending on when it chooses to commit offsets, there are delivery semantics available to the consumer</a:t>
            </a:r>
            <a:endParaRPr lang="en-IN" sz="2000" i="0" dirty="0">
              <a:solidFill>
                <a:srgbClr val="1A1523"/>
              </a:solidFill>
              <a:effectLst/>
              <a:latin typeface="PolySans"/>
            </a:endParaRPr>
          </a:p>
        </p:txBody>
      </p:sp>
    </p:spTree>
    <p:extLst>
      <p:ext uri="{BB962C8B-B14F-4D97-AF65-F5344CB8AC3E}">
        <p14:creationId xmlns:p14="http://schemas.microsoft.com/office/powerpoint/2010/main" val="14278501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Delivery semantics for consumers</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fontScale="77500" lnSpcReduction="20000"/>
          </a:bodyPr>
          <a:lstStyle/>
          <a:p>
            <a:pPr algn="l"/>
            <a:r>
              <a:rPr lang="en-US" sz="2400" i="0" dirty="0">
                <a:solidFill>
                  <a:srgbClr val="1A1523"/>
                </a:solidFill>
                <a:effectLst/>
                <a:latin typeface="PolySans"/>
              </a:rPr>
              <a:t>The three delivery semantics are</a:t>
            </a:r>
          </a:p>
          <a:p>
            <a:pPr algn="l"/>
            <a:r>
              <a:rPr lang="en-US" sz="2400" i="0" dirty="0">
                <a:solidFill>
                  <a:srgbClr val="1A1523"/>
                </a:solidFill>
                <a:effectLst/>
                <a:latin typeface="PolySans"/>
              </a:rPr>
              <a:t> At most once:</a:t>
            </a:r>
          </a:p>
          <a:p>
            <a:pPr algn="l"/>
            <a:r>
              <a:rPr lang="en-US" sz="2400" i="0" dirty="0">
                <a:solidFill>
                  <a:srgbClr val="1A1523"/>
                </a:solidFill>
                <a:effectLst/>
                <a:latin typeface="PolySans"/>
              </a:rPr>
              <a:t>Offsets are committed as soon as the message is received.</a:t>
            </a:r>
          </a:p>
          <a:p>
            <a:pPr algn="l"/>
            <a:r>
              <a:rPr lang="en-US" sz="2400" i="0" dirty="0">
                <a:solidFill>
                  <a:srgbClr val="1A1523"/>
                </a:solidFill>
                <a:effectLst/>
                <a:latin typeface="PolySans"/>
              </a:rPr>
              <a:t>If the processing goes wrong, the message will be lost (it won’t be read again).</a:t>
            </a:r>
          </a:p>
          <a:p>
            <a:pPr algn="l"/>
            <a:r>
              <a:rPr lang="en-US" sz="2400" i="0" dirty="0">
                <a:solidFill>
                  <a:srgbClr val="1A1523"/>
                </a:solidFill>
                <a:effectLst/>
                <a:latin typeface="PolySans"/>
              </a:rPr>
              <a:t>At least once (usually preferred):</a:t>
            </a:r>
          </a:p>
          <a:p>
            <a:pPr algn="l"/>
            <a:r>
              <a:rPr lang="en-US" sz="2400" i="0" dirty="0">
                <a:solidFill>
                  <a:srgbClr val="1A1523"/>
                </a:solidFill>
                <a:effectLst/>
                <a:latin typeface="PolySans"/>
              </a:rPr>
              <a:t>Offsets are committed after the message is processed.</a:t>
            </a:r>
          </a:p>
          <a:p>
            <a:pPr algn="l"/>
            <a:r>
              <a:rPr lang="en-US" sz="2400" i="0" dirty="0">
                <a:solidFill>
                  <a:srgbClr val="1A1523"/>
                </a:solidFill>
                <a:effectLst/>
                <a:latin typeface="PolySans"/>
              </a:rPr>
              <a:t>If the processing goes wrong, the message will be read again.</a:t>
            </a:r>
          </a:p>
          <a:p>
            <a:pPr algn="l"/>
            <a:r>
              <a:rPr lang="en-US" sz="2400" i="0" dirty="0">
                <a:solidFill>
                  <a:srgbClr val="1A1523"/>
                </a:solidFill>
                <a:effectLst/>
                <a:latin typeface="PolySans"/>
              </a:rPr>
              <a:t>This can result in duplicate processing of messages. Therefore, it is best practice to make sure data processing is idempotent (i.e. processing the same message twice won't produce any undesirable effects</a:t>
            </a:r>
          </a:p>
          <a:p>
            <a:pPr algn="l"/>
            <a:r>
              <a:rPr lang="en-US" sz="2400" i="0" dirty="0">
                <a:solidFill>
                  <a:srgbClr val="1A1523"/>
                </a:solidFill>
                <a:effectLst/>
                <a:latin typeface="PolySans"/>
              </a:rPr>
              <a:t>Exactly once:</a:t>
            </a:r>
          </a:p>
          <a:p>
            <a:pPr algn="l"/>
            <a:r>
              <a:rPr lang="en-US" sz="2400" i="0" dirty="0">
                <a:solidFill>
                  <a:srgbClr val="1A1523"/>
                </a:solidFill>
                <a:effectLst/>
                <a:latin typeface="PolySans"/>
              </a:rPr>
              <a:t>This can only be achieved for Kafka topic to Kafka topic workflows using the transactions API. The Kafka Streams API simplifies the usage of that API and enables exactly once using the setting </a:t>
            </a:r>
            <a:r>
              <a:rPr lang="en-US" sz="2400" i="0" dirty="0" err="1">
                <a:solidFill>
                  <a:srgbClr val="1A1523"/>
                </a:solidFill>
                <a:effectLst/>
                <a:latin typeface="PolySans"/>
              </a:rPr>
              <a:t>processing.guarantee</a:t>
            </a:r>
            <a:r>
              <a:rPr lang="en-US" sz="2400" i="0" dirty="0">
                <a:solidFill>
                  <a:srgbClr val="1A1523"/>
                </a:solidFill>
                <a:effectLst/>
                <a:latin typeface="PolySans"/>
              </a:rPr>
              <a:t>=exactly_once_v2 (</a:t>
            </a:r>
            <a:r>
              <a:rPr lang="en-US" sz="2400" i="0" dirty="0" err="1">
                <a:solidFill>
                  <a:srgbClr val="1A1523"/>
                </a:solidFill>
                <a:effectLst/>
                <a:latin typeface="PolySans"/>
              </a:rPr>
              <a:t>exactly_once</a:t>
            </a:r>
            <a:r>
              <a:rPr lang="en-US" sz="2400" i="0" dirty="0">
                <a:solidFill>
                  <a:srgbClr val="1A1523"/>
                </a:solidFill>
                <a:effectLst/>
                <a:latin typeface="PolySans"/>
              </a:rPr>
              <a:t> on Kafka &lt; 2.5)</a:t>
            </a:r>
          </a:p>
          <a:p>
            <a:pPr algn="l"/>
            <a:r>
              <a:rPr lang="en-US" sz="2400" i="0" dirty="0">
                <a:solidFill>
                  <a:srgbClr val="1A1523"/>
                </a:solidFill>
                <a:effectLst/>
                <a:latin typeface="PolySans"/>
              </a:rPr>
              <a:t>For Kafka topic to External System workflows, to effectively achieve exactly once, you must use an idempotent consumer.</a:t>
            </a:r>
          </a:p>
          <a:p>
            <a:pPr algn="l"/>
            <a:r>
              <a:rPr lang="en-US" sz="2400" i="0" dirty="0">
                <a:solidFill>
                  <a:srgbClr val="1A1523"/>
                </a:solidFill>
                <a:effectLst/>
                <a:latin typeface="PolySans"/>
              </a:rPr>
              <a:t>In practice, at least once with idempotent processing is the most desirable and widely implemented mechanism for Kafka consumers.</a:t>
            </a:r>
            <a:endParaRPr lang="en-IN" sz="2000" i="0" dirty="0">
              <a:solidFill>
                <a:srgbClr val="1A1523"/>
              </a:solidFill>
              <a:effectLst/>
              <a:latin typeface="PolySans"/>
            </a:endParaRPr>
          </a:p>
        </p:txBody>
      </p:sp>
    </p:spTree>
    <p:extLst>
      <p:ext uri="{BB962C8B-B14F-4D97-AF65-F5344CB8AC3E}">
        <p14:creationId xmlns:p14="http://schemas.microsoft.com/office/powerpoint/2010/main" val="3257852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Topic Replication</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One of the main reasons for Kafka's popularity, is the resilience it offers in the face of broker failures. Machines fail, and often we cannot predict when that is going to happen or prevent it. Kafka is designed with replication as a core feature to withstand these failures while maintaining uptime and data accuracy.</a:t>
            </a:r>
          </a:p>
          <a:p>
            <a:pPr algn="l"/>
            <a:r>
              <a:rPr lang="en-US" sz="2000" i="0" dirty="0">
                <a:solidFill>
                  <a:srgbClr val="1A1523"/>
                </a:solidFill>
                <a:effectLst/>
                <a:latin typeface="PolySans"/>
              </a:rPr>
              <a:t>Kafka Replication : Data Replication helps prevent data loss by writing the same data to more than one broker.</a:t>
            </a:r>
          </a:p>
          <a:p>
            <a:pPr algn="l"/>
            <a:r>
              <a:rPr lang="en-US" sz="2000" i="0" dirty="0">
                <a:solidFill>
                  <a:srgbClr val="1A1523"/>
                </a:solidFill>
                <a:effectLst/>
                <a:latin typeface="PolySans"/>
              </a:rPr>
              <a:t>In Kafka, replication means that data is written down not just to one broker, but many.</a:t>
            </a:r>
            <a:endParaRPr lang="en-IN" sz="2000" i="0" dirty="0">
              <a:solidFill>
                <a:srgbClr val="1A1523"/>
              </a:solidFill>
              <a:effectLst/>
              <a:latin typeface="PolySans"/>
            </a:endParaRPr>
          </a:p>
        </p:txBody>
      </p:sp>
    </p:spTree>
    <p:extLst>
      <p:ext uri="{BB962C8B-B14F-4D97-AF65-F5344CB8AC3E}">
        <p14:creationId xmlns:p14="http://schemas.microsoft.com/office/powerpoint/2010/main" val="11556735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Topic Replication Factor</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The replication factor is a topic setting and is specified at topic creation time.</a:t>
            </a:r>
          </a:p>
          <a:p>
            <a:pPr algn="l"/>
            <a:r>
              <a:rPr lang="en-US" sz="2000" i="0" dirty="0">
                <a:solidFill>
                  <a:srgbClr val="1A1523"/>
                </a:solidFill>
                <a:effectLst/>
                <a:latin typeface="PolySans"/>
              </a:rPr>
              <a:t>A replication factor of 1 means no replication. It is mostly used for development purposes and should be avoided in test and production Kafka clusters</a:t>
            </a:r>
          </a:p>
          <a:p>
            <a:pPr algn="l"/>
            <a:r>
              <a:rPr lang="en-US" sz="2000" i="0" dirty="0">
                <a:solidFill>
                  <a:srgbClr val="1A1523"/>
                </a:solidFill>
                <a:effectLst/>
                <a:latin typeface="PolySans"/>
              </a:rPr>
              <a:t>A replication factor of 3 is a commonly used replication factor as it provides the right balance between broker loss and replication overhead.</a:t>
            </a:r>
          </a:p>
          <a:p>
            <a:pPr algn="l"/>
            <a:r>
              <a:rPr lang="en-US" sz="2000" i="0" dirty="0">
                <a:solidFill>
                  <a:srgbClr val="1A1523"/>
                </a:solidFill>
                <a:effectLst/>
                <a:latin typeface="PolySans"/>
              </a:rPr>
              <a:t>In the cluster below consisting of three brokers, the replication factor is 2. When a message is written down into Partition 0 of Topic-A in Broker 101, it is also written down into Broker 102 because it has Partition 0 as a replica.</a:t>
            </a:r>
            <a:endParaRPr lang="en-IN" sz="2000" i="0" dirty="0">
              <a:solidFill>
                <a:srgbClr val="1A1523"/>
              </a:solidFill>
              <a:effectLst/>
              <a:latin typeface="PolySans"/>
            </a:endParaRPr>
          </a:p>
        </p:txBody>
      </p:sp>
      <p:pic>
        <p:nvPicPr>
          <p:cNvPr id="6" name="Picture 5">
            <a:extLst>
              <a:ext uri="{FF2B5EF4-FFF2-40B4-BE49-F238E27FC236}">
                <a16:creationId xmlns:a16="http://schemas.microsoft.com/office/drawing/2014/main" id="{02F1C08D-66BA-452C-8AD6-0EEB6AD6754D}"/>
              </a:ext>
            </a:extLst>
          </p:cNvPr>
          <p:cNvPicPr>
            <a:picLocks noChangeAspect="1"/>
          </p:cNvPicPr>
          <p:nvPr/>
        </p:nvPicPr>
        <p:blipFill>
          <a:blip r:embed="rId2"/>
          <a:stretch>
            <a:fillRect/>
          </a:stretch>
        </p:blipFill>
        <p:spPr>
          <a:xfrm>
            <a:off x="242595" y="3778897"/>
            <a:ext cx="10972800" cy="2911151"/>
          </a:xfrm>
          <a:prstGeom prst="rect">
            <a:avLst/>
          </a:prstGeom>
        </p:spPr>
      </p:pic>
    </p:spTree>
    <p:extLst>
      <p:ext uri="{BB962C8B-B14F-4D97-AF65-F5344CB8AC3E}">
        <p14:creationId xmlns:p14="http://schemas.microsoft.com/office/powerpoint/2010/main" val="1079049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IN" sz="3200" dirty="0"/>
              <a:t>Kafka Topic Replication Factor</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Thanks to a replication factor of 2, we can withstand the failure of one broker. This means that if Broker 102 failed, as you see below, Broker 101 &amp; 103 would still have the data.</a:t>
            </a:r>
            <a:endParaRPr lang="en-IN" sz="2000" i="0" dirty="0">
              <a:solidFill>
                <a:srgbClr val="1A1523"/>
              </a:solidFill>
              <a:effectLst/>
              <a:latin typeface="PolySans"/>
            </a:endParaRPr>
          </a:p>
        </p:txBody>
      </p:sp>
      <p:pic>
        <p:nvPicPr>
          <p:cNvPr id="5" name="Picture 4">
            <a:extLst>
              <a:ext uri="{FF2B5EF4-FFF2-40B4-BE49-F238E27FC236}">
                <a16:creationId xmlns:a16="http://schemas.microsoft.com/office/drawing/2014/main" id="{92E5ECB5-9E3B-0BCF-B3ED-0BCA6CBF573F}"/>
              </a:ext>
            </a:extLst>
          </p:cNvPr>
          <p:cNvPicPr>
            <a:picLocks noChangeAspect="1"/>
          </p:cNvPicPr>
          <p:nvPr/>
        </p:nvPicPr>
        <p:blipFill>
          <a:blip r:embed="rId2"/>
          <a:stretch>
            <a:fillRect/>
          </a:stretch>
        </p:blipFill>
        <p:spPr>
          <a:xfrm>
            <a:off x="348343" y="1714500"/>
            <a:ext cx="10972800" cy="3429000"/>
          </a:xfrm>
          <a:prstGeom prst="rect">
            <a:avLst/>
          </a:prstGeom>
        </p:spPr>
      </p:pic>
      <p:sp>
        <p:nvSpPr>
          <p:cNvPr id="8" name="TextBox 7">
            <a:extLst>
              <a:ext uri="{FF2B5EF4-FFF2-40B4-BE49-F238E27FC236}">
                <a16:creationId xmlns:a16="http://schemas.microsoft.com/office/drawing/2014/main" id="{6ACD650F-22B6-F027-17D1-9C9D0A03755E}"/>
              </a:ext>
            </a:extLst>
          </p:cNvPr>
          <p:cNvSpPr txBox="1"/>
          <p:nvPr/>
        </p:nvSpPr>
        <p:spPr>
          <a:xfrm>
            <a:off x="2087725" y="5251516"/>
            <a:ext cx="6097554" cy="369332"/>
          </a:xfrm>
          <a:prstGeom prst="rect">
            <a:avLst/>
          </a:prstGeom>
          <a:noFill/>
        </p:spPr>
        <p:txBody>
          <a:bodyPr wrap="square">
            <a:spAutoFit/>
          </a:bodyPr>
          <a:lstStyle/>
          <a:p>
            <a:r>
              <a:rPr lang="en-IN" b="0" i="1" dirty="0">
                <a:solidFill>
                  <a:srgbClr val="6F6E77"/>
                </a:solidFill>
                <a:effectLst/>
                <a:latin typeface="Inter"/>
              </a:rPr>
              <a:t>Kafka Broker Failure</a:t>
            </a:r>
            <a:endParaRPr lang="en-IN" dirty="0"/>
          </a:p>
        </p:txBody>
      </p:sp>
    </p:spTree>
    <p:extLst>
      <p:ext uri="{BB962C8B-B14F-4D97-AF65-F5344CB8AC3E}">
        <p14:creationId xmlns:p14="http://schemas.microsoft.com/office/powerpoint/2010/main" val="27326443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What are Kafka Partitions Leader and Replicas?</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For a given topic-partition, one Kafka broker is designated by the cluster to be responsible for sending and receiving data to clients. That broker is known as the leader broker of that topic partition. Any other broker that is storing replicated data for that partition is referred to as a replica.</a:t>
            </a:r>
          </a:p>
          <a:p>
            <a:pPr algn="l"/>
            <a:r>
              <a:rPr lang="en-US" sz="2000" i="0" dirty="0">
                <a:solidFill>
                  <a:srgbClr val="1A1523"/>
                </a:solidFill>
                <a:effectLst/>
                <a:latin typeface="PolySans"/>
              </a:rPr>
              <a:t>Therefore, each partition has one leader and multiple replicas.</a:t>
            </a:r>
          </a:p>
          <a:p>
            <a:pPr algn="l"/>
            <a:r>
              <a:rPr lang="en-US" sz="2000" i="0" dirty="0">
                <a:solidFill>
                  <a:srgbClr val="1A1523"/>
                </a:solidFill>
                <a:effectLst/>
                <a:latin typeface="PolySans"/>
              </a:rPr>
              <a:t>What are In-Sync Replicas (ISR)?</a:t>
            </a:r>
          </a:p>
          <a:p>
            <a:pPr algn="l"/>
            <a:r>
              <a:rPr lang="en-US" sz="2000" i="0" dirty="0">
                <a:solidFill>
                  <a:srgbClr val="1A1523"/>
                </a:solidFill>
                <a:effectLst/>
                <a:latin typeface="PolySans"/>
              </a:rPr>
              <a:t>An ISR is a replica that is up to date with the leader broker for a partition. Any replica that is not up to date with the leader is out of sync.</a:t>
            </a:r>
            <a:endParaRPr lang="en-IN" sz="2000" i="0" dirty="0">
              <a:solidFill>
                <a:srgbClr val="1A1523"/>
              </a:solidFill>
              <a:effectLst/>
              <a:latin typeface="PolySans"/>
            </a:endParaRPr>
          </a:p>
        </p:txBody>
      </p:sp>
      <p:pic>
        <p:nvPicPr>
          <p:cNvPr id="6" name="Picture 5">
            <a:extLst>
              <a:ext uri="{FF2B5EF4-FFF2-40B4-BE49-F238E27FC236}">
                <a16:creationId xmlns:a16="http://schemas.microsoft.com/office/drawing/2014/main" id="{95ABAA29-CC32-D947-533E-22356B8CFE8F}"/>
              </a:ext>
            </a:extLst>
          </p:cNvPr>
          <p:cNvPicPr>
            <a:picLocks noChangeAspect="1"/>
          </p:cNvPicPr>
          <p:nvPr/>
        </p:nvPicPr>
        <p:blipFill>
          <a:blip r:embed="rId2"/>
          <a:stretch>
            <a:fillRect/>
          </a:stretch>
        </p:blipFill>
        <p:spPr>
          <a:xfrm>
            <a:off x="416768" y="3584770"/>
            <a:ext cx="10982325" cy="2866831"/>
          </a:xfrm>
          <a:prstGeom prst="rect">
            <a:avLst/>
          </a:prstGeom>
        </p:spPr>
      </p:pic>
      <p:sp>
        <p:nvSpPr>
          <p:cNvPr id="9" name="TextBox 8">
            <a:extLst>
              <a:ext uri="{FF2B5EF4-FFF2-40B4-BE49-F238E27FC236}">
                <a16:creationId xmlns:a16="http://schemas.microsoft.com/office/drawing/2014/main" id="{B57635F7-C5FB-140D-A994-AC25D12AEF55}"/>
              </a:ext>
            </a:extLst>
          </p:cNvPr>
          <p:cNvSpPr txBox="1"/>
          <p:nvPr/>
        </p:nvSpPr>
        <p:spPr>
          <a:xfrm>
            <a:off x="2544925" y="6201493"/>
            <a:ext cx="6097554" cy="369332"/>
          </a:xfrm>
          <a:prstGeom prst="rect">
            <a:avLst/>
          </a:prstGeom>
          <a:noFill/>
        </p:spPr>
        <p:txBody>
          <a:bodyPr wrap="square">
            <a:spAutoFit/>
          </a:bodyPr>
          <a:lstStyle/>
          <a:p>
            <a:r>
              <a:rPr lang="en-IN" b="0" i="1" dirty="0">
                <a:solidFill>
                  <a:srgbClr val="6F6E77"/>
                </a:solidFill>
                <a:effectLst/>
                <a:latin typeface="Inter"/>
              </a:rPr>
              <a:t>Leaders &amp; In-Sync Replicas</a:t>
            </a:r>
            <a:endParaRPr lang="en-IN" dirty="0"/>
          </a:p>
        </p:txBody>
      </p:sp>
    </p:spTree>
    <p:extLst>
      <p:ext uri="{BB962C8B-B14F-4D97-AF65-F5344CB8AC3E}">
        <p14:creationId xmlns:p14="http://schemas.microsoft.com/office/powerpoint/2010/main" val="705244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What are Kafka Partitions Leader and Replicas?</a:t>
            </a:r>
            <a:endParaRPr lang="en-IN" sz="3200" dirty="0"/>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Here we have Broker 101 as Partition 0 leader and Broker 102 as the leader of Partition 1. Broker 102 is a replica for Partition 0 and Broker 103 is a replica for Partition 1. If the leader broker were to fail, one of the replicas will be elected as the new partition leader by an election.</a:t>
            </a:r>
            <a:endParaRPr lang="en-IN" sz="2000" i="0" dirty="0">
              <a:solidFill>
                <a:srgbClr val="1A1523"/>
              </a:solidFill>
              <a:effectLst/>
              <a:latin typeface="PolySans"/>
            </a:endParaRPr>
          </a:p>
        </p:txBody>
      </p:sp>
    </p:spTree>
    <p:extLst>
      <p:ext uri="{BB962C8B-B14F-4D97-AF65-F5344CB8AC3E}">
        <p14:creationId xmlns:p14="http://schemas.microsoft.com/office/powerpoint/2010/main" val="2980419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setting</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Kafka producers only write data to the current leader broker for a partition.</a:t>
            </a:r>
          </a:p>
          <a:p>
            <a:pPr algn="l"/>
            <a:endParaRPr lang="en-US" sz="2000" i="0" dirty="0">
              <a:solidFill>
                <a:srgbClr val="1A1523"/>
              </a:solidFill>
              <a:effectLst/>
              <a:latin typeface="PolySans"/>
            </a:endParaRPr>
          </a:p>
          <a:p>
            <a:pPr algn="l"/>
            <a:r>
              <a:rPr lang="en-US" sz="2000" i="0" dirty="0">
                <a:solidFill>
                  <a:srgbClr val="1A1523"/>
                </a:solidFill>
                <a:effectLst/>
                <a:latin typeface="PolySans"/>
              </a:rPr>
              <a:t>Kafka producers must also specify a level of acknowledgment acks to specify if the message must be written to a minimum number of replicas before being considered a successful write.</a:t>
            </a:r>
          </a:p>
          <a:p>
            <a:pPr algn="l"/>
            <a:endParaRPr lang="en-US" sz="2000" i="0" dirty="0">
              <a:solidFill>
                <a:srgbClr val="1A1523"/>
              </a:solidFill>
              <a:effectLst/>
              <a:latin typeface="PolySans"/>
            </a:endParaRPr>
          </a:p>
          <a:p>
            <a:pPr algn="l"/>
            <a:r>
              <a:rPr lang="en-US" sz="2000" i="0" dirty="0">
                <a:solidFill>
                  <a:srgbClr val="1A1523"/>
                </a:solidFill>
                <a:effectLst/>
                <a:latin typeface="PolySans"/>
              </a:rPr>
              <a:t>Default acks values in Kafka v3.0</a:t>
            </a:r>
          </a:p>
          <a:p>
            <a:pPr algn="l"/>
            <a:r>
              <a:rPr lang="en-US" sz="2000" i="0" dirty="0">
                <a:solidFill>
                  <a:srgbClr val="1A1523"/>
                </a:solidFill>
                <a:effectLst/>
                <a:latin typeface="PolySans"/>
              </a:rPr>
              <a:t>The default value of acks has changed with Kafka v3.0</a:t>
            </a:r>
          </a:p>
          <a:p>
            <a:pPr algn="l"/>
            <a:endParaRPr lang="en-US" sz="2000" i="0" dirty="0">
              <a:solidFill>
                <a:srgbClr val="1A1523"/>
              </a:solidFill>
              <a:effectLst/>
              <a:latin typeface="PolySans"/>
            </a:endParaRPr>
          </a:p>
          <a:p>
            <a:pPr algn="l"/>
            <a:r>
              <a:rPr lang="en-US" sz="2000" i="0" dirty="0">
                <a:solidFill>
                  <a:srgbClr val="1A1523"/>
                </a:solidFill>
                <a:effectLst/>
                <a:latin typeface="PolySans"/>
              </a:rPr>
              <a:t>if using Kafka &lt; v3.0, acks=1</a:t>
            </a:r>
          </a:p>
          <a:p>
            <a:pPr algn="l"/>
            <a:endParaRPr lang="en-US" sz="2000" i="0" dirty="0">
              <a:solidFill>
                <a:srgbClr val="1A1523"/>
              </a:solidFill>
              <a:effectLst/>
              <a:latin typeface="PolySans"/>
            </a:endParaRPr>
          </a:p>
          <a:p>
            <a:pPr algn="l"/>
            <a:r>
              <a:rPr lang="en-US" sz="2000" i="0" dirty="0">
                <a:solidFill>
                  <a:srgbClr val="1A1523"/>
                </a:solidFill>
                <a:effectLst/>
                <a:latin typeface="PolySans"/>
              </a:rPr>
              <a:t>if using Kafka &gt;= v3.0, acks=all</a:t>
            </a:r>
            <a:endParaRPr lang="en-IN" sz="2000" i="0" dirty="0">
              <a:solidFill>
                <a:srgbClr val="1A1523"/>
              </a:solidFill>
              <a:effectLst/>
              <a:latin typeface="PolySans"/>
            </a:endParaRPr>
          </a:p>
        </p:txBody>
      </p:sp>
    </p:spTree>
    <p:extLst>
      <p:ext uri="{BB962C8B-B14F-4D97-AF65-F5344CB8AC3E}">
        <p14:creationId xmlns:p14="http://schemas.microsoft.com/office/powerpoint/2010/main" val="626484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(acks=0)</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When acks=0 producers consider messages as "written successfully" the moment the message was sent without waiting for the broker to accept it at all.</a:t>
            </a:r>
            <a:endParaRPr lang="en-IN" sz="2000" i="0" dirty="0">
              <a:solidFill>
                <a:srgbClr val="1A1523"/>
              </a:solidFill>
              <a:effectLst/>
              <a:latin typeface="PolySans"/>
            </a:endParaRPr>
          </a:p>
        </p:txBody>
      </p:sp>
      <p:pic>
        <p:nvPicPr>
          <p:cNvPr id="7" name="Picture 6">
            <a:extLst>
              <a:ext uri="{FF2B5EF4-FFF2-40B4-BE49-F238E27FC236}">
                <a16:creationId xmlns:a16="http://schemas.microsoft.com/office/drawing/2014/main" id="{7E024FB1-A740-D46D-857A-2CFF4D610121}"/>
              </a:ext>
            </a:extLst>
          </p:cNvPr>
          <p:cNvPicPr>
            <a:picLocks noChangeAspect="1"/>
          </p:cNvPicPr>
          <p:nvPr/>
        </p:nvPicPr>
        <p:blipFill>
          <a:blip r:embed="rId2"/>
          <a:stretch>
            <a:fillRect/>
          </a:stretch>
        </p:blipFill>
        <p:spPr>
          <a:xfrm>
            <a:off x="0" y="1913520"/>
            <a:ext cx="12192000" cy="1146177"/>
          </a:xfrm>
          <a:prstGeom prst="rect">
            <a:avLst/>
          </a:prstGeom>
        </p:spPr>
      </p:pic>
      <p:sp>
        <p:nvSpPr>
          <p:cNvPr id="9" name="TextBox 8">
            <a:extLst>
              <a:ext uri="{FF2B5EF4-FFF2-40B4-BE49-F238E27FC236}">
                <a16:creationId xmlns:a16="http://schemas.microsoft.com/office/drawing/2014/main" id="{BDD8D3CC-9BBA-9580-E5C6-0BC38659C5A5}"/>
              </a:ext>
            </a:extLst>
          </p:cNvPr>
          <p:cNvSpPr txBox="1"/>
          <p:nvPr/>
        </p:nvSpPr>
        <p:spPr>
          <a:xfrm>
            <a:off x="2960136" y="3167713"/>
            <a:ext cx="6097554" cy="369332"/>
          </a:xfrm>
          <a:prstGeom prst="rect">
            <a:avLst/>
          </a:prstGeom>
          <a:noFill/>
        </p:spPr>
        <p:txBody>
          <a:bodyPr wrap="square">
            <a:spAutoFit/>
          </a:bodyPr>
          <a:lstStyle/>
          <a:p>
            <a:r>
              <a:rPr lang="en-IN" b="0" i="1" dirty="0">
                <a:solidFill>
                  <a:srgbClr val="6F6E77"/>
                </a:solidFill>
                <a:effectLst/>
                <a:latin typeface="Inter"/>
              </a:rPr>
              <a:t>acks = 0</a:t>
            </a:r>
            <a:endParaRPr lang="en-IN" dirty="0"/>
          </a:p>
        </p:txBody>
      </p:sp>
      <p:sp>
        <p:nvSpPr>
          <p:cNvPr id="11" name="TextBox 10">
            <a:extLst>
              <a:ext uri="{FF2B5EF4-FFF2-40B4-BE49-F238E27FC236}">
                <a16:creationId xmlns:a16="http://schemas.microsoft.com/office/drawing/2014/main" id="{56442EE2-672C-766C-7246-9FD1373D29CF}"/>
              </a:ext>
            </a:extLst>
          </p:cNvPr>
          <p:cNvSpPr txBox="1"/>
          <p:nvPr/>
        </p:nvSpPr>
        <p:spPr>
          <a:xfrm>
            <a:off x="174949" y="3798304"/>
            <a:ext cx="11774456" cy="1015663"/>
          </a:xfrm>
          <a:prstGeom prst="rect">
            <a:avLst/>
          </a:prstGeom>
          <a:noFill/>
        </p:spPr>
        <p:txBody>
          <a:bodyPr wrap="square">
            <a:spAutoFit/>
          </a:bodyPr>
          <a:lstStyle/>
          <a:p>
            <a:r>
              <a:rPr lang="en-US" sz="2000" b="0" i="0" dirty="0">
                <a:solidFill>
                  <a:srgbClr val="1A1523"/>
                </a:solidFill>
                <a:effectLst/>
                <a:latin typeface="Inter"/>
              </a:rPr>
              <a:t>If the broker goes offline or an exception happens, we won’t know and will lose data. This is useful for data where it’s okay to potentially lose messages, such as metrics collection, and produces the highest throughput setting because the network overhead is minimized.</a:t>
            </a:r>
            <a:endParaRPr lang="en-IN" sz="2000" dirty="0"/>
          </a:p>
        </p:txBody>
      </p:sp>
    </p:spTree>
    <p:extLst>
      <p:ext uri="{BB962C8B-B14F-4D97-AF65-F5344CB8AC3E}">
        <p14:creationId xmlns:p14="http://schemas.microsoft.com/office/powerpoint/2010/main" val="31180091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(acks=1)</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When acks=1 , producers consider messages as "written successfully" when the message was acknowledged by only the leader.</a:t>
            </a:r>
            <a:endParaRPr lang="en-IN" sz="2000" i="0" dirty="0">
              <a:solidFill>
                <a:srgbClr val="1A1523"/>
              </a:solidFill>
              <a:effectLst/>
              <a:latin typeface="PolySans"/>
            </a:endParaRPr>
          </a:p>
        </p:txBody>
      </p:sp>
      <p:sp>
        <p:nvSpPr>
          <p:cNvPr id="9" name="TextBox 8">
            <a:extLst>
              <a:ext uri="{FF2B5EF4-FFF2-40B4-BE49-F238E27FC236}">
                <a16:creationId xmlns:a16="http://schemas.microsoft.com/office/drawing/2014/main" id="{BDD8D3CC-9BBA-9580-E5C6-0BC38659C5A5}"/>
              </a:ext>
            </a:extLst>
          </p:cNvPr>
          <p:cNvSpPr txBox="1"/>
          <p:nvPr/>
        </p:nvSpPr>
        <p:spPr>
          <a:xfrm>
            <a:off x="2960136" y="3167713"/>
            <a:ext cx="6097554" cy="369332"/>
          </a:xfrm>
          <a:prstGeom prst="rect">
            <a:avLst/>
          </a:prstGeom>
          <a:noFill/>
        </p:spPr>
        <p:txBody>
          <a:bodyPr wrap="square">
            <a:spAutoFit/>
          </a:bodyPr>
          <a:lstStyle/>
          <a:p>
            <a:r>
              <a:rPr lang="en-IN" b="0" i="1" dirty="0">
                <a:solidFill>
                  <a:srgbClr val="6F6E77"/>
                </a:solidFill>
                <a:effectLst/>
                <a:latin typeface="Inter"/>
              </a:rPr>
              <a:t>acks = 1</a:t>
            </a:r>
            <a:endParaRPr lang="en-IN" dirty="0"/>
          </a:p>
        </p:txBody>
      </p:sp>
      <p:sp>
        <p:nvSpPr>
          <p:cNvPr id="11" name="TextBox 10">
            <a:extLst>
              <a:ext uri="{FF2B5EF4-FFF2-40B4-BE49-F238E27FC236}">
                <a16:creationId xmlns:a16="http://schemas.microsoft.com/office/drawing/2014/main" id="{56442EE2-672C-766C-7246-9FD1373D29CF}"/>
              </a:ext>
            </a:extLst>
          </p:cNvPr>
          <p:cNvSpPr txBox="1"/>
          <p:nvPr/>
        </p:nvSpPr>
        <p:spPr>
          <a:xfrm>
            <a:off x="174949" y="3798304"/>
            <a:ext cx="11774456" cy="1015663"/>
          </a:xfrm>
          <a:prstGeom prst="rect">
            <a:avLst/>
          </a:prstGeom>
          <a:noFill/>
        </p:spPr>
        <p:txBody>
          <a:bodyPr wrap="square">
            <a:spAutoFit/>
          </a:bodyPr>
          <a:lstStyle/>
          <a:p>
            <a:r>
              <a:rPr lang="en-US" sz="2000" b="0" i="0" dirty="0">
                <a:solidFill>
                  <a:srgbClr val="1A1523"/>
                </a:solidFill>
                <a:effectLst/>
                <a:latin typeface="Inter"/>
              </a:rPr>
              <a:t>Leader response is requested, but replication is not a guarantee as it happens in the background. If an ack is not received, the producer may retry the request. If the leader broker goes offline unexpectedly but replicas haven’t replicated the data yet, we have a data loss.</a:t>
            </a:r>
            <a:endParaRPr lang="en-IN" sz="2000" dirty="0"/>
          </a:p>
        </p:txBody>
      </p:sp>
      <p:pic>
        <p:nvPicPr>
          <p:cNvPr id="6" name="Picture 5">
            <a:extLst>
              <a:ext uri="{FF2B5EF4-FFF2-40B4-BE49-F238E27FC236}">
                <a16:creationId xmlns:a16="http://schemas.microsoft.com/office/drawing/2014/main" id="{2F360356-16EE-9C0C-9AF7-5D1E8E1AA571}"/>
              </a:ext>
            </a:extLst>
          </p:cNvPr>
          <p:cNvPicPr>
            <a:picLocks noChangeAspect="1"/>
          </p:cNvPicPr>
          <p:nvPr/>
        </p:nvPicPr>
        <p:blipFill>
          <a:blip r:embed="rId2"/>
          <a:stretch>
            <a:fillRect/>
          </a:stretch>
        </p:blipFill>
        <p:spPr>
          <a:xfrm>
            <a:off x="0" y="1581494"/>
            <a:ext cx="12192000" cy="1068416"/>
          </a:xfrm>
          <a:prstGeom prst="rect">
            <a:avLst/>
          </a:prstGeom>
        </p:spPr>
      </p:pic>
    </p:spTree>
    <p:extLst>
      <p:ext uri="{BB962C8B-B14F-4D97-AF65-F5344CB8AC3E}">
        <p14:creationId xmlns:p14="http://schemas.microsoft.com/office/powerpoint/2010/main" val="3552350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(acks=-1)</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When acks=all, producers consider messages as "written successfully" when the message is accepted by all in-sync replicas (ISR).</a:t>
            </a:r>
            <a:endParaRPr lang="en-IN" sz="2000" i="0" dirty="0">
              <a:solidFill>
                <a:srgbClr val="1A1523"/>
              </a:solidFill>
              <a:effectLst/>
              <a:latin typeface="PolySans"/>
            </a:endParaRPr>
          </a:p>
        </p:txBody>
      </p:sp>
      <p:pic>
        <p:nvPicPr>
          <p:cNvPr id="5" name="Picture 4">
            <a:extLst>
              <a:ext uri="{FF2B5EF4-FFF2-40B4-BE49-F238E27FC236}">
                <a16:creationId xmlns:a16="http://schemas.microsoft.com/office/drawing/2014/main" id="{8EA9CA60-40CE-1DBF-1AD9-51991609A742}"/>
              </a:ext>
            </a:extLst>
          </p:cNvPr>
          <p:cNvPicPr>
            <a:picLocks noChangeAspect="1"/>
          </p:cNvPicPr>
          <p:nvPr/>
        </p:nvPicPr>
        <p:blipFill>
          <a:blip r:embed="rId2"/>
          <a:stretch>
            <a:fillRect/>
          </a:stretch>
        </p:blipFill>
        <p:spPr>
          <a:xfrm>
            <a:off x="95250" y="1642187"/>
            <a:ext cx="12001500" cy="4809414"/>
          </a:xfrm>
          <a:prstGeom prst="rect">
            <a:avLst/>
          </a:prstGeom>
        </p:spPr>
      </p:pic>
    </p:spTree>
    <p:extLst>
      <p:ext uri="{BB962C8B-B14F-4D97-AF65-F5344CB8AC3E}">
        <p14:creationId xmlns:p14="http://schemas.microsoft.com/office/powerpoint/2010/main" val="37395428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setting(</a:t>
            </a:r>
            <a:r>
              <a:rPr lang="en-US" sz="3200" dirty="0" err="1"/>
              <a:t>sckd</a:t>
            </a:r>
            <a:r>
              <a:rPr lang="en-US" sz="3200" dirty="0"/>
              <a:t>=-1(all))</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The lead replica for a partition checks to see if there are enough in-sync replicas for safely writing the message (controlled by the broker setting </a:t>
            </a:r>
            <a:r>
              <a:rPr lang="en-US" sz="2000" i="0" dirty="0" err="1">
                <a:solidFill>
                  <a:srgbClr val="1A1523"/>
                </a:solidFill>
                <a:effectLst/>
                <a:latin typeface="PolySans"/>
              </a:rPr>
              <a:t>min.insync.replicas</a:t>
            </a:r>
            <a:r>
              <a:rPr lang="en-US" sz="2000" i="0" dirty="0">
                <a:solidFill>
                  <a:srgbClr val="1A1523"/>
                </a:solidFill>
                <a:effectLst/>
                <a:latin typeface="PolySans"/>
              </a:rPr>
              <a:t>). The request will be stored in a buffer until the leader observes that the follower replicas replicated the message, at which point a successful acknowledgement is sent back to the client.</a:t>
            </a:r>
          </a:p>
          <a:p>
            <a:pPr algn="l"/>
            <a:endParaRPr lang="en-US" sz="2000" i="0" dirty="0">
              <a:solidFill>
                <a:srgbClr val="1A1523"/>
              </a:solidFill>
              <a:effectLst/>
              <a:latin typeface="PolySans"/>
            </a:endParaRPr>
          </a:p>
          <a:p>
            <a:pPr algn="l"/>
            <a:r>
              <a:rPr lang="en-US" sz="2000" i="0" dirty="0" err="1">
                <a:solidFill>
                  <a:srgbClr val="1A1523"/>
                </a:solidFill>
                <a:effectLst/>
                <a:latin typeface="PolySans"/>
              </a:rPr>
              <a:t>Themin.insync.replicas</a:t>
            </a:r>
            <a:r>
              <a:rPr lang="en-US" sz="2000" i="0" dirty="0">
                <a:solidFill>
                  <a:srgbClr val="1A1523"/>
                </a:solidFill>
                <a:effectLst/>
                <a:latin typeface="PolySans"/>
              </a:rPr>
              <a:t> can be configured both at the topic and the broker-level. The data is considered committed when it is written to all in-sync replicas - </a:t>
            </a:r>
            <a:r>
              <a:rPr lang="en-US" sz="2000" i="0" dirty="0" err="1">
                <a:solidFill>
                  <a:srgbClr val="1A1523"/>
                </a:solidFill>
                <a:effectLst/>
                <a:latin typeface="PolySans"/>
              </a:rPr>
              <a:t>min.insync.replicas</a:t>
            </a:r>
            <a:r>
              <a:rPr lang="en-US" sz="2000" i="0" dirty="0">
                <a:solidFill>
                  <a:srgbClr val="1A1523"/>
                </a:solidFill>
                <a:effectLst/>
                <a:latin typeface="PolySans"/>
              </a:rPr>
              <a:t>. A value of 2 implies that at least 2 brokers that are ISR (including leader) must respond that they have the data.</a:t>
            </a:r>
          </a:p>
          <a:p>
            <a:pPr algn="l"/>
            <a:r>
              <a:rPr lang="en-US" sz="2000" i="0" dirty="0">
                <a:solidFill>
                  <a:srgbClr val="1A1523"/>
                </a:solidFill>
                <a:effectLst/>
                <a:latin typeface="PolySans"/>
              </a:rPr>
              <a:t>If you would like to be sure that committed data is written to more than one replica, you need to set the minimum number of in-sync replicas to a higher value. If a topic has three replicas and you set </a:t>
            </a:r>
            <a:r>
              <a:rPr lang="en-US" sz="2000" i="0" dirty="0" err="1">
                <a:solidFill>
                  <a:srgbClr val="1A1523"/>
                </a:solidFill>
                <a:effectLst/>
                <a:latin typeface="PolySans"/>
              </a:rPr>
              <a:t>min.insync.replicas</a:t>
            </a:r>
            <a:r>
              <a:rPr lang="en-US" sz="2000" i="0" dirty="0">
                <a:solidFill>
                  <a:srgbClr val="1A1523"/>
                </a:solidFill>
                <a:effectLst/>
                <a:latin typeface="PolySans"/>
              </a:rPr>
              <a:t> to 2, then you can only write to a partition in the topic if at least two out of the three replicas are in-sync. When all three replicas are in-sync, everything proceeds normally. This is also true if one of the replicas becomes unavailable. However, if two out of three replicas are not available, the brokers will no longer accept produce requests. Instead, producers that attempt to send data will receive </a:t>
            </a:r>
            <a:r>
              <a:rPr lang="en-US" sz="2000" i="0" dirty="0" err="1">
                <a:solidFill>
                  <a:srgbClr val="1A1523"/>
                </a:solidFill>
                <a:effectLst/>
                <a:latin typeface="PolySans"/>
              </a:rPr>
              <a:t>NotEnoughReplicasException</a:t>
            </a:r>
            <a:r>
              <a:rPr lang="en-US" sz="2000" i="0" dirty="0">
                <a:solidFill>
                  <a:srgbClr val="1A1523"/>
                </a:solidFill>
                <a:effectLst/>
                <a:latin typeface="PolySans"/>
              </a:rPr>
              <a:t>.</a:t>
            </a:r>
            <a:endParaRPr lang="en-IN" sz="2000" i="0" dirty="0">
              <a:solidFill>
                <a:srgbClr val="1A1523"/>
              </a:solidFill>
              <a:effectLst/>
              <a:latin typeface="PolySans"/>
            </a:endParaRPr>
          </a:p>
        </p:txBody>
      </p:sp>
    </p:spTree>
    <p:extLst>
      <p:ext uri="{BB962C8B-B14F-4D97-AF65-F5344CB8AC3E}">
        <p14:creationId xmlns:p14="http://schemas.microsoft.com/office/powerpoint/2010/main" val="9730579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err="1"/>
              <a:t>afka</a:t>
            </a:r>
            <a:r>
              <a:rPr lang="en-US" sz="3200" dirty="0"/>
              <a:t> producers acks setting(</a:t>
            </a:r>
            <a:r>
              <a:rPr lang="en-US" sz="3200" dirty="0" err="1"/>
              <a:t>sckd</a:t>
            </a:r>
            <a:r>
              <a:rPr lang="en-US" sz="3200" dirty="0"/>
              <a:t>=-1(all))</a:t>
            </a:r>
          </a:p>
        </p:txBody>
      </p:sp>
      <p:pic>
        <p:nvPicPr>
          <p:cNvPr id="6" name="Picture 5">
            <a:extLst>
              <a:ext uri="{FF2B5EF4-FFF2-40B4-BE49-F238E27FC236}">
                <a16:creationId xmlns:a16="http://schemas.microsoft.com/office/drawing/2014/main" id="{69B860E2-7698-431D-4F15-7BAA67A8AC11}"/>
              </a:ext>
            </a:extLst>
          </p:cNvPr>
          <p:cNvPicPr>
            <a:picLocks noChangeAspect="1"/>
          </p:cNvPicPr>
          <p:nvPr/>
        </p:nvPicPr>
        <p:blipFill>
          <a:blip r:embed="rId2"/>
          <a:stretch>
            <a:fillRect/>
          </a:stretch>
        </p:blipFill>
        <p:spPr>
          <a:xfrm>
            <a:off x="277293" y="792616"/>
            <a:ext cx="11991975" cy="5272768"/>
          </a:xfrm>
          <a:prstGeom prst="rect">
            <a:avLst/>
          </a:prstGeom>
        </p:spPr>
      </p:pic>
      <p:sp>
        <p:nvSpPr>
          <p:cNvPr id="8" name="TextBox 7">
            <a:extLst>
              <a:ext uri="{FF2B5EF4-FFF2-40B4-BE49-F238E27FC236}">
                <a16:creationId xmlns:a16="http://schemas.microsoft.com/office/drawing/2014/main" id="{290A79F5-9265-249F-6798-CF02CA5121A2}"/>
              </a:ext>
            </a:extLst>
          </p:cNvPr>
          <p:cNvSpPr txBox="1"/>
          <p:nvPr/>
        </p:nvSpPr>
        <p:spPr>
          <a:xfrm>
            <a:off x="398884" y="5474350"/>
            <a:ext cx="6097554" cy="369332"/>
          </a:xfrm>
          <a:prstGeom prst="rect">
            <a:avLst/>
          </a:prstGeom>
          <a:noFill/>
        </p:spPr>
        <p:txBody>
          <a:bodyPr wrap="square">
            <a:spAutoFit/>
          </a:bodyPr>
          <a:lstStyle/>
          <a:p>
            <a:r>
              <a:rPr lang="en-US" b="0" i="1" dirty="0">
                <a:solidFill>
                  <a:srgbClr val="6F6E77"/>
                </a:solidFill>
                <a:effectLst/>
                <a:latin typeface="Inter"/>
              </a:rPr>
              <a:t>Kafka Topic Replication, ISR &amp; Message Safety</a:t>
            </a:r>
            <a:endParaRPr lang="en-IN" dirty="0"/>
          </a:p>
        </p:txBody>
      </p:sp>
    </p:spTree>
    <p:extLst>
      <p:ext uri="{BB962C8B-B14F-4D97-AF65-F5344CB8AC3E}">
        <p14:creationId xmlns:p14="http://schemas.microsoft.com/office/powerpoint/2010/main" val="2241060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Kafka Topic Durability &amp; Availability</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fontScale="92500" lnSpcReduction="10000"/>
          </a:bodyPr>
          <a:lstStyle/>
          <a:p>
            <a:pPr algn="l"/>
            <a:r>
              <a:rPr lang="en-US" sz="2000" i="0" dirty="0">
                <a:solidFill>
                  <a:srgbClr val="1A1523"/>
                </a:solidFill>
                <a:effectLst/>
                <a:latin typeface="PolySans"/>
              </a:rPr>
              <a:t>For a topic replication factor of 3, topic data durability can withstand the loss of 2 brokers. As a general rule, for a replication factor of N, you can permanently lose up to N-1 brokers and still recover your data.</a:t>
            </a:r>
          </a:p>
          <a:p>
            <a:pPr algn="l"/>
            <a:r>
              <a:rPr lang="en-US" sz="2000" i="0" dirty="0">
                <a:solidFill>
                  <a:srgbClr val="1A1523"/>
                </a:solidFill>
                <a:effectLst/>
                <a:latin typeface="PolySans"/>
              </a:rPr>
              <a:t>Regarding availability, it is a little bit more complicated... To illustrate, let's consider a replication factor of 3:</a:t>
            </a:r>
          </a:p>
          <a:p>
            <a:pPr algn="l"/>
            <a:r>
              <a:rPr lang="en-US" sz="2000" i="0" dirty="0">
                <a:solidFill>
                  <a:srgbClr val="1A1523"/>
                </a:solidFill>
                <a:effectLst/>
                <a:latin typeface="PolySans"/>
              </a:rPr>
              <a:t>Reads: As long as one partition is up and considered an ISR, the topic will be available for reads</a:t>
            </a:r>
          </a:p>
          <a:p>
            <a:pPr algn="l"/>
            <a:r>
              <a:rPr lang="en-US" sz="2000" i="0" dirty="0">
                <a:solidFill>
                  <a:srgbClr val="1A1523"/>
                </a:solidFill>
                <a:effectLst/>
                <a:latin typeface="PolySans"/>
              </a:rPr>
              <a:t>Writers:</a:t>
            </a:r>
          </a:p>
          <a:p>
            <a:pPr algn="l"/>
            <a:r>
              <a:rPr lang="en-US" sz="2000" i="0" dirty="0">
                <a:solidFill>
                  <a:srgbClr val="1A1523"/>
                </a:solidFill>
                <a:effectLst/>
                <a:latin typeface="PolySans"/>
              </a:rPr>
              <a:t>acks=0 &amp; acks=1 : as long as one partition is up and considered an ISR, the topic will be available for writes.</a:t>
            </a:r>
          </a:p>
          <a:p>
            <a:pPr algn="l"/>
            <a:r>
              <a:rPr lang="en-US" sz="2000" i="0" dirty="0">
                <a:solidFill>
                  <a:srgbClr val="1A1523"/>
                </a:solidFill>
                <a:effectLst/>
                <a:latin typeface="PolySans"/>
              </a:rPr>
              <a:t>acks=all:</a:t>
            </a:r>
          </a:p>
          <a:p>
            <a:pPr algn="l"/>
            <a:r>
              <a:rPr lang="en-US" sz="2000" i="0" dirty="0" err="1">
                <a:solidFill>
                  <a:srgbClr val="1A1523"/>
                </a:solidFill>
                <a:effectLst/>
                <a:latin typeface="PolySans"/>
              </a:rPr>
              <a:t>min.insync.replicas</a:t>
            </a:r>
            <a:r>
              <a:rPr lang="en-US" sz="2000" i="0" dirty="0">
                <a:solidFill>
                  <a:srgbClr val="1A1523"/>
                </a:solidFill>
                <a:effectLst/>
                <a:latin typeface="PolySans"/>
              </a:rPr>
              <a:t>=1 (default): the topic must have at least 1 partition up as an ISR (that includes the reader) and so we can tolerate two brokers being down</a:t>
            </a:r>
          </a:p>
          <a:p>
            <a:pPr algn="l"/>
            <a:r>
              <a:rPr lang="en-US" sz="2000" i="0" dirty="0" err="1">
                <a:solidFill>
                  <a:srgbClr val="1A1523"/>
                </a:solidFill>
                <a:effectLst/>
                <a:latin typeface="PolySans"/>
              </a:rPr>
              <a:t>min.insync.replicas</a:t>
            </a:r>
            <a:r>
              <a:rPr lang="en-US" sz="2000" i="0" dirty="0">
                <a:solidFill>
                  <a:srgbClr val="1A1523"/>
                </a:solidFill>
                <a:effectLst/>
                <a:latin typeface="PolySans"/>
              </a:rPr>
              <a:t>=2: the topic must have at least 2 ISR up, and therefore we can tolerate at most one broker being down (in the case of replication factor of 3), and we have the guarantee that for every write, the data will be at least written twice.</a:t>
            </a:r>
          </a:p>
          <a:p>
            <a:pPr algn="l"/>
            <a:r>
              <a:rPr lang="en-US" sz="2000" i="0" dirty="0" err="1">
                <a:solidFill>
                  <a:srgbClr val="1A1523"/>
                </a:solidFill>
                <a:effectLst/>
                <a:latin typeface="PolySans"/>
              </a:rPr>
              <a:t>min.insync.replicas</a:t>
            </a:r>
            <a:r>
              <a:rPr lang="en-US" sz="2000" i="0" dirty="0">
                <a:solidFill>
                  <a:srgbClr val="1A1523"/>
                </a:solidFill>
                <a:effectLst/>
                <a:latin typeface="PolySans"/>
              </a:rPr>
              <a:t>=3: this wouldn't make much sense for a corresponding replication factor of 3 and we couldn't tolerate any broker going down.</a:t>
            </a:r>
          </a:p>
          <a:p>
            <a:pPr algn="l"/>
            <a:r>
              <a:rPr lang="en-US" sz="2000" i="0" dirty="0">
                <a:solidFill>
                  <a:srgbClr val="1A1523"/>
                </a:solidFill>
                <a:effectLst/>
                <a:latin typeface="PolySans"/>
              </a:rPr>
              <a:t>in summary, when acks=all with a </a:t>
            </a:r>
            <a:r>
              <a:rPr lang="en-US" sz="2000" i="0" dirty="0" err="1">
                <a:solidFill>
                  <a:srgbClr val="1A1523"/>
                </a:solidFill>
                <a:effectLst/>
                <a:latin typeface="PolySans"/>
              </a:rPr>
              <a:t>replication.factor</a:t>
            </a:r>
            <a:r>
              <a:rPr lang="en-US" sz="2000" i="0" dirty="0">
                <a:solidFill>
                  <a:srgbClr val="1A1523"/>
                </a:solidFill>
                <a:effectLst/>
                <a:latin typeface="PolySans"/>
              </a:rPr>
              <a:t>=N and </a:t>
            </a:r>
            <a:r>
              <a:rPr lang="en-US" sz="2000" i="0" dirty="0" err="1">
                <a:solidFill>
                  <a:srgbClr val="1A1523"/>
                </a:solidFill>
                <a:effectLst/>
                <a:latin typeface="PolySans"/>
              </a:rPr>
              <a:t>min.insync.replicas</a:t>
            </a:r>
            <a:r>
              <a:rPr lang="en-US" sz="2000" i="0" dirty="0">
                <a:solidFill>
                  <a:srgbClr val="1A1523"/>
                </a:solidFill>
                <a:effectLst/>
                <a:latin typeface="PolySans"/>
              </a:rPr>
              <a:t>=M we can tolerate N-M brokers going down for topic availability purposes</a:t>
            </a:r>
            <a:endParaRPr lang="en-IN" sz="2000" i="0" dirty="0">
              <a:solidFill>
                <a:srgbClr val="1A1523"/>
              </a:solidFill>
              <a:effectLst/>
              <a:latin typeface="PolySans"/>
            </a:endParaRPr>
          </a:p>
        </p:txBody>
      </p:sp>
    </p:spTree>
    <p:extLst>
      <p:ext uri="{BB962C8B-B14F-4D97-AF65-F5344CB8AC3E}">
        <p14:creationId xmlns:p14="http://schemas.microsoft.com/office/powerpoint/2010/main" val="13645079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Kafka Consumers Replicas Fetching</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Kafka consumers read by default from the partition leader.</a:t>
            </a:r>
            <a:endParaRPr lang="en-IN" sz="2000" i="0" dirty="0">
              <a:solidFill>
                <a:srgbClr val="1A1523"/>
              </a:solidFill>
              <a:effectLst/>
              <a:latin typeface="PolySans"/>
            </a:endParaRPr>
          </a:p>
        </p:txBody>
      </p:sp>
      <p:pic>
        <p:nvPicPr>
          <p:cNvPr id="4" name="Picture 3">
            <a:extLst>
              <a:ext uri="{FF2B5EF4-FFF2-40B4-BE49-F238E27FC236}">
                <a16:creationId xmlns:a16="http://schemas.microsoft.com/office/drawing/2014/main" id="{217A2AE4-2DE4-14D0-D7FA-117E33C9FE50}"/>
              </a:ext>
            </a:extLst>
          </p:cNvPr>
          <p:cNvPicPr>
            <a:picLocks noChangeAspect="1"/>
          </p:cNvPicPr>
          <p:nvPr/>
        </p:nvPicPr>
        <p:blipFill>
          <a:blip r:embed="rId2"/>
          <a:stretch>
            <a:fillRect/>
          </a:stretch>
        </p:blipFill>
        <p:spPr>
          <a:xfrm>
            <a:off x="502298" y="1681583"/>
            <a:ext cx="10444067" cy="2195286"/>
          </a:xfrm>
          <a:prstGeom prst="rect">
            <a:avLst/>
          </a:prstGeom>
        </p:spPr>
      </p:pic>
      <p:sp>
        <p:nvSpPr>
          <p:cNvPr id="6" name="TextBox 5">
            <a:extLst>
              <a:ext uri="{FF2B5EF4-FFF2-40B4-BE49-F238E27FC236}">
                <a16:creationId xmlns:a16="http://schemas.microsoft.com/office/drawing/2014/main" id="{B5E4545F-A4BD-675C-38C5-46DD0DF53A84}"/>
              </a:ext>
            </a:extLst>
          </p:cNvPr>
          <p:cNvSpPr txBox="1"/>
          <p:nvPr/>
        </p:nvSpPr>
        <p:spPr>
          <a:xfrm>
            <a:off x="416768" y="3984885"/>
            <a:ext cx="11601061" cy="369332"/>
          </a:xfrm>
          <a:prstGeom prst="rect">
            <a:avLst/>
          </a:prstGeom>
          <a:noFill/>
        </p:spPr>
        <p:txBody>
          <a:bodyPr wrap="square">
            <a:spAutoFit/>
          </a:bodyPr>
          <a:lstStyle/>
          <a:p>
            <a:r>
              <a:rPr lang="en-US" b="0" i="0" dirty="0">
                <a:solidFill>
                  <a:srgbClr val="1A1523"/>
                </a:solidFill>
                <a:effectLst/>
                <a:latin typeface="Inter"/>
              </a:rPr>
              <a:t>But since Apache Kafka 2.4, it is possible to configure consumers to read from in-sync replicas instead (usually the closest).</a:t>
            </a:r>
            <a:endParaRPr lang="en-IN" dirty="0"/>
          </a:p>
        </p:txBody>
      </p:sp>
    </p:spTree>
    <p:extLst>
      <p:ext uri="{BB962C8B-B14F-4D97-AF65-F5344CB8AC3E}">
        <p14:creationId xmlns:p14="http://schemas.microsoft.com/office/powerpoint/2010/main" val="23985575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905-E032-A82C-0E8E-27BA13743E9C}"/>
              </a:ext>
            </a:extLst>
          </p:cNvPr>
          <p:cNvSpPr>
            <a:spLocks noGrp="1"/>
          </p:cNvSpPr>
          <p:nvPr>
            <p:ph type="title"/>
          </p:nvPr>
        </p:nvSpPr>
        <p:spPr>
          <a:xfrm>
            <a:off x="502298" y="406399"/>
            <a:ext cx="10515600" cy="549275"/>
          </a:xfrm>
        </p:spPr>
        <p:txBody>
          <a:bodyPr>
            <a:normAutofit fontScale="90000"/>
          </a:bodyPr>
          <a:lstStyle/>
          <a:p>
            <a:r>
              <a:rPr lang="en-US" sz="3200" dirty="0"/>
              <a:t>Kafka Consumers Replicas Fetching</a:t>
            </a:r>
          </a:p>
        </p:txBody>
      </p:sp>
      <p:sp>
        <p:nvSpPr>
          <p:cNvPr id="3" name="Content Placeholder 2">
            <a:extLst>
              <a:ext uri="{FF2B5EF4-FFF2-40B4-BE49-F238E27FC236}">
                <a16:creationId xmlns:a16="http://schemas.microsoft.com/office/drawing/2014/main" id="{1FE9BDE9-C244-0C2A-352E-9A713F918C8D}"/>
              </a:ext>
            </a:extLst>
          </p:cNvPr>
          <p:cNvSpPr>
            <a:spLocks noGrp="1"/>
          </p:cNvSpPr>
          <p:nvPr>
            <p:ph idx="1"/>
          </p:nvPr>
        </p:nvSpPr>
        <p:spPr>
          <a:xfrm>
            <a:off x="242595" y="1063690"/>
            <a:ext cx="11532637" cy="5626359"/>
          </a:xfrm>
        </p:spPr>
        <p:txBody>
          <a:bodyPr>
            <a:normAutofit/>
          </a:bodyPr>
          <a:lstStyle/>
          <a:p>
            <a:pPr algn="l"/>
            <a:r>
              <a:rPr lang="en-US" sz="2000" i="0" dirty="0">
                <a:solidFill>
                  <a:srgbClr val="1A1523"/>
                </a:solidFill>
                <a:effectLst/>
                <a:latin typeface="PolySans"/>
              </a:rPr>
              <a:t>Reading from the closest in-sync replicas (ISR) may improve the request latency, and also decrease network costs, because in most cloud environments cross-data centers network requests incur charges.</a:t>
            </a:r>
            <a:endParaRPr lang="en-IN" sz="2000" i="0" dirty="0">
              <a:solidFill>
                <a:srgbClr val="1A1523"/>
              </a:solidFill>
              <a:effectLst/>
              <a:latin typeface="PolySans"/>
            </a:endParaRPr>
          </a:p>
        </p:txBody>
      </p:sp>
      <p:pic>
        <p:nvPicPr>
          <p:cNvPr id="7" name="Picture 6">
            <a:extLst>
              <a:ext uri="{FF2B5EF4-FFF2-40B4-BE49-F238E27FC236}">
                <a16:creationId xmlns:a16="http://schemas.microsoft.com/office/drawing/2014/main" id="{1BF10223-9E8F-BFE0-D730-6FC55D508EFB}"/>
              </a:ext>
            </a:extLst>
          </p:cNvPr>
          <p:cNvPicPr>
            <a:picLocks noChangeAspect="1"/>
          </p:cNvPicPr>
          <p:nvPr/>
        </p:nvPicPr>
        <p:blipFill>
          <a:blip r:embed="rId2"/>
          <a:stretch>
            <a:fillRect/>
          </a:stretch>
        </p:blipFill>
        <p:spPr>
          <a:xfrm>
            <a:off x="0" y="1787265"/>
            <a:ext cx="12192000" cy="1982302"/>
          </a:xfrm>
          <a:prstGeom prst="rect">
            <a:avLst/>
          </a:prstGeom>
        </p:spPr>
      </p:pic>
      <p:sp>
        <p:nvSpPr>
          <p:cNvPr id="9" name="TextBox 8">
            <a:extLst>
              <a:ext uri="{FF2B5EF4-FFF2-40B4-BE49-F238E27FC236}">
                <a16:creationId xmlns:a16="http://schemas.microsoft.com/office/drawing/2014/main" id="{9D94E852-79BD-A40B-F6D8-94D39243695C}"/>
              </a:ext>
            </a:extLst>
          </p:cNvPr>
          <p:cNvSpPr txBox="1"/>
          <p:nvPr/>
        </p:nvSpPr>
        <p:spPr>
          <a:xfrm>
            <a:off x="342901" y="3769567"/>
            <a:ext cx="11606504" cy="646331"/>
          </a:xfrm>
          <a:prstGeom prst="rect">
            <a:avLst/>
          </a:prstGeom>
          <a:noFill/>
        </p:spPr>
        <p:txBody>
          <a:bodyPr wrap="square">
            <a:spAutoFit/>
          </a:bodyPr>
          <a:lstStyle/>
          <a:p>
            <a:pPr algn="l"/>
            <a:r>
              <a:rPr lang="en-US" b="1" i="0" dirty="0">
                <a:solidFill>
                  <a:srgbClr val="1A1523"/>
                </a:solidFill>
                <a:effectLst/>
                <a:latin typeface="PolySans"/>
              </a:rPr>
              <a:t>Preferred leader</a:t>
            </a:r>
          </a:p>
          <a:p>
            <a:pPr algn="l"/>
            <a:r>
              <a:rPr lang="en-US" b="0" i="0" dirty="0">
                <a:solidFill>
                  <a:srgbClr val="1A1523"/>
                </a:solidFill>
                <a:effectLst/>
                <a:latin typeface="Inter"/>
              </a:rPr>
              <a:t>The preferred leader is the designated leader broker for a partition at topic creation time (as opposed to being a replica).</a:t>
            </a:r>
          </a:p>
        </p:txBody>
      </p:sp>
      <p:sp>
        <p:nvSpPr>
          <p:cNvPr id="11" name="TextBox 10">
            <a:extLst>
              <a:ext uri="{FF2B5EF4-FFF2-40B4-BE49-F238E27FC236}">
                <a16:creationId xmlns:a16="http://schemas.microsoft.com/office/drawing/2014/main" id="{10D16336-9E03-5ADE-25F8-C54A9C2FC9CD}"/>
              </a:ext>
            </a:extLst>
          </p:cNvPr>
          <p:cNvSpPr txBox="1"/>
          <p:nvPr/>
        </p:nvSpPr>
        <p:spPr>
          <a:xfrm>
            <a:off x="242594" y="4523914"/>
            <a:ext cx="11606503" cy="369332"/>
          </a:xfrm>
          <a:prstGeom prst="rect">
            <a:avLst/>
          </a:prstGeom>
          <a:noFill/>
        </p:spPr>
        <p:txBody>
          <a:bodyPr wrap="square">
            <a:spAutoFit/>
          </a:bodyPr>
          <a:lstStyle/>
          <a:p>
            <a:pPr algn="l"/>
            <a:r>
              <a:rPr lang="en-US" b="1" i="0">
                <a:solidFill>
                  <a:srgbClr val="4C40E7"/>
                </a:solidFill>
                <a:effectLst/>
                <a:latin typeface="Inter"/>
              </a:rPr>
              <a:t>Leader Election</a:t>
            </a:r>
            <a:r>
              <a:rPr lang="en-US" b="0" i="0">
                <a:solidFill>
                  <a:srgbClr val="1A1523"/>
                </a:solidFill>
                <a:effectLst/>
                <a:latin typeface="Inter"/>
              </a:rPr>
              <a:t>The process of deciding which broker is a leader at topic creation time is called a preferred leader election.</a:t>
            </a:r>
            <a:endParaRPr lang="en-US" b="0" i="0" dirty="0">
              <a:solidFill>
                <a:srgbClr val="1A1523"/>
              </a:solidFill>
              <a:effectLst/>
              <a:latin typeface="Inter"/>
            </a:endParaRPr>
          </a:p>
        </p:txBody>
      </p:sp>
      <p:sp>
        <p:nvSpPr>
          <p:cNvPr id="13" name="TextBox 12">
            <a:extLst>
              <a:ext uri="{FF2B5EF4-FFF2-40B4-BE49-F238E27FC236}">
                <a16:creationId xmlns:a16="http://schemas.microsoft.com/office/drawing/2014/main" id="{2887D2D2-0488-02AC-1A1D-ECAE70118C77}"/>
              </a:ext>
            </a:extLst>
          </p:cNvPr>
          <p:cNvSpPr txBox="1"/>
          <p:nvPr/>
        </p:nvSpPr>
        <p:spPr>
          <a:xfrm>
            <a:off x="242594" y="5170245"/>
            <a:ext cx="11775233" cy="923330"/>
          </a:xfrm>
          <a:prstGeom prst="rect">
            <a:avLst/>
          </a:prstGeom>
          <a:noFill/>
        </p:spPr>
        <p:txBody>
          <a:bodyPr wrap="square">
            <a:spAutoFit/>
          </a:bodyPr>
          <a:lstStyle/>
          <a:p>
            <a:r>
              <a:rPr lang="en-US" b="0" i="0" dirty="0">
                <a:solidFill>
                  <a:srgbClr val="1A1523"/>
                </a:solidFill>
                <a:effectLst/>
                <a:latin typeface="Inter"/>
              </a:rPr>
              <a:t>When the preferred leader goes down, any partition that is an ISR (in-sync replica) is eligible to become a new leader (but not a preferred leader). Upon recovering the preferred leader broker and having its partition data back in sync, the preferred leader will regain leadership for that partition.</a:t>
            </a:r>
            <a:endParaRPr lang="en-IN" dirty="0"/>
          </a:p>
        </p:txBody>
      </p:sp>
    </p:spTree>
    <p:extLst>
      <p:ext uri="{BB962C8B-B14F-4D97-AF65-F5344CB8AC3E}">
        <p14:creationId xmlns:p14="http://schemas.microsoft.com/office/powerpoint/2010/main" val="4526064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87D066-6F89-4E2F-07FB-56E8256C015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389292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3149AA-8462-543A-78A0-5AFA0FB4004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965078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D43DF-0853-2853-7F3C-466C9D9DFAC7}"/>
              </a:ext>
            </a:extLst>
          </p:cNvPr>
          <p:cNvSpPr>
            <a:spLocks noGrp="1"/>
          </p:cNvSpPr>
          <p:nvPr>
            <p:ph idx="1"/>
          </p:nvPr>
        </p:nvSpPr>
        <p:spPr>
          <a:xfrm>
            <a:off x="167950" y="270588"/>
            <a:ext cx="11803225" cy="6419461"/>
          </a:xfrm>
        </p:spPr>
        <p:txBody>
          <a:bodyPr>
            <a:normAutofit lnSpcReduction="10000"/>
          </a:bodyPr>
          <a:lstStyle/>
          <a:p>
            <a:pPr algn="l"/>
            <a:r>
              <a:rPr lang="en-US" b="0" i="0" dirty="0">
                <a:solidFill>
                  <a:srgbClr val="2D2F31"/>
                </a:solidFill>
                <a:effectLst/>
                <a:latin typeface="Udemy Sans"/>
              </a:rPr>
              <a:t>Number one is Zookeeper, and the other one is going to be the Kafka broker.</a:t>
            </a:r>
          </a:p>
          <a:p>
            <a:pPr algn="l"/>
            <a:r>
              <a:rPr lang="en-US" b="0" i="0" dirty="0">
                <a:solidFill>
                  <a:srgbClr val="2D2F31"/>
                </a:solidFill>
                <a:effectLst/>
                <a:latin typeface="Udemy Sans"/>
              </a:rPr>
              <a:t>The reason why we need a zookeeper is that the zookeeper is the one that maintains the metadata about</a:t>
            </a:r>
          </a:p>
          <a:p>
            <a:pPr algn="l"/>
            <a:r>
              <a:rPr lang="en-US" b="0" i="0" dirty="0">
                <a:solidFill>
                  <a:srgbClr val="2D2F31"/>
                </a:solidFill>
                <a:effectLst/>
                <a:latin typeface="Udemy Sans"/>
              </a:rPr>
              <a:t>the Kafka broker and also the Kafka client information.</a:t>
            </a:r>
          </a:p>
          <a:p>
            <a:pPr algn="l"/>
            <a:r>
              <a:rPr lang="en-US" b="0" i="0" dirty="0">
                <a:solidFill>
                  <a:srgbClr val="2D2F31"/>
                </a:solidFill>
                <a:effectLst/>
                <a:latin typeface="Udemy Sans"/>
              </a:rPr>
              <a:t>When we get to the Kafka consumer section, you'll be able to understand more information about the</a:t>
            </a:r>
          </a:p>
          <a:p>
            <a:pPr algn="l"/>
            <a:r>
              <a:rPr lang="en-US" b="0" i="0" dirty="0">
                <a:solidFill>
                  <a:srgbClr val="2D2F31"/>
                </a:solidFill>
                <a:effectLst/>
                <a:latin typeface="Udemy Sans"/>
              </a:rPr>
              <a:t>reason why Zookeeper plays a vital role in maintaining the Kafka consumer information.</a:t>
            </a:r>
          </a:p>
          <a:p>
            <a:pPr algn="l"/>
            <a:r>
              <a:rPr lang="en-US" b="0" i="0" dirty="0">
                <a:solidFill>
                  <a:srgbClr val="2D2F31"/>
                </a:solidFill>
                <a:effectLst/>
                <a:latin typeface="Udemy Sans"/>
              </a:rPr>
              <a:t>So any time we spin up a Kafka broker, the broker registers itself with a zookeeper.</a:t>
            </a:r>
          </a:p>
          <a:p>
            <a:pPr algn="l"/>
            <a:r>
              <a:rPr lang="en-US" b="0" i="0" dirty="0">
                <a:solidFill>
                  <a:srgbClr val="2D2F31"/>
                </a:solidFill>
                <a:effectLst/>
                <a:latin typeface="Udemy Sans"/>
              </a:rPr>
              <a:t>From that point, the zookeeper will keep track of the health of the Kafka broker.</a:t>
            </a:r>
          </a:p>
          <a:p>
            <a:pPr algn="l"/>
            <a:r>
              <a:rPr lang="en-US" b="0" i="0" dirty="0">
                <a:solidFill>
                  <a:srgbClr val="2D2F31"/>
                </a:solidFill>
                <a:effectLst/>
                <a:latin typeface="Udemy Sans"/>
              </a:rPr>
              <a:t>You can think of a zookeeper as a centralized service for maintaining the configuration information</a:t>
            </a:r>
          </a:p>
          <a:p>
            <a:pPr algn="l"/>
            <a:r>
              <a:rPr lang="en-US" b="0" i="0" dirty="0">
                <a:solidFill>
                  <a:srgbClr val="2D2F31"/>
                </a:solidFill>
                <a:effectLst/>
                <a:latin typeface="Udemy Sans"/>
              </a:rPr>
              <a:t>health of the Kafka broker and providing synchronization when we have multiple brokers, which is also</a:t>
            </a:r>
          </a:p>
          <a:p>
            <a:pPr algn="l"/>
            <a:r>
              <a:rPr lang="en-US" b="0" i="0" u="sng" dirty="0">
                <a:solidFill>
                  <a:srgbClr val="401B9C"/>
                </a:solidFill>
                <a:effectLst/>
                <a:latin typeface="Udemy Sans"/>
              </a:rPr>
              <a:t>referred to as Kafka Cluster.</a:t>
            </a:r>
          </a:p>
          <a:p>
            <a:endParaRPr lang="en-IN" dirty="0"/>
          </a:p>
        </p:txBody>
      </p:sp>
    </p:spTree>
    <p:extLst>
      <p:ext uri="{BB962C8B-B14F-4D97-AF65-F5344CB8AC3E}">
        <p14:creationId xmlns:p14="http://schemas.microsoft.com/office/powerpoint/2010/main" val="21440974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A31A-23D6-96FC-6FEE-37BBA0DA5768}"/>
              </a:ext>
            </a:extLst>
          </p:cNvPr>
          <p:cNvSpPr>
            <a:spLocks noGrp="1"/>
          </p:cNvSpPr>
          <p:nvPr>
            <p:ph type="ctrTitle"/>
          </p:nvPr>
        </p:nvSpPr>
        <p:spPr>
          <a:xfrm>
            <a:off x="339013" y="289249"/>
            <a:ext cx="9144000" cy="841408"/>
          </a:xfrm>
        </p:spPr>
        <p:txBody>
          <a:bodyPr>
            <a:normAutofit fontScale="90000"/>
          </a:bodyPr>
          <a:lstStyle/>
          <a:p>
            <a:r>
              <a:rPr lang="en-IN" dirty="0"/>
              <a:t>Kafka</a:t>
            </a:r>
          </a:p>
        </p:txBody>
      </p:sp>
      <p:sp>
        <p:nvSpPr>
          <p:cNvPr id="3" name="Subtitle 2">
            <a:extLst>
              <a:ext uri="{FF2B5EF4-FFF2-40B4-BE49-F238E27FC236}">
                <a16:creationId xmlns:a16="http://schemas.microsoft.com/office/drawing/2014/main" id="{5416487A-40EE-B7FD-C715-43844A5B6AF3}"/>
              </a:ext>
            </a:extLst>
          </p:cNvPr>
          <p:cNvSpPr>
            <a:spLocks noGrp="1"/>
          </p:cNvSpPr>
          <p:nvPr>
            <p:ph type="subTitle" idx="1"/>
          </p:nvPr>
        </p:nvSpPr>
        <p:spPr>
          <a:xfrm>
            <a:off x="634482" y="1203649"/>
            <a:ext cx="10033518" cy="4054151"/>
          </a:xfrm>
        </p:spPr>
        <p:txBody>
          <a:bodyPr/>
          <a:lstStyle/>
          <a:p>
            <a:r>
              <a:rPr lang="en-IN" dirty="0"/>
              <a:t>Zookeeper manages </a:t>
            </a:r>
            <a:r>
              <a:rPr lang="en-IN" dirty="0" err="1"/>
              <a:t>kafka</a:t>
            </a:r>
            <a:r>
              <a:rPr lang="en-IN" dirty="0"/>
              <a:t> broker/cluster</a:t>
            </a:r>
          </a:p>
        </p:txBody>
      </p:sp>
      <p:pic>
        <p:nvPicPr>
          <p:cNvPr id="5" name="Picture 4">
            <a:extLst>
              <a:ext uri="{FF2B5EF4-FFF2-40B4-BE49-F238E27FC236}">
                <a16:creationId xmlns:a16="http://schemas.microsoft.com/office/drawing/2014/main" id="{DEA25326-331A-87F2-8BBD-6E8AFC662120}"/>
              </a:ext>
            </a:extLst>
          </p:cNvPr>
          <p:cNvPicPr>
            <a:picLocks noChangeAspect="1"/>
          </p:cNvPicPr>
          <p:nvPr/>
        </p:nvPicPr>
        <p:blipFill>
          <a:blip r:embed="rId2"/>
          <a:stretch>
            <a:fillRect/>
          </a:stretch>
        </p:blipFill>
        <p:spPr>
          <a:xfrm>
            <a:off x="4514713" y="2369728"/>
            <a:ext cx="3162574" cy="2118544"/>
          </a:xfrm>
          <a:prstGeom prst="rect">
            <a:avLst/>
          </a:prstGeom>
        </p:spPr>
      </p:pic>
    </p:spTree>
    <p:extLst>
      <p:ext uri="{BB962C8B-B14F-4D97-AF65-F5344CB8AC3E}">
        <p14:creationId xmlns:p14="http://schemas.microsoft.com/office/powerpoint/2010/main" val="33031534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F4BB730-9297-41E2-305E-3BBB30158385}"/>
              </a:ext>
            </a:extLst>
          </p:cNvPr>
          <p:cNvPicPr>
            <a:picLocks noChangeAspect="1"/>
          </p:cNvPicPr>
          <p:nvPr/>
        </p:nvPicPr>
        <p:blipFill>
          <a:blip r:embed="rId2"/>
          <a:stretch>
            <a:fillRect/>
          </a:stretch>
        </p:blipFill>
        <p:spPr>
          <a:xfrm>
            <a:off x="569168" y="195943"/>
            <a:ext cx="10282334" cy="6251510"/>
          </a:xfrm>
          <a:prstGeom prst="rect">
            <a:avLst/>
          </a:prstGeom>
        </p:spPr>
      </p:pic>
    </p:spTree>
    <p:extLst>
      <p:ext uri="{BB962C8B-B14F-4D97-AF65-F5344CB8AC3E}">
        <p14:creationId xmlns:p14="http://schemas.microsoft.com/office/powerpoint/2010/main" val="38437286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very first layer is the serializer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054360"/>
            <a:ext cx="10515600" cy="5122603"/>
          </a:xfrm>
        </p:spPr>
        <p:txBody>
          <a:bodyPr>
            <a:normAutofit fontScale="85000" lnSpcReduction="20000"/>
          </a:bodyPr>
          <a:lstStyle/>
          <a:p>
            <a:r>
              <a:rPr lang="en-US" dirty="0">
                <a:solidFill>
                  <a:srgbClr val="2D2F31"/>
                </a:solidFill>
                <a:latin typeface="Udemy Sans"/>
              </a:rPr>
              <a:t>T</a:t>
            </a:r>
            <a:r>
              <a:rPr lang="en-US" b="0" i="0" dirty="0">
                <a:solidFill>
                  <a:srgbClr val="2D2F31"/>
                </a:solidFill>
                <a:effectLst/>
                <a:latin typeface="Udemy Sans"/>
              </a:rPr>
              <a:t>hrough different layers before the message is sent to the Kafka.</a:t>
            </a:r>
          </a:p>
          <a:p>
            <a:r>
              <a:rPr lang="en-US" b="0" i="0" dirty="0">
                <a:solidFill>
                  <a:srgbClr val="2D2F31"/>
                </a:solidFill>
                <a:effectLst/>
                <a:latin typeface="Udemy Sans"/>
              </a:rPr>
              <a:t>The very first layer is the serializer.</a:t>
            </a:r>
            <a:endParaRPr lang="en-US" dirty="0">
              <a:solidFill>
                <a:srgbClr val="2D2F31"/>
              </a:solidFill>
              <a:latin typeface="Udemy Sans"/>
            </a:endParaRPr>
          </a:p>
          <a:p>
            <a:r>
              <a:rPr lang="en-US" dirty="0"/>
              <a:t>Any record that's sent to the Kafka needs to be serialized, parsed to bytes.</a:t>
            </a:r>
          </a:p>
          <a:p>
            <a:endParaRPr lang="en-US" dirty="0"/>
          </a:p>
          <a:p>
            <a:r>
              <a:rPr lang="en-US" dirty="0"/>
              <a:t>There are two different types of serialization techniques that's applied to any record.</a:t>
            </a:r>
          </a:p>
          <a:p>
            <a:endParaRPr lang="en-US" dirty="0"/>
          </a:p>
          <a:p>
            <a:r>
              <a:rPr lang="en-US" dirty="0"/>
              <a:t>Number one is the key serializer, and the second one is the Value Serializer.</a:t>
            </a:r>
          </a:p>
          <a:p>
            <a:endParaRPr lang="en-US" dirty="0"/>
          </a:p>
          <a:p>
            <a:r>
              <a:rPr lang="en-US" dirty="0"/>
              <a:t>This configuration is mandatory for any producer.</a:t>
            </a:r>
          </a:p>
          <a:p>
            <a:endParaRPr lang="en-US" dirty="0"/>
          </a:p>
          <a:p>
            <a:r>
              <a:rPr lang="en-US" dirty="0"/>
              <a:t>The client needs to provide the key serializer value and value dot serializer value.</a:t>
            </a:r>
          </a:p>
          <a:p>
            <a:endParaRPr lang="en-US" dirty="0"/>
          </a:p>
          <a:p>
            <a:r>
              <a:rPr lang="en-US" dirty="0"/>
              <a:t>The Kafka client Java Libraries comes with some predefined serializers.</a:t>
            </a:r>
            <a:endParaRPr lang="en-IN" dirty="0"/>
          </a:p>
        </p:txBody>
      </p:sp>
    </p:spTree>
    <p:extLst>
      <p:ext uri="{BB962C8B-B14F-4D97-AF65-F5344CB8AC3E}">
        <p14:creationId xmlns:p14="http://schemas.microsoft.com/office/powerpoint/2010/main" val="28596542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second layer is a partitioner.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a:bodyPr>
          <a:lstStyle/>
          <a:p>
            <a:r>
              <a:rPr lang="en-US" dirty="0">
                <a:solidFill>
                  <a:srgbClr val="2D2F31"/>
                </a:solidFill>
                <a:latin typeface="Udemy Sans"/>
              </a:rPr>
              <a:t>This layer determines which partition the message is going to go into the topic.</a:t>
            </a:r>
          </a:p>
          <a:p>
            <a:endParaRPr lang="en-US" dirty="0">
              <a:solidFill>
                <a:srgbClr val="2D2F31"/>
              </a:solidFill>
              <a:latin typeface="Udemy Sans"/>
            </a:endParaRPr>
          </a:p>
          <a:p>
            <a:r>
              <a:rPr lang="en-US" dirty="0">
                <a:solidFill>
                  <a:srgbClr val="2D2F31"/>
                </a:solidFill>
                <a:latin typeface="Udemy Sans"/>
              </a:rPr>
              <a:t>The Kafka producer API comes up with the default partitioner logic, and in most cases that's enough to handle the partitioning logic and there are options to override this default Partitioner logic too.</a:t>
            </a:r>
          </a:p>
          <a:p>
            <a:endParaRPr lang="en-US" dirty="0">
              <a:solidFill>
                <a:srgbClr val="2D2F31"/>
              </a:solidFill>
              <a:latin typeface="Udemy Sans"/>
            </a:endParaRPr>
          </a:p>
          <a:p>
            <a:r>
              <a:rPr lang="en-US" dirty="0">
                <a:solidFill>
                  <a:srgbClr val="2D2F31"/>
                </a:solidFill>
                <a:latin typeface="Udemy Sans"/>
              </a:rPr>
              <a:t>But for our use case we will be using the default partitioner.</a:t>
            </a:r>
            <a:endParaRPr lang="en-IN" dirty="0"/>
          </a:p>
        </p:txBody>
      </p:sp>
    </p:spTree>
    <p:extLst>
      <p:ext uri="{BB962C8B-B14F-4D97-AF65-F5344CB8AC3E}">
        <p14:creationId xmlns:p14="http://schemas.microsoft.com/office/powerpoint/2010/main" val="3769186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second layer is a partitioner.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lnSpcReduction="10000"/>
          </a:bodyPr>
          <a:lstStyle/>
          <a:p>
            <a:r>
              <a:rPr lang="en-US" dirty="0">
                <a:solidFill>
                  <a:srgbClr val="2D2F31"/>
                </a:solidFill>
                <a:latin typeface="Udemy Sans"/>
              </a:rPr>
              <a:t>This layer determines which partition.</a:t>
            </a:r>
          </a:p>
          <a:p>
            <a:endParaRPr lang="en-US" dirty="0">
              <a:solidFill>
                <a:srgbClr val="2D2F31"/>
              </a:solidFill>
              <a:latin typeface="Udemy Sans"/>
            </a:endParaRPr>
          </a:p>
          <a:p>
            <a:r>
              <a:rPr lang="en-US" dirty="0">
                <a:solidFill>
                  <a:srgbClr val="2D2F31"/>
                </a:solidFill>
                <a:latin typeface="Udemy Sans"/>
              </a:rPr>
              <a:t>The message is going to go into the topic.</a:t>
            </a:r>
          </a:p>
          <a:p>
            <a:endParaRPr lang="en-US" dirty="0">
              <a:solidFill>
                <a:srgbClr val="2D2F31"/>
              </a:solidFill>
              <a:latin typeface="Udemy Sans"/>
            </a:endParaRPr>
          </a:p>
          <a:p>
            <a:r>
              <a:rPr lang="en-US" dirty="0">
                <a:solidFill>
                  <a:srgbClr val="2D2F31"/>
                </a:solidFill>
                <a:latin typeface="Udemy Sans"/>
              </a:rPr>
              <a:t>The Kafka producer API comes up with the default partitioner logic, and in most cases that's enough</a:t>
            </a:r>
          </a:p>
          <a:p>
            <a:endParaRPr lang="en-US" dirty="0">
              <a:solidFill>
                <a:srgbClr val="2D2F31"/>
              </a:solidFill>
              <a:latin typeface="Udemy Sans"/>
            </a:endParaRPr>
          </a:p>
          <a:p>
            <a:r>
              <a:rPr lang="en-US" dirty="0">
                <a:solidFill>
                  <a:srgbClr val="2D2F31"/>
                </a:solidFill>
                <a:latin typeface="Udemy Sans"/>
              </a:rPr>
              <a:t>to handle the partitioning logic and there are options to override this default Partitioner logic too.</a:t>
            </a:r>
          </a:p>
          <a:p>
            <a:endParaRPr lang="en-US" dirty="0">
              <a:solidFill>
                <a:srgbClr val="2D2F31"/>
              </a:solidFill>
              <a:latin typeface="Udemy Sans"/>
            </a:endParaRPr>
          </a:p>
          <a:p>
            <a:r>
              <a:rPr lang="en-US" dirty="0">
                <a:solidFill>
                  <a:srgbClr val="2D2F31"/>
                </a:solidFill>
                <a:latin typeface="Udemy Sans"/>
              </a:rPr>
              <a:t>But for our use case we will be using the default partitioner.</a:t>
            </a:r>
            <a:endParaRPr lang="en-IN" dirty="0"/>
          </a:p>
        </p:txBody>
      </p:sp>
    </p:spTree>
    <p:extLst>
      <p:ext uri="{BB962C8B-B14F-4D97-AF65-F5344CB8AC3E}">
        <p14:creationId xmlns:p14="http://schemas.microsoft.com/office/powerpoint/2010/main" val="42604834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next layer is the record accumulator.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a:bodyPr>
          <a:lstStyle/>
          <a:p>
            <a:r>
              <a:rPr lang="en-US" dirty="0">
                <a:solidFill>
                  <a:srgbClr val="2D2F31"/>
                </a:solidFill>
                <a:latin typeface="Udemy Sans"/>
              </a:rPr>
              <a:t>Any record that's sent from the Kafka template won't get sent to the topic immediately.</a:t>
            </a:r>
          </a:p>
          <a:p>
            <a:endParaRPr lang="en-US" dirty="0">
              <a:solidFill>
                <a:srgbClr val="2D2F31"/>
              </a:solidFill>
              <a:latin typeface="Udemy Sans"/>
            </a:endParaRPr>
          </a:p>
          <a:p>
            <a:r>
              <a:rPr lang="en-US" dirty="0">
                <a:solidFill>
                  <a:srgbClr val="2D2F31"/>
                </a:solidFill>
                <a:latin typeface="Udemy Sans"/>
              </a:rPr>
              <a:t>The record accumulator buffers, the records and the records are sent to the Kafka topic once the buffer is full.</a:t>
            </a:r>
          </a:p>
          <a:p>
            <a:endParaRPr lang="en-US" dirty="0">
              <a:solidFill>
                <a:srgbClr val="2D2F31"/>
              </a:solidFill>
              <a:latin typeface="Udemy Sans"/>
            </a:endParaRPr>
          </a:p>
          <a:p>
            <a:r>
              <a:rPr lang="en-US" dirty="0">
                <a:solidFill>
                  <a:srgbClr val="2D2F31"/>
                </a:solidFill>
                <a:latin typeface="Udemy Sans"/>
              </a:rPr>
              <a:t>The reason for this approach is to limit the number of trips from the application to the </a:t>
            </a:r>
            <a:r>
              <a:rPr lang="en-US">
                <a:solidFill>
                  <a:srgbClr val="2D2F31"/>
                </a:solidFill>
                <a:latin typeface="Udemy Sans"/>
              </a:rPr>
              <a:t>Kafka cluster and </a:t>
            </a:r>
            <a:r>
              <a:rPr lang="en-US" dirty="0">
                <a:solidFill>
                  <a:srgbClr val="2D2F31"/>
                </a:solidFill>
                <a:latin typeface="Udemy Sans"/>
              </a:rPr>
              <a:t>this eventually avoids the overhead of bombarding the Kafka cluster with numerous requests</a:t>
            </a:r>
            <a:r>
              <a:rPr lang="en-US">
                <a:solidFill>
                  <a:srgbClr val="2D2F31"/>
                </a:solidFill>
                <a:latin typeface="Udemy Sans"/>
              </a:rPr>
              <a:t>, which also </a:t>
            </a:r>
            <a:r>
              <a:rPr lang="en-US" dirty="0">
                <a:solidFill>
                  <a:srgbClr val="2D2F31"/>
                </a:solidFill>
                <a:latin typeface="Udemy Sans"/>
              </a:rPr>
              <a:t>helps in improving the overall performance of the system.</a:t>
            </a:r>
            <a:endParaRPr lang="en-IN" dirty="0"/>
          </a:p>
        </p:txBody>
      </p:sp>
    </p:spTree>
    <p:extLst>
      <p:ext uri="{BB962C8B-B14F-4D97-AF65-F5344CB8AC3E}">
        <p14:creationId xmlns:p14="http://schemas.microsoft.com/office/powerpoint/2010/main" val="3461929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next layer is the record accumulator.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a:bodyPr>
          <a:lstStyle/>
          <a:p>
            <a:r>
              <a:rPr lang="en-US" dirty="0">
                <a:solidFill>
                  <a:srgbClr val="2D2F31"/>
                </a:solidFill>
                <a:latin typeface="Udemy Sans"/>
              </a:rPr>
              <a:t>The record batch that you see here is a representation of the topic partition combination.</a:t>
            </a:r>
          </a:p>
          <a:p>
            <a:endParaRPr lang="en-US" dirty="0">
              <a:solidFill>
                <a:srgbClr val="2D2F31"/>
              </a:solidFill>
              <a:latin typeface="Udemy Sans"/>
            </a:endParaRPr>
          </a:p>
          <a:p>
            <a:r>
              <a:rPr lang="en-US" dirty="0">
                <a:solidFill>
                  <a:srgbClr val="2D2F31"/>
                </a:solidFill>
                <a:latin typeface="Udemy Sans"/>
              </a:rPr>
              <a:t>If we have a topic with three partitions, then you will have three record batch as it's shown in the slide.</a:t>
            </a:r>
          </a:p>
          <a:p>
            <a:r>
              <a:rPr lang="en-US" dirty="0">
                <a:solidFill>
                  <a:srgbClr val="2D2F31"/>
                </a:solidFill>
                <a:latin typeface="Udemy Sans"/>
              </a:rPr>
              <a:t> Each and every record batch has a batch size which is represented by the batch dot size property and the value is represented as number of bytes.</a:t>
            </a:r>
          </a:p>
          <a:p>
            <a:endParaRPr lang="en-US" dirty="0">
              <a:solidFill>
                <a:srgbClr val="2D2F31"/>
              </a:solidFill>
              <a:latin typeface="Udemy Sans"/>
            </a:endParaRPr>
          </a:p>
          <a:p>
            <a:r>
              <a:rPr lang="en-US" dirty="0">
                <a:solidFill>
                  <a:srgbClr val="2D2F31"/>
                </a:solidFill>
                <a:latin typeface="Udemy Sans"/>
              </a:rPr>
              <a:t>It also has a overall buffer memory which is represented by the property buffer dot memory, and this value is also represented as number of bytes.</a:t>
            </a:r>
            <a:endParaRPr lang="en-IN" dirty="0"/>
          </a:p>
        </p:txBody>
      </p:sp>
    </p:spTree>
    <p:extLst>
      <p:ext uri="{BB962C8B-B14F-4D97-AF65-F5344CB8AC3E}">
        <p14:creationId xmlns:p14="http://schemas.microsoft.com/office/powerpoint/2010/main" val="20568684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The next layer is the record accumulator.</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fontScale="85000" lnSpcReduction="20000"/>
          </a:bodyPr>
          <a:lstStyle/>
          <a:p>
            <a:r>
              <a:rPr lang="en-US" dirty="0">
                <a:solidFill>
                  <a:srgbClr val="2D2F31"/>
                </a:solidFill>
                <a:latin typeface="Udemy Sans"/>
              </a:rPr>
              <a:t>So under what scenarios?</a:t>
            </a:r>
          </a:p>
          <a:p>
            <a:endParaRPr lang="en-US" dirty="0">
              <a:solidFill>
                <a:srgbClr val="2D2F31"/>
              </a:solidFill>
              <a:latin typeface="Udemy Sans"/>
            </a:endParaRPr>
          </a:p>
          <a:p>
            <a:r>
              <a:rPr lang="en-US" dirty="0">
                <a:solidFill>
                  <a:srgbClr val="2D2F31"/>
                </a:solidFill>
                <a:latin typeface="Udemy Sans"/>
              </a:rPr>
              <a:t>The messages are sent to the Kafka topic. Once the batch is full, then the message will be sent to the Kafka topic.</a:t>
            </a:r>
          </a:p>
          <a:p>
            <a:endParaRPr lang="en-US" dirty="0">
              <a:solidFill>
                <a:srgbClr val="2D2F31"/>
              </a:solidFill>
              <a:latin typeface="Udemy Sans"/>
            </a:endParaRPr>
          </a:p>
          <a:p>
            <a:r>
              <a:rPr lang="en-US" dirty="0">
                <a:solidFill>
                  <a:srgbClr val="2D2F31"/>
                </a:solidFill>
                <a:latin typeface="Udemy Sans"/>
              </a:rPr>
              <a:t>There may be many scenarios where the record batch won't fill up. The producer API is not going to wait for so long to send the message to the Kafka topic.</a:t>
            </a:r>
          </a:p>
          <a:p>
            <a:endParaRPr lang="en-US" dirty="0">
              <a:solidFill>
                <a:srgbClr val="2D2F31"/>
              </a:solidFill>
              <a:latin typeface="Udemy Sans"/>
            </a:endParaRPr>
          </a:p>
          <a:p>
            <a:r>
              <a:rPr lang="en-US" dirty="0">
                <a:solidFill>
                  <a:srgbClr val="2D2F31"/>
                </a:solidFill>
                <a:latin typeface="Udemy Sans"/>
              </a:rPr>
              <a:t>There is also another handy property called Linger Dot, which will be used in this case to publish</a:t>
            </a:r>
          </a:p>
          <a:p>
            <a:endParaRPr lang="en-US" dirty="0">
              <a:solidFill>
                <a:srgbClr val="2D2F31"/>
              </a:solidFill>
              <a:latin typeface="Udemy Sans"/>
            </a:endParaRPr>
          </a:p>
          <a:p>
            <a:r>
              <a:rPr lang="en-US" dirty="0">
                <a:solidFill>
                  <a:srgbClr val="2D2F31"/>
                </a:solidFill>
                <a:latin typeface="Udemy Sans"/>
              </a:rPr>
              <a:t>the records into the Kafka topic. As the name suggests, this value is represented in milliseconds.</a:t>
            </a:r>
          </a:p>
          <a:p>
            <a:endParaRPr lang="en-US" dirty="0">
              <a:solidFill>
                <a:srgbClr val="2D2F31"/>
              </a:solidFill>
              <a:latin typeface="Udemy Sans"/>
            </a:endParaRPr>
          </a:p>
          <a:p>
            <a:r>
              <a:rPr lang="en-US" dirty="0">
                <a:solidFill>
                  <a:srgbClr val="2D2F31"/>
                </a:solidFill>
                <a:latin typeface="Udemy Sans"/>
              </a:rPr>
              <a:t>If the batch is not full and the records accumulated meets the linger dot Ms. value, then the records will be sent to Kafka.</a:t>
            </a:r>
            <a:endParaRPr lang="en-IN" dirty="0"/>
          </a:p>
        </p:txBody>
      </p:sp>
    </p:spTree>
    <p:extLst>
      <p:ext uri="{BB962C8B-B14F-4D97-AF65-F5344CB8AC3E}">
        <p14:creationId xmlns:p14="http://schemas.microsoft.com/office/powerpoint/2010/main" val="25243033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Configuring </a:t>
            </a:r>
            <a:r>
              <a:rPr lang="en-US" b="0" i="0" dirty="0" err="1">
                <a:solidFill>
                  <a:srgbClr val="2D2F31"/>
                </a:solidFill>
                <a:effectLst/>
                <a:latin typeface="Udemy Sans"/>
              </a:rPr>
              <a:t>KafkaTemplate</a:t>
            </a:r>
            <a:endParaRPr lang="en-IN" dirty="0"/>
          </a:p>
        </p:txBody>
      </p:sp>
      <p:sp>
        <p:nvSpPr>
          <p:cNvPr id="3" name="Content Placeholder 2">
            <a:extLst>
              <a:ext uri="{FF2B5EF4-FFF2-40B4-BE49-F238E27FC236}">
                <a16:creationId xmlns:a16="http://schemas.microsoft.com/office/drawing/2014/main" id="{DECA52F0-FDB4-CD93-87ED-D5F38C9C65FE}"/>
              </a:ext>
            </a:extLst>
          </p:cNvPr>
          <p:cNvSpPr>
            <a:spLocks noGrp="1"/>
          </p:cNvSpPr>
          <p:nvPr>
            <p:ph idx="1"/>
          </p:nvPr>
        </p:nvSpPr>
        <p:spPr>
          <a:xfrm>
            <a:off x="838200" y="1343608"/>
            <a:ext cx="10515600" cy="5225143"/>
          </a:xfrm>
        </p:spPr>
        <p:txBody>
          <a:bodyPr>
            <a:normAutofit/>
          </a:bodyPr>
          <a:lstStyle/>
          <a:p>
            <a:r>
              <a:rPr lang="en-US" dirty="0">
                <a:solidFill>
                  <a:srgbClr val="2D2F31"/>
                </a:solidFill>
                <a:latin typeface="Udemy Sans"/>
              </a:rPr>
              <a:t>Bootstrap-server</a:t>
            </a:r>
          </a:p>
          <a:p>
            <a:r>
              <a:rPr lang="en-US" dirty="0">
                <a:solidFill>
                  <a:srgbClr val="2D2F31"/>
                </a:solidFill>
                <a:latin typeface="Udemy Sans"/>
              </a:rPr>
              <a:t>Key-serializer</a:t>
            </a:r>
          </a:p>
          <a:p>
            <a:r>
              <a:rPr lang="en-US" dirty="0">
                <a:solidFill>
                  <a:srgbClr val="2D2F31"/>
                </a:solidFill>
                <a:latin typeface="Udemy Sans"/>
              </a:rPr>
              <a:t>Value-serializer</a:t>
            </a:r>
          </a:p>
          <a:p>
            <a:endParaRPr lang="en-US" dirty="0">
              <a:solidFill>
                <a:srgbClr val="2D2F31"/>
              </a:solidFill>
              <a:latin typeface="Udemy Sans"/>
            </a:endParaRPr>
          </a:p>
          <a:p>
            <a:r>
              <a:rPr lang="en-US" dirty="0"/>
              <a:t>We can write your own key Serializers and value Serializers for complicated examples.</a:t>
            </a:r>
          </a:p>
        </p:txBody>
      </p:sp>
    </p:spTree>
    <p:extLst>
      <p:ext uri="{BB962C8B-B14F-4D97-AF65-F5344CB8AC3E}">
        <p14:creationId xmlns:p14="http://schemas.microsoft.com/office/powerpoint/2010/main" val="15588714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B948C6B-639F-8E7D-4443-BDDACBC544E6}"/>
              </a:ext>
            </a:extLst>
          </p:cNvPr>
          <p:cNvPicPr>
            <a:picLocks noChangeAspect="1"/>
          </p:cNvPicPr>
          <p:nvPr/>
        </p:nvPicPr>
        <p:blipFill>
          <a:blip r:embed="rId2"/>
          <a:stretch>
            <a:fillRect/>
          </a:stretch>
        </p:blipFill>
        <p:spPr>
          <a:xfrm>
            <a:off x="233265" y="214604"/>
            <a:ext cx="11775233" cy="6475445"/>
          </a:xfrm>
          <a:prstGeom prst="rect">
            <a:avLst/>
          </a:prstGeom>
        </p:spPr>
      </p:pic>
    </p:spTree>
    <p:extLst>
      <p:ext uri="{BB962C8B-B14F-4D97-AF65-F5344CB8AC3E}">
        <p14:creationId xmlns:p14="http://schemas.microsoft.com/office/powerpoint/2010/main" val="42823253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5A1E-5850-F80E-962C-61E74C2AA06C}"/>
              </a:ext>
            </a:extLst>
          </p:cNvPr>
          <p:cNvSpPr>
            <a:spLocks noGrp="1"/>
          </p:cNvSpPr>
          <p:nvPr>
            <p:ph type="title"/>
          </p:nvPr>
        </p:nvSpPr>
        <p:spPr>
          <a:xfrm>
            <a:off x="838200" y="365126"/>
            <a:ext cx="10515600" cy="773210"/>
          </a:xfrm>
        </p:spPr>
        <p:txBody>
          <a:bodyPr/>
          <a:lstStyle/>
          <a:p>
            <a:r>
              <a:rPr lang="en-IN" dirty="0"/>
              <a:t>Kafka Producer Configuration</a:t>
            </a:r>
          </a:p>
        </p:txBody>
      </p:sp>
      <p:sp>
        <p:nvSpPr>
          <p:cNvPr id="3" name="Content Placeholder 2">
            <a:extLst>
              <a:ext uri="{FF2B5EF4-FFF2-40B4-BE49-F238E27FC236}">
                <a16:creationId xmlns:a16="http://schemas.microsoft.com/office/drawing/2014/main" id="{976F4670-B94E-C21E-882D-08A01154CA1A}"/>
              </a:ext>
            </a:extLst>
          </p:cNvPr>
          <p:cNvSpPr>
            <a:spLocks noGrp="1"/>
          </p:cNvSpPr>
          <p:nvPr>
            <p:ph idx="1"/>
          </p:nvPr>
        </p:nvSpPr>
        <p:spPr>
          <a:xfrm>
            <a:off x="149289" y="1138336"/>
            <a:ext cx="11961845" cy="5719664"/>
          </a:xfrm>
        </p:spPr>
        <p:txBody>
          <a:bodyPr/>
          <a:lstStyle/>
          <a:p>
            <a:pPr algn="l"/>
            <a:r>
              <a:rPr lang="en-US" b="0" i="0" dirty="0">
                <a:solidFill>
                  <a:srgbClr val="2D2F31"/>
                </a:solidFill>
                <a:effectLst/>
                <a:latin typeface="Udemy Sans"/>
              </a:rPr>
              <a:t>The first one is the acks value, which is the key configuration for reliable data delivery.</a:t>
            </a:r>
          </a:p>
          <a:p>
            <a:pPr algn="l"/>
            <a:r>
              <a:rPr lang="en-US" b="0" i="0" dirty="0">
                <a:solidFill>
                  <a:srgbClr val="2D2F31"/>
                </a:solidFill>
                <a:effectLst/>
                <a:latin typeface="Udemy Sans"/>
              </a:rPr>
              <a:t>The possible values for acks are zero, 1 or -1 or all.</a:t>
            </a:r>
          </a:p>
          <a:p>
            <a:pPr algn="l"/>
            <a:r>
              <a:rPr lang="en-US" b="0" i="0" dirty="0">
                <a:solidFill>
                  <a:srgbClr val="2D2F31"/>
                </a:solidFill>
                <a:effectLst/>
                <a:latin typeface="Udemy Sans"/>
              </a:rPr>
              <a:t>If the acks value is one, that means the producer send call is considered to be successful if the data is successfully produced and persisted into the leader replica.</a:t>
            </a:r>
          </a:p>
          <a:p>
            <a:pPr algn="l"/>
            <a:r>
              <a:rPr lang="en-US" b="0" i="0" dirty="0">
                <a:solidFill>
                  <a:srgbClr val="2D2F31"/>
                </a:solidFill>
                <a:effectLst/>
                <a:latin typeface="Udemy Sans"/>
              </a:rPr>
              <a:t>If the acks value is minus one or all, then that means the producer send call is considered to be successful one only when the data is persisted in the leader and the follower replicas.</a:t>
            </a:r>
          </a:p>
          <a:p>
            <a:pPr marL="0" indent="0">
              <a:buNone/>
            </a:pPr>
            <a:endParaRPr lang="en-IN" dirty="0"/>
          </a:p>
        </p:txBody>
      </p:sp>
    </p:spTree>
    <p:extLst>
      <p:ext uri="{BB962C8B-B14F-4D97-AF65-F5344CB8AC3E}">
        <p14:creationId xmlns:p14="http://schemas.microsoft.com/office/powerpoint/2010/main" val="26748114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5A1E-5850-F80E-962C-61E74C2AA06C}"/>
              </a:ext>
            </a:extLst>
          </p:cNvPr>
          <p:cNvSpPr>
            <a:spLocks noGrp="1"/>
          </p:cNvSpPr>
          <p:nvPr>
            <p:ph type="title"/>
          </p:nvPr>
        </p:nvSpPr>
        <p:spPr>
          <a:xfrm>
            <a:off x="838200" y="365126"/>
            <a:ext cx="10515600" cy="773210"/>
          </a:xfrm>
        </p:spPr>
        <p:txBody>
          <a:bodyPr/>
          <a:lstStyle/>
          <a:p>
            <a:r>
              <a:rPr lang="en-IN" dirty="0"/>
              <a:t>Kafka Producer Configuration </a:t>
            </a:r>
            <a:r>
              <a:rPr lang="en-IN" dirty="0" err="1"/>
              <a:t>contd</a:t>
            </a:r>
            <a:r>
              <a:rPr lang="en-IN" dirty="0"/>
              <a:t>…</a:t>
            </a:r>
          </a:p>
        </p:txBody>
      </p:sp>
      <p:sp>
        <p:nvSpPr>
          <p:cNvPr id="3" name="Content Placeholder 2">
            <a:extLst>
              <a:ext uri="{FF2B5EF4-FFF2-40B4-BE49-F238E27FC236}">
                <a16:creationId xmlns:a16="http://schemas.microsoft.com/office/drawing/2014/main" id="{976F4670-B94E-C21E-882D-08A01154CA1A}"/>
              </a:ext>
            </a:extLst>
          </p:cNvPr>
          <p:cNvSpPr>
            <a:spLocks noGrp="1"/>
          </p:cNvSpPr>
          <p:nvPr>
            <p:ph idx="1"/>
          </p:nvPr>
        </p:nvSpPr>
        <p:spPr>
          <a:xfrm>
            <a:off x="149289" y="1138336"/>
            <a:ext cx="11961845" cy="5719664"/>
          </a:xfrm>
        </p:spPr>
        <p:txBody>
          <a:bodyPr/>
          <a:lstStyle/>
          <a:p>
            <a:pPr algn="l"/>
            <a:r>
              <a:rPr lang="en-US" b="0" i="0" dirty="0">
                <a:solidFill>
                  <a:srgbClr val="2D2F31"/>
                </a:solidFill>
                <a:effectLst/>
                <a:latin typeface="Udemy Sans"/>
              </a:rPr>
              <a:t>So when do you use this option?</a:t>
            </a:r>
          </a:p>
          <a:p>
            <a:pPr algn="l"/>
            <a:r>
              <a:rPr lang="en-US" b="0" i="0" dirty="0">
                <a:solidFill>
                  <a:srgbClr val="2D2F31"/>
                </a:solidFill>
                <a:effectLst/>
                <a:latin typeface="Udemy Sans"/>
              </a:rPr>
              <a:t>If the data that is generated from your app is very critical and the data loss leads to a big problem, then this is the recommended setting and this is a default option that's set for us.</a:t>
            </a:r>
          </a:p>
          <a:p>
            <a:pPr algn="l"/>
            <a:r>
              <a:rPr lang="en-US" b="0" i="0" dirty="0">
                <a:solidFill>
                  <a:srgbClr val="2D2F31"/>
                </a:solidFill>
                <a:effectLst/>
                <a:latin typeface="Udemy Sans"/>
              </a:rPr>
              <a:t>The acks value is zero. Then the producer sent call does not care about whether the message is successfully sent and persisted in the leader replica or the follower replicas.</a:t>
            </a:r>
          </a:p>
          <a:p>
            <a:pPr algn="l"/>
            <a:r>
              <a:rPr lang="en-US" b="0" i="0" dirty="0">
                <a:solidFill>
                  <a:srgbClr val="2D2F31"/>
                </a:solidFill>
                <a:effectLst/>
                <a:latin typeface="Udemy Sans"/>
              </a:rPr>
              <a:t>It is considered successful as soon as the send call is invoked.</a:t>
            </a:r>
          </a:p>
          <a:p>
            <a:pPr algn="l"/>
            <a:r>
              <a:rPr lang="en-US" b="0" i="0" dirty="0">
                <a:solidFill>
                  <a:srgbClr val="2D2F31"/>
                </a:solidFill>
                <a:effectLst/>
                <a:latin typeface="Udemy Sans"/>
              </a:rPr>
              <a:t>So the recommended setting for this particular x value is 1 or -1 and zero is not a recommended setting.</a:t>
            </a:r>
          </a:p>
          <a:p>
            <a:pPr marL="0" indent="0">
              <a:buNone/>
            </a:pPr>
            <a:endParaRPr lang="en-IN" dirty="0"/>
          </a:p>
        </p:txBody>
      </p:sp>
    </p:spTree>
    <p:extLst>
      <p:ext uri="{BB962C8B-B14F-4D97-AF65-F5344CB8AC3E}">
        <p14:creationId xmlns:p14="http://schemas.microsoft.com/office/powerpoint/2010/main" val="9730086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EC2DDB-77C8-F5D5-2A90-4012F9ACB589}"/>
              </a:ext>
            </a:extLst>
          </p:cNvPr>
          <p:cNvPicPr>
            <a:picLocks noChangeAspect="1"/>
          </p:cNvPicPr>
          <p:nvPr/>
        </p:nvPicPr>
        <p:blipFill>
          <a:blip r:embed="rId2"/>
          <a:stretch>
            <a:fillRect/>
          </a:stretch>
        </p:blipFill>
        <p:spPr>
          <a:xfrm>
            <a:off x="438540" y="270588"/>
            <a:ext cx="10571582" cy="6167534"/>
          </a:xfrm>
          <a:prstGeom prst="rect">
            <a:avLst/>
          </a:prstGeom>
        </p:spPr>
      </p:pic>
    </p:spTree>
    <p:extLst>
      <p:ext uri="{BB962C8B-B14F-4D97-AF65-F5344CB8AC3E}">
        <p14:creationId xmlns:p14="http://schemas.microsoft.com/office/powerpoint/2010/main" val="17353841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33DF-D0FD-9693-A730-D6BE49A5AD76}"/>
              </a:ext>
            </a:extLst>
          </p:cNvPr>
          <p:cNvSpPr>
            <a:spLocks noGrp="1"/>
          </p:cNvSpPr>
          <p:nvPr>
            <p:ph type="title"/>
          </p:nvPr>
        </p:nvSpPr>
        <p:spPr>
          <a:xfrm>
            <a:off x="838200" y="365126"/>
            <a:ext cx="10515600" cy="689234"/>
          </a:xfrm>
        </p:spPr>
        <p:txBody>
          <a:bodyPr>
            <a:normAutofit fontScale="90000"/>
          </a:bodyPr>
          <a:lstStyle/>
          <a:p>
            <a:r>
              <a:rPr lang="en-US" b="0" i="0" dirty="0">
                <a:solidFill>
                  <a:srgbClr val="2D2F31"/>
                </a:solidFill>
                <a:effectLst/>
                <a:latin typeface="Udemy Sans"/>
              </a:rPr>
              <a:t>Configuring </a:t>
            </a:r>
            <a:r>
              <a:rPr lang="en-US" b="0" i="0" dirty="0" err="1">
                <a:solidFill>
                  <a:srgbClr val="2D2F31"/>
                </a:solidFill>
                <a:effectLst/>
                <a:latin typeface="Udemy Sans"/>
              </a:rPr>
              <a:t>KafkaTemplate</a:t>
            </a:r>
            <a:endParaRPr lang="en-IN" dirty="0"/>
          </a:p>
        </p:txBody>
      </p:sp>
      <p:pic>
        <p:nvPicPr>
          <p:cNvPr id="5" name="Picture 4">
            <a:extLst>
              <a:ext uri="{FF2B5EF4-FFF2-40B4-BE49-F238E27FC236}">
                <a16:creationId xmlns:a16="http://schemas.microsoft.com/office/drawing/2014/main" id="{3D273988-BEC1-FD84-8F45-EA0DCCE6C9AD}"/>
              </a:ext>
            </a:extLst>
          </p:cNvPr>
          <p:cNvPicPr>
            <a:picLocks noChangeAspect="1"/>
          </p:cNvPicPr>
          <p:nvPr/>
        </p:nvPicPr>
        <p:blipFill>
          <a:blip r:embed="rId2"/>
          <a:stretch>
            <a:fillRect/>
          </a:stretch>
        </p:blipFill>
        <p:spPr>
          <a:xfrm>
            <a:off x="755780" y="1276163"/>
            <a:ext cx="10598020" cy="5216711"/>
          </a:xfrm>
          <a:prstGeom prst="rect">
            <a:avLst/>
          </a:prstGeom>
        </p:spPr>
      </p:pic>
    </p:spTree>
    <p:extLst>
      <p:ext uri="{BB962C8B-B14F-4D97-AF65-F5344CB8AC3E}">
        <p14:creationId xmlns:p14="http://schemas.microsoft.com/office/powerpoint/2010/main" val="42334360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CDDB86-7BBA-5BD6-A48D-21A5DD815D63}"/>
              </a:ext>
            </a:extLst>
          </p:cNvPr>
          <p:cNvPicPr>
            <a:picLocks noChangeAspect="1"/>
          </p:cNvPicPr>
          <p:nvPr/>
        </p:nvPicPr>
        <p:blipFill>
          <a:blip r:embed="rId2"/>
          <a:stretch>
            <a:fillRect/>
          </a:stretch>
        </p:blipFill>
        <p:spPr>
          <a:xfrm>
            <a:off x="186612" y="354563"/>
            <a:ext cx="11793894" cy="6111551"/>
          </a:xfrm>
          <a:prstGeom prst="rect">
            <a:avLst/>
          </a:prstGeom>
        </p:spPr>
      </p:pic>
    </p:spTree>
    <p:extLst>
      <p:ext uri="{BB962C8B-B14F-4D97-AF65-F5344CB8AC3E}">
        <p14:creationId xmlns:p14="http://schemas.microsoft.com/office/powerpoint/2010/main" val="8344006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5CD861-FAEA-93C2-AC1F-968645C5161F}"/>
              </a:ext>
            </a:extLst>
          </p:cNvPr>
          <p:cNvPicPr>
            <a:picLocks noChangeAspect="1"/>
          </p:cNvPicPr>
          <p:nvPr/>
        </p:nvPicPr>
        <p:blipFill>
          <a:blip r:embed="rId2"/>
          <a:stretch>
            <a:fillRect/>
          </a:stretch>
        </p:blipFill>
        <p:spPr>
          <a:xfrm>
            <a:off x="0" y="0"/>
            <a:ext cx="11859208" cy="6624735"/>
          </a:xfrm>
          <a:prstGeom prst="rect">
            <a:avLst/>
          </a:prstGeom>
        </p:spPr>
      </p:pic>
    </p:spTree>
    <p:extLst>
      <p:ext uri="{BB962C8B-B14F-4D97-AF65-F5344CB8AC3E}">
        <p14:creationId xmlns:p14="http://schemas.microsoft.com/office/powerpoint/2010/main" val="28386928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7EBAA6-9EF4-EE63-50F8-934EE3B694BE}"/>
              </a:ext>
            </a:extLst>
          </p:cNvPr>
          <p:cNvPicPr>
            <a:picLocks noChangeAspect="1"/>
          </p:cNvPicPr>
          <p:nvPr/>
        </p:nvPicPr>
        <p:blipFill>
          <a:blip r:embed="rId2"/>
          <a:stretch>
            <a:fillRect/>
          </a:stretch>
        </p:blipFill>
        <p:spPr>
          <a:xfrm>
            <a:off x="111966" y="130629"/>
            <a:ext cx="11803225" cy="6587411"/>
          </a:xfrm>
          <a:prstGeom prst="rect">
            <a:avLst/>
          </a:prstGeom>
        </p:spPr>
      </p:pic>
    </p:spTree>
    <p:extLst>
      <p:ext uri="{BB962C8B-B14F-4D97-AF65-F5344CB8AC3E}">
        <p14:creationId xmlns:p14="http://schemas.microsoft.com/office/powerpoint/2010/main" val="9362340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BB70C5-19AA-7203-6CA3-6381AC024F9E}"/>
              </a:ext>
            </a:extLst>
          </p:cNvPr>
          <p:cNvPicPr>
            <a:picLocks noChangeAspect="1"/>
          </p:cNvPicPr>
          <p:nvPr/>
        </p:nvPicPr>
        <p:blipFill>
          <a:blip r:embed="rId2"/>
          <a:stretch>
            <a:fillRect/>
          </a:stretch>
        </p:blipFill>
        <p:spPr>
          <a:xfrm>
            <a:off x="65314" y="149290"/>
            <a:ext cx="12126686" cy="6643395"/>
          </a:xfrm>
          <a:prstGeom prst="rect">
            <a:avLst/>
          </a:prstGeom>
        </p:spPr>
      </p:pic>
    </p:spTree>
    <p:extLst>
      <p:ext uri="{BB962C8B-B14F-4D97-AF65-F5344CB8AC3E}">
        <p14:creationId xmlns:p14="http://schemas.microsoft.com/office/powerpoint/2010/main" val="551608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572477-313F-E556-3D86-D2897884D364}"/>
              </a:ext>
            </a:extLst>
          </p:cNvPr>
          <p:cNvPicPr>
            <a:picLocks noChangeAspect="1"/>
          </p:cNvPicPr>
          <p:nvPr/>
        </p:nvPicPr>
        <p:blipFill>
          <a:blip r:embed="rId2"/>
          <a:stretch>
            <a:fillRect/>
          </a:stretch>
        </p:blipFill>
        <p:spPr>
          <a:xfrm>
            <a:off x="74644" y="0"/>
            <a:ext cx="12117355" cy="6792686"/>
          </a:xfrm>
          <a:prstGeom prst="rect">
            <a:avLst/>
          </a:prstGeom>
        </p:spPr>
      </p:pic>
    </p:spTree>
    <p:extLst>
      <p:ext uri="{BB962C8B-B14F-4D97-AF65-F5344CB8AC3E}">
        <p14:creationId xmlns:p14="http://schemas.microsoft.com/office/powerpoint/2010/main" val="10280073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EB541-E712-9650-805A-2A0854110055}"/>
              </a:ext>
            </a:extLst>
          </p:cNvPr>
          <p:cNvSpPr>
            <a:spLocks noGrp="1"/>
          </p:cNvSpPr>
          <p:nvPr>
            <p:ph type="title"/>
          </p:nvPr>
        </p:nvSpPr>
        <p:spPr>
          <a:xfrm>
            <a:off x="838200" y="365125"/>
            <a:ext cx="10515600" cy="493291"/>
          </a:xfrm>
        </p:spPr>
        <p:txBody>
          <a:bodyPr>
            <a:normAutofit fontScale="90000"/>
          </a:bodyPr>
          <a:lstStyle/>
          <a:p>
            <a:r>
              <a:rPr lang="en-IN" dirty="0"/>
              <a:t>Committing Offsets</a:t>
            </a:r>
          </a:p>
        </p:txBody>
      </p:sp>
      <p:sp>
        <p:nvSpPr>
          <p:cNvPr id="3" name="Content Placeholder 2">
            <a:extLst>
              <a:ext uri="{FF2B5EF4-FFF2-40B4-BE49-F238E27FC236}">
                <a16:creationId xmlns:a16="http://schemas.microsoft.com/office/drawing/2014/main" id="{C1BB2E3C-7AE3-A684-CC95-8D65F89610A2}"/>
              </a:ext>
            </a:extLst>
          </p:cNvPr>
          <p:cNvSpPr>
            <a:spLocks noGrp="1"/>
          </p:cNvSpPr>
          <p:nvPr>
            <p:ph idx="1"/>
          </p:nvPr>
        </p:nvSpPr>
        <p:spPr>
          <a:xfrm>
            <a:off x="158619" y="933062"/>
            <a:ext cx="11831217" cy="5803640"/>
          </a:xfrm>
        </p:spPr>
        <p:txBody>
          <a:bodyPr>
            <a:normAutofit fontScale="92500" lnSpcReduction="10000"/>
          </a:bodyPr>
          <a:lstStyle/>
          <a:p>
            <a:pPr algn="l"/>
            <a:r>
              <a:rPr lang="en-US" b="0" i="0" dirty="0">
                <a:solidFill>
                  <a:srgbClr val="2D2F31"/>
                </a:solidFill>
                <a:effectLst/>
                <a:latin typeface="Udemy Sans"/>
              </a:rPr>
              <a:t>So in this slide we have the Kafka consumer and then we have the library events.</a:t>
            </a:r>
          </a:p>
          <a:p>
            <a:pPr algn="l"/>
            <a:r>
              <a:rPr lang="en-US" b="0" i="0" dirty="0">
                <a:solidFill>
                  <a:srgbClr val="2D2F31"/>
                </a:solidFill>
                <a:effectLst/>
                <a:latin typeface="Udemy Sans"/>
              </a:rPr>
              <a:t>On the left, which is the topic here, Our consumer is constantly pulling for records, right?</a:t>
            </a:r>
          </a:p>
          <a:p>
            <a:pPr algn="l"/>
            <a:r>
              <a:rPr lang="en-US" b="0" i="0" dirty="0">
                <a:solidFill>
                  <a:srgbClr val="2D2F31"/>
                </a:solidFill>
                <a:effectLst/>
                <a:latin typeface="Udemy Sans"/>
              </a:rPr>
              <a:t>As you can see, our consumer is pulling for new records.</a:t>
            </a:r>
          </a:p>
          <a:p>
            <a:pPr algn="l"/>
            <a:r>
              <a:rPr lang="en-US" b="0" i="0" dirty="0">
                <a:solidFill>
                  <a:srgbClr val="2D2F31"/>
                </a:solidFill>
                <a:effectLst/>
                <a:latin typeface="Udemy Sans"/>
              </a:rPr>
              <a:t>After the pull loop is executed, it's going to go ahead and retrieve the records from the consumer.</a:t>
            </a:r>
          </a:p>
          <a:p>
            <a:pPr algn="l"/>
            <a:r>
              <a:rPr lang="en-US" b="0" i="0" dirty="0">
                <a:solidFill>
                  <a:srgbClr val="2D2F31"/>
                </a:solidFill>
                <a:effectLst/>
                <a:latin typeface="Udemy Sans"/>
              </a:rPr>
              <a:t>And then our consumer is going to read the messages.</a:t>
            </a:r>
          </a:p>
          <a:p>
            <a:pPr algn="l"/>
            <a:r>
              <a:rPr lang="en-US" b="0" i="0" dirty="0">
                <a:solidFill>
                  <a:srgbClr val="2D2F31"/>
                </a:solidFill>
                <a:effectLst/>
                <a:latin typeface="Udemy Sans"/>
              </a:rPr>
              <a:t>Once the records are processed successfully, then there is a activity that happens behind the scenes, which we do not see it at all.</a:t>
            </a:r>
          </a:p>
          <a:p>
            <a:pPr algn="l"/>
            <a:r>
              <a:rPr lang="en-US" b="0" i="0" dirty="0">
                <a:solidFill>
                  <a:srgbClr val="2D2F31"/>
                </a:solidFill>
                <a:effectLst/>
                <a:latin typeface="Udemy Sans"/>
              </a:rPr>
              <a:t>So what happens behind the scenes is that after the records are processed, it's going to </a:t>
            </a:r>
            <a:r>
              <a:rPr lang="en-US" b="0" i="0">
                <a:solidFill>
                  <a:srgbClr val="2D2F31"/>
                </a:solidFill>
                <a:effectLst/>
                <a:latin typeface="Udemy Sans"/>
              </a:rPr>
              <a:t>commit the offsets</a:t>
            </a:r>
            <a:r>
              <a:rPr lang="en-US" b="0" i="0" dirty="0">
                <a:solidFill>
                  <a:srgbClr val="2D2F31"/>
                </a:solidFill>
                <a:effectLst/>
                <a:latin typeface="Udemy Sans"/>
              </a:rPr>
              <a:t>.</a:t>
            </a:r>
          </a:p>
          <a:p>
            <a:pPr algn="l"/>
            <a:r>
              <a:rPr lang="en-US" b="0" i="0" dirty="0">
                <a:solidFill>
                  <a:srgbClr val="2D2F31"/>
                </a:solidFill>
                <a:effectLst/>
                <a:latin typeface="Udemy Sans"/>
              </a:rPr>
              <a:t>This happens behind the scenes and once the offsets are committed, now when the poll loop executes again, it knows from where it needs to read the records from the Kafka topic.</a:t>
            </a:r>
          </a:p>
          <a:p>
            <a:pPr algn="l"/>
            <a:r>
              <a:rPr lang="en-US" b="0" i="0" dirty="0">
                <a:solidFill>
                  <a:srgbClr val="2D2F31"/>
                </a:solidFill>
                <a:effectLst/>
                <a:latin typeface="Udemy Sans"/>
              </a:rPr>
              <a:t>That's one of the reason why it's not reading the same message again.</a:t>
            </a:r>
          </a:p>
          <a:p>
            <a:r>
              <a:rPr lang="en-US" dirty="0"/>
              <a:t>This is how the consumer offsets are managed by default in spring.</a:t>
            </a:r>
          </a:p>
          <a:p>
            <a:endParaRPr lang="en-US" dirty="0"/>
          </a:p>
          <a:p>
            <a:endParaRPr lang="en-IN" dirty="0"/>
          </a:p>
        </p:txBody>
      </p:sp>
    </p:spTree>
    <p:extLst>
      <p:ext uri="{BB962C8B-B14F-4D97-AF65-F5344CB8AC3E}">
        <p14:creationId xmlns:p14="http://schemas.microsoft.com/office/powerpoint/2010/main" val="40218202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89E6C6-AF23-E566-74BE-4F762407DD17}"/>
              </a:ext>
            </a:extLst>
          </p:cNvPr>
          <p:cNvPicPr>
            <a:picLocks noChangeAspect="1"/>
          </p:cNvPicPr>
          <p:nvPr/>
        </p:nvPicPr>
        <p:blipFill>
          <a:blip r:embed="rId2"/>
          <a:stretch>
            <a:fillRect/>
          </a:stretch>
        </p:blipFill>
        <p:spPr>
          <a:xfrm>
            <a:off x="455926" y="251185"/>
            <a:ext cx="6073666" cy="3177815"/>
          </a:xfrm>
          <a:prstGeom prst="rect">
            <a:avLst/>
          </a:prstGeom>
        </p:spPr>
      </p:pic>
      <p:pic>
        <p:nvPicPr>
          <p:cNvPr id="6" name="Picture 5">
            <a:extLst>
              <a:ext uri="{FF2B5EF4-FFF2-40B4-BE49-F238E27FC236}">
                <a16:creationId xmlns:a16="http://schemas.microsoft.com/office/drawing/2014/main" id="{F25BDD76-8E5C-486B-FBD6-9059324EBC97}"/>
              </a:ext>
            </a:extLst>
          </p:cNvPr>
          <p:cNvPicPr>
            <a:picLocks noChangeAspect="1"/>
          </p:cNvPicPr>
          <p:nvPr/>
        </p:nvPicPr>
        <p:blipFill>
          <a:blip r:embed="rId3"/>
          <a:stretch>
            <a:fillRect/>
          </a:stretch>
        </p:blipFill>
        <p:spPr>
          <a:xfrm>
            <a:off x="455926" y="3540215"/>
            <a:ext cx="7277731" cy="2987299"/>
          </a:xfrm>
          <a:prstGeom prst="rect">
            <a:avLst/>
          </a:prstGeom>
        </p:spPr>
      </p:pic>
    </p:spTree>
    <p:extLst>
      <p:ext uri="{BB962C8B-B14F-4D97-AF65-F5344CB8AC3E}">
        <p14:creationId xmlns:p14="http://schemas.microsoft.com/office/powerpoint/2010/main" val="36576859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8FD2CFC-060F-4616-2354-D3F8145624E7}"/>
              </a:ext>
            </a:extLst>
          </p:cNvPr>
          <p:cNvPicPr>
            <a:picLocks noChangeAspect="1"/>
          </p:cNvPicPr>
          <p:nvPr/>
        </p:nvPicPr>
        <p:blipFill>
          <a:blip r:embed="rId2"/>
          <a:stretch>
            <a:fillRect/>
          </a:stretch>
        </p:blipFill>
        <p:spPr>
          <a:xfrm>
            <a:off x="190186" y="341322"/>
            <a:ext cx="7239627" cy="2293819"/>
          </a:xfrm>
          <a:prstGeom prst="rect">
            <a:avLst/>
          </a:prstGeom>
        </p:spPr>
      </p:pic>
    </p:spTree>
    <p:extLst>
      <p:ext uri="{BB962C8B-B14F-4D97-AF65-F5344CB8AC3E}">
        <p14:creationId xmlns:p14="http://schemas.microsoft.com/office/powerpoint/2010/main" val="2593806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09BC08-E34D-B99C-95D0-BB2276D5C12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361970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1E159F-3F04-1DD5-9615-1A9BFAB00C9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447071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2E06F-9444-C4A8-E278-58DA759133C3}"/>
              </a:ext>
            </a:extLst>
          </p:cNvPr>
          <p:cNvPicPr>
            <a:picLocks noChangeAspect="1"/>
          </p:cNvPicPr>
          <p:nvPr/>
        </p:nvPicPr>
        <p:blipFill>
          <a:blip r:embed="rId2"/>
          <a:stretch>
            <a:fillRect/>
          </a:stretch>
        </p:blipFill>
        <p:spPr>
          <a:xfrm>
            <a:off x="2483807" y="2144918"/>
            <a:ext cx="7224386" cy="2568163"/>
          </a:xfrm>
          <a:prstGeom prst="rect">
            <a:avLst/>
          </a:prstGeom>
        </p:spPr>
      </p:pic>
    </p:spTree>
    <p:extLst>
      <p:ext uri="{BB962C8B-B14F-4D97-AF65-F5344CB8AC3E}">
        <p14:creationId xmlns:p14="http://schemas.microsoft.com/office/powerpoint/2010/main" val="15312572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1C82CA-8E4B-C383-02AC-1FF3EB599EB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757750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4FAFDA-5202-8E2B-5699-6D1485435FC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798238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A3741F-4B03-CA12-FFF0-53F491281D7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600207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BC9560-1084-4388-E942-BD12BCA2C07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190592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1159B1-64C9-DDD8-4DC6-ADF763494E5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661871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F99E73-8356-BBD3-78A1-F40E1C45003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522983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8ECF9-8BE0-2932-EE86-F1A3908A79A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002064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94DFB-5377-C566-6578-13B6639E28E9}"/>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F26541E4-1ECF-8B67-058C-1F881CB597ED}"/>
              </a:ext>
            </a:extLst>
          </p:cNvPr>
          <p:cNvSpPr>
            <a:spLocks noGrp="1"/>
          </p:cNvSpPr>
          <p:nvPr>
            <p:ph idx="1"/>
          </p:nvPr>
        </p:nvSpPr>
        <p:spPr/>
        <p:txBody>
          <a:bodyPr/>
          <a:lstStyle/>
          <a:p>
            <a:r>
              <a:rPr lang="en-IN" dirty="0">
                <a:hlinkClick r:id="rId2"/>
              </a:rPr>
              <a:t>https://kafka.apache.org/documentation/#producerconfigs</a:t>
            </a:r>
            <a:r>
              <a:rPr lang="en-IN" dirty="0"/>
              <a:t> </a:t>
            </a:r>
          </a:p>
          <a:p>
            <a:r>
              <a:rPr lang="en-IN" dirty="0">
                <a:hlinkClick r:id="rId3"/>
              </a:rPr>
              <a:t>https://docs.spring.io/spring-kafka/docs/current/reference/html/#receiving-messages</a:t>
            </a:r>
            <a:r>
              <a:rPr lang="en-IN" dirty="0"/>
              <a:t> </a:t>
            </a:r>
          </a:p>
          <a:p>
            <a:endParaRPr lang="en-IN" dirty="0"/>
          </a:p>
          <a:p>
            <a:r>
              <a:rPr lang="en-IN">
                <a:hlinkClick r:id="rId4"/>
              </a:rPr>
              <a:t>https://medium.com/@anupriya7295/spring-boot-kafka-error-handling-retry-and-dlt-670798d6c</a:t>
            </a:r>
            <a:r>
              <a:rPr lang="en-IN"/>
              <a:t> </a:t>
            </a:r>
            <a:endParaRPr lang="en-IN" dirty="0"/>
          </a:p>
        </p:txBody>
      </p:sp>
    </p:spTree>
    <p:extLst>
      <p:ext uri="{BB962C8B-B14F-4D97-AF65-F5344CB8AC3E}">
        <p14:creationId xmlns:p14="http://schemas.microsoft.com/office/powerpoint/2010/main" val="2506774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1545</TotalTime>
  <Words>7638</Words>
  <Application>Microsoft Office PowerPoint</Application>
  <PresentationFormat>Widescreen</PresentationFormat>
  <Paragraphs>400</Paragraphs>
  <Slides>102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102</vt:i4>
      </vt:variant>
    </vt:vector>
  </HeadingPairs>
  <TitlesOfParts>
    <vt:vector size="111" baseType="lpstr">
      <vt:lpstr>Arial</vt:lpstr>
      <vt:lpstr>Garamond</vt:lpstr>
      <vt:lpstr>Inter</vt:lpstr>
      <vt:lpstr>MarkPro-BoldItalic</vt:lpstr>
      <vt:lpstr>MarkPro-NarrowBook</vt:lpstr>
      <vt:lpstr>PolySans</vt:lpstr>
      <vt:lpstr>source-serif-pro</vt:lpstr>
      <vt:lpstr>Udemy Sans</vt:lpstr>
      <vt:lpstr>Organic</vt:lpstr>
      <vt:lpstr>Kafka</vt:lpstr>
      <vt:lpstr>What Are Events in Programming and Software Design?</vt:lpstr>
      <vt:lpstr>What is Event Streaming?</vt:lpstr>
      <vt:lpstr>What is an Event Streaming Platform?</vt:lpstr>
      <vt:lpstr>Apache Kafka</vt:lpstr>
      <vt:lpstr>Zookeeper with Kafka</vt:lpstr>
      <vt:lpstr>Zookeeper with Kafka</vt:lpstr>
      <vt:lpstr>What is a Kafka Broker?</vt:lpstr>
      <vt:lpstr>In Kafka Brokers</vt:lpstr>
      <vt:lpstr>In Kafka Brokers</vt:lpstr>
      <vt:lpstr>In Kafka Consumers</vt:lpstr>
      <vt:lpstr>What is a cluster in the first place?</vt:lpstr>
      <vt:lpstr>PowerPoint Presentation</vt:lpstr>
      <vt:lpstr>PowerPoint Presentation</vt:lpstr>
      <vt:lpstr>PowerPoint Presentation</vt:lpstr>
      <vt:lpstr>How do clients connect to a Kafka Cluster (bootstrap server)?</vt:lpstr>
      <vt:lpstr>The producer and consumer here are independent of each other, meaning the producer has no clue about  which consumer is going to read this message.  An even streaming platform also stores the stream of events so that it can be replayed if it's necessary.  Events are generally retained in multiple servers for providing fault tolerance and availability.</vt:lpstr>
      <vt:lpstr>PowerPoint Presentation</vt:lpstr>
      <vt:lpstr>PowerPoint Presentation</vt:lpstr>
      <vt:lpstr>PowerPoint Presentation</vt:lpstr>
      <vt:lpstr>PowerPoint Presentation</vt:lpstr>
      <vt:lpstr>PowerPoint Presentation</vt:lpstr>
      <vt:lpstr>PowerPoint Presentation</vt:lpstr>
      <vt:lpstr>What are Kafka Partitions?</vt:lpstr>
      <vt:lpstr>What are Kafka Partitions?</vt:lpstr>
      <vt:lpstr>What are Kafka Partitions?</vt:lpstr>
      <vt:lpstr>What are Kafka Offsets</vt:lpstr>
      <vt:lpstr>Kafka Producers</vt:lpstr>
      <vt:lpstr>Message Keys</vt:lpstr>
      <vt:lpstr>PowerPoint Presentation</vt:lpstr>
      <vt:lpstr>Kafka Message Anatomy</vt:lpstr>
      <vt:lpstr>Kafka Message Anatomy</vt:lpstr>
      <vt:lpstr>Kafka Message Serializers</vt:lpstr>
      <vt:lpstr>Kafka Message Serializers</vt:lpstr>
      <vt:lpstr>PowerPoint Presentation</vt:lpstr>
      <vt:lpstr>Kafka Consumers</vt:lpstr>
      <vt:lpstr>Kafka Consumers</vt:lpstr>
      <vt:lpstr>Kafka Message Deserializers</vt:lpstr>
      <vt:lpstr>PowerPoint Presentation</vt:lpstr>
      <vt:lpstr>Now, what is a Consumer Group?</vt:lpstr>
      <vt:lpstr> Kafka Consumer Group has the following properties:</vt:lpstr>
      <vt:lpstr> What is Kafka Consumer Group ID?</vt:lpstr>
      <vt:lpstr>Kafka Consumer Groups &amp; Offsets</vt:lpstr>
      <vt:lpstr>Kafka Consumer Groups &amp; Offsets</vt:lpstr>
      <vt:lpstr>Kafka Consumer Groups &amp; Offsets</vt:lpstr>
      <vt:lpstr>What is a consumer group in Kafka?</vt:lpstr>
      <vt:lpstr>Kafka Consumer Offsets</vt:lpstr>
      <vt:lpstr>Kafka Consumer Offsets</vt:lpstr>
      <vt:lpstr>Kafka Consumer Offsets</vt:lpstr>
      <vt:lpstr>Why use Consumer Offsets</vt:lpstr>
      <vt:lpstr>Delivery semantics for consumers</vt:lpstr>
      <vt:lpstr>Delivery semantics for consumers</vt:lpstr>
      <vt:lpstr>Kafka Topic Replication</vt:lpstr>
      <vt:lpstr>Kafka Topic Replication Factor</vt:lpstr>
      <vt:lpstr>Kafka Topic Replication Factor</vt:lpstr>
      <vt:lpstr>What are Kafka Partitions Leader and Replicas?</vt:lpstr>
      <vt:lpstr>What are Kafka Partitions Leader and Replicas?</vt:lpstr>
      <vt:lpstr>afka producers acks setting</vt:lpstr>
      <vt:lpstr>afka producers acks (acks=0)</vt:lpstr>
      <vt:lpstr>afka producers acks (acks=1)</vt:lpstr>
      <vt:lpstr>afka producers acks (acks=-1)</vt:lpstr>
      <vt:lpstr>afka producers acks setting(sckd=-1(all))</vt:lpstr>
      <vt:lpstr>afka producers acks setting(sckd=-1(all))</vt:lpstr>
      <vt:lpstr>Kafka Topic Durability &amp; Availability</vt:lpstr>
      <vt:lpstr>Kafka Consumers Replicas Fetching</vt:lpstr>
      <vt:lpstr>Kafka Consumers Replicas Fetching</vt:lpstr>
      <vt:lpstr>PowerPoint Presentation</vt:lpstr>
      <vt:lpstr>PowerPoint Presentation</vt:lpstr>
      <vt:lpstr>PowerPoint Presentation</vt:lpstr>
      <vt:lpstr>Kafka</vt:lpstr>
      <vt:lpstr>PowerPoint Presentation</vt:lpstr>
      <vt:lpstr>The very first layer is the serializer</vt:lpstr>
      <vt:lpstr>The second layer is a partitioner.</vt:lpstr>
      <vt:lpstr>The second layer is a partitioner.</vt:lpstr>
      <vt:lpstr>The next layer is the record accumulator.</vt:lpstr>
      <vt:lpstr>The next layer is the record accumulator.</vt:lpstr>
      <vt:lpstr>The next layer is the record accumulator.</vt:lpstr>
      <vt:lpstr>Configuring KafkaTemplate</vt:lpstr>
      <vt:lpstr>PowerPoint Presentation</vt:lpstr>
      <vt:lpstr>Kafka Producer Configuration</vt:lpstr>
      <vt:lpstr>Kafka Producer Configuration contd…</vt:lpstr>
      <vt:lpstr>PowerPoint Presentation</vt:lpstr>
      <vt:lpstr>Configuring KafkaTemplate</vt:lpstr>
      <vt:lpstr>PowerPoint Presentation</vt:lpstr>
      <vt:lpstr>PowerPoint Presentation</vt:lpstr>
      <vt:lpstr>PowerPoint Presentation</vt:lpstr>
      <vt:lpstr>PowerPoint Presentation</vt:lpstr>
      <vt:lpstr>PowerPoint Presentation</vt:lpstr>
      <vt:lpstr>Committing Offsets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dc:title>
  <dc:creator>Arun Sunar</dc:creator>
  <cp:lastModifiedBy>Arun Sunar</cp:lastModifiedBy>
  <cp:revision>1</cp:revision>
  <dcterms:created xsi:type="dcterms:W3CDTF">2023-09-29T06:38:06Z</dcterms:created>
  <dcterms:modified xsi:type="dcterms:W3CDTF">2024-05-01T03:02:57Z</dcterms:modified>
</cp:coreProperties>
</file>