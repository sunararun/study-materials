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0" r:id="rId6"/>
    <p:sldId id="262" r:id="rId7"/>
    <p:sldId id="263" r:id="rId8"/>
    <p:sldId id="264" r:id="rId9"/>
    <p:sldId id="265" r:id="rId10"/>
    <p:sldId id="266" r:id="rId11"/>
    <p:sldId id="267" r:id="rId12"/>
    <p:sldId id="268" r:id="rId13"/>
    <p:sldId id="269" r:id="rId14"/>
    <p:sldId id="270" r:id="rId15"/>
    <p:sldId id="271" r:id="rId16"/>
    <p:sldId id="25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AF8D3C-EAA6-48C8-9A3A-60E4762AA22C}" v="10" dt="2023-09-06T03:45:46.2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8EAF8D3C-EAA6-48C8-9A3A-60E4762AA22C}"/>
    <pc:docChg chg="undo redo custSel addSld delSld modSld sldOrd">
      <pc:chgData name="Arun Sunar" userId="3fa9774ca67c7ab5" providerId="LiveId" clId="{8EAF8D3C-EAA6-48C8-9A3A-60E4762AA22C}" dt="2023-09-06T03:47:03.162" v="223"/>
      <pc:docMkLst>
        <pc:docMk/>
      </pc:docMkLst>
      <pc:sldChg chg="modSp mod">
        <pc:chgData name="Arun Sunar" userId="3fa9774ca67c7ab5" providerId="LiveId" clId="{8EAF8D3C-EAA6-48C8-9A3A-60E4762AA22C}" dt="2023-08-17T13:27:28.813" v="1" actId="313"/>
        <pc:sldMkLst>
          <pc:docMk/>
          <pc:sldMk cId="2563018829" sldId="256"/>
        </pc:sldMkLst>
        <pc:spChg chg="mod">
          <ac:chgData name="Arun Sunar" userId="3fa9774ca67c7ab5" providerId="LiveId" clId="{8EAF8D3C-EAA6-48C8-9A3A-60E4762AA22C}" dt="2023-08-17T13:27:28.813" v="1" actId="313"/>
          <ac:spMkLst>
            <pc:docMk/>
            <pc:sldMk cId="2563018829" sldId="256"/>
            <ac:spMk id="5" creationId="{A25BE93D-3799-B24B-06AB-83061A5517E0}"/>
          </ac:spMkLst>
        </pc:spChg>
      </pc:sldChg>
      <pc:sldChg chg="modSp new mod">
        <pc:chgData name="Arun Sunar" userId="3fa9774ca67c7ab5" providerId="LiveId" clId="{8EAF8D3C-EAA6-48C8-9A3A-60E4762AA22C}" dt="2023-08-17T13:28:08.753" v="11"/>
        <pc:sldMkLst>
          <pc:docMk/>
          <pc:sldMk cId="4153354571" sldId="257"/>
        </pc:sldMkLst>
        <pc:spChg chg="mod">
          <ac:chgData name="Arun Sunar" userId="3fa9774ca67c7ab5" providerId="LiveId" clId="{8EAF8D3C-EAA6-48C8-9A3A-60E4762AA22C}" dt="2023-08-17T13:27:46.282" v="7" actId="255"/>
          <ac:spMkLst>
            <pc:docMk/>
            <pc:sldMk cId="4153354571" sldId="257"/>
            <ac:spMk id="2" creationId="{3F54D217-8BAF-C289-40F0-9B270772A715}"/>
          </ac:spMkLst>
        </pc:spChg>
        <pc:spChg chg="mod">
          <ac:chgData name="Arun Sunar" userId="3fa9774ca67c7ab5" providerId="LiveId" clId="{8EAF8D3C-EAA6-48C8-9A3A-60E4762AA22C}" dt="2023-08-17T13:28:08.753" v="11"/>
          <ac:spMkLst>
            <pc:docMk/>
            <pc:sldMk cId="4153354571" sldId="257"/>
            <ac:spMk id="3" creationId="{522BE9D4-F418-A179-D681-DC2F68B1F573}"/>
          </ac:spMkLst>
        </pc:spChg>
      </pc:sldChg>
      <pc:sldChg chg="modSp add mod">
        <pc:chgData name="Arun Sunar" userId="3fa9774ca67c7ab5" providerId="LiveId" clId="{8EAF8D3C-EAA6-48C8-9A3A-60E4762AA22C}" dt="2023-08-17T16:07:06.776" v="37" actId="27636"/>
        <pc:sldMkLst>
          <pc:docMk/>
          <pc:sldMk cId="84054775" sldId="258"/>
        </pc:sldMkLst>
        <pc:spChg chg="mod">
          <ac:chgData name="Arun Sunar" userId="3fa9774ca67c7ab5" providerId="LiveId" clId="{8EAF8D3C-EAA6-48C8-9A3A-60E4762AA22C}" dt="2023-08-17T16:07:04.082" v="35" actId="14100"/>
          <ac:spMkLst>
            <pc:docMk/>
            <pc:sldMk cId="84054775" sldId="258"/>
            <ac:spMk id="2" creationId="{3F54D217-8BAF-C289-40F0-9B270772A715}"/>
          </ac:spMkLst>
        </pc:spChg>
        <pc:spChg chg="mod">
          <ac:chgData name="Arun Sunar" userId="3fa9774ca67c7ab5" providerId="LiveId" clId="{8EAF8D3C-EAA6-48C8-9A3A-60E4762AA22C}" dt="2023-08-17T16:07:06.776" v="37" actId="27636"/>
          <ac:spMkLst>
            <pc:docMk/>
            <pc:sldMk cId="84054775" sldId="258"/>
            <ac:spMk id="3" creationId="{522BE9D4-F418-A179-D681-DC2F68B1F573}"/>
          </ac:spMkLst>
        </pc:spChg>
      </pc:sldChg>
      <pc:sldChg chg="modSp new mod">
        <pc:chgData name="Arun Sunar" userId="3fa9774ca67c7ab5" providerId="LiveId" clId="{8EAF8D3C-EAA6-48C8-9A3A-60E4762AA22C}" dt="2023-09-06T03:45:46.248" v="220" actId="20577"/>
        <pc:sldMkLst>
          <pc:docMk/>
          <pc:sldMk cId="3308433651" sldId="259"/>
        </pc:sldMkLst>
        <pc:spChg chg="mod">
          <ac:chgData name="Arun Sunar" userId="3fa9774ca67c7ab5" providerId="LiveId" clId="{8EAF8D3C-EAA6-48C8-9A3A-60E4762AA22C}" dt="2023-09-06T03:45:46.248" v="220" actId="20577"/>
          <ac:spMkLst>
            <pc:docMk/>
            <pc:sldMk cId="3308433651" sldId="259"/>
            <ac:spMk id="3" creationId="{2E6BC484-7D27-9AB6-DD4B-3C2FFA32266E}"/>
          </ac:spMkLst>
        </pc:spChg>
      </pc:sldChg>
      <pc:sldChg chg="addSp delSp modSp add mod">
        <pc:chgData name="Arun Sunar" userId="3fa9774ca67c7ab5" providerId="LiveId" clId="{8EAF8D3C-EAA6-48C8-9A3A-60E4762AA22C}" dt="2023-08-17T16:16:37.500" v="65" actId="27636"/>
        <pc:sldMkLst>
          <pc:docMk/>
          <pc:sldMk cId="4081877276" sldId="260"/>
        </pc:sldMkLst>
        <pc:spChg chg="mod">
          <ac:chgData name="Arun Sunar" userId="3fa9774ca67c7ab5" providerId="LiveId" clId="{8EAF8D3C-EAA6-48C8-9A3A-60E4762AA22C}" dt="2023-08-17T16:07:22.771" v="41"/>
          <ac:spMkLst>
            <pc:docMk/>
            <pc:sldMk cId="4081877276" sldId="260"/>
            <ac:spMk id="2" creationId="{3F54D217-8BAF-C289-40F0-9B270772A715}"/>
          </ac:spMkLst>
        </pc:spChg>
        <pc:spChg chg="mod">
          <ac:chgData name="Arun Sunar" userId="3fa9774ca67c7ab5" providerId="LiveId" clId="{8EAF8D3C-EAA6-48C8-9A3A-60E4762AA22C}" dt="2023-08-17T16:16:37.500" v="65" actId="27636"/>
          <ac:spMkLst>
            <pc:docMk/>
            <pc:sldMk cId="4081877276" sldId="260"/>
            <ac:spMk id="3" creationId="{522BE9D4-F418-A179-D681-DC2F68B1F573}"/>
          </ac:spMkLst>
        </pc:spChg>
        <pc:spChg chg="add del">
          <ac:chgData name="Arun Sunar" userId="3fa9774ca67c7ab5" providerId="LiveId" clId="{8EAF8D3C-EAA6-48C8-9A3A-60E4762AA22C}" dt="2023-08-17T16:16:28.123" v="63"/>
          <ac:spMkLst>
            <pc:docMk/>
            <pc:sldMk cId="4081877276" sldId="260"/>
            <ac:spMk id="4" creationId="{792B91FD-1C74-17E8-3540-537769B06AD3}"/>
          </ac:spMkLst>
        </pc:spChg>
      </pc:sldChg>
      <pc:sldChg chg="addSp delSp new mod">
        <pc:chgData name="Arun Sunar" userId="3fa9774ca67c7ab5" providerId="LiveId" clId="{8EAF8D3C-EAA6-48C8-9A3A-60E4762AA22C}" dt="2023-08-17T16:09:14.728" v="48"/>
        <pc:sldMkLst>
          <pc:docMk/>
          <pc:sldMk cId="2689197866" sldId="261"/>
        </pc:sldMkLst>
        <pc:spChg chg="del">
          <ac:chgData name="Arun Sunar" userId="3fa9774ca67c7ab5" providerId="LiveId" clId="{8EAF8D3C-EAA6-48C8-9A3A-60E4762AA22C}" dt="2023-08-17T16:09:05.250" v="44" actId="478"/>
          <ac:spMkLst>
            <pc:docMk/>
            <pc:sldMk cId="2689197866" sldId="261"/>
            <ac:spMk id="2" creationId="{19B3302A-9A77-668D-D5BD-CB28F5CC75AD}"/>
          </ac:spMkLst>
        </pc:spChg>
        <pc:spChg chg="del">
          <ac:chgData name="Arun Sunar" userId="3fa9774ca67c7ab5" providerId="LiveId" clId="{8EAF8D3C-EAA6-48C8-9A3A-60E4762AA22C}" dt="2023-08-17T16:09:06.626" v="45" actId="478"/>
          <ac:spMkLst>
            <pc:docMk/>
            <pc:sldMk cId="2689197866" sldId="261"/>
            <ac:spMk id="3" creationId="{5957A3DE-E598-0A3E-EB23-DABFFB5823E1}"/>
          </ac:spMkLst>
        </pc:spChg>
        <pc:picChg chg="add">
          <ac:chgData name="Arun Sunar" userId="3fa9774ca67c7ab5" providerId="LiveId" clId="{8EAF8D3C-EAA6-48C8-9A3A-60E4762AA22C}" dt="2023-08-17T16:09:14.728" v="48"/>
          <ac:picMkLst>
            <pc:docMk/>
            <pc:sldMk cId="2689197866" sldId="261"/>
            <ac:picMk id="4" creationId="{54F81721-0925-2817-78BF-8F103764C27A}"/>
          </ac:picMkLst>
        </pc:picChg>
        <pc:picChg chg="add del">
          <ac:chgData name="Arun Sunar" userId="3fa9774ca67c7ab5" providerId="LiveId" clId="{8EAF8D3C-EAA6-48C8-9A3A-60E4762AA22C}" dt="2023-08-17T16:09:14.712" v="47"/>
          <ac:picMkLst>
            <pc:docMk/>
            <pc:sldMk cId="2689197866" sldId="261"/>
            <ac:picMk id="2050" creationId="{5806734C-D010-78C4-9DBB-97B0A15C8AD6}"/>
          </ac:picMkLst>
        </pc:picChg>
      </pc:sldChg>
      <pc:sldChg chg="modSp add mod">
        <pc:chgData name="Arun Sunar" userId="3fa9774ca67c7ab5" providerId="LiveId" clId="{8EAF8D3C-EAA6-48C8-9A3A-60E4762AA22C}" dt="2023-08-18T14:13:38.444" v="171" actId="27636"/>
        <pc:sldMkLst>
          <pc:docMk/>
          <pc:sldMk cId="1281005937" sldId="262"/>
        </pc:sldMkLst>
        <pc:spChg chg="mod">
          <ac:chgData name="Arun Sunar" userId="3fa9774ca67c7ab5" providerId="LiveId" clId="{8EAF8D3C-EAA6-48C8-9A3A-60E4762AA22C}" dt="2023-08-18T14:00:05.045" v="69"/>
          <ac:spMkLst>
            <pc:docMk/>
            <pc:sldMk cId="1281005937" sldId="262"/>
            <ac:spMk id="2" creationId="{3F54D217-8BAF-C289-40F0-9B270772A715}"/>
          </ac:spMkLst>
        </pc:spChg>
        <pc:spChg chg="mod">
          <ac:chgData name="Arun Sunar" userId="3fa9774ca67c7ab5" providerId="LiveId" clId="{8EAF8D3C-EAA6-48C8-9A3A-60E4762AA22C}" dt="2023-08-18T14:13:38.444" v="171" actId="27636"/>
          <ac:spMkLst>
            <pc:docMk/>
            <pc:sldMk cId="1281005937" sldId="262"/>
            <ac:spMk id="3" creationId="{522BE9D4-F418-A179-D681-DC2F68B1F573}"/>
          </ac:spMkLst>
        </pc:spChg>
      </pc:sldChg>
      <pc:sldChg chg="modSp add mod">
        <pc:chgData name="Arun Sunar" userId="3fa9774ca67c7ab5" providerId="LiveId" clId="{8EAF8D3C-EAA6-48C8-9A3A-60E4762AA22C}" dt="2023-08-18T14:11:43.403" v="151"/>
        <pc:sldMkLst>
          <pc:docMk/>
          <pc:sldMk cId="674372725" sldId="263"/>
        </pc:sldMkLst>
        <pc:spChg chg="mod">
          <ac:chgData name="Arun Sunar" userId="3fa9774ca67c7ab5" providerId="LiveId" clId="{8EAF8D3C-EAA6-48C8-9A3A-60E4762AA22C}" dt="2023-08-18T14:01:49.507" v="95" actId="27636"/>
          <ac:spMkLst>
            <pc:docMk/>
            <pc:sldMk cId="674372725" sldId="263"/>
            <ac:spMk id="2" creationId="{3F54D217-8BAF-C289-40F0-9B270772A715}"/>
          </ac:spMkLst>
        </pc:spChg>
        <pc:spChg chg="mod">
          <ac:chgData name="Arun Sunar" userId="3fa9774ca67c7ab5" providerId="LiveId" clId="{8EAF8D3C-EAA6-48C8-9A3A-60E4762AA22C}" dt="2023-08-18T14:11:43.403" v="151"/>
          <ac:spMkLst>
            <pc:docMk/>
            <pc:sldMk cId="674372725" sldId="263"/>
            <ac:spMk id="3" creationId="{522BE9D4-F418-A179-D681-DC2F68B1F573}"/>
          </ac:spMkLst>
        </pc:spChg>
      </pc:sldChg>
      <pc:sldChg chg="modSp add mod">
        <pc:chgData name="Arun Sunar" userId="3fa9774ca67c7ab5" providerId="LiveId" clId="{8EAF8D3C-EAA6-48C8-9A3A-60E4762AA22C}" dt="2023-08-18T14:02:24.602" v="106"/>
        <pc:sldMkLst>
          <pc:docMk/>
          <pc:sldMk cId="3038310250" sldId="264"/>
        </pc:sldMkLst>
        <pc:spChg chg="mod">
          <ac:chgData name="Arun Sunar" userId="3fa9774ca67c7ab5" providerId="LiveId" clId="{8EAF8D3C-EAA6-48C8-9A3A-60E4762AA22C}" dt="2023-08-18T14:02:13.463" v="103"/>
          <ac:spMkLst>
            <pc:docMk/>
            <pc:sldMk cId="3038310250" sldId="264"/>
            <ac:spMk id="2" creationId="{3F54D217-8BAF-C289-40F0-9B270772A715}"/>
          </ac:spMkLst>
        </pc:spChg>
        <pc:spChg chg="mod">
          <ac:chgData name="Arun Sunar" userId="3fa9774ca67c7ab5" providerId="LiveId" clId="{8EAF8D3C-EAA6-48C8-9A3A-60E4762AA22C}" dt="2023-08-18T14:02:24.602" v="106"/>
          <ac:spMkLst>
            <pc:docMk/>
            <pc:sldMk cId="3038310250" sldId="264"/>
            <ac:spMk id="3" creationId="{522BE9D4-F418-A179-D681-DC2F68B1F573}"/>
          </ac:spMkLst>
        </pc:spChg>
      </pc:sldChg>
      <pc:sldChg chg="modSp add mod">
        <pc:chgData name="Arun Sunar" userId="3fa9774ca67c7ab5" providerId="LiveId" clId="{8EAF8D3C-EAA6-48C8-9A3A-60E4762AA22C}" dt="2023-08-18T14:09:03.891" v="125"/>
        <pc:sldMkLst>
          <pc:docMk/>
          <pc:sldMk cId="2901917765" sldId="265"/>
        </pc:sldMkLst>
        <pc:spChg chg="mod">
          <ac:chgData name="Arun Sunar" userId="3fa9774ca67c7ab5" providerId="LiveId" clId="{8EAF8D3C-EAA6-48C8-9A3A-60E4762AA22C}" dt="2023-08-18T14:08:16.631" v="112"/>
          <ac:spMkLst>
            <pc:docMk/>
            <pc:sldMk cId="2901917765" sldId="265"/>
            <ac:spMk id="2" creationId="{3F54D217-8BAF-C289-40F0-9B270772A715}"/>
          </ac:spMkLst>
        </pc:spChg>
        <pc:spChg chg="mod">
          <ac:chgData name="Arun Sunar" userId="3fa9774ca67c7ab5" providerId="LiveId" clId="{8EAF8D3C-EAA6-48C8-9A3A-60E4762AA22C}" dt="2023-08-18T14:09:03.891" v="125"/>
          <ac:spMkLst>
            <pc:docMk/>
            <pc:sldMk cId="2901917765" sldId="265"/>
            <ac:spMk id="3" creationId="{522BE9D4-F418-A179-D681-DC2F68B1F573}"/>
          </ac:spMkLst>
        </pc:spChg>
      </pc:sldChg>
      <pc:sldChg chg="modSp add mod">
        <pc:chgData name="Arun Sunar" userId="3fa9774ca67c7ab5" providerId="LiveId" clId="{8EAF8D3C-EAA6-48C8-9A3A-60E4762AA22C}" dt="2023-08-18T14:09:44.983" v="132"/>
        <pc:sldMkLst>
          <pc:docMk/>
          <pc:sldMk cId="616125237" sldId="266"/>
        </pc:sldMkLst>
        <pc:spChg chg="mod">
          <ac:chgData name="Arun Sunar" userId="3fa9774ca67c7ab5" providerId="LiveId" clId="{8EAF8D3C-EAA6-48C8-9A3A-60E4762AA22C}" dt="2023-08-18T14:09:32.314" v="129"/>
          <ac:spMkLst>
            <pc:docMk/>
            <pc:sldMk cId="616125237" sldId="266"/>
            <ac:spMk id="2" creationId="{3F54D217-8BAF-C289-40F0-9B270772A715}"/>
          </ac:spMkLst>
        </pc:spChg>
        <pc:spChg chg="mod">
          <ac:chgData name="Arun Sunar" userId="3fa9774ca67c7ab5" providerId="LiveId" clId="{8EAF8D3C-EAA6-48C8-9A3A-60E4762AA22C}" dt="2023-08-18T14:09:44.983" v="132"/>
          <ac:spMkLst>
            <pc:docMk/>
            <pc:sldMk cId="616125237" sldId="266"/>
            <ac:spMk id="3" creationId="{522BE9D4-F418-A179-D681-DC2F68B1F573}"/>
          </ac:spMkLst>
        </pc:spChg>
      </pc:sldChg>
      <pc:sldChg chg="modSp add mod">
        <pc:chgData name="Arun Sunar" userId="3fa9774ca67c7ab5" providerId="LiveId" clId="{8EAF8D3C-EAA6-48C8-9A3A-60E4762AA22C}" dt="2023-08-18T14:11:15.942" v="146"/>
        <pc:sldMkLst>
          <pc:docMk/>
          <pc:sldMk cId="792052696" sldId="267"/>
        </pc:sldMkLst>
        <pc:spChg chg="mod">
          <ac:chgData name="Arun Sunar" userId="3fa9774ca67c7ab5" providerId="LiveId" clId="{8EAF8D3C-EAA6-48C8-9A3A-60E4762AA22C}" dt="2023-08-18T14:10:04.116" v="136"/>
          <ac:spMkLst>
            <pc:docMk/>
            <pc:sldMk cId="792052696" sldId="267"/>
            <ac:spMk id="2" creationId="{3F54D217-8BAF-C289-40F0-9B270772A715}"/>
          </ac:spMkLst>
        </pc:spChg>
        <pc:spChg chg="mod">
          <ac:chgData name="Arun Sunar" userId="3fa9774ca67c7ab5" providerId="LiveId" clId="{8EAF8D3C-EAA6-48C8-9A3A-60E4762AA22C}" dt="2023-08-18T14:11:15.942" v="146"/>
          <ac:spMkLst>
            <pc:docMk/>
            <pc:sldMk cId="792052696" sldId="267"/>
            <ac:spMk id="3" creationId="{522BE9D4-F418-A179-D681-DC2F68B1F573}"/>
          </ac:spMkLst>
        </pc:spChg>
      </pc:sldChg>
      <pc:sldChg chg="addSp delSp modSp add mod">
        <pc:chgData name="Arun Sunar" userId="3fa9774ca67c7ab5" providerId="LiveId" clId="{8EAF8D3C-EAA6-48C8-9A3A-60E4762AA22C}" dt="2023-08-18T14:12:09.458" v="159"/>
        <pc:sldMkLst>
          <pc:docMk/>
          <pc:sldMk cId="2349570216" sldId="268"/>
        </pc:sldMkLst>
        <pc:spChg chg="del">
          <ac:chgData name="Arun Sunar" userId="3fa9774ca67c7ab5" providerId="LiveId" clId="{8EAF8D3C-EAA6-48C8-9A3A-60E4762AA22C}" dt="2023-08-18T14:11:57.271" v="154" actId="478"/>
          <ac:spMkLst>
            <pc:docMk/>
            <pc:sldMk cId="2349570216" sldId="268"/>
            <ac:spMk id="2" creationId="{3F54D217-8BAF-C289-40F0-9B270772A715}"/>
          </ac:spMkLst>
        </pc:spChg>
        <pc:spChg chg="del">
          <ac:chgData name="Arun Sunar" userId="3fa9774ca67c7ab5" providerId="LiveId" clId="{8EAF8D3C-EAA6-48C8-9A3A-60E4762AA22C}" dt="2023-08-18T14:11:55.342" v="153" actId="478"/>
          <ac:spMkLst>
            <pc:docMk/>
            <pc:sldMk cId="2349570216" sldId="268"/>
            <ac:spMk id="3" creationId="{522BE9D4-F418-A179-D681-DC2F68B1F573}"/>
          </ac:spMkLst>
        </pc:spChg>
        <pc:spChg chg="add del mod">
          <ac:chgData name="Arun Sunar" userId="3fa9774ca67c7ab5" providerId="LiveId" clId="{8EAF8D3C-EAA6-48C8-9A3A-60E4762AA22C}" dt="2023-08-18T14:12:04.296" v="156" actId="478"/>
          <ac:spMkLst>
            <pc:docMk/>
            <pc:sldMk cId="2349570216" sldId="268"/>
            <ac:spMk id="5" creationId="{C165FDCD-0EA1-E580-B7A1-37A5FE6F6F90}"/>
          </ac:spMkLst>
        </pc:spChg>
        <pc:spChg chg="add del mod">
          <ac:chgData name="Arun Sunar" userId="3fa9774ca67c7ab5" providerId="LiveId" clId="{8EAF8D3C-EAA6-48C8-9A3A-60E4762AA22C}" dt="2023-08-18T14:12:01.163" v="155" actId="478"/>
          <ac:spMkLst>
            <pc:docMk/>
            <pc:sldMk cId="2349570216" sldId="268"/>
            <ac:spMk id="7" creationId="{D446C200-403D-FDA0-886C-9D2B9A271297}"/>
          </ac:spMkLst>
        </pc:spChg>
        <pc:picChg chg="add">
          <ac:chgData name="Arun Sunar" userId="3fa9774ca67c7ab5" providerId="LiveId" clId="{8EAF8D3C-EAA6-48C8-9A3A-60E4762AA22C}" dt="2023-08-18T14:12:09.458" v="159"/>
          <ac:picMkLst>
            <pc:docMk/>
            <pc:sldMk cId="2349570216" sldId="268"/>
            <ac:picMk id="8" creationId="{D252C8DA-7D5F-718E-6ABB-981552AEB96C}"/>
          </ac:picMkLst>
        </pc:picChg>
        <pc:picChg chg="add del">
          <ac:chgData name="Arun Sunar" userId="3fa9774ca67c7ab5" providerId="LiveId" clId="{8EAF8D3C-EAA6-48C8-9A3A-60E4762AA22C}" dt="2023-08-18T14:12:09.442" v="158"/>
          <ac:picMkLst>
            <pc:docMk/>
            <pc:sldMk cId="2349570216" sldId="268"/>
            <ac:picMk id="1026" creationId="{E7231A52-DCFF-C587-25BF-9027B877263C}"/>
          </ac:picMkLst>
        </pc:picChg>
      </pc:sldChg>
      <pc:sldChg chg="modSp add mod ord">
        <pc:chgData name="Arun Sunar" userId="3fa9774ca67c7ab5" providerId="LiveId" clId="{8EAF8D3C-EAA6-48C8-9A3A-60E4762AA22C}" dt="2023-09-06T03:35:01.001" v="200" actId="20577"/>
        <pc:sldMkLst>
          <pc:docMk/>
          <pc:sldMk cId="3928646759" sldId="269"/>
        </pc:sldMkLst>
        <pc:spChg chg="mod">
          <ac:chgData name="Arun Sunar" userId="3fa9774ca67c7ab5" providerId="LiveId" clId="{8EAF8D3C-EAA6-48C8-9A3A-60E4762AA22C}" dt="2023-09-06T03:33:07.223" v="183" actId="113"/>
          <ac:spMkLst>
            <pc:docMk/>
            <pc:sldMk cId="3928646759" sldId="269"/>
            <ac:spMk id="2" creationId="{3F54D217-8BAF-C289-40F0-9B270772A715}"/>
          </ac:spMkLst>
        </pc:spChg>
        <pc:spChg chg="mod">
          <ac:chgData name="Arun Sunar" userId="3fa9774ca67c7ab5" providerId="LiveId" clId="{8EAF8D3C-EAA6-48C8-9A3A-60E4762AA22C}" dt="2023-09-06T03:35:01.001" v="200" actId="20577"/>
          <ac:spMkLst>
            <pc:docMk/>
            <pc:sldMk cId="3928646759" sldId="269"/>
            <ac:spMk id="3" creationId="{522BE9D4-F418-A179-D681-DC2F68B1F573}"/>
          </ac:spMkLst>
        </pc:spChg>
      </pc:sldChg>
      <pc:sldChg chg="new del">
        <pc:chgData name="Arun Sunar" userId="3fa9774ca67c7ab5" providerId="LiveId" clId="{8EAF8D3C-EAA6-48C8-9A3A-60E4762AA22C}" dt="2023-09-06T03:38:09.003" v="202" actId="680"/>
        <pc:sldMkLst>
          <pc:docMk/>
          <pc:sldMk cId="1517941477" sldId="270"/>
        </pc:sldMkLst>
      </pc:sldChg>
      <pc:sldChg chg="modSp add mod">
        <pc:chgData name="Arun Sunar" userId="3fa9774ca67c7ab5" providerId="LiveId" clId="{8EAF8D3C-EAA6-48C8-9A3A-60E4762AA22C}" dt="2023-09-06T03:38:40.630" v="211"/>
        <pc:sldMkLst>
          <pc:docMk/>
          <pc:sldMk cId="2154342284" sldId="270"/>
        </pc:sldMkLst>
        <pc:spChg chg="mod">
          <ac:chgData name="Arun Sunar" userId="3fa9774ca67c7ab5" providerId="LiveId" clId="{8EAF8D3C-EAA6-48C8-9A3A-60E4762AA22C}" dt="2023-09-06T03:38:17.862" v="206"/>
          <ac:spMkLst>
            <pc:docMk/>
            <pc:sldMk cId="2154342284" sldId="270"/>
            <ac:spMk id="2" creationId="{3F54D217-8BAF-C289-40F0-9B270772A715}"/>
          </ac:spMkLst>
        </pc:spChg>
        <pc:spChg chg="mod">
          <ac:chgData name="Arun Sunar" userId="3fa9774ca67c7ab5" providerId="LiveId" clId="{8EAF8D3C-EAA6-48C8-9A3A-60E4762AA22C}" dt="2023-09-06T03:38:40.630" v="211"/>
          <ac:spMkLst>
            <pc:docMk/>
            <pc:sldMk cId="2154342284" sldId="270"/>
            <ac:spMk id="3" creationId="{522BE9D4-F418-A179-D681-DC2F68B1F573}"/>
          </ac:spMkLst>
        </pc:spChg>
      </pc:sldChg>
      <pc:sldChg chg="modSp add mod">
        <pc:chgData name="Arun Sunar" userId="3fa9774ca67c7ab5" providerId="LiveId" clId="{8EAF8D3C-EAA6-48C8-9A3A-60E4762AA22C}" dt="2023-09-06T03:47:03.162" v="223"/>
        <pc:sldMkLst>
          <pc:docMk/>
          <pc:sldMk cId="3110631650" sldId="271"/>
        </pc:sldMkLst>
        <pc:spChg chg="mod">
          <ac:chgData name="Arun Sunar" userId="3fa9774ca67c7ab5" providerId="LiveId" clId="{8EAF8D3C-EAA6-48C8-9A3A-60E4762AA22C}" dt="2023-09-06T03:47:03.162" v="223"/>
          <ac:spMkLst>
            <pc:docMk/>
            <pc:sldMk cId="3110631650" sldId="271"/>
            <ac:spMk id="3" creationId="{522BE9D4-F418-A179-D681-DC2F68B1F57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EBC8D-0D58-F789-6F13-3178F4B83F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EE935B-156A-69A3-13D9-FAB2D66D97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530E42A-93AE-B3B9-2D93-6F97D07A31B7}"/>
              </a:ext>
            </a:extLst>
          </p:cNvPr>
          <p:cNvSpPr>
            <a:spLocks noGrp="1"/>
          </p:cNvSpPr>
          <p:nvPr>
            <p:ph type="dt" sz="half" idx="10"/>
          </p:nvPr>
        </p:nvSpPr>
        <p:spPr/>
        <p:txBody>
          <a:bodyPr/>
          <a:lstStyle/>
          <a:p>
            <a:fld id="{EA02F48C-8645-4EA5-87FF-858726C2A796}" type="datetimeFigureOut">
              <a:rPr lang="en-IN" smtClean="0"/>
              <a:t>06-09-2023</a:t>
            </a:fld>
            <a:endParaRPr lang="en-IN"/>
          </a:p>
        </p:txBody>
      </p:sp>
      <p:sp>
        <p:nvSpPr>
          <p:cNvPr id="5" name="Footer Placeholder 4">
            <a:extLst>
              <a:ext uri="{FF2B5EF4-FFF2-40B4-BE49-F238E27FC236}">
                <a16:creationId xmlns:a16="http://schemas.microsoft.com/office/drawing/2014/main" id="{5C12B932-7CB9-07DC-660E-4E32FA9A49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217C19-4D21-4333-DF1B-FCC67C093382}"/>
              </a:ext>
            </a:extLst>
          </p:cNvPr>
          <p:cNvSpPr>
            <a:spLocks noGrp="1"/>
          </p:cNvSpPr>
          <p:nvPr>
            <p:ph type="sldNum" sz="quarter" idx="12"/>
          </p:nvPr>
        </p:nvSpPr>
        <p:spPr/>
        <p:txBody>
          <a:bodyPr/>
          <a:lstStyle/>
          <a:p>
            <a:fld id="{F37DA036-6741-43BC-9F4A-AD21861A7033}" type="slidenum">
              <a:rPr lang="en-IN" smtClean="0"/>
              <a:t>‹#›</a:t>
            </a:fld>
            <a:endParaRPr lang="en-IN"/>
          </a:p>
        </p:txBody>
      </p:sp>
    </p:spTree>
    <p:extLst>
      <p:ext uri="{BB962C8B-B14F-4D97-AF65-F5344CB8AC3E}">
        <p14:creationId xmlns:p14="http://schemas.microsoft.com/office/powerpoint/2010/main" val="2733169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61BC2-67EE-6D19-6BFF-A2D6F55CD4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A2350D-D9C5-38C7-A4EC-F9290C4167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E9E6CC-6D51-A6FB-5847-CA7E1968F749}"/>
              </a:ext>
            </a:extLst>
          </p:cNvPr>
          <p:cNvSpPr>
            <a:spLocks noGrp="1"/>
          </p:cNvSpPr>
          <p:nvPr>
            <p:ph type="dt" sz="half" idx="10"/>
          </p:nvPr>
        </p:nvSpPr>
        <p:spPr/>
        <p:txBody>
          <a:bodyPr/>
          <a:lstStyle/>
          <a:p>
            <a:fld id="{EA02F48C-8645-4EA5-87FF-858726C2A796}" type="datetimeFigureOut">
              <a:rPr lang="en-IN" smtClean="0"/>
              <a:t>06-09-2023</a:t>
            </a:fld>
            <a:endParaRPr lang="en-IN"/>
          </a:p>
        </p:txBody>
      </p:sp>
      <p:sp>
        <p:nvSpPr>
          <p:cNvPr id="5" name="Footer Placeholder 4">
            <a:extLst>
              <a:ext uri="{FF2B5EF4-FFF2-40B4-BE49-F238E27FC236}">
                <a16:creationId xmlns:a16="http://schemas.microsoft.com/office/drawing/2014/main" id="{437498C7-BDA8-C6BE-8575-274AAD4A35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6F9951-F29D-A74A-95CA-0E8987259B2D}"/>
              </a:ext>
            </a:extLst>
          </p:cNvPr>
          <p:cNvSpPr>
            <a:spLocks noGrp="1"/>
          </p:cNvSpPr>
          <p:nvPr>
            <p:ph type="sldNum" sz="quarter" idx="12"/>
          </p:nvPr>
        </p:nvSpPr>
        <p:spPr/>
        <p:txBody>
          <a:bodyPr/>
          <a:lstStyle/>
          <a:p>
            <a:fld id="{F37DA036-6741-43BC-9F4A-AD21861A7033}" type="slidenum">
              <a:rPr lang="en-IN" smtClean="0"/>
              <a:t>‹#›</a:t>
            </a:fld>
            <a:endParaRPr lang="en-IN"/>
          </a:p>
        </p:txBody>
      </p:sp>
    </p:spTree>
    <p:extLst>
      <p:ext uri="{BB962C8B-B14F-4D97-AF65-F5344CB8AC3E}">
        <p14:creationId xmlns:p14="http://schemas.microsoft.com/office/powerpoint/2010/main" val="2520018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C9440-3685-9C07-5CA7-97DDCE0E2B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A28B46-568F-D439-B8E5-EE00D9FC2C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FF4BD8-CB48-9BEA-1B1F-4C65F4C59ECE}"/>
              </a:ext>
            </a:extLst>
          </p:cNvPr>
          <p:cNvSpPr>
            <a:spLocks noGrp="1"/>
          </p:cNvSpPr>
          <p:nvPr>
            <p:ph type="dt" sz="half" idx="10"/>
          </p:nvPr>
        </p:nvSpPr>
        <p:spPr/>
        <p:txBody>
          <a:bodyPr/>
          <a:lstStyle/>
          <a:p>
            <a:fld id="{EA02F48C-8645-4EA5-87FF-858726C2A796}" type="datetimeFigureOut">
              <a:rPr lang="en-IN" smtClean="0"/>
              <a:t>06-09-2023</a:t>
            </a:fld>
            <a:endParaRPr lang="en-IN"/>
          </a:p>
        </p:txBody>
      </p:sp>
      <p:sp>
        <p:nvSpPr>
          <p:cNvPr id="5" name="Footer Placeholder 4">
            <a:extLst>
              <a:ext uri="{FF2B5EF4-FFF2-40B4-BE49-F238E27FC236}">
                <a16:creationId xmlns:a16="http://schemas.microsoft.com/office/drawing/2014/main" id="{D8ECD479-E6F5-2AE4-6B14-A919221434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325BC6-2E67-94A1-ABBC-1E6A3ECD0705}"/>
              </a:ext>
            </a:extLst>
          </p:cNvPr>
          <p:cNvSpPr>
            <a:spLocks noGrp="1"/>
          </p:cNvSpPr>
          <p:nvPr>
            <p:ph type="sldNum" sz="quarter" idx="12"/>
          </p:nvPr>
        </p:nvSpPr>
        <p:spPr/>
        <p:txBody>
          <a:bodyPr/>
          <a:lstStyle/>
          <a:p>
            <a:fld id="{F37DA036-6741-43BC-9F4A-AD21861A7033}" type="slidenum">
              <a:rPr lang="en-IN" smtClean="0"/>
              <a:t>‹#›</a:t>
            </a:fld>
            <a:endParaRPr lang="en-IN"/>
          </a:p>
        </p:txBody>
      </p:sp>
    </p:spTree>
    <p:extLst>
      <p:ext uri="{BB962C8B-B14F-4D97-AF65-F5344CB8AC3E}">
        <p14:creationId xmlns:p14="http://schemas.microsoft.com/office/powerpoint/2010/main" val="1505353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33CA3-43A1-CC4E-99F7-AA94B7950F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BB87FF-E4A5-4384-2079-8E8C6477E9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BEB0FBA-E636-ED8A-0A67-A2338EE710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6ACA2D5-F201-CC2D-E885-2371F83AB356}"/>
              </a:ext>
            </a:extLst>
          </p:cNvPr>
          <p:cNvSpPr>
            <a:spLocks noGrp="1"/>
          </p:cNvSpPr>
          <p:nvPr>
            <p:ph type="dt" sz="half" idx="10"/>
          </p:nvPr>
        </p:nvSpPr>
        <p:spPr/>
        <p:txBody>
          <a:bodyPr/>
          <a:lstStyle/>
          <a:p>
            <a:fld id="{EA02F48C-8645-4EA5-87FF-858726C2A796}" type="datetimeFigureOut">
              <a:rPr lang="en-IN" smtClean="0"/>
              <a:t>06-09-2023</a:t>
            </a:fld>
            <a:endParaRPr lang="en-IN"/>
          </a:p>
        </p:txBody>
      </p:sp>
      <p:sp>
        <p:nvSpPr>
          <p:cNvPr id="6" name="Footer Placeholder 5">
            <a:extLst>
              <a:ext uri="{FF2B5EF4-FFF2-40B4-BE49-F238E27FC236}">
                <a16:creationId xmlns:a16="http://schemas.microsoft.com/office/drawing/2014/main" id="{AEBC7F82-5D84-A2ED-20AF-199D7D122A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D16564-446F-66DA-93A4-E3BDDA82506F}"/>
              </a:ext>
            </a:extLst>
          </p:cNvPr>
          <p:cNvSpPr>
            <a:spLocks noGrp="1"/>
          </p:cNvSpPr>
          <p:nvPr>
            <p:ph type="sldNum" sz="quarter" idx="12"/>
          </p:nvPr>
        </p:nvSpPr>
        <p:spPr/>
        <p:txBody>
          <a:bodyPr/>
          <a:lstStyle/>
          <a:p>
            <a:fld id="{F37DA036-6741-43BC-9F4A-AD21861A7033}" type="slidenum">
              <a:rPr lang="en-IN" smtClean="0"/>
              <a:t>‹#›</a:t>
            </a:fld>
            <a:endParaRPr lang="en-IN"/>
          </a:p>
        </p:txBody>
      </p:sp>
    </p:spTree>
    <p:extLst>
      <p:ext uri="{BB962C8B-B14F-4D97-AF65-F5344CB8AC3E}">
        <p14:creationId xmlns:p14="http://schemas.microsoft.com/office/powerpoint/2010/main" val="198518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CE435-1391-FE9C-40B6-8E83FD4B641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2A7EB0-5F37-5BB1-C22A-DC8A7B5BFB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039CE8-5676-E84E-B60B-4E07BD7503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D0A1E5-2F46-D186-4B69-3208325876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DC948A-AD00-315E-160B-CA22135E43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79B1014-4B52-FCBF-ABC4-48B3CECD24BD}"/>
              </a:ext>
            </a:extLst>
          </p:cNvPr>
          <p:cNvSpPr>
            <a:spLocks noGrp="1"/>
          </p:cNvSpPr>
          <p:nvPr>
            <p:ph type="dt" sz="half" idx="10"/>
          </p:nvPr>
        </p:nvSpPr>
        <p:spPr/>
        <p:txBody>
          <a:bodyPr/>
          <a:lstStyle/>
          <a:p>
            <a:fld id="{EA02F48C-8645-4EA5-87FF-858726C2A796}" type="datetimeFigureOut">
              <a:rPr lang="en-IN" smtClean="0"/>
              <a:t>06-09-2023</a:t>
            </a:fld>
            <a:endParaRPr lang="en-IN"/>
          </a:p>
        </p:txBody>
      </p:sp>
      <p:sp>
        <p:nvSpPr>
          <p:cNvPr id="8" name="Footer Placeholder 7">
            <a:extLst>
              <a:ext uri="{FF2B5EF4-FFF2-40B4-BE49-F238E27FC236}">
                <a16:creationId xmlns:a16="http://schemas.microsoft.com/office/drawing/2014/main" id="{8F2BDCE6-9E49-AF11-CB1B-FE6AE9FBC19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F3E833B-68C3-4793-B6DB-1096CF0EC297}"/>
              </a:ext>
            </a:extLst>
          </p:cNvPr>
          <p:cNvSpPr>
            <a:spLocks noGrp="1"/>
          </p:cNvSpPr>
          <p:nvPr>
            <p:ph type="sldNum" sz="quarter" idx="12"/>
          </p:nvPr>
        </p:nvSpPr>
        <p:spPr/>
        <p:txBody>
          <a:bodyPr/>
          <a:lstStyle/>
          <a:p>
            <a:fld id="{F37DA036-6741-43BC-9F4A-AD21861A7033}" type="slidenum">
              <a:rPr lang="en-IN" smtClean="0"/>
              <a:t>‹#›</a:t>
            </a:fld>
            <a:endParaRPr lang="en-IN"/>
          </a:p>
        </p:txBody>
      </p:sp>
    </p:spTree>
    <p:extLst>
      <p:ext uri="{BB962C8B-B14F-4D97-AF65-F5344CB8AC3E}">
        <p14:creationId xmlns:p14="http://schemas.microsoft.com/office/powerpoint/2010/main" val="798718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F406A-E50C-D914-36F0-DA1F68F3A11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EE436A5-73CD-45B7-83BD-201F41DEA6EA}"/>
              </a:ext>
            </a:extLst>
          </p:cNvPr>
          <p:cNvSpPr>
            <a:spLocks noGrp="1"/>
          </p:cNvSpPr>
          <p:nvPr>
            <p:ph type="dt" sz="half" idx="10"/>
          </p:nvPr>
        </p:nvSpPr>
        <p:spPr/>
        <p:txBody>
          <a:bodyPr/>
          <a:lstStyle/>
          <a:p>
            <a:fld id="{EA02F48C-8645-4EA5-87FF-858726C2A796}" type="datetimeFigureOut">
              <a:rPr lang="en-IN" smtClean="0"/>
              <a:t>06-09-2023</a:t>
            </a:fld>
            <a:endParaRPr lang="en-IN"/>
          </a:p>
        </p:txBody>
      </p:sp>
      <p:sp>
        <p:nvSpPr>
          <p:cNvPr id="4" name="Footer Placeholder 3">
            <a:extLst>
              <a:ext uri="{FF2B5EF4-FFF2-40B4-BE49-F238E27FC236}">
                <a16:creationId xmlns:a16="http://schemas.microsoft.com/office/drawing/2014/main" id="{9C2FB948-B9EA-3EC3-0CBA-631CFE877E7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D8A4BDE-6FD5-B292-DFAB-1FC461F88FBD}"/>
              </a:ext>
            </a:extLst>
          </p:cNvPr>
          <p:cNvSpPr>
            <a:spLocks noGrp="1"/>
          </p:cNvSpPr>
          <p:nvPr>
            <p:ph type="sldNum" sz="quarter" idx="12"/>
          </p:nvPr>
        </p:nvSpPr>
        <p:spPr/>
        <p:txBody>
          <a:bodyPr/>
          <a:lstStyle/>
          <a:p>
            <a:fld id="{F37DA036-6741-43BC-9F4A-AD21861A7033}" type="slidenum">
              <a:rPr lang="en-IN" smtClean="0"/>
              <a:t>‹#›</a:t>
            </a:fld>
            <a:endParaRPr lang="en-IN"/>
          </a:p>
        </p:txBody>
      </p:sp>
    </p:spTree>
    <p:extLst>
      <p:ext uri="{BB962C8B-B14F-4D97-AF65-F5344CB8AC3E}">
        <p14:creationId xmlns:p14="http://schemas.microsoft.com/office/powerpoint/2010/main" val="1392667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4D726A-420F-282C-C54B-57103B01480B}"/>
              </a:ext>
            </a:extLst>
          </p:cNvPr>
          <p:cNvSpPr>
            <a:spLocks noGrp="1"/>
          </p:cNvSpPr>
          <p:nvPr>
            <p:ph type="dt" sz="half" idx="10"/>
          </p:nvPr>
        </p:nvSpPr>
        <p:spPr/>
        <p:txBody>
          <a:bodyPr/>
          <a:lstStyle/>
          <a:p>
            <a:fld id="{EA02F48C-8645-4EA5-87FF-858726C2A796}" type="datetimeFigureOut">
              <a:rPr lang="en-IN" smtClean="0"/>
              <a:t>06-09-2023</a:t>
            </a:fld>
            <a:endParaRPr lang="en-IN"/>
          </a:p>
        </p:txBody>
      </p:sp>
      <p:sp>
        <p:nvSpPr>
          <p:cNvPr id="3" name="Footer Placeholder 2">
            <a:extLst>
              <a:ext uri="{FF2B5EF4-FFF2-40B4-BE49-F238E27FC236}">
                <a16:creationId xmlns:a16="http://schemas.microsoft.com/office/drawing/2014/main" id="{D476A682-A408-4D42-63D5-D1C899D054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6FE1303-6B18-F972-8D82-C5A2ECEE2C88}"/>
              </a:ext>
            </a:extLst>
          </p:cNvPr>
          <p:cNvSpPr>
            <a:spLocks noGrp="1"/>
          </p:cNvSpPr>
          <p:nvPr>
            <p:ph type="sldNum" sz="quarter" idx="12"/>
          </p:nvPr>
        </p:nvSpPr>
        <p:spPr/>
        <p:txBody>
          <a:bodyPr/>
          <a:lstStyle/>
          <a:p>
            <a:fld id="{F37DA036-6741-43BC-9F4A-AD21861A7033}" type="slidenum">
              <a:rPr lang="en-IN" smtClean="0"/>
              <a:t>‹#›</a:t>
            </a:fld>
            <a:endParaRPr lang="en-IN"/>
          </a:p>
        </p:txBody>
      </p:sp>
    </p:spTree>
    <p:extLst>
      <p:ext uri="{BB962C8B-B14F-4D97-AF65-F5344CB8AC3E}">
        <p14:creationId xmlns:p14="http://schemas.microsoft.com/office/powerpoint/2010/main" val="991152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EACEE-CF99-1DEF-2311-27E48E1B04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AAB547E-2A77-254F-B5BE-CBD6668883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09F12B8-948F-6540-055A-D66A96B63A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177977-B9C1-7F4E-CCAD-8D73C4CFB973}"/>
              </a:ext>
            </a:extLst>
          </p:cNvPr>
          <p:cNvSpPr>
            <a:spLocks noGrp="1"/>
          </p:cNvSpPr>
          <p:nvPr>
            <p:ph type="dt" sz="half" idx="10"/>
          </p:nvPr>
        </p:nvSpPr>
        <p:spPr/>
        <p:txBody>
          <a:bodyPr/>
          <a:lstStyle/>
          <a:p>
            <a:fld id="{EA02F48C-8645-4EA5-87FF-858726C2A796}" type="datetimeFigureOut">
              <a:rPr lang="en-IN" smtClean="0"/>
              <a:t>06-09-2023</a:t>
            </a:fld>
            <a:endParaRPr lang="en-IN"/>
          </a:p>
        </p:txBody>
      </p:sp>
      <p:sp>
        <p:nvSpPr>
          <p:cNvPr id="6" name="Footer Placeholder 5">
            <a:extLst>
              <a:ext uri="{FF2B5EF4-FFF2-40B4-BE49-F238E27FC236}">
                <a16:creationId xmlns:a16="http://schemas.microsoft.com/office/drawing/2014/main" id="{F60CAB1B-9477-E09D-E1B8-9806700481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2DC765-5195-7927-FB45-B11E84B9F47E}"/>
              </a:ext>
            </a:extLst>
          </p:cNvPr>
          <p:cNvSpPr>
            <a:spLocks noGrp="1"/>
          </p:cNvSpPr>
          <p:nvPr>
            <p:ph type="sldNum" sz="quarter" idx="12"/>
          </p:nvPr>
        </p:nvSpPr>
        <p:spPr/>
        <p:txBody>
          <a:bodyPr/>
          <a:lstStyle/>
          <a:p>
            <a:fld id="{F37DA036-6741-43BC-9F4A-AD21861A7033}" type="slidenum">
              <a:rPr lang="en-IN" smtClean="0"/>
              <a:t>‹#›</a:t>
            </a:fld>
            <a:endParaRPr lang="en-IN"/>
          </a:p>
        </p:txBody>
      </p:sp>
    </p:spTree>
    <p:extLst>
      <p:ext uri="{BB962C8B-B14F-4D97-AF65-F5344CB8AC3E}">
        <p14:creationId xmlns:p14="http://schemas.microsoft.com/office/powerpoint/2010/main" val="4050040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8E383-D4D7-601F-5F51-28A35B7641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8BA6669-AE06-17E0-7109-CBD096283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C09BEA-DB9B-2CFF-B195-BCB0B892E6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1C4AAE-9139-BEEE-1320-6C5781BE09DA}"/>
              </a:ext>
            </a:extLst>
          </p:cNvPr>
          <p:cNvSpPr>
            <a:spLocks noGrp="1"/>
          </p:cNvSpPr>
          <p:nvPr>
            <p:ph type="dt" sz="half" idx="10"/>
          </p:nvPr>
        </p:nvSpPr>
        <p:spPr/>
        <p:txBody>
          <a:bodyPr/>
          <a:lstStyle/>
          <a:p>
            <a:fld id="{EA02F48C-8645-4EA5-87FF-858726C2A796}" type="datetimeFigureOut">
              <a:rPr lang="en-IN" smtClean="0"/>
              <a:t>06-09-2023</a:t>
            </a:fld>
            <a:endParaRPr lang="en-IN"/>
          </a:p>
        </p:txBody>
      </p:sp>
      <p:sp>
        <p:nvSpPr>
          <p:cNvPr id="6" name="Footer Placeholder 5">
            <a:extLst>
              <a:ext uri="{FF2B5EF4-FFF2-40B4-BE49-F238E27FC236}">
                <a16:creationId xmlns:a16="http://schemas.microsoft.com/office/drawing/2014/main" id="{DC87880C-3B04-3309-D999-F4EF8F3DD3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6E044A-6F7D-EB28-7341-30109D560F9A}"/>
              </a:ext>
            </a:extLst>
          </p:cNvPr>
          <p:cNvSpPr>
            <a:spLocks noGrp="1"/>
          </p:cNvSpPr>
          <p:nvPr>
            <p:ph type="sldNum" sz="quarter" idx="12"/>
          </p:nvPr>
        </p:nvSpPr>
        <p:spPr/>
        <p:txBody>
          <a:bodyPr/>
          <a:lstStyle/>
          <a:p>
            <a:fld id="{F37DA036-6741-43BC-9F4A-AD21861A7033}" type="slidenum">
              <a:rPr lang="en-IN" smtClean="0"/>
              <a:t>‹#›</a:t>
            </a:fld>
            <a:endParaRPr lang="en-IN"/>
          </a:p>
        </p:txBody>
      </p:sp>
    </p:spTree>
    <p:extLst>
      <p:ext uri="{BB962C8B-B14F-4D97-AF65-F5344CB8AC3E}">
        <p14:creationId xmlns:p14="http://schemas.microsoft.com/office/powerpoint/2010/main" val="522462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745E6-637B-2F50-144E-608A9CDB29A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E129DB-196D-342F-881F-34CBAE899D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C82592-B477-5493-EE97-C309A1CD124F}"/>
              </a:ext>
            </a:extLst>
          </p:cNvPr>
          <p:cNvSpPr>
            <a:spLocks noGrp="1"/>
          </p:cNvSpPr>
          <p:nvPr>
            <p:ph type="dt" sz="half" idx="10"/>
          </p:nvPr>
        </p:nvSpPr>
        <p:spPr/>
        <p:txBody>
          <a:bodyPr/>
          <a:lstStyle/>
          <a:p>
            <a:fld id="{EA02F48C-8645-4EA5-87FF-858726C2A796}" type="datetimeFigureOut">
              <a:rPr lang="en-IN" smtClean="0"/>
              <a:t>06-09-2023</a:t>
            </a:fld>
            <a:endParaRPr lang="en-IN"/>
          </a:p>
        </p:txBody>
      </p:sp>
      <p:sp>
        <p:nvSpPr>
          <p:cNvPr id="5" name="Footer Placeholder 4">
            <a:extLst>
              <a:ext uri="{FF2B5EF4-FFF2-40B4-BE49-F238E27FC236}">
                <a16:creationId xmlns:a16="http://schemas.microsoft.com/office/drawing/2014/main" id="{C598F55B-C5AC-3D7F-F2E0-93873E1D84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A50DAD-61FD-ECBD-EC34-C2F7405C30B9}"/>
              </a:ext>
            </a:extLst>
          </p:cNvPr>
          <p:cNvSpPr>
            <a:spLocks noGrp="1"/>
          </p:cNvSpPr>
          <p:nvPr>
            <p:ph type="sldNum" sz="quarter" idx="12"/>
          </p:nvPr>
        </p:nvSpPr>
        <p:spPr/>
        <p:txBody>
          <a:bodyPr/>
          <a:lstStyle/>
          <a:p>
            <a:fld id="{F37DA036-6741-43BC-9F4A-AD21861A7033}" type="slidenum">
              <a:rPr lang="en-IN" smtClean="0"/>
              <a:t>‹#›</a:t>
            </a:fld>
            <a:endParaRPr lang="en-IN"/>
          </a:p>
        </p:txBody>
      </p:sp>
    </p:spTree>
    <p:extLst>
      <p:ext uri="{BB962C8B-B14F-4D97-AF65-F5344CB8AC3E}">
        <p14:creationId xmlns:p14="http://schemas.microsoft.com/office/powerpoint/2010/main" val="2816132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0B9754-CBFC-C435-BBF2-610BC853EB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F80573-4C71-FE59-CEC1-B2C1DDE489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2E6247-BF04-5244-EB5A-6086B2F16732}"/>
              </a:ext>
            </a:extLst>
          </p:cNvPr>
          <p:cNvSpPr>
            <a:spLocks noGrp="1"/>
          </p:cNvSpPr>
          <p:nvPr>
            <p:ph type="dt" sz="half" idx="10"/>
          </p:nvPr>
        </p:nvSpPr>
        <p:spPr/>
        <p:txBody>
          <a:bodyPr/>
          <a:lstStyle/>
          <a:p>
            <a:fld id="{EA02F48C-8645-4EA5-87FF-858726C2A796}" type="datetimeFigureOut">
              <a:rPr lang="en-IN" smtClean="0"/>
              <a:t>06-09-2023</a:t>
            </a:fld>
            <a:endParaRPr lang="en-IN"/>
          </a:p>
        </p:txBody>
      </p:sp>
      <p:sp>
        <p:nvSpPr>
          <p:cNvPr id="5" name="Footer Placeholder 4">
            <a:extLst>
              <a:ext uri="{FF2B5EF4-FFF2-40B4-BE49-F238E27FC236}">
                <a16:creationId xmlns:a16="http://schemas.microsoft.com/office/drawing/2014/main" id="{3EE28FB3-BFAA-E783-5477-1698F60ADB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93EDA5-1714-155F-BF6E-FEF61294386B}"/>
              </a:ext>
            </a:extLst>
          </p:cNvPr>
          <p:cNvSpPr>
            <a:spLocks noGrp="1"/>
          </p:cNvSpPr>
          <p:nvPr>
            <p:ph type="sldNum" sz="quarter" idx="12"/>
          </p:nvPr>
        </p:nvSpPr>
        <p:spPr/>
        <p:txBody>
          <a:bodyPr/>
          <a:lstStyle/>
          <a:p>
            <a:fld id="{F37DA036-6741-43BC-9F4A-AD21861A7033}" type="slidenum">
              <a:rPr lang="en-IN" smtClean="0"/>
              <a:t>‹#›</a:t>
            </a:fld>
            <a:endParaRPr lang="en-IN"/>
          </a:p>
        </p:txBody>
      </p:sp>
    </p:spTree>
    <p:extLst>
      <p:ext uri="{BB962C8B-B14F-4D97-AF65-F5344CB8AC3E}">
        <p14:creationId xmlns:p14="http://schemas.microsoft.com/office/powerpoint/2010/main" val="1942097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E52910-5448-C5CB-1F8A-0A8806A9E5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54B5FC-5908-1D41-FA6B-46497A7C38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0C60E-2F31-D2A2-225B-F151F7C6F4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02F48C-8645-4EA5-87FF-858726C2A796}" type="datetimeFigureOut">
              <a:rPr lang="en-IN" smtClean="0"/>
              <a:t>06-09-2023</a:t>
            </a:fld>
            <a:endParaRPr lang="en-IN"/>
          </a:p>
        </p:txBody>
      </p:sp>
      <p:sp>
        <p:nvSpPr>
          <p:cNvPr id="5" name="Footer Placeholder 4">
            <a:extLst>
              <a:ext uri="{FF2B5EF4-FFF2-40B4-BE49-F238E27FC236}">
                <a16:creationId xmlns:a16="http://schemas.microsoft.com/office/drawing/2014/main" id="{1FAE4A5E-15B7-453E-E49B-E3EECF6633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E5A0CE6-9DA6-9C12-278A-FAEDC3A58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7DA036-6741-43BC-9F4A-AD21861A7033}" type="slidenum">
              <a:rPr lang="en-IN" smtClean="0"/>
              <a:t>‹#›</a:t>
            </a:fld>
            <a:endParaRPr lang="en-IN"/>
          </a:p>
        </p:txBody>
      </p:sp>
    </p:spTree>
    <p:extLst>
      <p:ext uri="{BB962C8B-B14F-4D97-AF65-F5344CB8AC3E}">
        <p14:creationId xmlns:p14="http://schemas.microsoft.com/office/powerpoint/2010/main" val="2616368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ibm.com/cloud/blog/container-orchestration-explained" TargetMode="External"/><Relationship Id="rId2" Type="http://schemas.openxmlformats.org/officeDocument/2006/relationships/hyperlink" Target="https://www.armosec.io/glossary/etcd-kubernete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medium.com/@amroessameldin/kube-proxy-what-is-it-and-how-it-works-6def85d9bc8f" TargetMode="External"/><Relationship Id="rId2" Type="http://schemas.openxmlformats.org/officeDocument/2006/relationships/hyperlink" Target="https://waytoeasylearn.com/learn/kube-api-server/" TargetMode="External"/><Relationship Id="rId1" Type="http://schemas.openxmlformats.org/officeDocument/2006/relationships/slideLayout" Target="../slideLayouts/slideLayout2.xml"/><Relationship Id="rId4" Type="http://schemas.openxmlformats.org/officeDocument/2006/relationships/hyperlink" Target="https://learncloudnative.com/blog/2023-05-31-kubeproxy-iptabl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DA2C9-5E11-E7D1-0EB1-89BA77426731}"/>
              </a:ext>
            </a:extLst>
          </p:cNvPr>
          <p:cNvSpPr>
            <a:spLocks noGrp="1"/>
          </p:cNvSpPr>
          <p:nvPr>
            <p:ph type="ctrTitle"/>
          </p:nvPr>
        </p:nvSpPr>
        <p:spPr>
          <a:xfrm>
            <a:off x="702906" y="307911"/>
            <a:ext cx="9144000" cy="569167"/>
          </a:xfrm>
        </p:spPr>
        <p:txBody>
          <a:bodyPr>
            <a:normAutofit/>
          </a:bodyPr>
          <a:lstStyle/>
          <a:p>
            <a:pPr algn="l"/>
            <a:r>
              <a:rPr lang="en-IN" sz="3200" dirty="0"/>
              <a:t>K8</a:t>
            </a:r>
          </a:p>
        </p:txBody>
      </p:sp>
      <p:pic>
        <p:nvPicPr>
          <p:cNvPr id="4" name="Picture 3">
            <a:extLst>
              <a:ext uri="{FF2B5EF4-FFF2-40B4-BE49-F238E27FC236}">
                <a16:creationId xmlns:a16="http://schemas.microsoft.com/office/drawing/2014/main" id="{B9FE859F-A03F-52BD-6F49-188F9B06DF83}"/>
              </a:ext>
            </a:extLst>
          </p:cNvPr>
          <p:cNvPicPr>
            <a:picLocks noChangeAspect="1"/>
          </p:cNvPicPr>
          <p:nvPr/>
        </p:nvPicPr>
        <p:blipFill>
          <a:blip r:embed="rId2"/>
          <a:stretch>
            <a:fillRect/>
          </a:stretch>
        </p:blipFill>
        <p:spPr>
          <a:xfrm>
            <a:off x="185737" y="90487"/>
            <a:ext cx="11820525" cy="6677025"/>
          </a:xfrm>
          <a:prstGeom prst="rect">
            <a:avLst/>
          </a:prstGeom>
        </p:spPr>
      </p:pic>
      <p:sp>
        <p:nvSpPr>
          <p:cNvPr id="5" name="TextBox 4">
            <a:extLst>
              <a:ext uri="{FF2B5EF4-FFF2-40B4-BE49-F238E27FC236}">
                <a16:creationId xmlns:a16="http://schemas.microsoft.com/office/drawing/2014/main" id="{A25BE93D-3799-B24B-06AB-83061A5517E0}"/>
              </a:ext>
            </a:extLst>
          </p:cNvPr>
          <p:cNvSpPr txBox="1"/>
          <p:nvPr/>
        </p:nvSpPr>
        <p:spPr>
          <a:xfrm>
            <a:off x="429208" y="5346441"/>
            <a:ext cx="4376057" cy="369332"/>
          </a:xfrm>
          <a:prstGeom prst="rect">
            <a:avLst/>
          </a:prstGeom>
          <a:noFill/>
        </p:spPr>
        <p:txBody>
          <a:bodyPr wrap="square" rtlCol="0">
            <a:spAutoFit/>
          </a:bodyPr>
          <a:lstStyle/>
          <a:p>
            <a:r>
              <a:rPr lang="en-IN" dirty="0"/>
              <a:t>Kubernetes Architecture</a:t>
            </a:r>
          </a:p>
        </p:txBody>
      </p:sp>
    </p:spTree>
    <p:extLst>
      <p:ext uri="{BB962C8B-B14F-4D97-AF65-F5344CB8AC3E}">
        <p14:creationId xmlns:p14="http://schemas.microsoft.com/office/powerpoint/2010/main" val="2563018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D217-8BAF-C289-40F0-9B270772A715}"/>
              </a:ext>
            </a:extLst>
          </p:cNvPr>
          <p:cNvSpPr>
            <a:spLocks noGrp="1"/>
          </p:cNvSpPr>
          <p:nvPr>
            <p:ph type="title"/>
          </p:nvPr>
        </p:nvSpPr>
        <p:spPr/>
        <p:txBody>
          <a:bodyPr>
            <a:normAutofit/>
          </a:bodyPr>
          <a:lstStyle/>
          <a:p>
            <a:r>
              <a:rPr lang="en-US" sz="2800" dirty="0"/>
              <a:t>A Kubernetes cluster consists of control plane nodes and worker nodes.</a:t>
            </a:r>
            <a:endParaRPr lang="en-IN" sz="2800" dirty="0"/>
          </a:p>
        </p:txBody>
      </p:sp>
      <p:sp>
        <p:nvSpPr>
          <p:cNvPr id="3" name="Content Placeholder 2">
            <a:extLst>
              <a:ext uri="{FF2B5EF4-FFF2-40B4-BE49-F238E27FC236}">
                <a16:creationId xmlns:a16="http://schemas.microsoft.com/office/drawing/2014/main" id="{522BE9D4-F418-A179-D681-DC2F68B1F573}"/>
              </a:ext>
            </a:extLst>
          </p:cNvPr>
          <p:cNvSpPr>
            <a:spLocks noGrp="1"/>
          </p:cNvSpPr>
          <p:nvPr>
            <p:ph idx="1"/>
          </p:nvPr>
        </p:nvSpPr>
        <p:spPr/>
        <p:txBody>
          <a:bodyPr/>
          <a:lstStyle/>
          <a:p>
            <a:r>
              <a:rPr lang="en-IN" b="1" i="0" dirty="0">
                <a:solidFill>
                  <a:srgbClr val="000000"/>
                </a:solidFill>
                <a:effectLst/>
                <a:latin typeface="hg-grotesk"/>
              </a:rPr>
              <a:t>Control Plane</a:t>
            </a:r>
          </a:p>
          <a:p>
            <a:r>
              <a:rPr lang="en-IN" dirty="0" err="1"/>
              <a:t>kube-apiserver</a:t>
            </a:r>
            <a:endParaRPr lang="en-IN" dirty="0"/>
          </a:p>
          <a:p>
            <a:r>
              <a:rPr lang="en-IN" dirty="0" err="1"/>
              <a:t>etcd</a:t>
            </a:r>
            <a:endParaRPr lang="en-IN" dirty="0"/>
          </a:p>
          <a:p>
            <a:r>
              <a:rPr lang="en-IN" dirty="0" err="1"/>
              <a:t>kube</a:t>
            </a:r>
            <a:r>
              <a:rPr lang="en-IN" dirty="0"/>
              <a:t>-scheduler</a:t>
            </a:r>
          </a:p>
          <a:p>
            <a:r>
              <a:rPr lang="en-IN" dirty="0" err="1"/>
              <a:t>kube</a:t>
            </a:r>
            <a:r>
              <a:rPr lang="en-IN" dirty="0"/>
              <a:t>-controller-manager</a:t>
            </a:r>
          </a:p>
          <a:p>
            <a:r>
              <a:rPr lang="en-IN" dirty="0"/>
              <a:t>cloud-controller-manager</a:t>
            </a:r>
          </a:p>
        </p:txBody>
      </p:sp>
    </p:spTree>
    <p:extLst>
      <p:ext uri="{BB962C8B-B14F-4D97-AF65-F5344CB8AC3E}">
        <p14:creationId xmlns:p14="http://schemas.microsoft.com/office/powerpoint/2010/main" val="4153354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D217-8BAF-C289-40F0-9B270772A715}"/>
              </a:ext>
            </a:extLst>
          </p:cNvPr>
          <p:cNvSpPr>
            <a:spLocks noGrp="1"/>
          </p:cNvSpPr>
          <p:nvPr>
            <p:ph type="title"/>
          </p:nvPr>
        </p:nvSpPr>
        <p:spPr>
          <a:xfrm>
            <a:off x="838200" y="365126"/>
            <a:ext cx="10515600" cy="595928"/>
          </a:xfrm>
        </p:spPr>
        <p:txBody>
          <a:bodyPr>
            <a:normAutofit/>
          </a:bodyPr>
          <a:lstStyle/>
          <a:p>
            <a:r>
              <a:rPr lang="en-US" sz="2800" dirty="0" err="1"/>
              <a:t>kube-apiserver</a:t>
            </a:r>
            <a:endParaRPr lang="en-US" sz="2800" dirty="0"/>
          </a:p>
        </p:txBody>
      </p:sp>
      <p:sp>
        <p:nvSpPr>
          <p:cNvPr id="3" name="Content Placeholder 2">
            <a:extLst>
              <a:ext uri="{FF2B5EF4-FFF2-40B4-BE49-F238E27FC236}">
                <a16:creationId xmlns:a16="http://schemas.microsoft.com/office/drawing/2014/main" id="{522BE9D4-F418-A179-D681-DC2F68B1F573}"/>
              </a:ext>
            </a:extLst>
          </p:cNvPr>
          <p:cNvSpPr>
            <a:spLocks noGrp="1"/>
          </p:cNvSpPr>
          <p:nvPr>
            <p:ph idx="1"/>
          </p:nvPr>
        </p:nvSpPr>
        <p:spPr>
          <a:xfrm>
            <a:off x="838200" y="961054"/>
            <a:ext cx="10515600" cy="5215909"/>
          </a:xfrm>
        </p:spPr>
        <p:txBody>
          <a:bodyPr>
            <a:normAutofit/>
          </a:bodyPr>
          <a:lstStyle/>
          <a:p>
            <a:r>
              <a:rPr lang="en-US" dirty="0"/>
              <a:t>The Kubernetes API server can be considered as the front end of the Kubernetes control plane. Any interaction or request from users or internal Kubernetes components with the control plane go through this component.</a:t>
            </a:r>
          </a:p>
          <a:p>
            <a:r>
              <a:rPr lang="en-US" dirty="0"/>
              <a:t>The API (application programming interface) server determines if a request is valid and then processes it.</a:t>
            </a:r>
          </a:p>
          <a:p>
            <a:r>
              <a:rPr lang="en-US" dirty="0"/>
              <a:t>It acts as a gateway to the cluster and support life cycle orchestration.</a:t>
            </a:r>
          </a:p>
          <a:p>
            <a:pPr algn="just">
              <a:buFont typeface="Arial" panose="020B0604020202020204" pitchFamily="34" charset="0"/>
              <a:buChar char="•"/>
            </a:pPr>
            <a:r>
              <a:rPr lang="en-US" dirty="0" err="1"/>
              <a:t>Kube</a:t>
            </a:r>
            <a:r>
              <a:rPr lang="en-US" dirty="0"/>
              <a:t> API server is the only component that interacts directly with the ETCD data store.</a:t>
            </a:r>
          </a:p>
          <a:p>
            <a:pPr algn="just">
              <a:buFont typeface="Arial" panose="020B0604020202020204" pitchFamily="34" charset="0"/>
              <a:buChar char="•"/>
            </a:pPr>
            <a:r>
              <a:rPr lang="en-US" dirty="0"/>
              <a:t>The other components, such as scheduler, </a:t>
            </a:r>
            <a:r>
              <a:rPr lang="en-US" dirty="0" err="1"/>
              <a:t>kubectl</a:t>
            </a:r>
            <a:r>
              <a:rPr lang="en-US" dirty="0"/>
              <a:t>, </a:t>
            </a:r>
            <a:r>
              <a:rPr lang="en-US" dirty="0" err="1"/>
              <a:t>kubelet</a:t>
            </a:r>
            <a:r>
              <a:rPr lang="en-US" dirty="0"/>
              <a:t>, etc., use the </a:t>
            </a:r>
            <a:r>
              <a:rPr lang="en-US" dirty="0" err="1"/>
              <a:t>Kube</a:t>
            </a:r>
            <a:r>
              <a:rPr lang="en-US" dirty="0"/>
              <a:t> API server to perform updates in the cluster in their respective areas.</a:t>
            </a:r>
          </a:p>
          <a:p>
            <a:endParaRPr lang="en-IN" dirty="0"/>
          </a:p>
        </p:txBody>
      </p:sp>
    </p:spTree>
    <p:extLst>
      <p:ext uri="{BB962C8B-B14F-4D97-AF65-F5344CB8AC3E}">
        <p14:creationId xmlns:p14="http://schemas.microsoft.com/office/powerpoint/2010/main" val="84054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F81721-0925-2817-78BF-8F103764C27A}"/>
              </a:ext>
            </a:extLst>
          </p:cNvPr>
          <p:cNvPicPr>
            <a:picLocks noChangeAspect="1"/>
          </p:cNvPicPr>
          <p:nvPr/>
        </p:nvPicPr>
        <p:blipFill>
          <a:blip r:embed="rId2"/>
          <a:stretch>
            <a:fillRect/>
          </a:stretch>
        </p:blipFill>
        <p:spPr>
          <a:xfrm>
            <a:off x="2271853" y="0"/>
            <a:ext cx="7648294" cy="6858000"/>
          </a:xfrm>
          <a:prstGeom prst="rect">
            <a:avLst/>
          </a:prstGeom>
        </p:spPr>
      </p:pic>
    </p:spTree>
    <p:extLst>
      <p:ext uri="{BB962C8B-B14F-4D97-AF65-F5344CB8AC3E}">
        <p14:creationId xmlns:p14="http://schemas.microsoft.com/office/powerpoint/2010/main" val="2689197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D217-8BAF-C289-40F0-9B270772A715}"/>
              </a:ext>
            </a:extLst>
          </p:cNvPr>
          <p:cNvSpPr>
            <a:spLocks noGrp="1"/>
          </p:cNvSpPr>
          <p:nvPr>
            <p:ph type="title"/>
          </p:nvPr>
        </p:nvSpPr>
        <p:spPr>
          <a:xfrm>
            <a:off x="838200" y="365126"/>
            <a:ext cx="10515600" cy="595928"/>
          </a:xfrm>
        </p:spPr>
        <p:txBody>
          <a:bodyPr>
            <a:normAutofit/>
          </a:bodyPr>
          <a:lstStyle/>
          <a:p>
            <a:r>
              <a:rPr lang="en-US" sz="2800" dirty="0" err="1"/>
              <a:t>etcd</a:t>
            </a:r>
            <a:endParaRPr lang="en-US" sz="2800" dirty="0"/>
          </a:p>
        </p:txBody>
      </p:sp>
      <p:sp>
        <p:nvSpPr>
          <p:cNvPr id="3" name="Content Placeholder 2">
            <a:extLst>
              <a:ext uri="{FF2B5EF4-FFF2-40B4-BE49-F238E27FC236}">
                <a16:creationId xmlns:a16="http://schemas.microsoft.com/office/drawing/2014/main" id="{522BE9D4-F418-A179-D681-DC2F68B1F573}"/>
              </a:ext>
            </a:extLst>
          </p:cNvPr>
          <p:cNvSpPr>
            <a:spLocks noGrp="1"/>
          </p:cNvSpPr>
          <p:nvPr>
            <p:ph idx="1"/>
          </p:nvPr>
        </p:nvSpPr>
        <p:spPr>
          <a:xfrm>
            <a:off x="838200" y="961054"/>
            <a:ext cx="10515600" cy="5215909"/>
          </a:xfrm>
        </p:spPr>
        <p:txBody>
          <a:bodyPr>
            <a:normAutofit fontScale="92500" lnSpcReduction="10000"/>
          </a:bodyPr>
          <a:lstStyle/>
          <a:p>
            <a:r>
              <a:rPr lang="en-US" dirty="0">
                <a:hlinkClick r:id="rId2"/>
              </a:rPr>
              <a:t>What is </a:t>
            </a:r>
            <a:r>
              <a:rPr lang="en-US" dirty="0" err="1">
                <a:hlinkClick r:id="rId2"/>
              </a:rPr>
              <a:t>etcd</a:t>
            </a:r>
            <a:r>
              <a:rPr lang="en-US" dirty="0">
                <a:hlinkClick r:id="rId2"/>
              </a:rPr>
              <a:t> in Kubernetes? | ARMO (armosec.io)</a:t>
            </a:r>
            <a:endParaRPr lang="en-US" dirty="0"/>
          </a:p>
          <a:p>
            <a:r>
              <a:rPr lang="en-US" b="0" i="0" dirty="0" err="1">
                <a:solidFill>
                  <a:srgbClr val="161616"/>
                </a:solidFill>
                <a:effectLst/>
                <a:latin typeface="IBM Plex Sans" panose="020F0502020204030204" pitchFamily="34" charset="0"/>
              </a:rPr>
              <a:t>etcd</a:t>
            </a:r>
            <a:r>
              <a:rPr lang="en-US" b="0" i="0" dirty="0">
                <a:solidFill>
                  <a:srgbClr val="161616"/>
                </a:solidFill>
                <a:effectLst/>
                <a:latin typeface="IBM Plex Sans" panose="020F0502020204030204" pitchFamily="34" charset="0"/>
              </a:rPr>
              <a:t> is an open source distributed key-value store used to hold and manage the critical information that distributed systems need to keep running. Most notably, it manages the configuration data, state data, and metadata for Kubernetes, the popular </a:t>
            </a:r>
            <a:r>
              <a:rPr lang="en-US" b="0" i="0" u="none" strike="noStrike" dirty="0">
                <a:solidFill>
                  <a:srgbClr val="0062FE"/>
                </a:solidFill>
                <a:effectLst/>
                <a:latin typeface="IBM Plex Sans" panose="020F0502020204030204" pitchFamily="34" charset="0"/>
                <a:hlinkClick r:id="rId3" tooltip="us-en_cloud_blog_new-builders_container-orchestration-explained"/>
              </a:rPr>
              <a:t>container orchestration</a:t>
            </a:r>
            <a:r>
              <a:rPr lang="en-US" b="0" i="0" dirty="0">
                <a:solidFill>
                  <a:srgbClr val="161616"/>
                </a:solidFill>
                <a:effectLst/>
                <a:latin typeface="IBM Plex Sans" panose="020F0502020204030204" pitchFamily="34" charset="0"/>
              </a:rPr>
              <a:t> platform.</a:t>
            </a:r>
          </a:p>
          <a:p>
            <a:r>
              <a:rPr lang="en-US" b="0" i="0" dirty="0">
                <a:solidFill>
                  <a:srgbClr val="000D33"/>
                </a:solidFill>
                <a:effectLst/>
                <a:latin typeface="Fira Sans" panose="020F0502020204030204" pitchFamily="34" charset="0"/>
              </a:rPr>
              <a:t>In practice, the keys likely refer to the resources, and the value refers to the state. The changes in the resources and their state are reflected in </a:t>
            </a:r>
            <a:r>
              <a:rPr lang="en-US" b="0" i="0" dirty="0" err="1">
                <a:solidFill>
                  <a:srgbClr val="000D33"/>
                </a:solidFill>
                <a:effectLst/>
                <a:latin typeface="Fira Sans" panose="020F0502020204030204" pitchFamily="34" charset="0"/>
              </a:rPr>
              <a:t>etcd</a:t>
            </a:r>
            <a:r>
              <a:rPr lang="en-US" b="0" i="0" dirty="0">
                <a:solidFill>
                  <a:srgbClr val="000D33"/>
                </a:solidFill>
                <a:effectLst/>
                <a:latin typeface="Fira Sans" panose="020F0502020204030204" pitchFamily="34" charset="0"/>
              </a:rPr>
              <a:t> which facilitates operations such as scheduling tasks. </a:t>
            </a:r>
          </a:p>
          <a:p>
            <a:r>
              <a:rPr lang="en-US" dirty="0"/>
              <a:t>In Kubernetes, the component that interacts with </a:t>
            </a:r>
            <a:r>
              <a:rPr lang="en-US" dirty="0" err="1"/>
              <a:t>etcd</a:t>
            </a:r>
            <a:r>
              <a:rPr lang="en-US" dirty="0"/>
              <a:t> is the API server which uses </a:t>
            </a:r>
            <a:r>
              <a:rPr lang="en-US" dirty="0" err="1"/>
              <a:t>etcd's</a:t>
            </a:r>
            <a:r>
              <a:rPr lang="en-US" dirty="0"/>
              <a:t> watch API to  monitor the cluster and store cluster-wide object configurations. </a:t>
            </a:r>
            <a:r>
              <a:rPr lang="en-US" dirty="0" err="1"/>
              <a:t>etcd</a:t>
            </a:r>
            <a:r>
              <a:rPr lang="en-US"/>
              <a:t> is also used to monitor changes to either the actual or the desired state of its system.</a:t>
            </a:r>
            <a:endParaRPr lang="en-IN" dirty="0"/>
          </a:p>
        </p:txBody>
      </p:sp>
    </p:spTree>
    <p:extLst>
      <p:ext uri="{BB962C8B-B14F-4D97-AF65-F5344CB8AC3E}">
        <p14:creationId xmlns:p14="http://schemas.microsoft.com/office/powerpoint/2010/main" val="4081877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D217-8BAF-C289-40F0-9B270772A715}"/>
              </a:ext>
            </a:extLst>
          </p:cNvPr>
          <p:cNvSpPr>
            <a:spLocks noGrp="1"/>
          </p:cNvSpPr>
          <p:nvPr>
            <p:ph type="title"/>
          </p:nvPr>
        </p:nvSpPr>
        <p:spPr>
          <a:xfrm>
            <a:off x="838200" y="365126"/>
            <a:ext cx="10515600" cy="595928"/>
          </a:xfrm>
        </p:spPr>
        <p:txBody>
          <a:bodyPr>
            <a:normAutofit/>
          </a:bodyPr>
          <a:lstStyle/>
          <a:p>
            <a:r>
              <a:rPr lang="en-US" sz="2800" dirty="0" err="1"/>
              <a:t>kube</a:t>
            </a:r>
            <a:r>
              <a:rPr lang="en-US" sz="2800" dirty="0"/>
              <a:t>-scheduler</a:t>
            </a:r>
          </a:p>
        </p:txBody>
      </p:sp>
      <p:sp>
        <p:nvSpPr>
          <p:cNvPr id="3" name="Content Placeholder 2">
            <a:extLst>
              <a:ext uri="{FF2B5EF4-FFF2-40B4-BE49-F238E27FC236}">
                <a16:creationId xmlns:a16="http://schemas.microsoft.com/office/drawing/2014/main" id="{522BE9D4-F418-A179-D681-DC2F68B1F573}"/>
              </a:ext>
            </a:extLst>
          </p:cNvPr>
          <p:cNvSpPr>
            <a:spLocks noGrp="1"/>
          </p:cNvSpPr>
          <p:nvPr>
            <p:ph idx="1"/>
          </p:nvPr>
        </p:nvSpPr>
        <p:spPr>
          <a:xfrm>
            <a:off x="838200" y="961054"/>
            <a:ext cx="10515600" cy="5215909"/>
          </a:xfrm>
        </p:spPr>
        <p:txBody>
          <a:bodyPr>
            <a:normAutofit lnSpcReduction="10000"/>
          </a:bodyPr>
          <a:lstStyle/>
          <a:p>
            <a:r>
              <a:rPr lang="en-US" dirty="0"/>
              <a:t>A scheduler watches for newly created Pods that have no Node assigned. For every Pod that the scheduler discovers, the scheduler becomes responsible for finding the best Node for that Pod to run on.</a:t>
            </a:r>
          </a:p>
          <a:p>
            <a:r>
              <a:rPr lang="en-US" dirty="0" err="1"/>
              <a:t>Kube</a:t>
            </a:r>
            <a:r>
              <a:rPr lang="en-US" dirty="0"/>
              <a:t> Scheduler is one of the key components of the Kubernetes master. This is only responsible for deciding which pod goes on which node. It doesn’t actually place the pod on the nodes. That’s the job of </a:t>
            </a:r>
            <a:r>
              <a:rPr lang="en-US" dirty="0" err="1"/>
              <a:t>kubelet</a:t>
            </a:r>
            <a:r>
              <a:rPr lang="en-US" dirty="0"/>
              <a:t>. the scheduler decides which nodes the pods are placed on depending on specific criteria.</a:t>
            </a:r>
          </a:p>
          <a:p>
            <a:pPr marL="0" indent="0">
              <a:buNone/>
            </a:pPr>
            <a:r>
              <a:rPr lang="en-US" dirty="0"/>
              <a:t>  </a:t>
            </a:r>
            <a:r>
              <a:rPr lang="en-US" u="sng" dirty="0"/>
              <a:t>Node selection in </a:t>
            </a:r>
            <a:r>
              <a:rPr lang="en-US" u="sng" dirty="0" err="1"/>
              <a:t>kube</a:t>
            </a:r>
            <a:r>
              <a:rPr lang="en-US" u="sng" dirty="0"/>
              <a:t>-scheduler</a:t>
            </a:r>
          </a:p>
          <a:p>
            <a:r>
              <a:rPr lang="en-US" dirty="0" err="1"/>
              <a:t>kube</a:t>
            </a:r>
            <a:r>
              <a:rPr lang="en-US" dirty="0"/>
              <a:t>-scheduler selects a node for the pod in a 2-step operation:</a:t>
            </a:r>
          </a:p>
          <a:p>
            <a:r>
              <a:rPr lang="en-US" dirty="0"/>
              <a:t>Filtering</a:t>
            </a:r>
          </a:p>
          <a:p>
            <a:r>
              <a:rPr lang="en-US" dirty="0"/>
              <a:t>Scoring</a:t>
            </a:r>
            <a:endParaRPr lang="en-IN" dirty="0"/>
          </a:p>
        </p:txBody>
      </p:sp>
    </p:spTree>
    <p:extLst>
      <p:ext uri="{BB962C8B-B14F-4D97-AF65-F5344CB8AC3E}">
        <p14:creationId xmlns:p14="http://schemas.microsoft.com/office/powerpoint/2010/main" val="1281005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D217-8BAF-C289-40F0-9B270772A715}"/>
              </a:ext>
            </a:extLst>
          </p:cNvPr>
          <p:cNvSpPr>
            <a:spLocks noGrp="1"/>
          </p:cNvSpPr>
          <p:nvPr>
            <p:ph type="title"/>
          </p:nvPr>
        </p:nvSpPr>
        <p:spPr>
          <a:xfrm>
            <a:off x="838200" y="365126"/>
            <a:ext cx="10515600" cy="595928"/>
          </a:xfrm>
        </p:spPr>
        <p:txBody>
          <a:bodyPr>
            <a:normAutofit/>
          </a:bodyPr>
          <a:lstStyle/>
          <a:p>
            <a:r>
              <a:rPr lang="en-US" sz="2800" dirty="0" err="1"/>
              <a:t>kube</a:t>
            </a:r>
            <a:r>
              <a:rPr lang="en-US" sz="2800" dirty="0"/>
              <a:t>-scheduler(Filtering)</a:t>
            </a:r>
          </a:p>
        </p:txBody>
      </p:sp>
      <p:sp>
        <p:nvSpPr>
          <p:cNvPr id="3" name="Content Placeholder 2">
            <a:extLst>
              <a:ext uri="{FF2B5EF4-FFF2-40B4-BE49-F238E27FC236}">
                <a16:creationId xmlns:a16="http://schemas.microsoft.com/office/drawing/2014/main" id="{522BE9D4-F418-A179-D681-DC2F68B1F573}"/>
              </a:ext>
            </a:extLst>
          </p:cNvPr>
          <p:cNvSpPr>
            <a:spLocks noGrp="1"/>
          </p:cNvSpPr>
          <p:nvPr>
            <p:ph idx="1"/>
          </p:nvPr>
        </p:nvSpPr>
        <p:spPr>
          <a:xfrm>
            <a:off x="838200" y="961054"/>
            <a:ext cx="10515600" cy="5215909"/>
          </a:xfrm>
        </p:spPr>
        <p:txBody>
          <a:bodyPr>
            <a:normAutofit/>
          </a:bodyPr>
          <a:lstStyle/>
          <a:p>
            <a:r>
              <a:rPr lang="en-US" dirty="0"/>
              <a:t>The filtering step finds the set of Nodes where it's feasible to schedule the Pod. For example, the </a:t>
            </a:r>
            <a:r>
              <a:rPr lang="en-US" dirty="0" err="1"/>
              <a:t>PodFitsResources</a:t>
            </a:r>
            <a:r>
              <a:rPr lang="en-US" dirty="0"/>
              <a:t> filter checks whether a candidate Node has enough available resource to meet a Pod's specific resource requests. After this step, the node list contains any suitable Nodes; often, there will be more than one. If the list is empty, that Pod isn't (yet) schedulable.</a:t>
            </a:r>
          </a:p>
          <a:p>
            <a:endParaRPr lang="en-US" dirty="0"/>
          </a:p>
          <a:p>
            <a:r>
              <a:rPr lang="en-US" dirty="0"/>
              <a:t>This controller also performs life cycle functions such as namespace creation and life cycle, event garbage collection, terminated-pod garbage collection, node garbage collection, etc.</a:t>
            </a:r>
            <a:endParaRPr lang="en-IN" dirty="0"/>
          </a:p>
        </p:txBody>
      </p:sp>
    </p:spTree>
    <p:extLst>
      <p:ext uri="{BB962C8B-B14F-4D97-AF65-F5344CB8AC3E}">
        <p14:creationId xmlns:p14="http://schemas.microsoft.com/office/powerpoint/2010/main" val="674372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D217-8BAF-C289-40F0-9B270772A715}"/>
              </a:ext>
            </a:extLst>
          </p:cNvPr>
          <p:cNvSpPr>
            <a:spLocks noGrp="1"/>
          </p:cNvSpPr>
          <p:nvPr>
            <p:ph type="title"/>
          </p:nvPr>
        </p:nvSpPr>
        <p:spPr>
          <a:xfrm>
            <a:off x="838200" y="365126"/>
            <a:ext cx="10515600" cy="595928"/>
          </a:xfrm>
        </p:spPr>
        <p:txBody>
          <a:bodyPr>
            <a:normAutofit/>
          </a:bodyPr>
          <a:lstStyle/>
          <a:p>
            <a:r>
              <a:rPr lang="en-US" sz="2800" dirty="0" err="1"/>
              <a:t>kube</a:t>
            </a:r>
            <a:r>
              <a:rPr lang="en-US" sz="2800" dirty="0"/>
              <a:t>-scheduler(Scoring)</a:t>
            </a:r>
          </a:p>
        </p:txBody>
      </p:sp>
      <p:sp>
        <p:nvSpPr>
          <p:cNvPr id="3" name="Content Placeholder 2">
            <a:extLst>
              <a:ext uri="{FF2B5EF4-FFF2-40B4-BE49-F238E27FC236}">
                <a16:creationId xmlns:a16="http://schemas.microsoft.com/office/drawing/2014/main" id="{522BE9D4-F418-A179-D681-DC2F68B1F573}"/>
              </a:ext>
            </a:extLst>
          </p:cNvPr>
          <p:cNvSpPr>
            <a:spLocks noGrp="1"/>
          </p:cNvSpPr>
          <p:nvPr>
            <p:ph idx="1"/>
          </p:nvPr>
        </p:nvSpPr>
        <p:spPr>
          <a:xfrm>
            <a:off x="838200" y="961054"/>
            <a:ext cx="10515600" cy="5215909"/>
          </a:xfrm>
        </p:spPr>
        <p:txBody>
          <a:bodyPr>
            <a:normAutofit/>
          </a:bodyPr>
          <a:lstStyle/>
          <a:p>
            <a:r>
              <a:rPr lang="en-US" dirty="0"/>
              <a:t>n the scoring step, the scheduler ranks the remaining nodes to choose the most suitable Pod placement. The scheduler assigns a score to each Node that survived filtering, basing this score on the active scoring rules.</a:t>
            </a:r>
          </a:p>
          <a:p>
            <a:endParaRPr lang="en-US" dirty="0"/>
          </a:p>
          <a:p>
            <a:r>
              <a:rPr lang="en-US" dirty="0"/>
              <a:t>Finally, </a:t>
            </a:r>
            <a:r>
              <a:rPr lang="en-US" dirty="0" err="1"/>
              <a:t>kube</a:t>
            </a:r>
            <a:r>
              <a:rPr lang="en-US" dirty="0"/>
              <a:t>-scheduler assigns the Pod to the Node with the highest ranking. If there is more than one node with equal scores, </a:t>
            </a:r>
            <a:r>
              <a:rPr lang="en-US" dirty="0" err="1"/>
              <a:t>kube</a:t>
            </a:r>
            <a:r>
              <a:rPr lang="en-US" dirty="0"/>
              <a:t>-scheduler selects one of these at random</a:t>
            </a:r>
            <a:endParaRPr lang="en-IN" dirty="0"/>
          </a:p>
        </p:txBody>
      </p:sp>
    </p:spTree>
    <p:extLst>
      <p:ext uri="{BB962C8B-B14F-4D97-AF65-F5344CB8AC3E}">
        <p14:creationId xmlns:p14="http://schemas.microsoft.com/office/powerpoint/2010/main" val="3038310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D217-8BAF-C289-40F0-9B270772A715}"/>
              </a:ext>
            </a:extLst>
          </p:cNvPr>
          <p:cNvSpPr>
            <a:spLocks noGrp="1"/>
          </p:cNvSpPr>
          <p:nvPr>
            <p:ph type="title"/>
          </p:nvPr>
        </p:nvSpPr>
        <p:spPr>
          <a:xfrm>
            <a:off x="838200" y="365126"/>
            <a:ext cx="10515600" cy="595928"/>
          </a:xfrm>
        </p:spPr>
        <p:txBody>
          <a:bodyPr>
            <a:normAutofit/>
          </a:bodyPr>
          <a:lstStyle/>
          <a:p>
            <a:r>
              <a:rPr lang="en-US" sz="2800" dirty="0" err="1"/>
              <a:t>kube</a:t>
            </a:r>
            <a:r>
              <a:rPr lang="en-US" sz="2800" dirty="0"/>
              <a:t>-controller-manager</a:t>
            </a:r>
          </a:p>
        </p:txBody>
      </p:sp>
      <p:sp>
        <p:nvSpPr>
          <p:cNvPr id="3" name="Content Placeholder 2">
            <a:extLst>
              <a:ext uri="{FF2B5EF4-FFF2-40B4-BE49-F238E27FC236}">
                <a16:creationId xmlns:a16="http://schemas.microsoft.com/office/drawing/2014/main" id="{522BE9D4-F418-A179-D681-DC2F68B1F573}"/>
              </a:ext>
            </a:extLst>
          </p:cNvPr>
          <p:cNvSpPr>
            <a:spLocks noGrp="1"/>
          </p:cNvSpPr>
          <p:nvPr>
            <p:ph idx="1"/>
          </p:nvPr>
        </p:nvSpPr>
        <p:spPr>
          <a:xfrm>
            <a:off x="838200" y="961054"/>
            <a:ext cx="10515600" cy="5215909"/>
          </a:xfrm>
        </p:spPr>
        <p:txBody>
          <a:bodyPr>
            <a:normAutofit/>
          </a:bodyPr>
          <a:lstStyle/>
          <a:p>
            <a:r>
              <a:rPr lang="en-US" dirty="0"/>
              <a:t>The controller is a process that continuously monitors the state of the various components within the system and works towards bringing the whole system to the desired functioning state.</a:t>
            </a:r>
          </a:p>
          <a:p>
            <a:r>
              <a:rPr lang="en-US" dirty="0"/>
              <a:t>Basically, a controller watches the desired state of the objects it manages and watches their current state through the API server. If the current state of the objects it manages does not meet the desired state, then the control loop takes corrective steps to make sure that the current state is the same as the desired state.</a:t>
            </a:r>
          </a:p>
          <a:p>
            <a:r>
              <a:rPr lang="en-US" dirty="0"/>
              <a:t>For example, the node controller is responsible for monitoring the states of the node and taking the necessary actions to keep the applications running</a:t>
            </a:r>
            <a:endParaRPr lang="en-IN" dirty="0"/>
          </a:p>
        </p:txBody>
      </p:sp>
    </p:spTree>
    <p:extLst>
      <p:ext uri="{BB962C8B-B14F-4D97-AF65-F5344CB8AC3E}">
        <p14:creationId xmlns:p14="http://schemas.microsoft.com/office/powerpoint/2010/main" val="2901917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D217-8BAF-C289-40F0-9B270772A715}"/>
              </a:ext>
            </a:extLst>
          </p:cNvPr>
          <p:cNvSpPr>
            <a:spLocks noGrp="1"/>
          </p:cNvSpPr>
          <p:nvPr>
            <p:ph type="title"/>
          </p:nvPr>
        </p:nvSpPr>
        <p:spPr>
          <a:xfrm>
            <a:off x="838200" y="365126"/>
            <a:ext cx="10515600" cy="595928"/>
          </a:xfrm>
        </p:spPr>
        <p:txBody>
          <a:bodyPr>
            <a:normAutofit/>
          </a:bodyPr>
          <a:lstStyle/>
          <a:p>
            <a:r>
              <a:rPr lang="en-US" sz="2800" dirty="0"/>
              <a:t>node controller </a:t>
            </a:r>
          </a:p>
        </p:txBody>
      </p:sp>
      <p:sp>
        <p:nvSpPr>
          <p:cNvPr id="3" name="Content Placeholder 2">
            <a:extLst>
              <a:ext uri="{FF2B5EF4-FFF2-40B4-BE49-F238E27FC236}">
                <a16:creationId xmlns:a16="http://schemas.microsoft.com/office/drawing/2014/main" id="{522BE9D4-F418-A179-D681-DC2F68B1F573}"/>
              </a:ext>
            </a:extLst>
          </p:cNvPr>
          <p:cNvSpPr>
            <a:spLocks noGrp="1"/>
          </p:cNvSpPr>
          <p:nvPr>
            <p:ph idx="1"/>
          </p:nvPr>
        </p:nvSpPr>
        <p:spPr>
          <a:xfrm>
            <a:off x="838200" y="961054"/>
            <a:ext cx="10515600" cy="5215909"/>
          </a:xfrm>
        </p:spPr>
        <p:txBody>
          <a:bodyPr>
            <a:normAutofit/>
          </a:bodyPr>
          <a:lstStyle/>
          <a:p>
            <a:r>
              <a:rPr lang="en-US" dirty="0"/>
              <a:t>The node controller checks the status of the nodes every 5 seconds.</a:t>
            </a:r>
          </a:p>
          <a:p>
            <a:r>
              <a:rPr lang="en-US" dirty="0"/>
              <a:t>If the node controller stops receiving a heartbeat from the node, then the node is marked as unreachable.</a:t>
            </a:r>
          </a:p>
          <a:p>
            <a:r>
              <a:rPr lang="en-US" dirty="0"/>
              <a:t>The node controller will wait for 40 seconds before it is marked as unreachable.</a:t>
            </a:r>
          </a:p>
          <a:p>
            <a:r>
              <a:rPr lang="en-US" dirty="0"/>
              <a:t>After the node is marked as unreachable, it takes 5 minutes to come back up. If it doesn’t, it removes the pod assigned to that node and provisions them to the healthy one.</a:t>
            </a:r>
            <a:endParaRPr lang="en-IN" dirty="0"/>
          </a:p>
        </p:txBody>
      </p:sp>
    </p:spTree>
    <p:extLst>
      <p:ext uri="{BB962C8B-B14F-4D97-AF65-F5344CB8AC3E}">
        <p14:creationId xmlns:p14="http://schemas.microsoft.com/office/powerpoint/2010/main" val="616125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D217-8BAF-C289-40F0-9B270772A715}"/>
              </a:ext>
            </a:extLst>
          </p:cNvPr>
          <p:cNvSpPr>
            <a:spLocks noGrp="1"/>
          </p:cNvSpPr>
          <p:nvPr>
            <p:ph type="title"/>
          </p:nvPr>
        </p:nvSpPr>
        <p:spPr>
          <a:xfrm>
            <a:off x="838200" y="365126"/>
            <a:ext cx="10515600" cy="595928"/>
          </a:xfrm>
        </p:spPr>
        <p:txBody>
          <a:bodyPr>
            <a:normAutofit/>
          </a:bodyPr>
          <a:lstStyle/>
          <a:p>
            <a:r>
              <a:rPr lang="en-US" sz="2800" dirty="0" err="1"/>
              <a:t>eplication</a:t>
            </a:r>
            <a:r>
              <a:rPr lang="en-US" sz="2800" dirty="0"/>
              <a:t> controller</a:t>
            </a:r>
          </a:p>
        </p:txBody>
      </p:sp>
      <p:sp>
        <p:nvSpPr>
          <p:cNvPr id="3" name="Content Placeholder 2">
            <a:extLst>
              <a:ext uri="{FF2B5EF4-FFF2-40B4-BE49-F238E27FC236}">
                <a16:creationId xmlns:a16="http://schemas.microsoft.com/office/drawing/2014/main" id="{522BE9D4-F418-A179-D681-DC2F68B1F573}"/>
              </a:ext>
            </a:extLst>
          </p:cNvPr>
          <p:cNvSpPr>
            <a:spLocks noGrp="1"/>
          </p:cNvSpPr>
          <p:nvPr>
            <p:ph idx="1"/>
          </p:nvPr>
        </p:nvSpPr>
        <p:spPr>
          <a:xfrm>
            <a:off x="838200" y="961054"/>
            <a:ext cx="10515600" cy="5215909"/>
          </a:xfrm>
        </p:spPr>
        <p:txBody>
          <a:bodyPr>
            <a:normAutofit/>
          </a:bodyPr>
          <a:lstStyle/>
          <a:p>
            <a:r>
              <a:rPr lang="en-US" b="0" i="0" dirty="0">
                <a:solidFill>
                  <a:srgbClr val="333333"/>
                </a:solidFill>
                <a:effectLst/>
                <a:latin typeface="Avantgarde"/>
              </a:rPr>
              <a:t>It is responsible for monitoring the status of the replica sets and ensuring that the desired number of pods are available at all times within the set. If a pod dies, it will create another one.</a:t>
            </a:r>
          </a:p>
          <a:p>
            <a:r>
              <a:rPr lang="en-US" dirty="0"/>
              <a:t> There are many more controllers available in Kubernetes.</a:t>
            </a:r>
          </a:p>
          <a:p>
            <a:r>
              <a:rPr lang="en-US" dirty="0"/>
              <a:t>These all controllers are packaged into a single process known as </a:t>
            </a:r>
            <a:r>
              <a:rPr lang="en-US" dirty="0" err="1"/>
              <a:t>Kube</a:t>
            </a:r>
            <a:r>
              <a:rPr lang="en-US" dirty="0"/>
              <a:t> controller manager. When you install the controller manager, the different controllers get installed as well.</a:t>
            </a:r>
            <a:endParaRPr lang="en-IN" dirty="0"/>
          </a:p>
        </p:txBody>
      </p:sp>
    </p:spTree>
    <p:extLst>
      <p:ext uri="{BB962C8B-B14F-4D97-AF65-F5344CB8AC3E}">
        <p14:creationId xmlns:p14="http://schemas.microsoft.com/office/powerpoint/2010/main" val="792052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252C8DA-7D5F-718E-6ABB-981552AEB96C}"/>
              </a:ext>
            </a:extLst>
          </p:cNvPr>
          <p:cNvPicPr>
            <a:picLocks noChangeAspect="1"/>
          </p:cNvPicPr>
          <p:nvPr/>
        </p:nvPicPr>
        <p:blipFill>
          <a:blip r:embed="rId2"/>
          <a:stretch>
            <a:fillRect/>
          </a:stretch>
        </p:blipFill>
        <p:spPr>
          <a:xfrm>
            <a:off x="2205037" y="1090612"/>
            <a:ext cx="7781925" cy="4676775"/>
          </a:xfrm>
          <a:prstGeom prst="rect">
            <a:avLst/>
          </a:prstGeom>
        </p:spPr>
      </p:pic>
    </p:spTree>
    <p:extLst>
      <p:ext uri="{BB962C8B-B14F-4D97-AF65-F5344CB8AC3E}">
        <p14:creationId xmlns:p14="http://schemas.microsoft.com/office/powerpoint/2010/main" val="2349570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D217-8BAF-C289-40F0-9B270772A715}"/>
              </a:ext>
            </a:extLst>
          </p:cNvPr>
          <p:cNvSpPr>
            <a:spLocks noGrp="1"/>
          </p:cNvSpPr>
          <p:nvPr>
            <p:ph type="title"/>
          </p:nvPr>
        </p:nvSpPr>
        <p:spPr>
          <a:xfrm>
            <a:off x="838200" y="365126"/>
            <a:ext cx="10515600" cy="595928"/>
          </a:xfrm>
        </p:spPr>
        <p:txBody>
          <a:bodyPr>
            <a:normAutofit/>
          </a:bodyPr>
          <a:lstStyle/>
          <a:p>
            <a:r>
              <a:rPr lang="en-US" sz="2800" b="1" dirty="0" err="1"/>
              <a:t>Kubelet</a:t>
            </a:r>
            <a:endParaRPr lang="en-US" sz="2800" b="1" dirty="0"/>
          </a:p>
        </p:txBody>
      </p:sp>
      <p:sp>
        <p:nvSpPr>
          <p:cNvPr id="3" name="Content Placeholder 2">
            <a:extLst>
              <a:ext uri="{FF2B5EF4-FFF2-40B4-BE49-F238E27FC236}">
                <a16:creationId xmlns:a16="http://schemas.microsoft.com/office/drawing/2014/main" id="{522BE9D4-F418-A179-D681-DC2F68B1F573}"/>
              </a:ext>
            </a:extLst>
          </p:cNvPr>
          <p:cNvSpPr>
            <a:spLocks noGrp="1"/>
          </p:cNvSpPr>
          <p:nvPr>
            <p:ph idx="1"/>
          </p:nvPr>
        </p:nvSpPr>
        <p:spPr>
          <a:xfrm>
            <a:off x="838200" y="961054"/>
            <a:ext cx="10515600" cy="5215909"/>
          </a:xfrm>
        </p:spPr>
        <p:txBody>
          <a:bodyPr>
            <a:normAutofit/>
          </a:bodyPr>
          <a:lstStyle/>
          <a:p>
            <a:r>
              <a:rPr lang="en-US" b="0" i="0" dirty="0">
                <a:solidFill>
                  <a:srgbClr val="333333"/>
                </a:solidFill>
                <a:effectLst/>
                <a:latin typeface="Avantgarde"/>
              </a:rPr>
              <a:t> </a:t>
            </a:r>
            <a:r>
              <a:rPr lang="en-US" b="0" i="0" dirty="0" err="1">
                <a:solidFill>
                  <a:srgbClr val="333333"/>
                </a:solidFill>
                <a:effectLst/>
                <a:latin typeface="Avantgarde"/>
              </a:rPr>
              <a:t>Kubelet</a:t>
            </a:r>
            <a:r>
              <a:rPr lang="en-US" b="0" i="0" dirty="0">
                <a:solidFill>
                  <a:srgbClr val="333333"/>
                </a:solidFill>
                <a:effectLst/>
                <a:latin typeface="Avantgarde"/>
              </a:rPr>
              <a:t> is an agent which communicates with the Master node.</a:t>
            </a:r>
          </a:p>
          <a:p>
            <a:r>
              <a:rPr lang="en-US" dirty="0"/>
              <a:t>The agent is responsible for making sure that the containers are running on the nodes as expected.</a:t>
            </a:r>
          </a:p>
          <a:p>
            <a:r>
              <a:rPr lang="en-US" dirty="0"/>
              <a:t>The </a:t>
            </a:r>
            <a:r>
              <a:rPr lang="en-US" dirty="0" err="1"/>
              <a:t>Kubelet</a:t>
            </a:r>
            <a:r>
              <a:rPr lang="en-US" dirty="0"/>
              <a:t> in the Kubernetes worker node registers the node in the Kubernetes cluster. This is agent watches the </a:t>
            </a:r>
            <a:r>
              <a:rPr lang="en-US" dirty="0" err="1"/>
              <a:t>Kube</a:t>
            </a:r>
            <a:r>
              <a:rPr lang="en-US" dirty="0"/>
              <a:t> API server for pods assigned by the scheduler to its node, executes the task, and reports back to the Master.</a:t>
            </a:r>
          </a:p>
          <a:p>
            <a:r>
              <a:rPr lang="en-US" b="0" i="0" dirty="0">
                <a:solidFill>
                  <a:srgbClr val="333333"/>
                </a:solidFill>
                <a:effectLst/>
                <a:latin typeface="Avantgarde"/>
              </a:rPr>
              <a:t>It also monitors pods and reports back to the control panel if a pod is not fully functional. Based on that information, the Master can then decide how to allocate tasks and resources to reach the desired state</a:t>
            </a:r>
            <a:endParaRPr lang="en-IN" dirty="0"/>
          </a:p>
        </p:txBody>
      </p:sp>
    </p:spTree>
    <p:extLst>
      <p:ext uri="{BB962C8B-B14F-4D97-AF65-F5344CB8AC3E}">
        <p14:creationId xmlns:p14="http://schemas.microsoft.com/office/powerpoint/2010/main" val="3928646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D217-8BAF-C289-40F0-9B270772A715}"/>
              </a:ext>
            </a:extLst>
          </p:cNvPr>
          <p:cNvSpPr>
            <a:spLocks noGrp="1"/>
          </p:cNvSpPr>
          <p:nvPr>
            <p:ph type="title"/>
          </p:nvPr>
        </p:nvSpPr>
        <p:spPr>
          <a:xfrm>
            <a:off x="838200" y="365126"/>
            <a:ext cx="10515600" cy="595928"/>
          </a:xfrm>
        </p:spPr>
        <p:txBody>
          <a:bodyPr>
            <a:normAutofit/>
          </a:bodyPr>
          <a:lstStyle/>
          <a:p>
            <a:r>
              <a:rPr lang="en-US" sz="2800" b="1" dirty="0"/>
              <a:t>What is </a:t>
            </a:r>
            <a:r>
              <a:rPr lang="en-US" sz="2800" b="1" dirty="0" err="1"/>
              <a:t>Kube</a:t>
            </a:r>
            <a:r>
              <a:rPr lang="en-US" sz="2800" b="1" dirty="0"/>
              <a:t>-Proxy</a:t>
            </a:r>
          </a:p>
        </p:txBody>
      </p:sp>
      <p:sp>
        <p:nvSpPr>
          <p:cNvPr id="3" name="Content Placeholder 2">
            <a:extLst>
              <a:ext uri="{FF2B5EF4-FFF2-40B4-BE49-F238E27FC236}">
                <a16:creationId xmlns:a16="http://schemas.microsoft.com/office/drawing/2014/main" id="{522BE9D4-F418-A179-D681-DC2F68B1F573}"/>
              </a:ext>
            </a:extLst>
          </p:cNvPr>
          <p:cNvSpPr>
            <a:spLocks noGrp="1"/>
          </p:cNvSpPr>
          <p:nvPr>
            <p:ph idx="1"/>
          </p:nvPr>
        </p:nvSpPr>
        <p:spPr>
          <a:xfrm>
            <a:off x="838200" y="961054"/>
            <a:ext cx="10515600" cy="5215909"/>
          </a:xfrm>
        </p:spPr>
        <p:txBody>
          <a:bodyPr>
            <a:normAutofit/>
          </a:bodyPr>
          <a:lstStyle/>
          <a:p>
            <a:r>
              <a:rPr lang="en-US" b="0" i="0" dirty="0">
                <a:solidFill>
                  <a:srgbClr val="333333"/>
                </a:solidFill>
                <a:effectLst/>
                <a:latin typeface="Avantgarde"/>
              </a:rPr>
              <a:t>We know that Pods are ephemeral in Kubernetes. They can be terminated or restarted at any time. Due to this behavior, we cannot rely on their IP addresses as they always change.</a:t>
            </a:r>
          </a:p>
          <a:p>
            <a:endParaRPr lang="en-US" b="0" i="0" dirty="0">
              <a:solidFill>
                <a:srgbClr val="333333"/>
              </a:solidFill>
              <a:effectLst/>
              <a:latin typeface="Avantgarde"/>
            </a:endParaRPr>
          </a:p>
          <a:p>
            <a:r>
              <a:rPr lang="en-US" b="0" i="0" dirty="0">
                <a:solidFill>
                  <a:srgbClr val="333333"/>
                </a:solidFill>
                <a:effectLst/>
                <a:latin typeface="Avantgarde"/>
              </a:rPr>
              <a:t>Here’s where the Service object comes into play. Services provide a stable IP address to connect to Pods. Each Service is associated with a group of Pods. When traffic reaches the Service, it is redirected to the backend Pods accordingly.</a:t>
            </a:r>
          </a:p>
          <a:p>
            <a:pPr algn="l"/>
            <a:r>
              <a:rPr lang="en-US" b="0" i="0" dirty="0">
                <a:solidFill>
                  <a:srgbClr val="242424"/>
                </a:solidFill>
                <a:effectLst/>
                <a:latin typeface="source-serif-pro"/>
              </a:rPr>
              <a:t>But how actually is this “Service to Pod” mapping implemented on a networking level ?</a:t>
            </a:r>
          </a:p>
          <a:p>
            <a:pPr algn="l"/>
            <a:r>
              <a:rPr lang="en-US" b="0" i="0" dirty="0">
                <a:solidFill>
                  <a:srgbClr val="242424"/>
                </a:solidFill>
                <a:effectLst/>
                <a:latin typeface="source-serif-pro"/>
              </a:rPr>
              <a:t>That’s the role of the </a:t>
            </a:r>
            <a:r>
              <a:rPr lang="en-US" b="0" i="0" dirty="0" err="1">
                <a:solidFill>
                  <a:srgbClr val="242424"/>
                </a:solidFill>
                <a:effectLst/>
                <a:latin typeface="source-serif-pro"/>
              </a:rPr>
              <a:t>Kube</a:t>
            </a:r>
            <a:r>
              <a:rPr lang="en-US" b="0" i="0" dirty="0">
                <a:solidFill>
                  <a:srgbClr val="242424"/>
                </a:solidFill>
                <a:effectLst/>
                <a:latin typeface="source-serif-pro"/>
              </a:rPr>
              <a:t>-proxy.</a:t>
            </a:r>
          </a:p>
          <a:p>
            <a:endParaRPr lang="en-IN" dirty="0"/>
          </a:p>
        </p:txBody>
      </p:sp>
    </p:spTree>
    <p:extLst>
      <p:ext uri="{BB962C8B-B14F-4D97-AF65-F5344CB8AC3E}">
        <p14:creationId xmlns:p14="http://schemas.microsoft.com/office/powerpoint/2010/main" val="2154342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4D217-8BAF-C289-40F0-9B270772A715}"/>
              </a:ext>
            </a:extLst>
          </p:cNvPr>
          <p:cNvSpPr>
            <a:spLocks noGrp="1"/>
          </p:cNvSpPr>
          <p:nvPr>
            <p:ph type="title"/>
          </p:nvPr>
        </p:nvSpPr>
        <p:spPr>
          <a:xfrm>
            <a:off x="838200" y="365126"/>
            <a:ext cx="10515600" cy="595928"/>
          </a:xfrm>
        </p:spPr>
        <p:txBody>
          <a:bodyPr>
            <a:normAutofit/>
          </a:bodyPr>
          <a:lstStyle/>
          <a:p>
            <a:r>
              <a:rPr lang="en-US" sz="2800" b="1" dirty="0"/>
              <a:t>What is </a:t>
            </a:r>
            <a:r>
              <a:rPr lang="en-US" sz="2800" b="1" dirty="0" err="1"/>
              <a:t>Kube</a:t>
            </a:r>
            <a:r>
              <a:rPr lang="en-US" sz="2800" b="1" dirty="0"/>
              <a:t>-Proxy</a:t>
            </a:r>
          </a:p>
        </p:txBody>
      </p:sp>
      <p:sp>
        <p:nvSpPr>
          <p:cNvPr id="3" name="Content Placeholder 2">
            <a:extLst>
              <a:ext uri="{FF2B5EF4-FFF2-40B4-BE49-F238E27FC236}">
                <a16:creationId xmlns:a16="http://schemas.microsoft.com/office/drawing/2014/main" id="{522BE9D4-F418-A179-D681-DC2F68B1F573}"/>
              </a:ext>
            </a:extLst>
          </p:cNvPr>
          <p:cNvSpPr>
            <a:spLocks noGrp="1"/>
          </p:cNvSpPr>
          <p:nvPr>
            <p:ph idx="1"/>
          </p:nvPr>
        </p:nvSpPr>
        <p:spPr>
          <a:xfrm>
            <a:off x="838200" y="961054"/>
            <a:ext cx="10515600" cy="5215909"/>
          </a:xfrm>
        </p:spPr>
        <p:txBody>
          <a:bodyPr>
            <a:normAutofit/>
          </a:bodyPr>
          <a:lstStyle/>
          <a:p>
            <a:r>
              <a:rPr lang="en-US" b="0" i="0" dirty="0">
                <a:solidFill>
                  <a:srgbClr val="333333"/>
                </a:solidFill>
                <a:effectLst/>
                <a:latin typeface="Avantgarde"/>
              </a:rPr>
              <a:t>The </a:t>
            </a:r>
            <a:r>
              <a:rPr lang="en-US" b="0" i="0" dirty="0" err="1">
                <a:solidFill>
                  <a:srgbClr val="333333"/>
                </a:solidFill>
                <a:effectLst/>
                <a:latin typeface="Avantgarde"/>
              </a:rPr>
              <a:t>kube</a:t>
            </a:r>
            <a:r>
              <a:rPr lang="en-US" b="0" i="0" dirty="0">
                <a:solidFill>
                  <a:srgbClr val="333333"/>
                </a:solidFill>
                <a:effectLst/>
                <a:latin typeface="Avantgarde"/>
              </a:rPr>
              <a:t>-proxy is a network proxy that runs on each node in the cluster. It's connected to the API server and is responsible for keeping the services and the backing endpoints (pod IPs) up to date. It also configures and manages the routing rules on the nodes. The </a:t>
            </a:r>
            <a:r>
              <a:rPr lang="en-US" b="0" i="0" dirty="0" err="1">
                <a:solidFill>
                  <a:srgbClr val="333333"/>
                </a:solidFill>
                <a:effectLst/>
                <a:latin typeface="Avantgarde"/>
              </a:rPr>
              <a:t>kube</a:t>
            </a:r>
            <a:r>
              <a:rPr lang="en-US" b="0" i="0" dirty="0">
                <a:solidFill>
                  <a:srgbClr val="333333"/>
                </a:solidFill>
                <a:effectLst/>
                <a:latin typeface="Avantgarde"/>
              </a:rPr>
              <a:t>-proxy supports in four different modes:</a:t>
            </a:r>
          </a:p>
          <a:p>
            <a:r>
              <a:rPr lang="en-US" b="0" i="0" dirty="0">
                <a:solidFill>
                  <a:srgbClr val="333333"/>
                </a:solidFill>
                <a:effectLst/>
                <a:latin typeface="Avantgarde"/>
              </a:rPr>
              <a:t>iptables</a:t>
            </a:r>
          </a:p>
          <a:p>
            <a:r>
              <a:rPr lang="en-US" b="0" i="0" dirty="0" err="1">
                <a:solidFill>
                  <a:srgbClr val="333333"/>
                </a:solidFill>
                <a:effectLst/>
                <a:latin typeface="Avantgarde"/>
              </a:rPr>
              <a:t>ipvs</a:t>
            </a:r>
            <a:endParaRPr lang="en-US" b="0" i="0" dirty="0">
              <a:solidFill>
                <a:srgbClr val="333333"/>
              </a:solidFill>
              <a:effectLst/>
              <a:latin typeface="Avantgarde"/>
            </a:endParaRPr>
          </a:p>
          <a:p>
            <a:r>
              <a:rPr lang="en-US" b="0" i="0" dirty="0" err="1">
                <a:solidFill>
                  <a:srgbClr val="333333"/>
                </a:solidFill>
                <a:effectLst/>
                <a:latin typeface="Avantgarde"/>
              </a:rPr>
              <a:t>userspace</a:t>
            </a:r>
            <a:endParaRPr lang="en-US" b="0" i="0" dirty="0">
              <a:solidFill>
                <a:srgbClr val="333333"/>
              </a:solidFill>
              <a:effectLst/>
              <a:latin typeface="Avantgarde"/>
            </a:endParaRPr>
          </a:p>
          <a:p>
            <a:r>
              <a:rPr lang="en-US" b="0" i="0" dirty="0" err="1">
                <a:solidFill>
                  <a:srgbClr val="333333"/>
                </a:solidFill>
                <a:effectLst/>
                <a:latin typeface="Avantgarde"/>
              </a:rPr>
              <a:t>kernelspace</a:t>
            </a:r>
            <a:endParaRPr lang="en-IN" dirty="0"/>
          </a:p>
        </p:txBody>
      </p:sp>
    </p:spTree>
    <p:extLst>
      <p:ext uri="{BB962C8B-B14F-4D97-AF65-F5344CB8AC3E}">
        <p14:creationId xmlns:p14="http://schemas.microsoft.com/office/powerpoint/2010/main" val="3110631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A19C3-4AD8-E9FC-8793-D298BD4B964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E6BC484-7D27-9AB6-DD4B-3C2FFA32266E}"/>
              </a:ext>
            </a:extLst>
          </p:cNvPr>
          <p:cNvSpPr>
            <a:spLocks noGrp="1"/>
          </p:cNvSpPr>
          <p:nvPr>
            <p:ph idx="1"/>
          </p:nvPr>
        </p:nvSpPr>
        <p:spPr/>
        <p:txBody>
          <a:bodyPr/>
          <a:lstStyle/>
          <a:p>
            <a:r>
              <a:rPr lang="en-US" dirty="0" err="1">
                <a:hlinkClick r:id="rId2"/>
              </a:rPr>
              <a:t>Kube</a:t>
            </a:r>
            <a:r>
              <a:rPr lang="en-US" dirty="0">
                <a:hlinkClick r:id="rId2"/>
              </a:rPr>
              <a:t> API Server - Simplified Learning (waytoeasylearn.com)</a:t>
            </a:r>
            <a:endParaRPr lang="en-US" dirty="0"/>
          </a:p>
          <a:p>
            <a:r>
              <a:rPr lang="en-US" dirty="0">
                <a:hlinkClick r:id="rId3"/>
              </a:rPr>
              <a:t>https://medium.com/@amroessameldin/kube-proxy-what-is-it-and-how-it-works-6def85d9bc8f</a:t>
            </a:r>
            <a:endParaRPr lang="en-US" dirty="0"/>
          </a:p>
          <a:p>
            <a:r>
              <a:rPr lang="en-US" dirty="0">
                <a:hlinkClick r:id="rId4"/>
              </a:rPr>
              <a:t>https://learncloudnative.com/blog/2023-05-31-kubeproxy-iptables</a:t>
            </a:r>
            <a:r>
              <a:rPr lang="en-US" dirty="0"/>
              <a:t> </a:t>
            </a:r>
          </a:p>
        </p:txBody>
      </p:sp>
    </p:spTree>
    <p:extLst>
      <p:ext uri="{BB962C8B-B14F-4D97-AF65-F5344CB8AC3E}">
        <p14:creationId xmlns:p14="http://schemas.microsoft.com/office/powerpoint/2010/main" val="3308433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1186</Words>
  <Application>Microsoft Office PowerPoint</Application>
  <PresentationFormat>Widescreen</PresentationFormat>
  <Paragraphs>68</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Avantgarde</vt:lpstr>
      <vt:lpstr>Calibri</vt:lpstr>
      <vt:lpstr>Calibri Light</vt:lpstr>
      <vt:lpstr>Fira Sans</vt:lpstr>
      <vt:lpstr>hg-grotesk</vt:lpstr>
      <vt:lpstr>IBM Plex Sans</vt:lpstr>
      <vt:lpstr>source-serif-pro</vt:lpstr>
      <vt:lpstr>Office Theme</vt:lpstr>
      <vt:lpstr>K8</vt:lpstr>
      <vt:lpstr>A Kubernetes cluster consists of control plane nodes and worker nodes.</vt:lpstr>
      <vt:lpstr>kube-apiserver</vt:lpstr>
      <vt:lpstr>PowerPoint Presentation</vt:lpstr>
      <vt:lpstr>etcd</vt:lpstr>
      <vt:lpstr>kube-scheduler</vt:lpstr>
      <vt:lpstr>kube-scheduler(Filtering)</vt:lpstr>
      <vt:lpstr>kube-scheduler(Scoring)</vt:lpstr>
      <vt:lpstr>kube-controller-manager</vt:lpstr>
      <vt:lpstr>node controller </vt:lpstr>
      <vt:lpstr>eplication controller</vt:lpstr>
      <vt:lpstr>PowerPoint Presentation</vt:lpstr>
      <vt:lpstr>Kubelet</vt:lpstr>
      <vt:lpstr>What is Kube-Proxy</vt:lpstr>
      <vt:lpstr>What is Kube-Proxy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K8</dc:title>
  <dc:creator>Arun Sunar</dc:creator>
  <cp:lastModifiedBy>Arun Sunar</cp:lastModifiedBy>
  <cp:revision>1</cp:revision>
  <dcterms:created xsi:type="dcterms:W3CDTF">2023-08-17T13:27:02Z</dcterms:created>
  <dcterms:modified xsi:type="dcterms:W3CDTF">2023-09-06T03:47:05Z</dcterms:modified>
</cp:coreProperties>
</file>