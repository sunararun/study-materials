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6274F2-9C27-448B-86E7-2447D0A18829}" v="79" dt="2023-12-18T15:43:28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Sunar" userId="3fa9774ca67c7ab5" providerId="LiveId" clId="{546274F2-9C27-448B-86E7-2447D0A18829}"/>
    <pc:docChg chg="undo redo custSel addSld delSld modSld">
      <pc:chgData name="Arun Sunar" userId="3fa9774ca67c7ab5" providerId="LiveId" clId="{546274F2-9C27-448B-86E7-2447D0A18829}" dt="2023-12-18T15:50:07.279" v="365"/>
      <pc:docMkLst>
        <pc:docMk/>
      </pc:docMkLst>
      <pc:sldChg chg="addSp delSp modSp mod">
        <pc:chgData name="Arun Sunar" userId="3fa9774ca67c7ab5" providerId="LiveId" clId="{546274F2-9C27-448B-86E7-2447D0A18829}" dt="2023-12-18T14:26:44.207" v="43" actId="20577"/>
        <pc:sldMkLst>
          <pc:docMk/>
          <pc:sldMk cId="3076795002" sldId="257"/>
        </pc:sldMkLst>
        <pc:spChg chg="del">
          <ac:chgData name="Arun Sunar" userId="3fa9774ca67c7ab5" providerId="LiveId" clId="{546274F2-9C27-448B-86E7-2447D0A18829}" dt="2023-12-18T14:24:05.911" v="0" actId="478"/>
          <ac:spMkLst>
            <pc:docMk/>
            <pc:sldMk cId="3076795002" sldId="257"/>
            <ac:spMk id="2" creationId="{23E4BB17-F458-744C-B982-93F1DE795C68}"/>
          </ac:spMkLst>
        </pc:spChg>
        <pc:spChg chg="add del mod">
          <ac:chgData name="Arun Sunar" userId="3fa9774ca67c7ab5" providerId="LiveId" clId="{546274F2-9C27-448B-86E7-2447D0A18829}" dt="2023-12-18T14:26:44.207" v="43" actId="20577"/>
          <ac:spMkLst>
            <pc:docMk/>
            <pc:sldMk cId="3076795002" sldId="257"/>
            <ac:spMk id="3" creationId="{50633DA9-D7B8-3D14-BCF5-68B277B28257}"/>
          </ac:spMkLst>
        </pc:spChg>
        <pc:spChg chg="add del mod">
          <ac:chgData name="Arun Sunar" userId="3fa9774ca67c7ab5" providerId="LiveId" clId="{546274F2-9C27-448B-86E7-2447D0A18829}" dt="2023-12-18T14:24:32.269" v="6"/>
          <ac:spMkLst>
            <pc:docMk/>
            <pc:sldMk cId="3076795002" sldId="257"/>
            <ac:spMk id="4" creationId="{C07071FF-255A-0E67-A8C8-276855667F81}"/>
          </ac:spMkLst>
        </pc:spChg>
        <pc:spChg chg="add del">
          <ac:chgData name="Arun Sunar" userId="3fa9774ca67c7ab5" providerId="LiveId" clId="{546274F2-9C27-448B-86E7-2447D0A18829}" dt="2023-12-18T14:25:04.748" v="10"/>
          <ac:spMkLst>
            <pc:docMk/>
            <pc:sldMk cId="3076795002" sldId="257"/>
            <ac:spMk id="5" creationId="{4E15A22B-F70A-76F3-D6FA-2BACBB2E0B3F}"/>
          </ac:spMkLst>
        </pc:spChg>
        <pc:spChg chg="add del">
          <ac:chgData name="Arun Sunar" userId="3fa9774ca67c7ab5" providerId="LiveId" clId="{546274F2-9C27-448B-86E7-2447D0A18829}" dt="2023-12-18T14:25:57.919" v="17"/>
          <ac:spMkLst>
            <pc:docMk/>
            <pc:sldMk cId="3076795002" sldId="257"/>
            <ac:spMk id="6" creationId="{98794C7C-9595-EF12-30C9-7CEA96F62A64}"/>
          </ac:spMkLst>
        </pc:spChg>
        <pc:spChg chg="add del">
          <ac:chgData name="Arun Sunar" userId="3fa9774ca67c7ab5" providerId="LiveId" clId="{546274F2-9C27-448B-86E7-2447D0A18829}" dt="2023-12-18T14:26:24.232" v="24"/>
          <ac:spMkLst>
            <pc:docMk/>
            <pc:sldMk cId="3076795002" sldId="257"/>
            <ac:spMk id="7" creationId="{0F738245-4134-8741-EBF2-0B1879A25964}"/>
          </ac:spMkLst>
        </pc:spChg>
        <pc:spChg chg="add del">
          <ac:chgData name="Arun Sunar" userId="3fa9774ca67c7ab5" providerId="LiveId" clId="{546274F2-9C27-448B-86E7-2447D0A18829}" dt="2023-12-18T14:26:38.419" v="31"/>
          <ac:spMkLst>
            <pc:docMk/>
            <pc:sldMk cId="3076795002" sldId="257"/>
            <ac:spMk id="8" creationId="{028DE551-E6F7-31CD-7F88-DC8D3132E283}"/>
          </ac:spMkLst>
        </pc:spChg>
      </pc:sldChg>
      <pc:sldChg chg="new del">
        <pc:chgData name="Arun Sunar" userId="3fa9774ca67c7ab5" providerId="LiveId" clId="{546274F2-9C27-448B-86E7-2447D0A18829}" dt="2023-12-18T14:26:59.755" v="45" actId="680"/>
        <pc:sldMkLst>
          <pc:docMk/>
          <pc:sldMk cId="1457110395" sldId="258"/>
        </pc:sldMkLst>
      </pc:sldChg>
      <pc:sldChg chg="addSp delSp modSp add mod">
        <pc:chgData name="Arun Sunar" userId="3fa9774ca67c7ab5" providerId="LiveId" clId="{546274F2-9C27-448B-86E7-2447D0A18829}" dt="2023-12-18T14:28:54.990" v="70"/>
        <pc:sldMkLst>
          <pc:docMk/>
          <pc:sldMk cId="4169221924" sldId="258"/>
        </pc:sldMkLst>
        <pc:spChg chg="add del">
          <ac:chgData name="Arun Sunar" userId="3fa9774ca67c7ab5" providerId="LiveId" clId="{546274F2-9C27-448B-86E7-2447D0A18829}" dt="2023-12-18T14:27:30.029" v="50"/>
          <ac:spMkLst>
            <pc:docMk/>
            <pc:sldMk cId="4169221924" sldId="258"/>
            <ac:spMk id="2" creationId="{FB575086-4721-49AD-A5C3-DDAA4D089B67}"/>
          </ac:spMkLst>
        </pc:spChg>
        <pc:spChg chg="mod">
          <ac:chgData name="Arun Sunar" userId="3fa9774ca67c7ab5" providerId="LiveId" clId="{546274F2-9C27-448B-86E7-2447D0A18829}" dt="2023-12-18T14:28:54.990" v="70"/>
          <ac:spMkLst>
            <pc:docMk/>
            <pc:sldMk cId="4169221924" sldId="258"/>
            <ac:spMk id="3" creationId="{50633DA9-D7B8-3D14-BCF5-68B277B28257}"/>
          </ac:spMkLst>
        </pc:spChg>
        <pc:spChg chg="add del">
          <ac:chgData name="Arun Sunar" userId="3fa9774ca67c7ab5" providerId="LiveId" clId="{546274F2-9C27-448B-86E7-2447D0A18829}" dt="2023-12-18T14:27:45.606" v="57"/>
          <ac:spMkLst>
            <pc:docMk/>
            <pc:sldMk cId="4169221924" sldId="258"/>
            <ac:spMk id="4" creationId="{1DEBAA2E-E039-0A81-F1D4-C7FF2D4710A0}"/>
          </ac:spMkLst>
        </pc:spChg>
        <pc:spChg chg="add del">
          <ac:chgData name="Arun Sunar" userId="3fa9774ca67c7ab5" providerId="LiveId" clId="{546274F2-9C27-448B-86E7-2447D0A18829}" dt="2023-12-18T14:28:12.452" v="64"/>
          <ac:spMkLst>
            <pc:docMk/>
            <pc:sldMk cId="4169221924" sldId="258"/>
            <ac:spMk id="5" creationId="{D3AF6110-61FB-69CA-3457-5A5615156499}"/>
          </ac:spMkLst>
        </pc:spChg>
      </pc:sldChg>
      <pc:sldChg chg="addSp delSp modSp add mod">
        <pc:chgData name="Arun Sunar" userId="3fa9774ca67c7ab5" providerId="LiveId" clId="{546274F2-9C27-448B-86E7-2447D0A18829}" dt="2023-12-18T14:30:58.101" v="101" actId="20577"/>
        <pc:sldMkLst>
          <pc:docMk/>
          <pc:sldMk cId="2206309253" sldId="259"/>
        </pc:sldMkLst>
        <pc:spChg chg="add del">
          <ac:chgData name="Arun Sunar" userId="3fa9774ca67c7ab5" providerId="LiveId" clId="{546274F2-9C27-448B-86E7-2447D0A18829}" dt="2023-12-18T14:29:19.366" v="75"/>
          <ac:spMkLst>
            <pc:docMk/>
            <pc:sldMk cId="2206309253" sldId="259"/>
            <ac:spMk id="2" creationId="{9BFE5271-DFF7-95B5-7732-FB71C7E138E5}"/>
          </ac:spMkLst>
        </pc:spChg>
        <pc:spChg chg="mod">
          <ac:chgData name="Arun Sunar" userId="3fa9774ca67c7ab5" providerId="LiveId" clId="{546274F2-9C27-448B-86E7-2447D0A18829}" dt="2023-12-18T14:30:58.101" v="101" actId="20577"/>
          <ac:spMkLst>
            <pc:docMk/>
            <pc:sldMk cId="2206309253" sldId="259"/>
            <ac:spMk id="3" creationId="{50633DA9-D7B8-3D14-BCF5-68B277B28257}"/>
          </ac:spMkLst>
        </pc:spChg>
        <pc:spChg chg="add del">
          <ac:chgData name="Arun Sunar" userId="3fa9774ca67c7ab5" providerId="LiveId" clId="{546274F2-9C27-448B-86E7-2447D0A18829}" dt="2023-12-18T14:29:43.291" v="80"/>
          <ac:spMkLst>
            <pc:docMk/>
            <pc:sldMk cId="2206309253" sldId="259"/>
            <ac:spMk id="4" creationId="{E9F62146-11D9-ACA5-45BB-5B83608B44D1}"/>
          </ac:spMkLst>
        </pc:spChg>
        <pc:spChg chg="add del">
          <ac:chgData name="Arun Sunar" userId="3fa9774ca67c7ab5" providerId="LiveId" clId="{546274F2-9C27-448B-86E7-2447D0A18829}" dt="2023-12-18T14:30:45.561" v="93"/>
          <ac:spMkLst>
            <pc:docMk/>
            <pc:sldMk cId="2206309253" sldId="259"/>
            <ac:spMk id="5" creationId="{7DACC880-29BD-0DC5-8838-BFA2192296F6}"/>
          </ac:spMkLst>
        </pc:spChg>
      </pc:sldChg>
      <pc:sldChg chg="addSp delSp modSp add mod">
        <pc:chgData name="Arun Sunar" userId="3fa9774ca67c7ab5" providerId="LiveId" clId="{546274F2-9C27-448B-86E7-2447D0A18829}" dt="2023-12-18T14:33:30.652" v="129"/>
        <pc:sldMkLst>
          <pc:docMk/>
          <pc:sldMk cId="4036142552" sldId="260"/>
        </pc:sldMkLst>
        <pc:spChg chg="add del">
          <ac:chgData name="Arun Sunar" userId="3fa9774ca67c7ab5" providerId="LiveId" clId="{546274F2-9C27-448B-86E7-2447D0A18829}" dt="2023-12-18T14:31:28.670" v="105"/>
          <ac:spMkLst>
            <pc:docMk/>
            <pc:sldMk cId="4036142552" sldId="260"/>
            <ac:spMk id="2" creationId="{ED22A2DC-108D-4B32-5128-793F3EB0F9F5}"/>
          </ac:spMkLst>
        </pc:spChg>
        <pc:spChg chg="mod">
          <ac:chgData name="Arun Sunar" userId="3fa9774ca67c7ab5" providerId="LiveId" clId="{546274F2-9C27-448B-86E7-2447D0A18829}" dt="2023-12-18T14:33:30.652" v="129"/>
          <ac:spMkLst>
            <pc:docMk/>
            <pc:sldMk cId="4036142552" sldId="260"/>
            <ac:spMk id="3" creationId="{50633DA9-D7B8-3D14-BCF5-68B277B28257}"/>
          </ac:spMkLst>
        </pc:spChg>
        <pc:spChg chg="add del">
          <ac:chgData name="Arun Sunar" userId="3fa9774ca67c7ab5" providerId="LiveId" clId="{546274F2-9C27-448B-86E7-2447D0A18829}" dt="2023-12-18T14:32:34.830" v="110"/>
          <ac:spMkLst>
            <pc:docMk/>
            <pc:sldMk cId="4036142552" sldId="260"/>
            <ac:spMk id="4" creationId="{B163CFD9-4E86-94AC-588A-88E28C39EF26}"/>
          </ac:spMkLst>
        </pc:spChg>
        <pc:spChg chg="add del">
          <ac:chgData name="Arun Sunar" userId="3fa9774ca67c7ab5" providerId="LiveId" clId="{546274F2-9C27-448B-86E7-2447D0A18829}" dt="2023-12-18T14:33:30.608" v="127"/>
          <ac:spMkLst>
            <pc:docMk/>
            <pc:sldMk cId="4036142552" sldId="260"/>
            <ac:spMk id="5" creationId="{B3BBEC68-A98B-DB2A-716D-741A7A138D09}"/>
          </ac:spMkLst>
        </pc:spChg>
      </pc:sldChg>
      <pc:sldChg chg="addSp delSp modSp add mod">
        <pc:chgData name="Arun Sunar" userId="3fa9774ca67c7ab5" providerId="LiveId" clId="{546274F2-9C27-448B-86E7-2447D0A18829}" dt="2023-12-18T14:34:39.914" v="145" actId="27636"/>
        <pc:sldMkLst>
          <pc:docMk/>
          <pc:sldMk cId="1142799394" sldId="261"/>
        </pc:sldMkLst>
        <pc:spChg chg="add del">
          <ac:chgData name="Arun Sunar" userId="3fa9774ca67c7ab5" providerId="LiveId" clId="{546274F2-9C27-448B-86E7-2447D0A18829}" dt="2023-12-18T14:34:10.076" v="133"/>
          <ac:spMkLst>
            <pc:docMk/>
            <pc:sldMk cId="1142799394" sldId="261"/>
            <ac:spMk id="2" creationId="{9033C24A-E1AE-D0DE-E5CA-312D44FC3227}"/>
          </ac:spMkLst>
        </pc:spChg>
        <pc:spChg chg="mod">
          <ac:chgData name="Arun Sunar" userId="3fa9774ca67c7ab5" providerId="LiveId" clId="{546274F2-9C27-448B-86E7-2447D0A18829}" dt="2023-12-18T14:34:39.914" v="145" actId="27636"/>
          <ac:spMkLst>
            <pc:docMk/>
            <pc:sldMk cId="1142799394" sldId="261"/>
            <ac:spMk id="3" creationId="{50633DA9-D7B8-3D14-BCF5-68B277B28257}"/>
          </ac:spMkLst>
        </pc:spChg>
      </pc:sldChg>
      <pc:sldChg chg="addSp delSp modSp add mod">
        <pc:chgData name="Arun Sunar" userId="3fa9774ca67c7ab5" providerId="LiveId" clId="{546274F2-9C27-448B-86E7-2447D0A18829}" dt="2023-12-18T14:35:38.311" v="154" actId="27636"/>
        <pc:sldMkLst>
          <pc:docMk/>
          <pc:sldMk cId="95430215" sldId="262"/>
        </pc:sldMkLst>
        <pc:spChg chg="add del">
          <ac:chgData name="Arun Sunar" userId="3fa9774ca67c7ab5" providerId="LiveId" clId="{546274F2-9C27-448B-86E7-2447D0A18829}" dt="2023-12-18T14:35:38.168" v="151"/>
          <ac:spMkLst>
            <pc:docMk/>
            <pc:sldMk cId="95430215" sldId="262"/>
            <ac:spMk id="2" creationId="{3229F213-1CAC-F7AA-A3CC-16945716C4E9}"/>
          </ac:spMkLst>
        </pc:spChg>
        <pc:spChg chg="mod">
          <ac:chgData name="Arun Sunar" userId="3fa9774ca67c7ab5" providerId="LiveId" clId="{546274F2-9C27-448B-86E7-2447D0A18829}" dt="2023-12-18T14:35:38.311" v="154" actId="27636"/>
          <ac:spMkLst>
            <pc:docMk/>
            <pc:sldMk cId="95430215" sldId="262"/>
            <ac:spMk id="3" creationId="{50633DA9-D7B8-3D14-BCF5-68B277B28257}"/>
          </ac:spMkLst>
        </pc:spChg>
      </pc:sldChg>
      <pc:sldChg chg="addSp delSp modSp add mod">
        <pc:chgData name="Arun Sunar" userId="3fa9774ca67c7ab5" providerId="LiveId" clId="{546274F2-9C27-448B-86E7-2447D0A18829}" dt="2023-12-18T15:46:48.795" v="336"/>
        <pc:sldMkLst>
          <pc:docMk/>
          <pc:sldMk cId="142292784" sldId="263"/>
        </pc:sldMkLst>
        <pc:spChg chg="add del">
          <ac:chgData name="Arun Sunar" userId="3fa9774ca67c7ab5" providerId="LiveId" clId="{546274F2-9C27-448B-86E7-2447D0A18829}" dt="2023-12-18T15:38:59.731" v="160"/>
          <ac:spMkLst>
            <pc:docMk/>
            <pc:sldMk cId="142292784" sldId="263"/>
            <ac:spMk id="2" creationId="{76C8212D-1EA7-75CE-6FF6-82FFC273FE7B}"/>
          </ac:spMkLst>
        </pc:spChg>
        <pc:spChg chg="mod">
          <ac:chgData name="Arun Sunar" userId="3fa9774ca67c7ab5" providerId="LiveId" clId="{546274F2-9C27-448B-86E7-2447D0A18829}" dt="2023-12-18T15:46:48.795" v="336"/>
          <ac:spMkLst>
            <pc:docMk/>
            <pc:sldMk cId="142292784" sldId="263"/>
            <ac:spMk id="3" creationId="{50633DA9-D7B8-3D14-BCF5-68B277B28257}"/>
          </ac:spMkLst>
        </pc:spChg>
        <pc:spChg chg="add del mod">
          <ac:chgData name="Arun Sunar" userId="3fa9774ca67c7ab5" providerId="LiveId" clId="{546274F2-9C27-448B-86E7-2447D0A18829}" dt="2023-12-18T15:38:57.618" v="159"/>
          <ac:spMkLst>
            <pc:docMk/>
            <pc:sldMk cId="142292784" sldId="263"/>
            <ac:spMk id="4" creationId="{6163E2F4-0AEF-83CF-0D16-A81C4F6F4B44}"/>
          </ac:spMkLst>
        </pc:spChg>
        <pc:spChg chg="add del">
          <ac:chgData name="Arun Sunar" userId="3fa9774ca67c7ab5" providerId="LiveId" clId="{546274F2-9C27-448B-86E7-2447D0A18829}" dt="2023-12-18T15:39:05.186" v="164"/>
          <ac:spMkLst>
            <pc:docMk/>
            <pc:sldMk cId="142292784" sldId="263"/>
            <ac:spMk id="5" creationId="{4CE97A3C-A09A-1975-73DD-A73CBA979233}"/>
          </ac:spMkLst>
        </pc:spChg>
        <pc:spChg chg="add del">
          <ac:chgData name="Arun Sunar" userId="3fa9774ca67c7ab5" providerId="LiveId" clId="{546274F2-9C27-448B-86E7-2447D0A18829}" dt="2023-12-18T15:39:32.244" v="174"/>
          <ac:spMkLst>
            <pc:docMk/>
            <pc:sldMk cId="142292784" sldId="263"/>
            <ac:spMk id="6" creationId="{8D8B5323-F524-FF03-5E73-50700008CD4B}"/>
          </ac:spMkLst>
        </pc:spChg>
        <pc:spChg chg="add del">
          <ac:chgData name="Arun Sunar" userId="3fa9774ca67c7ab5" providerId="LiveId" clId="{546274F2-9C27-448B-86E7-2447D0A18829}" dt="2023-12-18T15:43:28.712" v="298"/>
          <ac:spMkLst>
            <pc:docMk/>
            <pc:sldMk cId="142292784" sldId="263"/>
            <ac:spMk id="7" creationId="{A95A6A88-0872-7B5C-5CE7-6AC9BCD4D343}"/>
          </ac:spMkLst>
        </pc:spChg>
      </pc:sldChg>
      <pc:sldChg chg="modSp add mod">
        <pc:chgData name="Arun Sunar" userId="3fa9774ca67c7ab5" providerId="LiveId" clId="{546274F2-9C27-448B-86E7-2447D0A18829}" dt="2023-12-18T15:49:12.830" v="357"/>
        <pc:sldMkLst>
          <pc:docMk/>
          <pc:sldMk cId="2338891273" sldId="264"/>
        </pc:sldMkLst>
        <pc:spChg chg="mod">
          <ac:chgData name="Arun Sunar" userId="3fa9774ca67c7ab5" providerId="LiveId" clId="{546274F2-9C27-448B-86E7-2447D0A18829}" dt="2023-12-18T15:49:12.830" v="357"/>
          <ac:spMkLst>
            <pc:docMk/>
            <pc:sldMk cId="2338891273" sldId="264"/>
            <ac:spMk id="3" creationId="{50633DA9-D7B8-3D14-BCF5-68B277B28257}"/>
          </ac:spMkLst>
        </pc:spChg>
      </pc:sldChg>
      <pc:sldChg chg="add del">
        <pc:chgData name="Arun Sunar" userId="3fa9774ca67c7ab5" providerId="LiveId" clId="{546274F2-9C27-448B-86E7-2447D0A18829}" dt="2023-12-18T15:45:56.668" v="329" actId="47"/>
        <pc:sldMkLst>
          <pc:docMk/>
          <pc:sldMk cId="3777916583" sldId="264"/>
        </pc:sldMkLst>
      </pc:sldChg>
      <pc:sldChg chg="new del">
        <pc:chgData name="Arun Sunar" userId="3fa9774ca67c7ab5" providerId="LiveId" clId="{546274F2-9C27-448B-86E7-2447D0A18829}" dt="2023-12-18T15:46:08.075" v="331" actId="680"/>
        <pc:sldMkLst>
          <pc:docMk/>
          <pc:sldMk cId="3999653587" sldId="264"/>
        </pc:sldMkLst>
      </pc:sldChg>
      <pc:sldChg chg="modSp add mod">
        <pc:chgData name="Arun Sunar" userId="3fa9774ca67c7ab5" providerId="LiveId" clId="{546274F2-9C27-448B-86E7-2447D0A18829}" dt="2023-12-18T15:50:07.279" v="365"/>
        <pc:sldMkLst>
          <pc:docMk/>
          <pc:sldMk cId="2391256136" sldId="265"/>
        </pc:sldMkLst>
        <pc:spChg chg="mod">
          <ac:chgData name="Arun Sunar" userId="3fa9774ca67c7ab5" providerId="LiveId" clId="{546274F2-9C27-448B-86E7-2447D0A18829}" dt="2023-12-18T15:50:07.279" v="365"/>
          <ac:spMkLst>
            <pc:docMk/>
            <pc:sldMk cId="2391256136" sldId="265"/>
            <ac:spMk id="3" creationId="{50633DA9-D7B8-3D14-BCF5-68B277B2825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C96AE-90D9-F5FB-2870-E07E63CBC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5142E7-97D2-4199-566C-0F22B4592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D2A53-B9FD-691A-0C47-01059560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BD88-2201-4BE4-A5B5-952F94F1888E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90711-0FE8-C80A-EB1F-76BABF1D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E1829-D1A5-227A-B390-B220EC214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0A4A-81EE-443D-9951-F8FBE743A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57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878D6-9E49-6095-00CD-76D5589F1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52A2-4269-C305-FE28-A228C3D49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6326B-EB1E-B084-7C3A-E8402C30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BD88-2201-4BE4-A5B5-952F94F1888E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8BB38-9EDA-1D72-BF08-CF2B0EDBB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04FC1-F463-8D39-01CC-668DF145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0A4A-81EE-443D-9951-F8FBE743A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911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A97B4-4DDA-8B1A-756E-738C3F967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AD323-0A99-9CC8-6489-8651E975F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A6A32-CEBB-8A2B-5B81-14FB3E2DF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BD88-2201-4BE4-A5B5-952F94F1888E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E3618-85A7-6EA9-32A2-5B4C8842E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873C5-B6E3-1C94-EA94-7861F59FD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0A4A-81EE-443D-9951-F8FBE743A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847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EE3FB-A039-EBF6-84BF-7FDC0D7FB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95A76-DA74-1B58-9227-7BD2D0BA9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A2C9-C39F-C52E-6DE0-D08082F25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0CB90-3F30-E9ED-BF3A-4A50154CB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BD88-2201-4BE4-A5B5-952F94F1888E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ABEDE-66EA-6CCA-8DEF-EB5E05010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325E7-B253-DB77-1453-6F7C985E9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0A4A-81EE-443D-9951-F8FBE743A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497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40631-CE59-2B3A-1EDA-FF42EDFCE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D1ED0-7C4A-DBAF-BD51-655F20432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70B53-C0FB-2B3E-BA8B-A1215745E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E5C956-1755-0631-8D6F-3FBC281209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2289D6-0605-76F2-AEAA-D7064AD4E2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D19F3D-2FED-8FB5-E4B5-EF5CB696F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BD88-2201-4BE4-A5B5-952F94F1888E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6D6391-3B68-1109-56B2-24AE64F5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90E58C-4524-9761-3D79-D68E15CFF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0A4A-81EE-443D-9951-F8FBE743A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139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23111-6020-CDFF-8790-E3268B604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B186C5-E657-725B-DF11-DF190E4FB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BD88-2201-4BE4-A5B5-952F94F1888E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EB8F90-4C62-3ABC-9A28-70D899AD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35DB7B-30D7-BA4F-D1FC-6F020B41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0A4A-81EE-443D-9951-F8FBE743A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174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8EC231-17DC-A9FA-C01B-7D3A3E87F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BD88-2201-4BE4-A5B5-952F94F1888E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AB6F95-C5E6-515D-3D1D-71229B09F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79B6C-7250-4FF6-F3AC-C2F71496C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0A4A-81EE-443D-9951-F8FBE743A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429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6867E-267C-CB0E-B3A5-1349AB32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E4BB0-3588-79ED-A296-7AE2B7614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DFBDA-718A-BD72-D23B-03A438B6D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D5BFB-D29B-C305-1135-C8C16510E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BD88-2201-4BE4-A5B5-952F94F1888E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1DC95-A564-2F7D-DBCE-6F1F08927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BAD53-CBAE-8773-B621-51D3D45F8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0A4A-81EE-443D-9951-F8FBE743A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508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9755A-307D-18FD-801B-3B458909C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E93C36-18CD-FF2E-67DC-E2568F9BAD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709BE9-6824-777E-E70E-00E6A4902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56FFC-582C-592D-2613-B82005E25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BD88-2201-4BE4-A5B5-952F94F1888E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7369F-31F0-E647-3C79-09CA5AD1B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DFECA-0644-F582-9B57-C195EB8D1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0A4A-81EE-443D-9951-F8FBE743A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424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1EE8-1E17-467A-9D76-114A71F10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64B3CB-4B2A-0294-C1D1-21C7F11F8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B2696-D0F0-5E8B-D0D0-404BB5FE3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BD88-2201-4BE4-A5B5-952F94F1888E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B9736-27B8-EFFE-6815-D4C95F9D7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12B8A-5E6E-46D3-6123-F8AD0DDCD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0A4A-81EE-443D-9951-F8FBE743A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225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62AF04-969C-23CF-ED62-BF5208745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6CDF1-4DDF-72A7-FAF6-F3E3E28C7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6F308-9AD6-C232-1CF5-AC79101F9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BD88-2201-4BE4-A5B5-952F94F1888E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96C87-46C8-0634-0D43-3A213D72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E6E76-A190-E46E-4B8B-B7E96A78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0A4A-81EE-443D-9951-F8FBE743A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24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0B025-8A0C-C5A1-5165-13D87922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FB8C3-0993-C452-7899-61BC98BC8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645E9-2EF7-B495-67FC-FCFDA3DB34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EBD88-2201-4BE4-A5B5-952F94F1888E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57366-FD9C-84A2-EE11-336B6B3A0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EBCE5-8DDD-3041-B7F9-DEF829BD3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60A4A-81EE-443D-9951-F8FBE743A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16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69D333-8197-0513-3993-27DE70143BF2}"/>
              </a:ext>
            </a:extLst>
          </p:cNvPr>
          <p:cNvSpPr/>
          <p:nvPr/>
        </p:nvSpPr>
        <p:spPr>
          <a:xfrm>
            <a:off x="2015412" y="1175858"/>
            <a:ext cx="788436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Files in Java 8</a:t>
            </a:r>
          </a:p>
        </p:txBody>
      </p:sp>
    </p:spTree>
    <p:extLst>
      <p:ext uri="{BB962C8B-B14F-4D97-AF65-F5344CB8AC3E}">
        <p14:creationId xmlns:p14="http://schemas.microsoft.com/office/powerpoint/2010/main" val="836826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33DA9-D7B8-3D14-BCF5-68B277B28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438538"/>
            <a:ext cx="11495315" cy="6139543"/>
          </a:xfrm>
        </p:spPr>
        <p:txBody>
          <a:bodyPr/>
          <a:lstStyle/>
          <a:p>
            <a:r>
              <a:rPr lang="en-IN" dirty="0"/>
              <a:t>path = </a:t>
            </a:r>
            <a:r>
              <a:rPr lang="en-IN" dirty="0" err="1"/>
              <a:t>Paths.get</a:t>
            </a:r>
            <a:r>
              <a:rPr lang="en-IN" dirty="0"/>
              <a:t>("c:/dev/licenses/windows/readme.txt");</a:t>
            </a:r>
          </a:p>
          <a:p>
            <a:r>
              <a:rPr lang="en-IN" dirty="0" err="1"/>
              <a:t>System.out.println</a:t>
            </a:r>
            <a:r>
              <a:rPr lang="en-IN" dirty="0"/>
              <a:t>(path);</a:t>
            </a:r>
          </a:p>
          <a:p>
            <a:r>
              <a:rPr lang="en-US" dirty="0"/>
              <a:t>Pre Java-11, </a:t>
            </a:r>
            <a:r>
              <a:rPr lang="en-US" dirty="0" err="1"/>
              <a:t>Path.of</a:t>
            </a:r>
            <a:r>
              <a:rPr lang="en-US" dirty="0"/>
              <a:t> was called </a:t>
            </a:r>
            <a:r>
              <a:rPr lang="en-US" dirty="0" err="1"/>
              <a:t>Paths.get</a:t>
            </a:r>
            <a:r>
              <a:rPr lang="en-US" dirty="0"/>
              <a:t>, which you’ll need to use if you’re stuck on older Java versions or building a library that needs some backward compatibility. </a:t>
            </a:r>
          </a:p>
          <a:p>
            <a:r>
              <a:rPr lang="en-US" dirty="0"/>
              <a:t>Starting with Java 11, </a:t>
            </a:r>
            <a:r>
              <a:rPr lang="en-US" dirty="0" err="1"/>
              <a:t>Paths.get</a:t>
            </a:r>
            <a:r>
              <a:rPr lang="en-US" dirty="0"/>
              <a:t> internally redirects to </a:t>
            </a:r>
            <a:r>
              <a:rPr lang="en-US" dirty="0" err="1"/>
              <a:t>Path.of</a:t>
            </a:r>
            <a:endParaRPr lang="en-US" dirty="0"/>
          </a:p>
          <a:p>
            <a:r>
              <a:rPr lang="en-US" dirty="0"/>
              <a:t>Path </a:t>
            </a:r>
            <a:r>
              <a:rPr lang="en-US" dirty="0" err="1"/>
              <a:t>path</a:t>
            </a:r>
            <a:r>
              <a:rPr lang="en-US" dirty="0"/>
              <a:t> = </a:t>
            </a:r>
            <a:r>
              <a:rPr lang="en-US" dirty="0" err="1"/>
              <a:t>Path.of</a:t>
            </a:r>
            <a:r>
              <a:rPr lang="en-US" dirty="0"/>
              <a:t>("c:\\dev\\licenses\\windows\\readme.txt");</a:t>
            </a:r>
          </a:p>
          <a:p>
            <a:r>
              <a:rPr lang="en-US" dirty="0" err="1"/>
              <a:t>System.out.println</a:t>
            </a:r>
            <a:r>
              <a:rPr lang="en-US" dirty="0"/>
              <a:t>(path);</a:t>
            </a:r>
          </a:p>
          <a:p>
            <a:r>
              <a:rPr lang="en-IN" dirty="0"/>
              <a:t>path = </a:t>
            </a:r>
            <a:r>
              <a:rPr lang="en-IN" dirty="0" err="1"/>
              <a:t>Path.of</a:t>
            </a:r>
            <a:r>
              <a:rPr lang="en-IN" dirty="0"/>
              <a:t>(new URI("file:///c:/dev/licenses/windows/readme.txt"));</a:t>
            </a:r>
          </a:p>
          <a:p>
            <a:r>
              <a:rPr lang="en-IN" dirty="0" err="1"/>
              <a:t>System.out.println</a:t>
            </a:r>
            <a:r>
              <a:rPr lang="en-IN" dirty="0"/>
              <a:t>(path);</a:t>
            </a:r>
          </a:p>
          <a:p>
            <a:r>
              <a:rPr lang="en-IN" dirty="0"/>
              <a:t>path = </a:t>
            </a:r>
            <a:r>
              <a:rPr lang="en-IN" dirty="0" err="1"/>
              <a:t>Path.of</a:t>
            </a:r>
            <a:r>
              <a:rPr lang="en-IN" dirty="0"/>
              <a:t>("c:" , "dev", "licenses", "windows", "readme.txt"); // java11</a:t>
            </a:r>
          </a:p>
          <a:p>
            <a:r>
              <a:rPr lang="en-IN" dirty="0" err="1"/>
              <a:t>System.out.println</a:t>
            </a:r>
            <a:r>
              <a:rPr lang="en-IN" dirty="0"/>
              <a:t>(path);</a:t>
            </a:r>
          </a:p>
        </p:txBody>
      </p:sp>
    </p:spTree>
    <p:extLst>
      <p:ext uri="{BB962C8B-B14F-4D97-AF65-F5344CB8AC3E}">
        <p14:creationId xmlns:p14="http://schemas.microsoft.com/office/powerpoint/2010/main" val="3076795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33DA9-D7B8-3D14-BCF5-68B277B28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438538"/>
            <a:ext cx="11495315" cy="6139543"/>
          </a:xfrm>
        </p:spPr>
        <p:txBody>
          <a:bodyPr/>
          <a:lstStyle/>
          <a:p>
            <a:r>
              <a:rPr lang="en-US" dirty="0"/>
              <a:t>Path </a:t>
            </a:r>
            <a:r>
              <a:rPr lang="en-US" dirty="0" err="1"/>
              <a:t>path</a:t>
            </a:r>
            <a:r>
              <a:rPr lang="en-US" dirty="0"/>
              <a:t> = </a:t>
            </a:r>
            <a:r>
              <a:rPr lang="en-US" dirty="0" err="1"/>
              <a:t>Path.of</a:t>
            </a:r>
            <a:r>
              <a:rPr lang="en-US" dirty="0"/>
              <a:t>("c:\\dev\\licenses\\windows\\readme.txt");</a:t>
            </a:r>
          </a:p>
          <a:p>
            <a:r>
              <a:rPr lang="en-US" dirty="0" err="1"/>
              <a:t>boolean</a:t>
            </a:r>
            <a:r>
              <a:rPr lang="en-US" dirty="0"/>
              <a:t> exists = </a:t>
            </a:r>
            <a:r>
              <a:rPr lang="en-US" dirty="0" err="1"/>
              <a:t>Files.exists</a:t>
            </a:r>
            <a:r>
              <a:rPr lang="en-US" dirty="0"/>
              <a:t>(path);</a:t>
            </a:r>
          </a:p>
          <a:p>
            <a:r>
              <a:rPr lang="en-IN" dirty="0"/>
              <a:t>Path </a:t>
            </a:r>
            <a:r>
              <a:rPr lang="en-IN" dirty="0" err="1"/>
              <a:t>path</a:t>
            </a:r>
            <a:r>
              <a:rPr lang="en-IN" dirty="0"/>
              <a:t> = </a:t>
            </a:r>
            <a:r>
              <a:rPr lang="en-IN" dirty="0" err="1"/>
              <a:t>Path.of</a:t>
            </a:r>
            <a:r>
              <a:rPr lang="en-IN" dirty="0"/>
              <a:t>("c:\\dev\\licenses\\windows\\readme.txt");</a:t>
            </a:r>
          </a:p>
          <a:p>
            <a:r>
              <a:rPr lang="en-IN" dirty="0" err="1"/>
              <a:t>FileTime</a:t>
            </a:r>
            <a:r>
              <a:rPr lang="en-IN" dirty="0"/>
              <a:t> </a:t>
            </a:r>
            <a:r>
              <a:rPr lang="en-IN" dirty="0" err="1"/>
              <a:t>lastModifiedTime</a:t>
            </a:r>
            <a:r>
              <a:rPr lang="en-IN" dirty="0"/>
              <a:t> = </a:t>
            </a:r>
            <a:r>
              <a:rPr lang="en-IN" dirty="0" err="1"/>
              <a:t>Files.getLastModifiedTime</a:t>
            </a:r>
            <a:r>
              <a:rPr lang="en-IN" dirty="0"/>
              <a:t>(path);</a:t>
            </a:r>
          </a:p>
          <a:p>
            <a:r>
              <a:rPr lang="en-US" dirty="0"/>
              <a:t>Path </a:t>
            </a:r>
            <a:r>
              <a:rPr lang="en-US" dirty="0" err="1"/>
              <a:t>path</a:t>
            </a:r>
            <a:r>
              <a:rPr lang="en-US" dirty="0"/>
              <a:t> = </a:t>
            </a:r>
            <a:r>
              <a:rPr lang="en-US" dirty="0" err="1"/>
              <a:t>Path.of</a:t>
            </a:r>
            <a:r>
              <a:rPr lang="en-US" dirty="0"/>
              <a:t>("c:\\dev\\licenses\\windows\\readme.txt");</a:t>
            </a:r>
          </a:p>
          <a:p>
            <a:r>
              <a:rPr lang="en-US" dirty="0"/>
              <a:t>long </a:t>
            </a:r>
            <a:r>
              <a:rPr lang="en-US" dirty="0" err="1"/>
              <a:t>mismatchIndex</a:t>
            </a:r>
            <a:r>
              <a:rPr lang="en-US" dirty="0"/>
              <a:t> = </a:t>
            </a:r>
            <a:r>
              <a:rPr lang="en-US" dirty="0" err="1"/>
              <a:t>Files.mismatch</a:t>
            </a:r>
            <a:r>
              <a:rPr lang="en-US" dirty="0"/>
              <a:t>(path, </a:t>
            </a:r>
            <a:r>
              <a:rPr lang="en-US" dirty="0" err="1"/>
              <a:t>Paths.get</a:t>
            </a:r>
            <a:r>
              <a:rPr lang="en-US" dirty="0"/>
              <a:t>("c:\\dev\\whatever.txt"));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system-ui"/>
              </a:rPr>
              <a:t>This is a relatively new addition to Java, available since Java 12. It compares the sizes and bytes of two files and returns the position of the first (byte) mismatch. Or, -1L if there was no mismatch.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system-ui"/>
              </a:rPr>
              <a:t>Hence, if you are comparing two completely different files, you’ll get this as console output: the very first byte already didn’t match, hence the mismatch is </a:t>
            </a:r>
            <a:r>
              <a:rPr lang="en-US" b="0" i="1" dirty="0">
                <a:solidFill>
                  <a:srgbClr val="212529"/>
                </a:solidFill>
                <a:effectLst/>
                <a:latin typeface="system-ui"/>
              </a:rPr>
              <a:t>position zero</a:t>
            </a:r>
            <a:r>
              <a:rPr lang="en-US" b="0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9221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33DA9-D7B8-3D14-BCF5-68B277B28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438538"/>
            <a:ext cx="11495315" cy="6139543"/>
          </a:xfrm>
        </p:spPr>
        <p:txBody>
          <a:bodyPr>
            <a:normAutofit/>
          </a:bodyPr>
          <a:lstStyle/>
          <a:p>
            <a:r>
              <a:rPr lang="en-US" dirty="0"/>
              <a:t>Path </a:t>
            </a:r>
            <a:r>
              <a:rPr lang="en-US" dirty="0" err="1"/>
              <a:t>path</a:t>
            </a:r>
            <a:r>
              <a:rPr lang="en-US" dirty="0"/>
              <a:t> = </a:t>
            </a:r>
            <a:r>
              <a:rPr lang="en-US" dirty="0" err="1"/>
              <a:t>Path.of</a:t>
            </a:r>
            <a:r>
              <a:rPr lang="en-US" dirty="0"/>
              <a:t>("c:\\dev\\licenses\\windows\\readme.txt");</a:t>
            </a:r>
          </a:p>
          <a:p>
            <a:r>
              <a:rPr lang="en-US" dirty="0" err="1"/>
              <a:t>UserPrincipal</a:t>
            </a:r>
            <a:r>
              <a:rPr lang="en-US" dirty="0"/>
              <a:t> owner = </a:t>
            </a:r>
            <a:r>
              <a:rPr lang="en-US" dirty="0" err="1"/>
              <a:t>Files.getOwner</a:t>
            </a:r>
            <a:r>
              <a:rPr lang="en-US" dirty="0"/>
              <a:t>(path);</a:t>
            </a:r>
          </a:p>
          <a:p>
            <a:r>
              <a:rPr lang="en-IN" dirty="0"/>
              <a:t>Path tempFile1 = </a:t>
            </a:r>
            <a:r>
              <a:rPr lang="en-IN" dirty="0" err="1"/>
              <a:t>Files.createTempFile</a:t>
            </a:r>
            <a:r>
              <a:rPr lang="en-IN" dirty="0"/>
              <a:t>("</a:t>
            </a:r>
            <a:r>
              <a:rPr lang="en-IN" dirty="0" err="1"/>
              <a:t>somePrefixOrNull</a:t>
            </a:r>
            <a:r>
              <a:rPr lang="en-IN" dirty="0"/>
              <a:t>", ".jpg");</a:t>
            </a:r>
          </a:p>
          <a:p>
            <a:r>
              <a:rPr lang="en-IN" dirty="0"/>
              <a:t>Path tempFile2 = </a:t>
            </a:r>
            <a:r>
              <a:rPr lang="en-IN" dirty="0" err="1"/>
              <a:t>Files.createTempFile</a:t>
            </a:r>
            <a:r>
              <a:rPr lang="en-IN" dirty="0"/>
              <a:t>(</a:t>
            </a:r>
            <a:r>
              <a:rPr lang="en-IN" dirty="0" err="1"/>
              <a:t>path.getParent</a:t>
            </a:r>
            <a:r>
              <a:rPr lang="en-IN" dirty="0"/>
              <a:t>(), "</a:t>
            </a:r>
            <a:r>
              <a:rPr lang="en-IN" dirty="0" err="1"/>
              <a:t>somePrefixOrNull</a:t>
            </a:r>
            <a:r>
              <a:rPr lang="en-IN" dirty="0"/>
              <a:t>", ".jpg");</a:t>
            </a:r>
          </a:p>
          <a:p>
            <a:r>
              <a:rPr lang="en-IN" dirty="0"/>
              <a:t>Path </a:t>
            </a:r>
            <a:r>
              <a:rPr lang="en-IN" dirty="0" err="1"/>
              <a:t>tmpDirectory</a:t>
            </a:r>
            <a:r>
              <a:rPr lang="en-IN" dirty="0"/>
              <a:t> = </a:t>
            </a:r>
            <a:r>
              <a:rPr lang="en-IN" dirty="0" err="1"/>
              <a:t>Files.createTempDirectory</a:t>
            </a:r>
            <a:r>
              <a:rPr lang="en-IN" dirty="0"/>
              <a:t>("prefix");</a:t>
            </a:r>
          </a:p>
          <a:p>
            <a:r>
              <a:rPr lang="en-US" b="1" i="0" dirty="0">
                <a:solidFill>
                  <a:srgbClr val="3B3B3B"/>
                </a:solidFill>
                <a:effectLst/>
                <a:latin typeface="system-ui"/>
              </a:rPr>
              <a:t>How to create files and directories</a:t>
            </a:r>
          </a:p>
          <a:p>
            <a:r>
              <a:rPr lang="en-IN" dirty="0"/>
              <a:t>Path </a:t>
            </a:r>
            <a:r>
              <a:rPr lang="en-IN" dirty="0" err="1"/>
              <a:t>newDirectory</a:t>
            </a:r>
            <a:r>
              <a:rPr lang="en-IN" dirty="0"/>
              <a:t> = </a:t>
            </a:r>
            <a:r>
              <a:rPr lang="en-IN" dirty="0" err="1"/>
              <a:t>Files.createDirectories</a:t>
            </a:r>
            <a:r>
              <a:rPr lang="en-IN" dirty="0"/>
              <a:t>(</a:t>
            </a:r>
            <a:r>
              <a:rPr lang="en-IN" dirty="0" err="1"/>
              <a:t>path.getParent</a:t>
            </a:r>
            <a:r>
              <a:rPr lang="en-IN" dirty="0"/>
              <a:t>().resolve("some/new/</a:t>
            </a:r>
            <a:r>
              <a:rPr lang="en-IN" dirty="0" err="1"/>
              <a:t>dir</a:t>
            </a:r>
            <a:r>
              <a:rPr lang="en-IN" dirty="0"/>
              <a:t>"));</a:t>
            </a:r>
          </a:p>
          <a:p>
            <a:r>
              <a:rPr lang="en-IN" dirty="0"/>
              <a:t>Path </a:t>
            </a:r>
            <a:r>
              <a:rPr lang="en-IN" dirty="0" err="1"/>
              <a:t>newFile</a:t>
            </a:r>
            <a:r>
              <a:rPr lang="en-IN" dirty="0"/>
              <a:t> = </a:t>
            </a:r>
            <a:r>
              <a:rPr lang="en-IN" dirty="0" err="1"/>
              <a:t>Files.createFile</a:t>
            </a:r>
            <a:r>
              <a:rPr lang="en-IN" dirty="0"/>
              <a:t>(</a:t>
            </a:r>
            <a:r>
              <a:rPr lang="en-IN" dirty="0" err="1"/>
              <a:t>newDirectory.resolve</a:t>
            </a:r>
            <a:r>
              <a:rPr lang="en-IN" dirty="0"/>
              <a:t>("emptyFile.txt"));</a:t>
            </a:r>
          </a:p>
        </p:txBody>
      </p:sp>
    </p:spTree>
    <p:extLst>
      <p:ext uri="{BB962C8B-B14F-4D97-AF65-F5344CB8AC3E}">
        <p14:creationId xmlns:p14="http://schemas.microsoft.com/office/powerpoint/2010/main" val="2206309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33DA9-D7B8-3D14-BCF5-68B277B28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438538"/>
            <a:ext cx="11495315" cy="6139543"/>
          </a:xfrm>
        </p:spPr>
        <p:txBody>
          <a:bodyPr>
            <a:normAutofit/>
          </a:bodyPr>
          <a:lstStyle/>
          <a:p>
            <a:pPr algn="l"/>
            <a:r>
              <a:rPr lang="en-IN" b="1" i="0" dirty="0">
                <a:solidFill>
                  <a:srgbClr val="FF691F"/>
                </a:solidFill>
                <a:effectLst/>
                <a:latin typeface="system-ui"/>
              </a:rPr>
              <a:t>Writing &amp; Reading Files</a:t>
            </a:r>
          </a:p>
          <a:p>
            <a:r>
              <a:rPr lang="en-US" b="1" i="0" dirty="0">
                <a:solidFill>
                  <a:srgbClr val="3B3B3B"/>
                </a:solidFill>
                <a:effectLst/>
                <a:latin typeface="system-ui"/>
              </a:rPr>
              <a:t>How to write strings to files</a:t>
            </a:r>
            <a:endParaRPr lang="en-IN" b="1" i="0" dirty="0">
              <a:solidFill>
                <a:srgbClr val="FF691F"/>
              </a:solidFill>
              <a:effectLst/>
              <a:latin typeface="system-ui"/>
            </a:endParaRPr>
          </a:p>
          <a:p>
            <a:r>
              <a:rPr lang="en-IN" dirty="0"/>
              <a:t>Path </a:t>
            </a:r>
            <a:r>
              <a:rPr lang="en-IN" dirty="0" err="1"/>
              <a:t>utfFile</a:t>
            </a:r>
            <a:r>
              <a:rPr lang="en-IN" dirty="0"/>
              <a:t> = </a:t>
            </a:r>
            <a:r>
              <a:rPr lang="en-IN" dirty="0" err="1"/>
              <a:t>Files.createTempFile</a:t>
            </a:r>
            <a:r>
              <a:rPr lang="en-IN" dirty="0"/>
              <a:t>("some", ".txt");</a:t>
            </a:r>
          </a:p>
          <a:p>
            <a:r>
              <a:rPr lang="en-IN" dirty="0" err="1"/>
              <a:t>Files.writeString</a:t>
            </a:r>
            <a:r>
              <a:rPr lang="en-IN" dirty="0"/>
              <a:t>(</a:t>
            </a:r>
            <a:r>
              <a:rPr lang="en-IN" dirty="0" err="1"/>
              <a:t>utfFile</a:t>
            </a:r>
            <a:r>
              <a:rPr lang="en-IN" dirty="0"/>
              <a:t>, "this is my string </a:t>
            </a:r>
            <a:r>
              <a:rPr lang="en-IN" dirty="0" err="1"/>
              <a:t>ää</a:t>
            </a:r>
            <a:r>
              <a:rPr lang="en-IN" dirty="0"/>
              <a:t> </a:t>
            </a:r>
            <a:r>
              <a:rPr lang="en-IN" dirty="0" err="1"/>
              <a:t>öö</a:t>
            </a:r>
            <a:r>
              <a:rPr lang="en-IN" dirty="0"/>
              <a:t> </a:t>
            </a:r>
            <a:r>
              <a:rPr lang="en-IN" dirty="0" err="1"/>
              <a:t>üü</a:t>
            </a:r>
            <a:r>
              <a:rPr lang="en-IN" dirty="0"/>
              <a:t>"); // UTF 8</a:t>
            </a:r>
          </a:p>
          <a:p>
            <a:r>
              <a:rPr lang="en-IN" dirty="0"/>
              <a:t>Path iso88591File = </a:t>
            </a:r>
            <a:r>
              <a:rPr lang="en-IN" dirty="0" err="1"/>
              <a:t>Files.createTempFile</a:t>
            </a:r>
            <a:r>
              <a:rPr lang="en-IN" dirty="0"/>
              <a:t>("some", ".txt");</a:t>
            </a:r>
          </a:p>
          <a:p>
            <a:r>
              <a:rPr lang="en-IN" dirty="0" err="1"/>
              <a:t>Files.writeString</a:t>
            </a:r>
            <a:r>
              <a:rPr lang="en-IN" dirty="0"/>
              <a:t>(iso88591File, "this is my string </a:t>
            </a:r>
            <a:r>
              <a:rPr lang="en-IN" dirty="0" err="1"/>
              <a:t>ää</a:t>
            </a:r>
            <a:r>
              <a:rPr lang="en-IN" dirty="0"/>
              <a:t> </a:t>
            </a:r>
            <a:r>
              <a:rPr lang="en-IN" dirty="0" err="1"/>
              <a:t>öö</a:t>
            </a:r>
            <a:r>
              <a:rPr lang="en-IN" dirty="0"/>
              <a:t> </a:t>
            </a:r>
            <a:r>
              <a:rPr lang="en-IN" dirty="0" err="1"/>
              <a:t>üü</a:t>
            </a:r>
            <a:r>
              <a:rPr lang="en-IN" dirty="0"/>
              <a:t>", StandardCharsets.ISO_8859_1); // otherwise == utf8</a:t>
            </a:r>
          </a:p>
          <a:p>
            <a:r>
              <a:rPr lang="en-US" b="1" i="0" dirty="0">
                <a:solidFill>
                  <a:srgbClr val="3B3B3B"/>
                </a:solidFill>
                <a:effectLst/>
                <a:latin typeface="system-ui"/>
              </a:rPr>
              <a:t>How to write bytes to files</a:t>
            </a:r>
          </a:p>
          <a:p>
            <a:r>
              <a:rPr lang="en-US" b="1" i="0" dirty="0">
                <a:solidFill>
                  <a:srgbClr val="3B3B3B"/>
                </a:solidFill>
                <a:effectLst/>
                <a:latin typeface="system-ui"/>
              </a:rPr>
              <a:t>Path anotherIso88591File = </a:t>
            </a:r>
            <a:r>
              <a:rPr lang="en-US" b="1" i="0" dirty="0" err="1">
                <a:solidFill>
                  <a:srgbClr val="3B3B3B"/>
                </a:solidFill>
                <a:effectLst/>
                <a:latin typeface="system-ui"/>
              </a:rPr>
              <a:t>Files.createTempFile</a:t>
            </a:r>
            <a:r>
              <a:rPr lang="en-US" b="1" i="0" dirty="0">
                <a:solidFill>
                  <a:srgbClr val="3B3B3B"/>
                </a:solidFill>
                <a:effectLst/>
                <a:latin typeface="system-ui"/>
              </a:rPr>
              <a:t>("some", ".txt");</a:t>
            </a:r>
          </a:p>
          <a:p>
            <a:r>
              <a:rPr lang="en-US" b="1" i="0" dirty="0" err="1">
                <a:solidFill>
                  <a:srgbClr val="3B3B3B"/>
                </a:solidFill>
                <a:effectLst/>
                <a:latin typeface="system-ui"/>
              </a:rPr>
              <a:t>Files.write</a:t>
            </a:r>
            <a:r>
              <a:rPr lang="en-US" b="1" i="0" dirty="0">
                <a:solidFill>
                  <a:srgbClr val="3B3B3B"/>
                </a:solidFill>
                <a:effectLst/>
                <a:latin typeface="system-ui"/>
              </a:rPr>
              <a:t>(anotherIso88591File, "this is my string </a:t>
            </a:r>
            <a:r>
              <a:rPr lang="en-US" b="1" i="0" dirty="0" err="1">
                <a:solidFill>
                  <a:srgbClr val="3B3B3B"/>
                </a:solidFill>
                <a:effectLst/>
                <a:latin typeface="system-ui"/>
              </a:rPr>
              <a:t>ää</a:t>
            </a:r>
            <a:r>
              <a:rPr lang="en-US" b="1" i="0" dirty="0">
                <a:solidFill>
                  <a:srgbClr val="3B3B3B"/>
                </a:solidFill>
                <a:effectLst/>
                <a:latin typeface="system-ui"/>
              </a:rPr>
              <a:t> </a:t>
            </a:r>
            <a:r>
              <a:rPr lang="en-US" b="1" i="0" dirty="0" err="1">
                <a:solidFill>
                  <a:srgbClr val="3B3B3B"/>
                </a:solidFill>
                <a:effectLst/>
                <a:latin typeface="system-ui"/>
              </a:rPr>
              <a:t>öö</a:t>
            </a:r>
            <a:r>
              <a:rPr lang="en-US" b="1" i="0" dirty="0">
                <a:solidFill>
                  <a:srgbClr val="3B3B3B"/>
                </a:solidFill>
                <a:effectLst/>
                <a:latin typeface="system-ui"/>
              </a:rPr>
              <a:t> </a:t>
            </a:r>
            <a:r>
              <a:rPr lang="en-US" b="1" i="0" dirty="0" err="1">
                <a:solidFill>
                  <a:srgbClr val="3B3B3B"/>
                </a:solidFill>
                <a:effectLst/>
                <a:latin typeface="system-ui"/>
              </a:rPr>
              <a:t>üü</a:t>
            </a:r>
            <a:r>
              <a:rPr lang="en-US" b="1" i="0" dirty="0">
                <a:solidFill>
                  <a:srgbClr val="3B3B3B"/>
                </a:solidFill>
                <a:effectLst/>
                <a:latin typeface="system-ui"/>
              </a:rPr>
              <a:t>".</a:t>
            </a:r>
            <a:r>
              <a:rPr lang="en-US" b="1" i="0" dirty="0" err="1">
                <a:solidFill>
                  <a:srgbClr val="3B3B3B"/>
                </a:solidFill>
                <a:effectLst/>
                <a:latin typeface="system-ui"/>
              </a:rPr>
              <a:t>getBytes</a:t>
            </a:r>
            <a:r>
              <a:rPr lang="en-US" b="1" i="0" dirty="0">
                <a:solidFill>
                  <a:srgbClr val="3B3B3B"/>
                </a:solidFill>
                <a:effectLst/>
                <a:latin typeface="system-ui"/>
              </a:rPr>
              <a:t>(StandardCharsets.ISO_8859_1));</a:t>
            </a:r>
          </a:p>
          <a:p>
            <a:endParaRPr lang="en-US" b="1" i="0" dirty="0">
              <a:solidFill>
                <a:srgbClr val="3B3B3B"/>
              </a:solidFill>
              <a:effectLst/>
              <a:latin typeface="system-ui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6142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33DA9-D7B8-3D14-BCF5-68B277B28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438538"/>
            <a:ext cx="11495315" cy="6139543"/>
          </a:xfrm>
        </p:spPr>
        <p:txBody>
          <a:bodyPr>
            <a:normAutofit fontScale="92500"/>
          </a:bodyPr>
          <a:lstStyle/>
          <a:p>
            <a:pPr algn="l"/>
            <a:r>
              <a:rPr lang="en-IN" b="1" i="0" dirty="0">
                <a:solidFill>
                  <a:srgbClr val="FF691F"/>
                </a:solidFill>
                <a:effectLst/>
                <a:latin typeface="system-ui"/>
              </a:rPr>
              <a:t>Writing &amp; Reading Files</a:t>
            </a:r>
          </a:p>
          <a:p>
            <a:pPr algn="l"/>
            <a:r>
              <a:rPr lang="en-IN" b="1" i="0" dirty="0">
                <a:solidFill>
                  <a:srgbClr val="3B3B3B"/>
                </a:solidFill>
                <a:effectLst/>
                <a:latin typeface="system-ui"/>
              </a:rPr>
              <a:t>Options when writing files</a:t>
            </a:r>
          </a:p>
          <a:p>
            <a:r>
              <a:rPr lang="en-US" sz="3000" dirty="0"/>
              <a:t>Path anotherUtf8File = </a:t>
            </a:r>
            <a:r>
              <a:rPr lang="en-US" sz="3000" dirty="0" err="1"/>
              <a:t>Files.createTempFile</a:t>
            </a:r>
            <a:r>
              <a:rPr lang="en-US" sz="3000" dirty="0"/>
              <a:t>("some", ".txt");</a:t>
            </a:r>
          </a:p>
          <a:p>
            <a:r>
              <a:rPr lang="en-US" sz="3000" dirty="0" err="1"/>
              <a:t>Files.writeString</a:t>
            </a:r>
            <a:r>
              <a:rPr lang="en-US" sz="3000" dirty="0"/>
              <a:t>(anotherUtf8File, "this is my string </a:t>
            </a:r>
            <a:r>
              <a:rPr lang="en-US" sz="3000" dirty="0" err="1"/>
              <a:t>ää</a:t>
            </a:r>
            <a:r>
              <a:rPr lang="en-US" sz="3000" dirty="0"/>
              <a:t> </a:t>
            </a:r>
            <a:r>
              <a:rPr lang="en-US" sz="3000" dirty="0" err="1"/>
              <a:t>öö</a:t>
            </a:r>
            <a:r>
              <a:rPr lang="en-US" sz="3000" dirty="0"/>
              <a:t> </a:t>
            </a:r>
            <a:r>
              <a:rPr lang="en-US" sz="3000" dirty="0" err="1"/>
              <a:t>üü</a:t>
            </a:r>
            <a:r>
              <a:rPr lang="en-US" sz="3000" dirty="0"/>
              <a:t>", StandardCharsets.UTF_8,</a:t>
            </a:r>
          </a:p>
          <a:p>
            <a:r>
              <a:rPr lang="en-US" sz="3000" dirty="0"/>
              <a:t>        </a:t>
            </a:r>
            <a:r>
              <a:rPr lang="en-US" sz="3000" dirty="0" err="1"/>
              <a:t>StandardOpenOption.CREATE</a:t>
            </a:r>
            <a:r>
              <a:rPr lang="en-US" sz="3000" dirty="0"/>
              <a:t>, </a:t>
            </a:r>
            <a:r>
              <a:rPr lang="en-US" sz="3000" dirty="0" err="1"/>
              <a:t>StandardOpenOption.TRUNCATE_EXISTING</a:t>
            </a:r>
            <a:r>
              <a:rPr lang="en-US" sz="3000" dirty="0"/>
              <a:t>, </a:t>
            </a:r>
            <a:r>
              <a:rPr lang="en-US" sz="3000" dirty="0" err="1"/>
              <a:t>StandardOpenOption.WRITE</a:t>
            </a:r>
            <a:r>
              <a:rPr lang="en-US" sz="3000" dirty="0"/>
              <a:t>);</a:t>
            </a:r>
          </a:p>
          <a:p>
            <a:endParaRPr lang="en-US" sz="3000" dirty="0"/>
          </a:p>
          <a:p>
            <a:r>
              <a:rPr lang="en-US" sz="3000" dirty="0"/>
              <a:t>Path oneMoreUtf8File = </a:t>
            </a:r>
            <a:r>
              <a:rPr lang="en-US" sz="3000" dirty="0" err="1"/>
              <a:t>Files.createTempFile</a:t>
            </a:r>
            <a:r>
              <a:rPr lang="en-US" sz="3000" dirty="0"/>
              <a:t>("some", ".txt");</a:t>
            </a:r>
          </a:p>
          <a:p>
            <a:r>
              <a:rPr lang="en-US" sz="3000" dirty="0" err="1"/>
              <a:t>Files.write</a:t>
            </a:r>
            <a:r>
              <a:rPr lang="en-US" sz="3000" dirty="0"/>
              <a:t>(oneMoreUtf8File, "this is my string </a:t>
            </a:r>
            <a:r>
              <a:rPr lang="en-US" sz="3000" dirty="0" err="1"/>
              <a:t>ää</a:t>
            </a:r>
            <a:r>
              <a:rPr lang="en-US" sz="3000" dirty="0"/>
              <a:t> </a:t>
            </a:r>
            <a:r>
              <a:rPr lang="en-US" sz="3000" dirty="0" err="1"/>
              <a:t>öö</a:t>
            </a:r>
            <a:r>
              <a:rPr lang="en-US" sz="3000" dirty="0"/>
              <a:t> </a:t>
            </a:r>
            <a:r>
              <a:rPr lang="en-US" sz="3000" dirty="0" err="1"/>
              <a:t>üü</a:t>
            </a:r>
            <a:r>
              <a:rPr lang="en-US" sz="3000" dirty="0"/>
              <a:t>".</a:t>
            </a:r>
            <a:r>
              <a:rPr lang="en-US" sz="3000" dirty="0" err="1"/>
              <a:t>getBytes</a:t>
            </a:r>
            <a:r>
              <a:rPr lang="en-US" sz="3000" dirty="0"/>
              <a:t>(StandardCharsets.UTF_8),</a:t>
            </a:r>
          </a:p>
          <a:p>
            <a:r>
              <a:rPr lang="en-US" sz="3000" dirty="0"/>
              <a:t>        </a:t>
            </a:r>
            <a:r>
              <a:rPr lang="en-US" sz="3000" dirty="0" err="1"/>
              <a:t>StandardOpenOption.CREATE</a:t>
            </a:r>
            <a:r>
              <a:rPr lang="en-US" sz="3000" dirty="0"/>
              <a:t>, </a:t>
            </a:r>
            <a:r>
              <a:rPr lang="en-US" sz="3000" dirty="0" err="1"/>
              <a:t>StandardOpenOption.TRUNCATE_EXISTING</a:t>
            </a:r>
            <a:r>
              <a:rPr lang="en-US" sz="3000" dirty="0"/>
              <a:t>, </a:t>
            </a:r>
            <a:r>
              <a:rPr lang="en-US" sz="3000" dirty="0" err="1"/>
              <a:t>StandardOpenOption.WRITE</a:t>
            </a:r>
            <a:r>
              <a:rPr lang="en-US" sz="3000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799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33DA9-D7B8-3D14-BCF5-68B277B28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438538"/>
            <a:ext cx="11495315" cy="6139543"/>
          </a:xfrm>
        </p:spPr>
        <p:txBody>
          <a:bodyPr>
            <a:normAutofit/>
          </a:bodyPr>
          <a:lstStyle/>
          <a:p>
            <a:pPr algn="l"/>
            <a:r>
              <a:rPr lang="en-IN" b="1" i="0" dirty="0">
                <a:solidFill>
                  <a:srgbClr val="FF691F"/>
                </a:solidFill>
                <a:effectLst/>
                <a:latin typeface="system-ui"/>
              </a:rPr>
              <a:t>Writing &amp; Reading Files</a:t>
            </a:r>
          </a:p>
          <a:p>
            <a:pPr algn="l"/>
            <a:r>
              <a:rPr lang="en-IN" b="1" i="0" dirty="0">
                <a:solidFill>
                  <a:srgbClr val="3B3B3B"/>
                </a:solidFill>
                <a:effectLst/>
                <a:latin typeface="system-ui"/>
              </a:rPr>
              <a:t>Using Writers and </a:t>
            </a:r>
            <a:r>
              <a:rPr lang="en-IN" b="1" i="0" dirty="0" err="1">
                <a:solidFill>
                  <a:srgbClr val="3B3B3B"/>
                </a:solidFill>
                <a:effectLst/>
                <a:latin typeface="system-ui"/>
              </a:rPr>
              <a:t>OutputStreams</a:t>
            </a:r>
            <a:endParaRPr lang="en-IN" b="1" i="0" dirty="0">
              <a:solidFill>
                <a:srgbClr val="3B3B3B"/>
              </a:solidFill>
              <a:effectLst/>
              <a:latin typeface="system-ui"/>
            </a:endParaRPr>
          </a:p>
          <a:p>
            <a:r>
              <a:rPr lang="en-US" sz="3000" dirty="0"/>
              <a:t>try (</a:t>
            </a:r>
            <a:r>
              <a:rPr lang="en-US" sz="3000" dirty="0" err="1"/>
              <a:t>BufferedWriter</a:t>
            </a:r>
            <a:r>
              <a:rPr lang="en-US" sz="3000" dirty="0"/>
              <a:t> </a:t>
            </a:r>
            <a:r>
              <a:rPr lang="en-US" sz="3000" dirty="0" err="1"/>
              <a:t>bufferedWriter</a:t>
            </a:r>
            <a:r>
              <a:rPr lang="en-US" sz="3000" dirty="0"/>
              <a:t> = </a:t>
            </a:r>
            <a:r>
              <a:rPr lang="en-US" sz="3000" dirty="0" err="1"/>
              <a:t>Files.newBufferedWriter</a:t>
            </a:r>
            <a:r>
              <a:rPr lang="en-US" sz="3000" dirty="0"/>
              <a:t>(</a:t>
            </a:r>
            <a:r>
              <a:rPr lang="en-US" sz="3000" dirty="0" err="1"/>
              <a:t>utfFile</a:t>
            </a:r>
            <a:r>
              <a:rPr lang="en-US" sz="3000" dirty="0"/>
              <a:t>)) {</a:t>
            </a:r>
          </a:p>
          <a:p>
            <a:r>
              <a:rPr lang="en-US" sz="3000" dirty="0"/>
              <a:t>    // handle reader</a:t>
            </a:r>
          </a:p>
          <a:p>
            <a:r>
              <a:rPr lang="en-US" sz="3000" dirty="0"/>
              <a:t>}</a:t>
            </a:r>
          </a:p>
          <a:p>
            <a:endParaRPr lang="en-US" sz="3000" dirty="0"/>
          </a:p>
          <a:p>
            <a:r>
              <a:rPr lang="en-US" sz="3000" dirty="0"/>
              <a:t>try (</a:t>
            </a:r>
            <a:r>
              <a:rPr lang="en-US" sz="3000" dirty="0" err="1"/>
              <a:t>OutputStream</a:t>
            </a:r>
            <a:r>
              <a:rPr lang="en-US" sz="3000" dirty="0"/>
              <a:t> </a:t>
            </a:r>
            <a:r>
              <a:rPr lang="en-US" sz="3000" dirty="0" err="1"/>
              <a:t>os</a:t>
            </a:r>
            <a:r>
              <a:rPr lang="en-US" sz="3000" dirty="0"/>
              <a:t> = </a:t>
            </a:r>
            <a:r>
              <a:rPr lang="en-US" sz="3000" dirty="0" err="1"/>
              <a:t>Files.newOutputStream</a:t>
            </a:r>
            <a:r>
              <a:rPr lang="en-US" sz="3000" dirty="0"/>
              <a:t>(</a:t>
            </a:r>
            <a:r>
              <a:rPr lang="en-US" sz="3000" dirty="0" err="1"/>
              <a:t>utfFile</a:t>
            </a:r>
            <a:r>
              <a:rPr lang="en-US" sz="3000" dirty="0"/>
              <a:t>)) {</a:t>
            </a:r>
          </a:p>
          <a:p>
            <a:r>
              <a:rPr lang="en-US" sz="3000" dirty="0"/>
              <a:t>    // handle </a:t>
            </a:r>
            <a:r>
              <a:rPr lang="en-US" sz="3000" dirty="0" err="1"/>
              <a:t>outputstream</a:t>
            </a:r>
            <a:endParaRPr lang="en-US" sz="3000" dirty="0"/>
          </a:p>
          <a:p>
            <a:r>
              <a:rPr lang="en-US" sz="3000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430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33DA9-D7B8-3D14-BCF5-68B277B28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472440"/>
            <a:ext cx="11495315" cy="6105641"/>
          </a:xfrm>
        </p:spPr>
        <p:txBody>
          <a:bodyPr>
            <a:normAutofit/>
          </a:bodyPr>
          <a:lstStyle/>
          <a:p>
            <a:pPr algn="l"/>
            <a:r>
              <a:rPr lang="en-IN" b="1" i="0" dirty="0">
                <a:solidFill>
                  <a:srgbClr val="FF691F"/>
                </a:solidFill>
                <a:effectLst/>
                <a:latin typeface="system-ui"/>
              </a:rPr>
              <a:t> Reading Files</a:t>
            </a:r>
          </a:p>
          <a:p>
            <a:pPr algn="l"/>
            <a:r>
              <a:rPr lang="en-US" sz="2000" b="1" i="0" dirty="0">
                <a:solidFill>
                  <a:schemeClr val="bg2">
                    <a:lumMod val="25000"/>
                  </a:schemeClr>
                </a:solidFill>
                <a:effectLst/>
                <a:latin typeface="system-ui"/>
              </a:rPr>
              <a:t>Stream&lt;String&gt; lines = </a:t>
            </a:r>
            <a:r>
              <a:rPr lang="en-US" sz="20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system-ui"/>
              </a:rPr>
              <a:t>Files.lines</a:t>
            </a:r>
            <a:r>
              <a:rPr lang="en-US" sz="2000" b="1" i="0" dirty="0">
                <a:solidFill>
                  <a:schemeClr val="bg2">
                    <a:lumMod val="25000"/>
                  </a:schemeClr>
                </a:solidFill>
                <a:effectLst/>
                <a:latin typeface="system-ui"/>
              </a:rPr>
              <a:t>(</a:t>
            </a:r>
            <a:r>
              <a:rPr lang="en-US" sz="20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system-ui"/>
              </a:rPr>
              <a:t>Paths.get</a:t>
            </a:r>
            <a:r>
              <a:rPr lang="en-US" sz="2000" b="1" i="0" dirty="0">
                <a:solidFill>
                  <a:schemeClr val="bg2">
                    <a:lumMod val="25000"/>
                  </a:schemeClr>
                </a:solidFill>
                <a:effectLst/>
                <a:latin typeface="system-ui"/>
              </a:rPr>
              <a:t>(</a:t>
            </a:r>
            <a:r>
              <a:rPr lang="en-US" sz="20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system-ui"/>
              </a:rPr>
              <a:t>fileName</a:t>
            </a:r>
            <a:r>
              <a:rPr lang="en-US" sz="2000" b="1" i="0" dirty="0">
                <a:solidFill>
                  <a:schemeClr val="bg2">
                    <a:lumMod val="25000"/>
                  </a:schemeClr>
                </a:solidFill>
                <a:effectLst/>
                <a:latin typeface="system-ui"/>
              </a:rPr>
              <a:t>));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we should use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Files.lines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to read a text file.</a:t>
            </a:r>
          </a:p>
          <a:p>
            <a:pPr algn="l"/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lines.forEach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System.out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::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printl</a:t>
            </a:r>
            <a:endParaRPr lang="en-US" sz="2000" b="1" i="0" dirty="0">
              <a:solidFill>
                <a:srgbClr val="3B3B3B"/>
              </a:solidFill>
              <a:effectLst/>
              <a:latin typeface="system-ui"/>
            </a:endParaRP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String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fileName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=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ResourceHelper.getAbsoluteFilePath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("app.log");</a:t>
            </a:r>
          </a:p>
          <a:p>
            <a:pPr marL="0" indent="0" algn="l">
              <a:buNone/>
            </a:pP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 Stream&lt;String&gt; lines =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Files.lines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Paths.get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fileName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));   // only for small text file</a:t>
            </a: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 List&lt;String&gt; collect =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lines.collect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Collectors.toList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());n);</a:t>
            </a: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For reading in a large text file, and if the order of the line does not matter, we can turn on the Stream’s parallel feature to further improve reading speed.</a:t>
            </a:r>
            <a:endParaRPr lang="en-US" sz="2000" b="1" dirty="0">
              <a:solidFill>
                <a:srgbClr val="3B3B3B"/>
              </a:solidFill>
              <a:latin typeface="system-ui"/>
            </a:endParaRP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String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fileName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= "/home/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mkyong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/large.txt";</a:t>
            </a: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 Stream&lt;String&gt; lines =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Files.lines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Paths.get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fileName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));</a:t>
            </a:r>
          </a:p>
          <a:p>
            <a:pPr algn="l"/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lines.parallel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().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forEach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(l -&gt; {/* do work */}); // parallel</a:t>
            </a: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A common mistake is to convert a large Stream into a List directly, and it will throw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java.lang.OutOfMemoryError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: Java heap space if the Stream size is larger than the running JVM heap size.</a:t>
            </a:r>
          </a:p>
        </p:txBody>
      </p:sp>
    </p:spTree>
    <p:extLst>
      <p:ext uri="{BB962C8B-B14F-4D97-AF65-F5344CB8AC3E}">
        <p14:creationId xmlns:p14="http://schemas.microsoft.com/office/powerpoint/2010/main" val="142292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33DA9-D7B8-3D14-BCF5-68B277B28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472440"/>
            <a:ext cx="11495315" cy="6105641"/>
          </a:xfrm>
        </p:spPr>
        <p:txBody>
          <a:bodyPr>
            <a:normAutofit/>
          </a:bodyPr>
          <a:lstStyle/>
          <a:p>
            <a:pPr algn="l"/>
            <a:r>
              <a:rPr lang="en-IN" b="1" i="0" dirty="0">
                <a:solidFill>
                  <a:srgbClr val="FF691F"/>
                </a:solidFill>
                <a:effectLst/>
                <a:latin typeface="system-ui"/>
              </a:rPr>
              <a:t> Reading Files</a:t>
            </a:r>
          </a:p>
          <a:p>
            <a:pPr algn="l"/>
            <a:r>
              <a:rPr lang="en-US" sz="2000" b="1" i="0" dirty="0">
                <a:solidFill>
                  <a:schemeClr val="bg2">
                    <a:lumMod val="25000"/>
                  </a:schemeClr>
                </a:solidFill>
                <a:effectLst/>
                <a:latin typeface="system-ui"/>
              </a:rPr>
              <a:t> This </a:t>
            </a:r>
            <a:r>
              <a:rPr lang="en-US" sz="20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system-ui"/>
              </a:rPr>
              <a:t>Files.readString</a:t>
            </a:r>
            <a:r>
              <a:rPr lang="en-US" sz="2000" b="1" i="0" dirty="0">
                <a:solidFill>
                  <a:schemeClr val="bg2">
                    <a:lumMod val="25000"/>
                  </a:schemeClr>
                </a:solidFill>
                <a:effectLst/>
                <a:latin typeface="system-ui"/>
              </a:rPr>
              <a:t>() read a file into a string, and if the reading file size exceeds 2G, it will throws </a:t>
            </a:r>
            <a:r>
              <a:rPr lang="en-US" sz="20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system-ui"/>
              </a:rPr>
              <a:t>java.lang.OutOfMemoryError</a:t>
            </a:r>
            <a:r>
              <a:rPr lang="en-US" sz="2000" b="1" i="0" dirty="0">
                <a:solidFill>
                  <a:schemeClr val="bg2">
                    <a:lumMod val="25000"/>
                  </a:schemeClr>
                </a:solidFill>
                <a:effectLst/>
                <a:latin typeface="system-ui"/>
              </a:rPr>
              <a:t>: Required array size too large.</a:t>
            </a: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String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fileName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= "/home/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mkyong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/large.txt";</a:t>
            </a:r>
          </a:p>
          <a:p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String s =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Files.readString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Paths.get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fileName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)); // default UTF_8</a:t>
            </a: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      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System.out.println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(s);</a:t>
            </a: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This example uses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Files.readAllLines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to read a file into a List&lt;String&gt;, if the file size is larger than the running JVM heap size, it will throw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java.lang.OutOfMemoryError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: Java heap space.</a:t>
            </a:r>
            <a:endParaRPr lang="en-US" sz="2000" b="1" dirty="0">
              <a:solidFill>
                <a:srgbClr val="3B3B3B"/>
              </a:solidFill>
              <a:latin typeface="system-ui"/>
            </a:endParaRP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String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fileName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= "/home/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mkyong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/app.log";</a:t>
            </a:r>
          </a:p>
          <a:p>
            <a:pPr algn="l"/>
            <a:endParaRPr lang="en-US" sz="2000" b="1" i="0" dirty="0">
              <a:solidFill>
                <a:srgbClr val="3B3B3B"/>
              </a:solidFill>
              <a:effectLst/>
              <a:latin typeface="system-ui"/>
            </a:endParaRP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       List&lt;String&gt; lines =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Files.readAllLines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Paths.get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fileName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),</a:t>
            </a: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                                                 StandardCharsets.UTF_8);</a:t>
            </a: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      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lines.forEach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System.out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::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println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338891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33DA9-D7B8-3D14-BCF5-68B277B28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472440"/>
            <a:ext cx="11495315" cy="6105641"/>
          </a:xfrm>
        </p:spPr>
        <p:txBody>
          <a:bodyPr>
            <a:normAutofit/>
          </a:bodyPr>
          <a:lstStyle/>
          <a:p>
            <a:pPr algn="l"/>
            <a:r>
              <a:rPr lang="en-IN" b="1" i="0" dirty="0">
                <a:solidFill>
                  <a:srgbClr val="FF691F"/>
                </a:solidFill>
                <a:effectLst/>
                <a:latin typeface="system-ui"/>
              </a:rPr>
              <a:t> Reading Files</a:t>
            </a:r>
          </a:p>
          <a:p>
            <a:pPr algn="l"/>
            <a:r>
              <a:rPr lang="en-US" sz="2000" b="1" i="0" dirty="0">
                <a:solidFill>
                  <a:schemeClr val="bg2">
                    <a:lumMod val="25000"/>
                  </a:schemeClr>
                </a:solidFill>
                <a:effectLst/>
                <a:latin typeface="system-ui"/>
              </a:rPr>
              <a:t> we can use the new </a:t>
            </a:r>
            <a:r>
              <a:rPr lang="en-US" sz="20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system-ui"/>
              </a:rPr>
              <a:t>Files.newBufferedReader</a:t>
            </a:r>
            <a:r>
              <a:rPr lang="en-US" sz="2000" b="1" i="0" dirty="0">
                <a:solidFill>
                  <a:schemeClr val="bg2">
                    <a:lumMod val="25000"/>
                  </a:schemeClr>
                </a:solidFill>
                <a:effectLst/>
                <a:latin typeface="system-ui"/>
              </a:rPr>
              <a:t> to create a </a:t>
            </a:r>
            <a:r>
              <a:rPr lang="en-US" sz="20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system-ui"/>
              </a:rPr>
              <a:t>BufferedReader</a:t>
            </a:r>
            <a:r>
              <a:rPr lang="en-US" sz="2000" b="1" i="0" dirty="0">
                <a:solidFill>
                  <a:schemeClr val="bg2">
                    <a:lumMod val="25000"/>
                  </a:schemeClr>
                </a:solidFill>
                <a:effectLst/>
                <a:latin typeface="system-ui"/>
              </a:rPr>
              <a:t>.</a:t>
            </a: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try (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BufferedReader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br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=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Files.newBufferedReader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Paths.get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fileName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))) {</a:t>
            </a: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     String line;</a:t>
            </a: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     while ((line =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br.readLine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()) != null) {</a:t>
            </a: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         </a:t>
            </a:r>
            <a:r>
              <a:rPr lang="en-US" sz="2000" b="1" i="0" dirty="0" err="1">
                <a:solidFill>
                  <a:srgbClr val="3B3B3B"/>
                </a:solidFill>
                <a:effectLst/>
                <a:latin typeface="system-ui"/>
              </a:rPr>
              <a:t>System.out.println</a:t>
            </a:r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(line);</a:t>
            </a: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     }</a:t>
            </a:r>
          </a:p>
          <a:p>
            <a:pPr algn="l"/>
            <a:r>
              <a:rPr lang="en-US" sz="2000" b="1" i="0" dirty="0">
                <a:solidFill>
                  <a:srgbClr val="3B3B3B"/>
                </a:solidFill>
                <a:effectLst/>
                <a:latin typeface="system-ui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391256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1156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system-ui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 Sunar</dc:creator>
  <cp:lastModifiedBy>Arun Sunar</cp:lastModifiedBy>
  <cp:revision>2</cp:revision>
  <dcterms:created xsi:type="dcterms:W3CDTF">2023-12-18T14:18:57Z</dcterms:created>
  <dcterms:modified xsi:type="dcterms:W3CDTF">2024-05-09T02:54:36Z</dcterms:modified>
</cp:coreProperties>
</file>