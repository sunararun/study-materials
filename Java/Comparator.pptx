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1B59D6-333B-499B-BC5F-37FB8467C291}" v="2" dt="2024-05-02T03:51:33.9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58" y="1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2CBD9821-B11E-49C8-830B-3352742FE53F}"/>
    <pc:docChg chg="undo redo custSel addSld modSld">
      <pc:chgData name="Arun Sunar" userId="3fa9774ca67c7ab5" providerId="LiveId" clId="{2CBD9821-B11E-49C8-830B-3352742FE53F}" dt="2024-02-26T09:26:32.095" v="170" actId="20577"/>
      <pc:docMkLst>
        <pc:docMk/>
      </pc:docMkLst>
      <pc:sldChg chg="addSp delSp modSp mod">
        <pc:chgData name="Arun Sunar" userId="3fa9774ca67c7ab5" providerId="LiveId" clId="{2CBD9821-B11E-49C8-830B-3352742FE53F}" dt="2024-02-26T09:26:32.095" v="170" actId="20577"/>
        <pc:sldMkLst>
          <pc:docMk/>
          <pc:sldMk cId="1898481947" sldId="256"/>
        </pc:sldMkLst>
        <pc:spChg chg="del mod">
          <ac:chgData name="Arun Sunar" userId="3fa9774ca67c7ab5" providerId="LiveId" clId="{2CBD9821-B11E-49C8-830B-3352742FE53F}" dt="2024-02-26T09:26:10.841" v="125" actId="478"/>
          <ac:spMkLst>
            <pc:docMk/>
            <pc:sldMk cId="1898481947" sldId="256"/>
            <ac:spMk id="2" creationId="{7E8A1BC0-9E56-B29F-5EEC-99278A489251}"/>
          </ac:spMkLst>
        </pc:spChg>
        <pc:spChg chg="del">
          <ac:chgData name="Arun Sunar" userId="3fa9774ca67c7ab5" providerId="LiveId" clId="{2CBD9821-B11E-49C8-830B-3352742FE53F}" dt="2024-02-26T09:26:12.490" v="126" actId="478"/>
          <ac:spMkLst>
            <pc:docMk/>
            <pc:sldMk cId="1898481947" sldId="256"/>
            <ac:spMk id="3" creationId="{A02E44E1-8EE8-047A-57E7-5C50FCCB28D5}"/>
          </ac:spMkLst>
        </pc:spChg>
        <pc:spChg chg="add mod">
          <ac:chgData name="Arun Sunar" userId="3fa9774ca67c7ab5" providerId="LiveId" clId="{2CBD9821-B11E-49C8-830B-3352742FE53F}" dt="2024-02-26T09:26:32.095" v="170" actId="20577"/>
          <ac:spMkLst>
            <pc:docMk/>
            <pc:sldMk cId="1898481947" sldId="256"/>
            <ac:spMk id="4" creationId="{71F751BD-5DB2-813A-98E7-8AD592C93B74}"/>
          </ac:spMkLst>
        </pc:spChg>
      </pc:sldChg>
      <pc:sldChg chg="modSp mod">
        <pc:chgData name="Arun Sunar" userId="3fa9774ca67c7ab5" providerId="LiveId" clId="{2CBD9821-B11E-49C8-830B-3352742FE53F}" dt="2024-02-26T09:07:05.576" v="14" actId="20577"/>
        <pc:sldMkLst>
          <pc:docMk/>
          <pc:sldMk cId="682758976" sldId="257"/>
        </pc:sldMkLst>
        <pc:spChg chg="mod">
          <ac:chgData name="Arun Sunar" userId="3fa9774ca67c7ab5" providerId="LiveId" clId="{2CBD9821-B11E-49C8-830B-3352742FE53F}" dt="2024-02-26T09:07:05.576" v="14" actId="20577"/>
          <ac:spMkLst>
            <pc:docMk/>
            <pc:sldMk cId="682758976" sldId="257"/>
            <ac:spMk id="3" creationId="{0F330784-8E73-0F75-E21A-C38F369C9199}"/>
          </ac:spMkLst>
        </pc:spChg>
      </pc:sldChg>
      <pc:sldChg chg="modSp add mod">
        <pc:chgData name="Arun Sunar" userId="3fa9774ca67c7ab5" providerId="LiveId" clId="{2CBD9821-B11E-49C8-830B-3352742FE53F}" dt="2024-02-26T09:06:42.127" v="9" actId="15"/>
        <pc:sldMkLst>
          <pc:docMk/>
          <pc:sldMk cId="1137014346" sldId="258"/>
        </pc:sldMkLst>
        <pc:spChg chg="mod">
          <ac:chgData name="Arun Sunar" userId="3fa9774ca67c7ab5" providerId="LiveId" clId="{2CBD9821-B11E-49C8-830B-3352742FE53F}" dt="2024-02-26T09:06:42.127" v="9" actId="15"/>
          <ac:spMkLst>
            <pc:docMk/>
            <pc:sldMk cId="1137014346" sldId="258"/>
            <ac:spMk id="3" creationId="{D2F344EF-53D2-2288-2114-E06FBE47A52A}"/>
          </ac:spMkLst>
        </pc:spChg>
      </pc:sldChg>
      <pc:sldChg chg="addSp delSp modSp add mod modClrScheme chgLayout">
        <pc:chgData name="Arun Sunar" userId="3fa9774ca67c7ab5" providerId="LiveId" clId="{2CBD9821-B11E-49C8-830B-3352742FE53F}" dt="2024-02-26T09:25:13.303" v="106" actId="27636"/>
        <pc:sldMkLst>
          <pc:docMk/>
          <pc:sldMk cId="1448772444" sldId="259"/>
        </pc:sldMkLst>
        <pc:spChg chg="add del mod ord">
          <ac:chgData name="Arun Sunar" userId="3fa9774ca67c7ab5" providerId="LiveId" clId="{2CBD9821-B11E-49C8-830B-3352742FE53F}" dt="2024-02-26T09:21:02.457" v="19" actId="700"/>
          <ac:spMkLst>
            <pc:docMk/>
            <pc:sldMk cId="1448772444" sldId="259"/>
            <ac:spMk id="2" creationId="{501D7F11-F8D8-E00D-4CF9-4A28A073C523}"/>
          </ac:spMkLst>
        </pc:spChg>
        <pc:spChg chg="add del mod ord">
          <ac:chgData name="Arun Sunar" userId="3fa9774ca67c7ab5" providerId="LiveId" clId="{2CBD9821-B11E-49C8-830B-3352742FE53F}" dt="2024-02-26T09:21:08.377" v="20" actId="700"/>
          <ac:spMkLst>
            <pc:docMk/>
            <pc:sldMk cId="1448772444" sldId="259"/>
            <ac:spMk id="3" creationId="{353443FF-E360-EDF5-39A5-C75351665895}"/>
          </ac:spMkLst>
        </pc:spChg>
        <pc:spChg chg="add del mod ord">
          <ac:chgData name="Arun Sunar" userId="3fa9774ca67c7ab5" providerId="LiveId" clId="{2CBD9821-B11E-49C8-830B-3352742FE53F}" dt="2024-02-26T09:21:02.457" v="19" actId="700"/>
          <ac:spMkLst>
            <pc:docMk/>
            <pc:sldMk cId="1448772444" sldId="259"/>
            <ac:spMk id="4" creationId="{A6C884C4-3868-B1F1-60C5-3298F22D68F6}"/>
          </ac:spMkLst>
        </pc:spChg>
        <pc:spChg chg="add mod ord">
          <ac:chgData name="Arun Sunar" userId="3fa9774ca67c7ab5" providerId="LiveId" clId="{2CBD9821-B11E-49C8-830B-3352742FE53F}" dt="2024-02-26T09:21:32.013" v="25" actId="27636"/>
          <ac:spMkLst>
            <pc:docMk/>
            <pc:sldMk cId="1448772444" sldId="259"/>
            <ac:spMk id="5" creationId="{62A5A59C-188A-ECEA-6B2E-41B56D67E829}"/>
          </ac:spMkLst>
        </pc:spChg>
        <pc:spChg chg="add mod ord">
          <ac:chgData name="Arun Sunar" userId="3fa9774ca67c7ab5" providerId="LiveId" clId="{2CBD9821-B11E-49C8-830B-3352742FE53F}" dt="2024-02-26T09:25:13.303" v="106" actId="27636"/>
          <ac:spMkLst>
            <pc:docMk/>
            <pc:sldMk cId="1448772444" sldId="259"/>
            <ac:spMk id="6" creationId="{FBD2ED06-F07E-4179-241A-4192341CE184}"/>
          </ac:spMkLst>
        </pc:spChg>
      </pc:sldChg>
      <pc:sldChg chg="modSp add mod">
        <pc:chgData name="Arun Sunar" userId="3fa9774ca67c7ab5" providerId="LiveId" clId="{2CBD9821-B11E-49C8-830B-3352742FE53F}" dt="2024-02-26T09:25:53.100" v="119"/>
        <pc:sldMkLst>
          <pc:docMk/>
          <pc:sldMk cId="69401233" sldId="260"/>
        </pc:sldMkLst>
        <pc:spChg chg="mod">
          <ac:chgData name="Arun Sunar" userId="3fa9774ca67c7ab5" providerId="LiveId" clId="{2CBD9821-B11E-49C8-830B-3352742FE53F}" dt="2024-02-26T09:25:53.100" v="119"/>
          <ac:spMkLst>
            <pc:docMk/>
            <pc:sldMk cId="69401233" sldId="260"/>
            <ac:spMk id="6" creationId="{C64A0052-7D9F-AD43-F193-172E9A0C443C}"/>
          </ac:spMkLst>
        </pc:spChg>
      </pc:sldChg>
    </pc:docChg>
  </pc:docChgLst>
  <pc:docChgLst>
    <pc:chgData name="Arun Sunar" userId="3fa9774ca67c7ab5" providerId="LiveId" clId="{B71B59D6-333B-499B-BC5F-37FB8467C291}"/>
    <pc:docChg chg="modSld modMainMaster">
      <pc:chgData name="Arun Sunar" userId="3fa9774ca67c7ab5" providerId="LiveId" clId="{B71B59D6-333B-499B-BC5F-37FB8467C291}" dt="2024-05-02T03:51:33.945" v="1"/>
      <pc:docMkLst>
        <pc:docMk/>
      </pc:docMkLst>
      <pc:sldChg chg="setBg">
        <pc:chgData name="Arun Sunar" userId="3fa9774ca67c7ab5" providerId="LiveId" clId="{B71B59D6-333B-499B-BC5F-37FB8467C291}" dt="2024-05-02T03:51:33.945" v="1"/>
        <pc:sldMkLst>
          <pc:docMk/>
          <pc:sldMk cId="1898481947" sldId="256"/>
        </pc:sldMkLst>
      </pc:sldChg>
      <pc:sldMasterChg chg="setBg modSldLayout">
        <pc:chgData name="Arun Sunar" userId="3fa9774ca67c7ab5" providerId="LiveId" clId="{B71B59D6-333B-499B-BC5F-37FB8467C291}" dt="2024-05-02T03:51:33.945" v="1"/>
        <pc:sldMasterMkLst>
          <pc:docMk/>
          <pc:sldMasterMk cId="3256886326" sldId="2147483648"/>
        </pc:sldMasterMkLst>
        <pc:sldLayoutChg chg="setBg">
          <pc:chgData name="Arun Sunar" userId="3fa9774ca67c7ab5" providerId="LiveId" clId="{B71B59D6-333B-499B-BC5F-37FB8467C291}" dt="2024-05-02T03:51:33.945" v="1"/>
          <pc:sldLayoutMkLst>
            <pc:docMk/>
            <pc:sldMasterMk cId="3256886326" sldId="2147483648"/>
            <pc:sldLayoutMk cId="3968263375" sldId="2147483649"/>
          </pc:sldLayoutMkLst>
        </pc:sldLayoutChg>
        <pc:sldLayoutChg chg="setBg">
          <pc:chgData name="Arun Sunar" userId="3fa9774ca67c7ab5" providerId="LiveId" clId="{B71B59D6-333B-499B-BC5F-37FB8467C291}" dt="2024-05-02T03:51:33.945" v="1"/>
          <pc:sldLayoutMkLst>
            <pc:docMk/>
            <pc:sldMasterMk cId="3256886326" sldId="2147483648"/>
            <pc:sldLayoutMk cId="1772730103" sldId="2147483650"/>
          </pc:sldLayoutMkLst>
        </pc:sldLayoutChg>
        <pc:sldLayoutChg chg="setBg">
          <pc:chgData name="Arun Sunar" userId="3fa9774ca67c7ab5" providerId="LiveId" clId="{B71B59D6-333B-499B-BC5F-37FB8467C291}" dt="2024-05-02T03:51:33.945" v="1"/>
          <pc:sldLayoutMkLst>
            <pc:docMk/>
            <pc:sldMasterMk cId="3256886326" sldId="2147483648"/>
            <pc:sldLayoutMk cId="1186497964" sldId="2147483651"/>
          </pc:sldLayoutMkLst>
        </pc:sldLayoutChg>
        <pc:sldLayoutChg chg="setBg">
          <pc:chgData name="Arun Sunar" userId="3fa9774ca67c7ab5" providerId="LiveId" clId="{B71B59D6-333B-499B-BC5F-37FB8467C291}" dt="2024-05-02T03:51:33.945" v="1"/>
          <pc:sldLayoutMkLst>
            <pc:docMk/>
            <pc:sldMasterMk cId="3256886326" sldId="2147483648"/>
            <pc:sldLayoutMk cId="3322092619" sldId="2147483652"/>
          </pc:sldLayoutMkLst>
        </pc:sldLayoutChg>
        <pc:sldLayoutChg chg="setBg">
          <pc:chgData name="Arun Sunar" userId="3fa9774ca67c7ab5" providerId="LiveId" clId="{B71B59D6-333B-499B-BC5F-37FB8467C291}" dt="2024-05-02T03:51:33.945" v="1"/>
          <pc:sldLayoutMkLst>
            <pc:docMk/>
            <pc:sldMasterMk cId="3256886326" sldId="2147483648"/>
            <pc:sldLayoutMk cId="4043553002" sldId="2147483653"/>
          </pc:sldLayoutMkLst>
        </pc:sldLayoutChg>
        <pc:sldLayoutChg chg="setBg">
          <pc:chgData name="Arun Sunar" userId="3fa9774ca67c7ab5" providerId="LiveId" clId="{B71B59D6-333B-499B-BC5F-37FB8467C291}" dt="2024-05-02T03:51:33.945" v="1"/>
          <pc:sldLayoutMkLst>
            <pc:docMk/>
            <pc:sldMasterMk cId="3256886326" sldId="2147483648"/>
            <pc:sldLayoutMk cId="2359523686" sldId="2147483654"/>
          </pc:sldLayoutMkLst>
        </pc:sldLayoutChg>
        <pc:sldLayoutChg chg="setBg">
          <pc:chgData name="Arun Sunar" userId="3fa9774ca67c7ab5" providerId="LiveId" clId="{B71B59D6-333B-499B-BC5F-37FB8467C291}" dt="2024-05-02T03:51:33.945" v="1"/>
          <pc:sldLayoutMkLst>
            <pc:docMk/>
            <pc:sldMasterMk cId="3256886326" sldId="2147483648"/>
            <pc:sldLayoutMk cId="4126664664" sldId="2147483655"/>
          </pc:sldLayoutMkLst>
        </pc:sldLayoutChg>
        <pc:sldLayoutChg chg="setBg">
          <pc:chgData name="Arun Sunar" userId="3fa9774ca67c7ab5" providerId="LiveId" clId="{B71B59D6-333B-499B-BC5F-37FB8467C291}" dt="2024-05-02T03:51:33.945" v="1"/>
          <pc:sldLayoutMkLst>
            <pc:docMk/>
            <pc:sldMasterMk cId="3256886326" sldId="2147483648"/>
            <pc:sldLayoutMk cId="12999571" sldId="2147483656"/>
          </pc:sldLayoutMkLst>
        </pc:sldLayoutChg>
        <pc:sldLayoutChg chg="setBg">
          <pc:chgData name="Arun Sunar" userId="3fa9774ca67c7ab5" providerId="LiveId" clId="{B71B59D6-333B-499B-BC5F-37FB8467C291}" dt="2024-05-02T03:51:33.945" v="1"/>
          <pc:sldLayoutMkLst>
            <pc:docMk/>
            <pc:sldMasterMk cId="3256886326" sldId="2147483648"/>
            <pc:sldLayoutMk cId="2554620628" sldId="2147483657"/>
          </pc:sldLayoutMkLst>
        </pc:sldLayoutChg>
        <pc:sldLayoutChg chg="setBg">
          <pc:chgData name="Arun Sunar" userId="3fa9774ca67c7ab5" providerId="LiveId" clId="{B71B59D6-333B-499B-BC5F-37FB8467C291}" dt="2024-05-02T03:51:33.945" v="1"/>
          <pc:sldLayoutMkLst>
            <pc:docMk/>
            <pc:sldMasterMk cId="3256886326" sldId="2147483648"/>
            <pc:sldLayoutMk cId="215059491" sldId="2147483658"/>
          </pc:sldLayoutMkLst>
        </pc:sldLayoutChg>
        <pc:sldLayoutChg chg="setBg">
          <pc:chgData name="Arun Sunar" userId="3fa9774ca67c7ab5" providerId="LiveId" clId="{B71B59D6-333B-499B-BC5F-37FB8467C291}" dt="2024-05-02T03:51:33.945" v="1"/>
          <pc:sldLayoutMkLst>
            <pc:docMk/>
            <pc:sldMasterMk cId="3256886326" sldId="2147483648"/>
            <pc:sldLayoutMk cId="4006925479"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23B57-5977-C1E9-B601-B19604A3DB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BB18ED-F427-E577-6680-C090530EA6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95C115B-B283-7D68-CB66-614F515BEE97}"/>
              </a:ext>
            </a:extLst>
          </p:cNvPr>
          <p:cNvSpPr>
            <a:spLocks noGrp="1"/>
          </p:cNvSpPr>
          <p:nvPr>
            <p:ph type="dt" sz="half" idx="10"/>
          </p:nvPr>
        </p:nvSpPr>
        <p:spPr/>
        <p:txBody>
          <a:bodyPr/>
          <a:lstStyle/>
          <a:p>
            <a:fld id="{8F488A39-EF31-4C42-8BA8-1A6FCDC7971A}" type="datetimeFigureOut">
              <a:rPr lang="en-IN" smtClean="0"/>
              <a:t>02-05-2024</a:t>
            </a:fld>
            <a:endParaRPr lang="en-IN"/>
          </a:p>
        </p:txBody>
      </p:sp>
      <p:sp>
        <p:nvSpPr>
          <p:cNvPr id="5" name="Footer Placeholder 4">
            <a:extLst>
              <a:ext uri="{FF2B5EF4-FFF2-40B4-BE49-F238E27FC236}">
                <a16:creationId xmlns:a16="http://schemas.microsoft.com/office/drawing/2014/main" id="{2A60163C-0699-9E5D-D6C6-681975907F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D695F4-D637-83B4-7AEE-07BCAE2F0BE7}"/>
              </a:ext>
            </a:extLst>
          </p:cNvPr>
          <p:cNvSpPr>
            <a:spLocks noGrp="1"/>
          </p:cNvSpPr>
          <p:nvPr>
            <p:ph type="sldNum" sz="quarter" idx="12"/>
          </p:nvPr>
        </p:nvSpPr>
        <p:spPr/>
        <p:txBody>
          <a:bodyPr/>
          <a:lstStyle/>
          <a:p>
            <a:fld id="{7A7A0C22-80EE-43FB-8F2F-4D3EDA20E9CB}" type="slidenum">
              <a:rPr lang="en-IN" smtClean="0"/>
              <a:t>‹#›</a:t>
            </a:fld>
            <a:endParaRPr lang="en-IN"/>
          </a:p>
        </p:txBody>
      </p:sp>
    </p:spTree>
    <p:extLst>
      <p:ext uri="{BB962C8B-B14F-4D97-AF65-F5344CB8AC3E}">
        <p14:creationId xmlns:p14="http://schemas.microsoft.com/office/powerpoint/2010/main" val="3968263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E780E-09B7-F286-9B0E-A2D1AA7EC4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5127E4-CD18-64C8-0C78-34A4E35E5D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8C9DA6-79BD-7A79-B873-53E6C1545E09}"/>
              </a:ext>
            </a:extLst>
          </p:cNvPr>
          <p:cNvSpPr>
            <a:spLocks noGrp="1"/>
          </p:cNvSpPr>
          <p:nvPr>
            <p:ph type="dt" sz="half" idx="10"/>
          </p:nvPr>
        </p:nvSpPr>
        <p:spPr/>
        <p:txBody>
          <a:bodyPr/>
          <a:lstStyle/>
          <a:p>
            <a:fld id="{8F488A39-EF31-4C42-8BA8-1A6FCDC7971A}" type="datetimeFigureOut">
              <a:rPr lang="en-IN" smtClean="0"/>
              <a:t>02-05-2024</a:t>
            </a:fld>
            <a:endParaRPr lang="en-IN"/>
          </a:p>
        </p:txBody>
      </p:sp>
      <p:sp>
        <p:nvSpPr>
          <p:cNvPr id="5" name="Footer Placeholder 4">
            <a:extLst>
              <a:ext uri="{FF2B5EF4-FFF2-40B4-BE49-F238E27FC236}">
                <a16:creationId xmlns:a16="http://schemas.microsoft.com/office/drawing/2014/main" id="{A715E90B-F606-8A58-D5B4-C99BCD0B7F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E9BB65-F84D-3DF1-130B-C45A7A924973}"/>
              </a:ext>
            </a:extLst>
          </p:cNvPr>
          <p:cNvSpPr>
            <a:spLocks noGrp="1"/>
          </p:cNvSpPr>
          <p:nvPr>
            <p:ph type="sldNum" sz="quarter" idx="12"/>
          </p:nvPr>
        </p:nvSpPr>
        <p:spPr/>
        <p:txBody>
          <a:bodyPr/>
          <a:lstStyle/>
          <a:p>
            <a:fld id="{7A7A0C22-80EE-43FB-8F2F-4D3EDA20E9CB}" type="slidenum">
              <a:rPr lang="en-IN" smtClean="0"/>
              <a:t>‹#›</a:t>
            </a:fld>
            <a:endParaRPr lang="en-IN"/>
          </a:p>
        </p:txBody>
      </p:sp>
    </p:spTree>
    <p:extLst>
      <p:ext uri="{BB962C8B-B14F-4D97-AF65-F5344CB8AC3E}">
        <p14:creationId xmlns:p14="http://schemas.microsoft.com/office/powerpoint/2010/main" val="1772730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F7BB0-C6CD-DD1C-50B1-49C54CE1AD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EB3BE5D-FFC2-9466-8E8D-0F7609B74C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FD8C1D-7FED-908C-3C9F-1657D3BBAD19}"/>
              </a:ext>
            </a:extLst>
          </p:cNvPr>
          <p:cNvSpPr>
            <a:spLocks noGrp="1"/>
          </p:cNvSpPr>
          <p:nvPr>
            <p:ph type="dt" sz="half" idx="10"/>
          </p:nvPr>
        </p:nvSpPr>
        <p:spPr/>
        <p:txBody>
          <a:bodyPr/>
          <a:lstStyle/>
          <a:p>
            <a:fld id="{8F488A39-EF31-4C42-8BA8-1A6FCDC7971A}" type="datetimeFigureOut">
              <a:rPr lang="en-IN" smtClean="0"/>
              <a:t>02-05-2024</a:t>
            </a:fld>
            <a:endParaRPr lang="en-IN"/>
          </a:p>
        </p:txBody>
      </p:sp>
      <p:sp>
        <p:nvSpPr>
          <p:cNvPr id="5" name="Footer Placeholder 4">
            <a:extLst>
              <a:ext uri="{FF2B5EF4-FFF2-40B4-BE49-F238E27FC236}">
                <a16:creationId xmlns:a16="http://schemas.microsoft.com/office/drawing/2014/main" id="{4D432487-CD88-1866-75BD-5FFFCCD1DE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E0738B-611D-A399-480C-ECDBAEA97B91}"/>
              </a:ext>
            </a:extLst>
          </p:cNvPr>
          <p:cNvSpPr>
            <a:spLocks noGrp="1"/>
          </p:cNvSpPr>
          <p:nvPr>
            <p:ph type="sldNum" sz="quarter" idx="12"/>
          </p:nvPr>
        </p:nvSpPr>
        <p:spPr/>
        <p:txBody>
          <a:bodyPr/>
          <a:lstStyle/>
          <a:p>
            <a:fld id="{7A7A0C22-80EE-43FB-8F2F-4D3EDA20E9CB}" type="slidenum">
              <a:rPr lang="en-IN" smtClean="0"/>
              <a:t>‹#›</a:t>
            </a:fld>
            <a:endParaRPr lang="en-IN"/>
          </a:p>
        </p:txBody>
      </p:sp>
    </p:spTree>
    <p:extLst>
      <p:ext uri="{BB962C8B-B14F-4D97-AF65-F5344CB8AC3E}">
        <p14:creationId xmlns:p14="http://schemas.microsoft.com/office/powerpoint/2010/main" val="1186497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4079B-C486-9FFA-3AEB-C2D0057F14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DD15781-9943-A952-48CB-D293E292BA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7528E4C-E978-C6F0-B8CC-BE49231DAB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C3C473-1A75-B5AA-3149-8E442010BDCE}"/>
              </a:ext>
            </a:extLst>
          </p:cNvPr>
          <p:cNvSpPr>
            <a:spLocks noGrp="1"/>
          </p:cNvSpPr>
          <p:nvPr>
            <p:ph type="dt" sz="half" idx="10"/>
          </p:nvPr>
        </p:nvSpPr>
        <p:spPr/>
        <p:txBody>
          <a:bodyPr/>
          <a:lstStyle/>
          <a:p>
            <a:fld id="{8F488A39-EF31-4C42-8BA8-1A6FCDC7971A}" type="datetimeFigureOut">
              <a:rPr lang="en-IN" smtClean="0"/>
              <a:t>02-05-2024</a:t>
            </a:fld>
            <a:endParaRPr lang="en-IN"/>
          </a:p>
        </p:txBody>
      </p:sp>
      <p:sp>
        <p:nvSpPr>
          <p:cNvPr id="6" name="Footer Placeholder 5">
            <a:extLst>
              <a:ext uri="{FF2B5EF4-FFF2-40B4-BE49-F238E27FC236}">
                <a16:creationId xmlns:a16="http://schemas.microsoft.com/office/drawing/2014/main" id="{98F28FBC-AB1A-E9AA-9175-98929D13CB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6F44C6-7894-2FE3-F5D7-5D941118C725}"/>
              </a:ext>
            </a:extLst>
          </p:cNvPr>
          <p:cNvSpPr>
            <a:spLocks noGrp="1"/>
          </p:cNvSpPr>
          <p:nvPr>
            <p:ph type="sldNum" sz="quarter" idx="12"/>
          </p:nvPr>
        </p:nvSpPr>
        <p:spPr/>
        <p:txBody>
          <a:bodyPr/>
          <a:lstStyle/>
          <a:p>
            <a:fld id="{7A7A0C22-80EE-43FB-8F2F-4D3EDA20E9CB}" type="slidenum">
              <a:rPr lang="en-IN" smtClean="0"/>
              <a:t>‹#›</a:t>
            </a:fld>
            <a:endParaRPr lang="en-IN"/>
          </a:p>
        </p:txBody>
      </p:sp>
    </p:spTree>
    <p:extLst>
      <p:ext uri="{BB962C8B-B14F-4D97-AF65-F5344CB8AC3E}">
        <p14:creationId xmlns:p14="http://schemas.microsoft.com/office/powerpoint/2010/main" val="3322092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10A65-4557-B49F-D969-6BB2382CE64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9C364F-D4E6-16AC-56FB-6AB00EF717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650C5-A6F6-03D3-FBAF-06F62CCE34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B2FE61C-51E9-EB42-D023-02F530C0EB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73F7DB-BB6A-DD8C-40C2-5E35376DF6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9CCCFD-EC63-D7CD-295E-6E3427E52107}"/>
              </a:ext>
            </a:extLst>
          </p:cNvPr>
          <p:cNvSpPr>
            <a:spLocks noGrp="1"/>
          </p:cNvSpPr>
          <p:nvPr>
            <p:ph type="dt" sz="half" idx="10"/>
          </p:nvPr>
        </p:nvSpPr>
        <p:spPr/>
        <p:txBody>
          <a:bodyPr/>
          <a:lstStyle/>
          <a:p>
            <a:fld id="{8F488A39-EF31-4C42-8BA8-1A6FCDC7971A}" type="datetimeFigureOut">
              <a:rPr lang="en-IN" smtClean="0"/>
              <a:t>02-05-2024</a:t>
            </a:fld>
            <a:endParaRPr lang="en-IN"/>
          </a:p>
        </p:txBody>
      </p:sp>
      <p:sp>
        <p:nvSpPr>
          <p:cNvPr id="8" name="Footer Placeholder 7">
            <a:extLst>
              <a:ext uri="{FF2B5EF4-FFF2-40B4-BE49-F238E27FC236}">
                <a16:creationId xmlns:a16="http://schemas.microsoft.com/office/drawing/2014/main" id="{4B84A7F9-DA76-0FD7-1BD7-09CE90148B5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CBB00A1-650B-7AD0-06C4-F61A5E33C2F9}"/>
              </a:ext>
            </a:extLst>
          </p:cNvPr>
          <p:cNvSpPr>
            <a:spLocks noGrp="1"/>
          </p:cNvSpPr>
          <p:nvPr>
            <p:ph type="sldNum" sz="quarter" idx="12"/>
          </p:nvPr>
        </p:nvSpPr>
        <p:spPr/>
        <p:txBody>
          <a:bodyPr/>
          <a:lstStyle/>
          <a:p>
            <a:fld id="{7A7A0C22-80EE-43FB-8F2F-4D3EDA20E9CB}" type="slidenum">
              <a:rPr lang="en-IN" smtClean="0"/>
              <a:t>‹#›</a:t>
            </a:fld>
            <a:endParaRPr lang="en-IN"/>
          </a:p>
        </p:txBody>
      </p:sp>
    </p:spTree>
    <p:extLst>
      <p:ext uri="{BB962C8B-B14F-4D97-AF65-F5344CB8AC3E}">
        <p14:creationId xmlns:p14="http://schemas.microsoft.com/office/powerpoint/2010/main" val="4043553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AF8D8-4724-A94F-3E1A-16FA8BE4514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5758D88-A5F1-6B82-EF5D-54F7C173C844}"/>
              </a:ext>
            </a:extLst>
          </p:cNvPr>
          <p:cNvSpPr>
            <a:spLocks noGrp="1"/>
          </p:cNvSpPr>
          <p:nvPr>
            <p:ph type="dt" sz="half" idx="10"/>
          </p:nvPr>
        </p:nvSpPr>
        <p:spPr/>
        <p:txBody>
          <a:bodyPr/>
          <a:lstStyle/>
          <a:p>
            <a:fld id="{8F488A39-EF31-4C42-8BA8-1A6FCDC7971A}" type="datetimeFigureOut">
              <a:rPr lang="en-IN" smtClean="0"/>
              <a:t>02-05-2024</a:t>
            </a:fld>
            <a:endParaRPr lang="en-IN"/>
          </a:p>
        </p:txBody>
      </p:sp>
      <p:sp>
        <p:nvSpPr>
          <p:cNvPr id="4" name="Footer Placeholder 3">
            <a:extLst>
              <a:ext uri="{FF2B5EF4-FFF2-40B4-BE49-F238E27FC236}">
                <a16:creationId xmlns:a16="http://schemas.microsoft.com/office/drawing/2014/main" id="{7C683D4A-8CB1-8281-0E4F-1B8A4B70D1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F2302CD-79B8-8EEB-A7BD-FC86B93F7976}"/>
              </a:ext>
            </a:extLst>
          </p:cNvPr>
          <p:cNvSpPr>
            <a:spLocks noGrp="1"/>
          </p:cNvSpPr>
          <p:nvPr>
            <p:ph type="sldNum" sz="quarter" idx="12"/>
          </p:nvPr>
        </p:nvSpPr>
        <p:spPr/>
        <p:txBody>
          <a:bodyPr/>
          <a:lstStyle/>
          <a:p>
            <a:fld id="{7A7A0C22-80EE-43FB-8F2F-4D3EDA20E9CB}" type="slidenum">
              <a:rPr lang="en-IN" smtClean="0"/>
              <a:t>‹#›</a:t>
            </a:fld>
            <a:endParaRPr lang="en-IN"/>
          </a:p>
        </p:txBody>
      </p:sp>
    </p:spTree>
    <p:extLst>
      <p:ext uri="{BB962C8B-B14F-4D97-AF65-F5344CB8AC3E}">
        <p14:creationId xmlns:p14="http://schemas.microsoft.com/office/powerpoint/2010/main" val="2359523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9DCA89-506D-CF95-5529-DC683505D1AF}"/>
              </a:ext>
            </a:extLst>
          </p:cNvPr>
          <p:cNvSpPr>
            <a:spLocks noGrp="1"/>
          </p:cNvSpPr>
          <p:nvPr>
            <p:ph type="dt" sz="half" idx="10"/>
          </p:nvPr>
        </p:nvSpPr>
        <p:spPr/>
        <p:txBody>
          <a:bodyPr/>
          <a:lstStyle/>
          <a:p>
            <a:fld id="{8F488A39-EF31-4C42-8BA8-1A6FCDC7971A}" type="datetimeFigureOut">
              <a:rPr lang="en-IN" smtClean="0"/>
              <a:t>02-05-2024</a:t>
            </a:fld>
            <a:endParaRPr lang="en-IN"/>
          </a:p>
        </p:txBody>
      </p:sp>
      <p:sp>
        <p:nvSpPr>
          <p:cNvPr id="3" name="Footer Placeholder 2">
            <a:extLst>
              <a:ext uri="{FF2B5EF4-FFF2-40B4-BE49-F238E27FC236}">
                <a16:creationId xmlns:a16="http://schemas.microsoft.com/office/drawing/2014/main" id="{53F64955-025E-CD68-6B05-B5D5CABCEA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342FA60-16CD-BD84-6AE5-DEB589EBEFDE}"/>
              </a:ext>
            </a:extLst>
          </p:cNvPr>
          <p:cNvSpPr>
            <a:spLocks noGrp="1"/>
          </p:cNvSpPr>
          <p:nvPr>
            <p:ph type="sldNum" sz="quarter" idx="12"/>
          </p:nvPr>
        </p:nvSpPr>
        <p:spPr/>
        <p:txBody>
          <a:bodyPr/>
          <a:lstStyle/>
          <a:p>
            <a:fld id="{7A7A0C22-80EE-43FB-8F2F-4D3EDA20E9CB}" type="slidenum">
              <a:rPr lang="en-IN" smtClean="0"/>
              <a:t>‹#›</a:t>
            </a:fld>
            <a:endParaRPr lang="en-IN"/>
          </a:p>
        </p:txBody>
      </p:sp>
    </p:spTree>
    <p:extLst>
      <p:ext uri="{BB962C8B-B14F-4D97-AF65-F5344CB8AC3E}">
        <p14:creationId xmlns:p14="http://schemas.microsoft.com/office/powerpoint/2010/main" val="4126664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1BD5C-F3FA-C162-C3AC-1F590747AB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6A6056-0CFD-A9D4-439F-CDEF46D275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ABA985D-182C-9A6F-6BE2-59CF6C1B91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3F7A2A-5847-DB1B-04F5-20FDAB9C4D95}"/>
              </a:ext>
            </a:extLst>
          </p:cNvPr>
          <p:cNvSpPr>
            <a:spLocks noGrp="1"/>
          </p:cNvSpPr>
          <p:nvPr>
            <p:ph type="dt" sz="half" idx="10"/>
          </p:nvPr>
        </p:nvSpPr>
        <p:spPr/>
        <p:txBody>
          <a:bodyPr/>
          <a:lstStyle/>
          <a:p>
            <a:fld id="{8F488A39-EF31-4C42-8BA8-1A6FCDC7971A}" type="datetimeFigureOut">
              <a:rPr lang="en-IN" smtClean="0"/>
              <a:t>02-05-2024</a:t>
            </a:fld>
            <a:endParaRPr lang="en-IN"/>
          </a:p>
        </p:txBody>
      </p:sp>
      <p:sp>
        <p:nvSpPr>
          <p:cNvPr id="6" name="Footer Placeholder 5">
            <a:extLst>
              <a:ext uri="{FF2B5EF4-FFF2-40B4-BE49-F238E27FC236}">
                <a16:creationId xmlns:a16="http://schemas.microsoft.com/office/drawing/2014/main" id="{0B71AF8C-9C25-6A17-F406-9DCC6F6D2D5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D19B7D0-A05F-8171-4A4B-3BD1A0A44DD4}"/>
              </a:ext>
            </a:extLst>
          </p:cNvPr>
          <p:cNvSpPr>
            <a:spLocks noGrp="1"/>
          </p:cNvSpPr>
          <p:nvPr>
            <p:ph type="sldNum" sz="quarter" idx="12"/>
          </p:nvPr>
        </p:nvSpPr>
        <p:spPr/>
        <p:txBody>
          <a:bodyPr/>
          <a:lstStyle/>
          <a:p>
            <a:fld id="{7A7A0C22-80EE-43FB-8F2F-4D3EDA20E9CB}" type="slidenum">
              <a:rPr lang="en-IN" smtClean="0"/>
              <a:t>‹#›</a:t>
            </a:fld>
            <a:endParaRPr lang="en-IN"/>
          </a:p>
        </p:txBody>
      </p:sp>
    </p:spTree>
    <p:extLst>
      <p:ext uri="{BB962C8B-B14F-4D97-AF65-F5344CB8AC3E}">
        <p14:creationId xmlns:p14="http://schemas.microsoft.com/office/powerpoint/2010/main" val="12999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5DDB4-0EB2-9121-BF16-5B8D634B3D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0E37343-6FB7-6BC8-03A1-E9481CF9E5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BF8A051-167A-C07C-41A2-8523ED9A2B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B5E587-E2C2-1023-F9F8-24EA45B6A4ED}"/>
              </a:ext>
            </a:extLst>
          </p:cNvPr>
          <p:cNvSpPr>
            <a:spLocks noGrp="1"/>
          </p:cNvSpPr>
          <p:nvPr>
            <p:ph type="dt" sz="half" idx="10"/>
          </p:nvPr>
        </p:nvSpPr>
        <p:spPr/>
        <p:txBody>
          <a:bodyPr/>
          <a:lstStyle/>
          <a:p>
            <a:fld id="{8F488A39-EF31-4C42-8BA8-1A6FCDC7971A}" type="datetimeFigureOut">
              <a:rPr lang="en-IN" smtClean="0"/>
              <a:t>02-05-2024</a:t>
            </a:fld>
            <a:endParaRPr lang="en-IN"/>
          </a:p>
        </p:txBody>
      </p:sp>
      <p:sp>
        <p:nvSpPr>
          <p:cNvPr id="6" name="Footer Placeholder 5">
            <a:extLst>
              <a:ext uri="{FF2B5EF4-FFF2-40B4-BE49-F238E27FC236}">
                <a16:creationId xmlns:a16="http://schemas.microsoft.com/office/drawing/2014/main" id="{062BC2C4-7616-6F87-11D1-31A4350F64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6B2999-6D77-D084-E8CF-C47AAC73E305}"/>
              </a:ext>
            </a:extLst>
          </p:cNvPr>
          <p:cNvSpPr>
            <a:spLocks noGrp="1"/>
          </p:cNvSpPr>
          <p:nvPr>
            <p:ph type="sldNum" sz="quarter" idx="12"/>
          </p:nvPr>
        </p:nvSpPr>
        <p:spPr/>
        <p:txBody>
          <a:bodyPr/>
          <a:lstStyle/>
          <a:p>
            <a:fld id="{7A7A0C22-80EE-43FB-8F2F-4D3EDA20E9CB}" type="slidenum">
              <a:rPr lang="en-IN" smtClean="0"/>
              <a:t>‹#›</a:t>
            </a:fld>
            <a:endParaRPr lang="en-IN"/>
          </a:p>
        </p:txBody>
      </p:sp>
    </p:spTree>
    <p:extLst>
      <p:ext uri="{BB962C8B-B14F-4D97-AF65-F5344CB8AC3E}">
        <p14:creationId xmlns:p14="http://schemas.microsoft.com/office/powerpoint/2010/main" val="2554620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E69ED-A11C-D66C-29DC-FF79EACD2EB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622FD6-3E4E-7DC6-0FFE-35ACE5F80D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4D20B3-01A6-D0EA-2CA3-9499454BB39E}"/>
              </a:ext>
            </a:extLst>
          </p:cNvPr>
          <p:cNvSpPr>
            <a:spLocks noGrp="1"/>
          </p:cNvSpPr>
          <p:nvPr>
            <p:ph type="dt" sz="half" idx="10"/>
          </p:nvPr>
        </p:nvSpPr>
        <p:spPr/>
        <p:txBody>
          <a:bodyPr/>
          <a:lstStyle/>
          <a:p>
            <a:fld id="{8F488A39-EF31-4C42-8BA8-1A6FCDC7971A}" type="datetimeFigureOut">
              <a:rPr lang="en-IN" smtClean="0"/>
              <a:t>02-05-2024</a:t>
            </a:fld>
            <a:endParaRPr lang="en-IN"/>
          </a:p>
        </p:txBody>
      </p:sp>
      <p:sp>
        <p:nvSpPr>
          <p:cNvPr id="5" name="Footer Placeholder 4">
            <a:extLst>
              <a:ext uri="{FF2B5EF4-FFF2-40B4-BE49-F238E27FC236}">
                <a16:creationId xmlns:a16="http://schemas.microsoft.com/office/drawing/2014/main" id="{E7B7B03E-C06F-D57A-E257-74B95DD6CB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893046-23BD-FA27-1FB0-5B752F42D2B7}"/>
              </a:ext>
            </a:extLst>
          </p:cNvPr>
          <p:cNvSpPr>
            <a:spLocks noGrp="1"/>
          </p:cNvSpPr>
          <p:nvPr>
            <p:ph type="sldNum" sz="quarter" idx="12"/>
          </p:nvPr>
        </p:nvSpPr>
        <p:spPr/>
        <p:txBody>
          <a:bodyPr/>
          <a:lstStyle/>
          <a:p>
            <a:fld id="{7A7A0C22-80EE-43FB-8F2F-4D3EDA20E9CB}" type="slidenum">
              <a:rPr lang="en-IN" smtClean="0"/>
              <a:t>‹#›</a:t>
            </a:fld>
            <a:endParaRPr lang="en-IN"/>
          </a:p>
        </p:txBody>
      </p:sp>
    </p:spTree>
    <p:extLst>
      <p:ext uri="{BB962C8B-B14F-4D97-AF65-F5344CB8AC3E}">
        <p14:creationId xmlns:p14="http://schemas.microsoft.com/office/powerpoint/2010/main" val="215059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1EA8AB-9AD0-3101-B710-7C604D175C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FE9BFF-46A5-C16C-406E-DE02F1885E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B624EF-E24D-A0A2-69C1-FC5DF7309888}"/>
              </a:ext>
            </a:extLst>
          </p:cNvPr>
          <p:cNvSpPr>
            <a:spLocks noGrp="1"/>
          </p:cNvSpPr>
          <p:nvPr>
            <p:ph type="dt" sz="half" idx="10"/>
          </p:nvPr>
        </p:nvSpPr>
        <p:spPr/>
        <p:txBody>
          <a:bodyPr/>
          <a:lstStyle/>
          <a:p>
            <a:fld id="{8F488A39-EF31-4C42-8BA8-1A6FCDC7971A}" type="datetimeFigureOut">
              <a:rPr lang="en-IN" smtClean="0"/>
              <a:t>02-05-2024</a:t>
            </a:fld>
            <a:endParaRPr lang="en-IN"/>
          </a:p>
        </p:txBody>
      </p:sp>
      <p:sp>
        <p:nvSpPr>
          <p:cNvPr id="5" name="Footer Placeholder 4">
            <a:extLst>
              <a:ext uri="{FF2B5EF4-FFF2-40B4-BE49-F238E27FC236}">
                <a16:creationId xmlns:a16="http://schemas.microsoft.com/office/drawing/2014/main" id="{108980F1-A7A4-2B64-85A5-8EEF684E62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12DCFE-8B07-4245-791E-E0FA7A85314B}"/>
              </a:ext>
            </a:extLst>
          </p:cNvPr>
          <p:cNvSpPr>
            <a:spLocks noGrp="1"/>
          </p:cNvSpPr>
          <p:nvPr>
            <p:ph type="sldNum" sz="quarter" idx="12"/>
          </p:nvPr>
        </p:nvSpPr>
        <p:spPr/>
        <p:txBody>
          <a:bodyPr/>
          <a:lstStyle/>
          <a:p>
            <a:fld id="{7A7A0C22-80EE-43FB-8F2F-4D3EDA20E9CB}" type="slidenum">
              <a:rPr lang="en-IN" smtClean="0"/>
              <a:t>‹#›</a:t>
            </a:fld>
            <a:endParaRPr lang="en-IN"/>
          </a:p>
        </p:txBody>
      </p:sp>
    </p:spTree>
    <p:extLst>
      <p:ext uri="{BB962C8B-B14F-4D97-AF65-F5344CB8AC3E}">
        <p14:creationId xmlns:p14="http://schemas.microsoft.com/office/powerpoint/2010/main" val="4006925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8EACD6-3C36-B1BB-C50B-727806C617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644255A-9002-6F4D-651A-06208B862E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BCFAC5-1E55-32ED-6CC7-588EA883E9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488A39-EF31-4C42-8BA8-1A6FCDC7971A}" type="datetimeFigureOut">
              <a:rPr lang="en-IN" smtClean="0"/>
              <a:t>02-05-2024</a:t>
            </a:fld>
            <a:endParaRPr lang="en-IN"/>
          </a:p>
        </p:txBody>
      </p:sp>
      <p:sp>
        <p:nvSpPr>
          <p:cNvPr id="5" name="Footer Placeholder 4">
            <a:extLst>
              <a:ext uri="{FF2B5EF4-FFF2-40B4-BE49-F238E27FC236}">
                <a16:creationId xmlns:a16="http://schemas.microsoft.com/office/drawing/2014/main" id="{5E995FB3-13D8-016A-9758-9EA4C0A64F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6D13B35-7FDD-768D-E052-F268CEC2E4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7A0C22-80EE-43FB-8F2F-4D3EDA20E9CB}" type="slidenum">
              <a:rPr lang="en-IN" smtClean="0"/>
              <a:t>‹#›</a:t>
            </a:fld>
            <a:endParaRPr lang="en-IN"/>
          </a:p>
        </p:txBody>
      </p:sp>
    </p:spTree>
    <p:extLst>
      <p:ext uri="{BB962C8B-B14F-4D97-AF65-F5344CB8AC3E}">
        <p14:creationId xmlns:p14="http://schemas.microsoft.com/office/powerpoint/2010/main" val="3256886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1F751BD-5DB2-813A-98E7-8AD592C93B74}"/>
              </a:ext>
            </a:extLst>
          </p:cNvPr>
          <p:cNvSpPr/>
          <p:nvPr/>
        </p:nvSpPr>
        <p:spPr>
          <a:xfrm>
            <a:off x="1985940" y="2967335"/>
            <a:ext cx="8220135"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Comparable V/S Comparator</a:t>
            </a:r>
          </a:p>
        </p:txBody>
      </p:sp>
    </p:spTree>
    <p:extLst>
      <p:ext uri="{BB962C8B-B14F-4D97-AF65-F5344CB8AC3E}">
        <p14:creationId xmlns:p14="http://schemas.microsoft.com/office/powerpoint/2010/main" val="18984819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330784-8E73-0F75-E21A-C38F369C9199}"/>
              </a:ext>
            </a:extLst>
          </p:cNvPr>
          <p:cNvSpPr>
            <a:spLocks noGrp="1"/>
          </p:cNvSpPr>
          <p:nvPr>
            <p:ph idx="1"/>
          </p:nvPr>
        </p:nvSpPr>
        <p:spPr>
          <a:xfrm>
            <a:off x="205273" y="373224"/>
            <a:ext cx="11812556" cy="6204858"/>
          </a:xfrm>
        </p:spPr>
        <p:txBody>
          <a:bodyPr/>
          <a:lstStyle/>
          <a:p>
            <a:r>
              <a:rPr lang="en-US" dirty="0"/>
              <a:t>Comparable: Defines a natural ordering for objects. This means that objects that implement the Comparable interface can be compared to each other using the </a:t>
            </a:r>
            <a:r>
              <a:rPr lang="en-US" dirty="0" err="1"/>
              <a:t>compareTo</a:t>
            </a:r>
            <a:r>
              <a:rPr lang="en-US" dirty="0"/>
              <a:t>() method. The </a:t>
            </a:r>
            <a:r>
              <a:rPr lang="en-US" dirty="0" err="1"/>
              <a:t>compareTo</a:t>
            </a:r>
            <a:r>
              <a:rPr lang="en-US" dirty="0"/>
              <a:t>() method returns an integer value that indicates whether the current object is less than, equal to, or greater than the object being passed in.</a:t>
            </a:r>
          </a:p>
          <a:p>
            <a:r>
              <a:rPr lang="en-US" dirty="0"/>
              <a:t>Comparator: Defines a custom ordering for objects. This means that objects that implement the Comparator interface can be compared to each other using the compare() method. The compare() method takes two objects as input and returns an integer value that indicates whether the first object is less than, equal to, or greater than the second object.</a:t>
            </a:r>
          </a:p>
          <a:p>
            <a:r>
              <a:rPr lang="en-US" b="0" i="0" dirty="0">
                <a:solidFill>
                  <a:srgbClr val="040C28"/>
                </a:solidFill>
                <a:effectLst/>
                <a:latin typeface="Google Sans"/>
              </a:rPr>
              <a:t>Comparable interface can be used to provide single way of sorting whereas Comparator interface is used to provide different ways of sorting</a:t>
            </a:r>
            <a:r>
              <a:rPr lang="en-US" dirty="0">
                <a:solidFill>
                  <a:srgbClr val="040C28"/>
                </a:solidFill>
                <a:latin typeface="Google Sans"/>
              </a:rPr>
              <a:t>.</a:t>
            </a:r>
            <a:endParaRPr lang="en-US" dirty="0"/>
          </a:p>
          <a:p>
            <a:endParaRPr lang="en-IN" dirty="0"/>
          </a:p>
        </p:txBody>
      </p:sp>
    </p:spTree>
    <p:extLst>
      <p:ext uri="{BB962C8B-B14F-4D97-AF65-F5344CB8AC3E}">
        <p14:creationId xmlns:p14="http://schemas.microsoft.com/office/powerpoint/2010/main" val="682758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80566-360E-1DD4-5079-EE39DC911E9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F344EF-53D2-2288-2114-E06FBE47A52A}"/>
              </a:ext>
            </a:extLst>
          </p:cNvPr>
          <p:cNvSpPr>
            <a:spLocks noGrp="1"/>
          </p:cNvSpPr>
          <p:nvPr>
            <p:ph idx="1"/>
          </p:nvPr>
        </p:nvSpPr>
        <p:spPr>
          <a:xfrm>
            <a:off x="205273" y="373224"/>
            <a:ext cx="11812556" cy="6204858"/>
          </a:xfrm>
        </p:spPr>
        <p:txBody>
          <a:bodyPr/>
          <a:lstStyle/>
          <a:p>
            <a:r>
              <a:rPr lang="en-US" dirty="0"/>
              <a:t>When to use Comparable:</a:t>
            </a:r>
          </a:p>
          <a:p>
            <a:pPr lvl="1"/>
            <a:r>
              <a:rPr lang="en-US" dirty="0"/>
              <a:t>When you want to provide a natural ordering for your objects.</a:t>
            </a:r>
          </a:p>
          <a:p>
            <a:pPr lvl="1"/>
            <a:r>
              <a:rPr lang="en-US" dirty="0"/>
              <a:t>When you only need one way to sort your objects.</a:t>
            </a:r>
          </a:p>
          <a:p>
            <a:r>
              <a:rPr lang="en-US" dirty="0"/>
              <a:t>When to use Comparator:</a:t>
            </a:r>
          </a:p>
          <a:p>
            <a:pPr lvl="1"/>
            <a:r>
              <a:rPr lang="en-US" dirty="0"/>
              <a:t>When you need to provide a custom ordering for your objects.</a:t>
            </a:r>
          </a:p>
          <a:p>
            <a:pPr lvl="1"/>
            <a:r>
              <a:rPr lang="en-US" dirty="0"/>
              <a:t>When you need to support multiple sorting sequences.</a:t>
            </a:r>
            <a:endParaRPr lang="en-IN" dirty="0"/>
          </a:p>
        </p:txBody>
      </p:sp>
    </p:spTree>
    <p:extLst>
      <p:ext uri="{BB962C8B-B14F-4D97-AF65-F5344CB8AC3E}">
        <p14:creationId xmlns:p14="http://schemas.microsoft.com/office/powerpoint/2010/main" val="1137014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20784-3519-FC71-009D-FBC90B2E93E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2A5A59C-188A-ECEA-6B2E-41B56D67E829}"/>
              </a:ext>
            </a:extLst>
          </p:cNvPr>
          <p:cNvSpPr>
            <a:spLocks noGrp="1"/>
          </p:cNvSpPr>
          <p:nvPr>
            <p:ph type="title"/>
          </p:nvPr>
        </p:nvSpPr>
        <p:spPr>
          <a:xfrm>
            <a:off x="838200" y="365125"/>
            <a:ext cx="10515600" cy="465299"/>
          </a:xfrm>
        </p:spPr>
        <p:txBody>
          <a:bodyPr>
            <a:normAutofit fontScale="90000"/>
          </a:bodyPr>
          <a:lstStyle/>
          <a:p>
            <a:r>
              <a:rPr lang="en-IN" sz="2800" b="0" i="0" dirty="0">
                <a:solidFill>
                  <a:srgbClr val="404040"/>
                </a:solidFill>
                <a:effectLst/>
                <a:latin typeface="-apple-system"/>
              </a:rPr>
              <a:t>Java Comparator with Lambda</a:t>
            </a:r>
            <a:endParaRPr lang="en-IN" sz="2800" dirty="0"/>
          </a:p>
        </p:txBody>
      </p:sp>
      <p:sp>
        <p:nvSpPr>
          <p:cNvPr id="6" name="Content Placeholder 5">
            <a:extLst>
              <a:ext uri="{FF2B5EF4-FFF2-40B4-BE49-F238E27FC236}">
                <a16:creationId xmlns:a16="http://schemas.microsoft.com/office/drawing/2014/main" id="{FBD2ED06-F07E-4179-241A-4192341CE184}"/>
              </a:ext>
            </a:extLst>
          </p:cNvPr>
          <p:cNvSpPr>
            <a:spLocks noGrp="1"/>
          </p:cNvSpPr>
          <p:nvPr>
            <p:ph idx="1"/>
          </p:nvPr>
        </p:nvSpPr>
        <p:spPr>
          <a:xfrm>
            <a:off x="149289" y="830423"/>
            <a:ext cx="11448661" cy="5346539"/>
          </a:xfrm>
        </p:spPr>
        <p:txBody>
          <a:bodyPr>
            <a:normAutofit/>
          </a:bodyPr>
          <a:lstStyle/>
          <a:p>
            <a:r>
              <a:rPr lang="en-IN" b="0" i="0" dirty="0">
                <a:solidFill>
                  <a:srgbClr val="6B81AF"/>
                </a:solidFill>
                <a:effectLst/>
                <a:latin typeface="ui-monospace"/>
              </a:rPr>
              <a:t>Quick Reference</a:t>
            </a:r>
          </a:p>
          <a:p>
            <a:pPr lvl="1"/>
            <a:r>
              <a:rPr lang="en-US" b="0" i="0" dirty="0">
                <a:solidFill>
                  <a:srgbClr val="3B3B3B"/>
                </a:solidFill>
                <a:effectLst/>
                <a:latin typeface="ui-monospace"/>
              </a:rPr>
              <a:t>Comparator&lt;User&gt; comparator = </a:t>
            </a:r>
            <a:r>
              <a:rPr lang="en-US" b="0" i="0" dirty="0" err="1">
                <a:solidFill>
                  <a:srgbClr val="3B3B3B"/>
                </a:solidFill>
                <a:effectLst/>
                <a:latin typeface="ui-monospace"/>
              </a:rPr>
              <a:t>Comparator.comparing</a:t>
            </a:r>
            <a:r>
              <a:rPr lang="en-US" b="0" i="0" dirty="0">
                <a:solidFill>
                  <a:srgbClr val="3B3B3B"/>
                </a:solidFill>
                <a:effectLst/>
                <a:latin typeface="ui-monospace"/>
              </a:rPr>
              <a:t>(User::</a:t>
            </a:r>
            <a:r>
              <a:rPr lang="en-US" b="0" i="0" dirty="0" err="1">
                <a:solidFill>
                  <a:srgbClr val="3B3B3B"/>
                </a:solidFill>
                <a:effectLst/>
                <a:latin typeface="ui-monospace"/>
              </a:rPr>
              <a:t>firstName</a:t>
            </a:r>
            <a:r>
              <a:rPr lang="en-US" b="0" i="0" dirty="0">
                <a:solidFill>
                  <a:srgbClr val="3B3B3B"/>
                </a:solidFill>
                <a:effectLst/>
                <a:latin typeface="ui-monospace"/>
              </a:rPr>
              <a:t>); </a:t>
            </a:r>
            <a:r>
              <a:rPr lang="en-US" b="0" i="0" dirty="0" err="1">
                <a:solidFill>
                  <a:srgbClr val="3B3B3B"/>
                </a:solidFill>
                <a:effectLst/>
                <a:latin typeface="ui-monospace"/>
              </a:rPr>
              <a:t>Collections.sort</a:t>
            </a:r>
            <a:r>
              <a:rPr lang="en-US" b="0" i="0" dirty="0">
                <a:solidFill>
                  <a:srgbClr val="3B3B3B"/>
                </a:solidFill>
                <a:effectLst/>
                <a:latin typeface="ui-monospace"/>
              </a:rPr>
              <a:t>(list, comparator);</a:t>
            </a:r>
            <a:endParaRPr lang="en-IN" b="0" i="0" dirty="0">
              <a:solidFill>
                <a:srgbClr val="6B81AF"/>
              </a:solidFill>
              <a:effectLst/>
              <a:latin typeface="ui-monospace"/>
            </a:endParaRPr>
          </a:p>
          <a:p>
            <a:r>
              <a:rPr lang="en-IN" dirty="0"/>
              <a:t>Creating Comparator without Lambda</a:t>
            </a:r>
          </a:p>
          <a:p>
            <a:pPr lvl="1"/>
            <a:r>
              <a:rPr lang="en-IN" b="0" i="0" dirty="0">
                <a:solidFill>
                  <a:srgbClr val="3B3B3B"/>
                </a:solidFill>
                <a:effectLst/>
                <a:latin typeface="ui-monospace"/>
              </a:rPr>
              <a:t>Comparator&lt;User&gt; </a:t>
            </a:r>
            <a:r>
              <a:rPr lang="en-IN" b="0" i="0" dirty="0" err="1">
                <a:solidFill>
                  <a:srgbClr val="3B3B3B"/>
                </a:solidFill>
                <a:effectLst/>
                <a:latin typeface="ui-monospace"/>
              </a:rPr>
              <a:t>byNameComparator</a:t>
            </a:r>
            <a:r>
              <a:rPr lang="en-IN" b="0" i="0" dirty="0">
                <a:solidFill>
                  <a:srgbClr val="3B3B3B"/>
                </a:solidFill>
                <a:effectLst/>
                <a:latin typeface="ui-monospace"/>
              </a:rPr>
              <a:t> = </a:t>
            </a:r>
            <a:r>
              <a:rPr lang="en-IN" b="1" i="0" dirty="0">
                <a:solidFill>
                  <a:srgbClr val="395FB0"/>
                </a:solidFill>
                <a:effectLst/>
                <a:latin typeface="ui-monospace"/>
              </a:rPr>
              <a:t>new</a:t>
            </a:r>
            <a:r>
              <a:rPr lang="en-IN" b="0" i="0" dirty="0">
                <a:solidFill>
                  <a:srgbClr val="3B3B3B"/>
                </a:solidFill>
                <a:effectLst/>
                <a:latin typeface="ui-monospace"/>
              </a:rPr>
              <a:t> Comparator&lt;User&gt;() { @Override </a:t>
            </a:r>
            <a:r>
              <a:rPr lang="en-IN" b="1" i="0" dirty="0">
                <a:solidFill>
                  <a:srgbClr val="395FB0"/>
                </a:solidFill>
                <a:effectLst/>
                <a:latin typeface="ui-monospace"/>
              </a:rPr>
              <a:t>public</a:t>
            </a:r>
            <a:r>
              <a:rPr lang="en-IN" b="0" i="0" dirty="0">
                <a:solidFill>
                  <a:srgbClr val="3B3B3B"/>
                </a:solidFill>
                <a:effectLst/>
                <a:latin typeface="ui-monospace"/>
              </a:rPr>
              <a:t> </a:t>
            </a:r>
            <a:r>
              <a:rPr lang="en-IN" b="1" i="0" dirty="0">
                <a:solidFill>
                  <a:srgbClr val="395FB0"/>
                </a:solidFill>
                <a:effectLst/>
                <a:latin typeface="ui-monospace"/>
              </a:rPr>
              <a:t>int</a:t>
            </a:r>
            <a:r>
              <a:rPr lang="en-IN" b="0" i="0" dirty="0">
                <a:solidFill>
                  <a:srgbClr val="3B3B3B"/>
                </a:solidFill>
                <a:effectLst/>
                <a:latin typeface="ui-monospace"/>
              </a:rPr>
              <a:t> compare(User u1, User u2) { </a:t>
            </a:r>
            <a:r>
              <a:rPr lang="en-IN" b="1" i="0" dirty="0">
                <a:solidFill>
                  <a:srgbClr val="395FB0"/>
                </a:solidFill>
                <a:effectLst/>
                <a:latin typeface="ui-monospace"/>
              </a:rPr>
              <a:t>return</a:t>
            </a:r>
            <a:r>
              <a:rPr lang="en-IN" b="0" i="0" dirty="0">
                <a:solidFill>
                  <a:srgbClr val="3B3B3B"/>
                </a:solidFill>
                <a:effectLst/>
                <a:latin typeface="ui-monospace"/>
              </a:rPr>
              <a:t> u1.firstName().</a:t>
            </a:r>
            <a:r>
              <a:rPr lang="en-IN" b="0" i="0" dirty="0" err="1">
                <a:solidFill>
                  <a:srgbClr val="3B3B3B"/>
                </a:solidFill>
                <a:effectLst/>
                <a:latin typeface="ui-monospace"/>
              </a:rPr>
              <a:t>compareTo</a:t>
            </a:r>
            <a:r>
              <a:rPr lang="en-IN" b="0" i="0" dirty="0">
                <a:solidFill>
                  <a:srgbClr val="3B3B3B"/>
                </a:solidFill>
                <a:effectLst/>
                <a:latin typeface="ui-monospace"/>
              </a:rPr>
              <a:t>(u2.firstName()); } };</a:t>
            </a:r>
            <a:endParaRPr lang="en-IN" dirty="0"/>
          </a:p>
          <a:p>
            <a:r>
              <a:rPr lang="en-IN" b="1" i="1" dirty="0">
                <a:solidFill>
                  <a:srgbClr val="404040"/>
                </a:solidFill>
                <a:effectLst/>
                <a:latin typeface="-apple-system"/>
              </a:rPr>
              <a:t>Comparator</a:t>
            </a:r>
            <a:r>
              <a:rPr lang="en-IN" b="1" i="0" dirty="0">
                <a:solidFill>
                  <a:srgbClr val="404040"/>
                </a:solidFill>
                <a:effectLst/>
                <a:latin typeface="-apple-system"/>
              </a:rPr>
              <a:t> with Lambda</a:t>
            </a:r>
          </a:p>
          <a:p>
            <a:pPr lvl="1"/>
            <a:r>
              <a:rPr lang="es-ES" b="0" i="0" dirty="0" err="1">
                <a:solidFill>
                  <a:srgbClr val="3B3B3B"/>
                </a:solidFill>
                <a:effectLst/>
                <a:latin typeface="ui-monospace"/>
              </a:rPr>
              <a:t>Comparator</a:t>
            </a:r>
            <a:r>
              <a:rPr lang="es-ES" b="0" i="0" dirty="0">
                <a:solidFill>
                  <a:srgbClr val="3B3B3B"/>
                </a:solidFill>
                <a:effectLst/>
                <a:latin typeface="ui-monospace"/>
              </a:rPr>
              <a:t>&lt;</a:t>
            </a:r>
            <a:r>
              <a:rPr lang="es-ES" b="0" i="0" dirty="0" err="1">
                <a:solidFill>
                  <a:srgbClr val="3B3B3B"/>
                </a:solidFill>
                <a:effectLst/>
                <a:latin typeface="ui-monospace"/>
              </a:rPr>
              <a:t>User</a:t>
            </a:r>
            <a:r>
              <a:rPr lang="es-ES" b="0" i="0" dirty="0">
                <a:solidFill>
                  <a:srgbClr val="3B3B3B"/>
                </a:solidFill>
                <a:effectLst/>
                <a:latin typeface="ui-monospace"/>
              </a:rPr>
              <a:t>&gt; </a:t>
            </a:r>
            <a:r>
              <a:rPr lang="es-ES" b="0" i="0" dirty="0" err="1">
                <a:solidFill>
                  <a:srgbClr val="3B3B3B"/>
                </a:solidFill>
                <a:effectLst/>
                <a:latin typeface="ui-monospace"/>
              </a:rPr>
              <a:t>firstNameComparator</a:t>
            </a:r>
            <a:r>
              <a:rPr lang="es-ES" b="0" i="0" dirty="0">
                <a:solidFill>
                  <a:srgbClr val="3B3B3B"/>
                </a:solidFill>
                <a:effectLst/>
                <a:latin typeface="ui-monospace"/>
              </a:rPr>
              <a:t> = (</a:t>
            </a:r>
            <a:r>
              <a:rPr lang="es-ES" b="0" i="0" dirty="0" err="1">
                <a:solidFill>
                  <a:srgbClr val="3B3B3B"/>
                </a:solidFill>
                <a:effectLst/>
                <a:latin typeface="ui-monospace"/>
              </a:rPr>
              <a:t>User</a:t>
            </a:r>
            <a:r>
              <a:rPr lang="es-ES" b="0" i="0" dirty="0">
                <a:solidFill>
                  <a:srgbClr val="3B3B3B"/>
                </a:solidFill>
                <a:effectLst/>
                <a:latin typeface="ui-monospace"/>
              </a:rPr>
              <a:t> u1, </a:t>
            </a:r>
            <a:r>
              <a:rPr lang="es-ES" b="0" i="0" dirty="0" err="1">
                <a:solidFill>
                  <a:srgbClr val="3B3B3B"/>
                </a:solidFill>
                <a:effectLst/>
                <a:latin typeface="ui-monospace"/>
              </a:rPr>
              <a:t>User</a:t>
            </a:r>
            <a:r>
              <a:rPr lang="es-ES" b="0" i="0" dirty="0">
                <a:solidFill>
                  <a:srgbClr val="3B3B3B"/>
                </a:solidFill>
                <a:effectLst/>
                <a:latin typeface="ui-monospace"/>
              </a:rPr>
              <a:t> u2) -&gt; u1.firstName().</a:t>
            </a:r>
            <a:r>
              <a:rPr lang="es-ES" b="0" i="0" dirty="0" err="1">
                <a:solidFill>
                  <a:srgbClr val="3B3B3B"/>
                </a:solidFill>
                <a:effectLst/>
                <a:latin typeface="ui-monospace"/>
              </a:rPr>
              <a:t>compareTo</a:t>
            </a:r>
            <a:r>
              <a:rPr lang="es-ES" b="0" i="0" dirty="0">
                <a:solidFill>
                  <a:srgbClr val="3B3B3B"/>
                </a:solidFill>
                <a:effectLst/>
                <a:latin typeface="ui-monospace"/>
              </a:rPr>
              <a:t>(u2.firstName());</a:t>
            </a:r>
          </a:p>
          <a:p>
            <a:pPr lvl="1"/>
            <a:r>
              <a:rPr lang="es-ES" b="0" i="0" dirty="0" err="1">
                <a:solidFill>
                  <a:srgbClr val="3B3B3B"/>
                </a:solidFill>
                <a:effectLst/>
                <a:latin typeface="ui-monospace"/>
              </a:rPr>
              <a:t>Comparator</a:t>
            </a:r>
            <a:r>
              <a:rPr lang="es-ES" b="0" i="0" dirty="0">
                <a:solidFill>
                  <a:srgbClr val="3B3B3B"/>
                </a:solidFill>
                <a:effectLst/>
                <a:latin typeface="ui-monospace"/>
              </a:rPr>
              <a:t>&lt;</a:t>
            </a:r>
            <a:r>
              <a:rPr lang="es-ES" b="0" i="0" dirty="0" err="1">
                <a:solidFill>
                  <a:srgbClr val="3B3B3B"/>
                </a:solidFill>
                <a:effectLst/>
                <a:latin typeface="ui-monospace"/>
              </a:rPr>
              <a:t>User</a:t>
            </a:r>
            <a:r>
              <a:rPr lang="es-ES" b="0" i="0" dirty="0">
                <a:solidFill>
                  <a:srgbClr val="3B3B3B"/>
                </a:solidFill>
                <a:effectLst/>
                <a:latin typeface="ui-monospace"/>
              </a:rPr>
              <a:t>&gt; </a:t>
            </a:r>
            <a:r>
              <a:rPr lang="es-ES" b="0" i="0" dirty="0" err="1">
                <a:solidFill>
                  <a:srgbClr val="3B3B3B"/>
                </a:solidFill>
                <a:effectLst/>
                <a:latin typeface="ui-monospace"/>
              </a:rPr>
              <a:t>firstNameComparator</a:t>
            </a:r>
            <a:r>
              <a:rPr lang="es-ES" b="0" i="0" dirty="0">
                <a:solidFill>
                  <a:srgbClr val="3B3B3B"/>
                </a:solidFill>
                <a:effectLst/>
                <a:latin typeface="ui-monospace"/>
              </a:rPr>
              <a:t> = (u1, u2) -&gt; u1.firstName().</a:t>
            </a:r>
            <a:r>
              <a:rPr lang="es-ES" b="0" i="0" dirty="0" err="1">
                <a:solidFill>
                  <a:srgbClr val="3B3B3B"/>
                </a:solidFill>
                <a:effectLst/>
                <a:latin typeface="ui-monospace"/>
              </a:rPr>
              <a:t>compareTo</a:t>
            </a:r>
            <a:r>
              <a:rPr lang="es-ES" b="0" i="0" dirty="0">
                <a:solidFill>
                  <a:srgbClr val="3B3B3B"/>
                </a:solidFill>
                <a:effectLst/>
                <a:latin typeface="ui-monospace"/>
              </a:rPr>
              <a:t>(u2.firstName());</a:t>
            </a:r>
          </a:p>
          <a:p>
            <a:pPr lvl="1"/>
            <a:r>
              <a:rPr lang="en-US" b="0" i="0" dirty="0">
                <a:solidFill>
                  <a:srgbClr val="3B3B3B"/>
                </a:solidFill>
                <a:effectLst/>
                <a:latin typeface="ui-monospace"/>
              </a:rPr>
              <a:t>Comparator&lt;User&gt; </a:t>
            </a:r>
            <a:r>
              <a:rPr lang="en-US" b="0" i="0" dirty="0" err="1">
                <a:solidFill>
                  <a:srgbClr val="3B3B3B"/>
                </a:solidFill>
                <a:effectLst/>
                <a:latin typeface="ui-monospace"/>
              </a:rPr>
              <a:t>firstNameComparator</a:t>
            </a:r>
            <a:r>
              <a:rPr lang="en-US" b="0" i="0" dirty="0">
                <a:solidFill>
                  <a:srgbClr val="3B3B3B"/>
                </a:solidFill>
                <a:effectLst/>
                <a:latin typeface="ui-monospace"/>
              </a:rPr>
              <a:t> = </a:t>
            </a:r>
            <a:r>
              <a:rPr lang="en-US" b="0" i="0" dirty="0" err="1">
                <a:solidFill>
                  <a:srgbClr val="3B3B3B"/>
                </a:solidFill>
                <a:effectLst/>
                <a:latin typeface="ui-monospace"/>
              </a:rPr>
              <a:t>Comparator.comparing</a:t>
            </a:r>
            <a:r>
              <a:rPr lang="en-US" b="0" i="0" dirty="0">
                <a:solidFill>
                  <a:srgbClr val="3B3B3B"/>
                </a:solidFill>
                <a:effectLst/>
                <a:latin typeface="ui-monospace"/>
              </a:rPr>
              <a:t>(User::</a:t>
            </a:r>
            <a:r>
              <a:rPr lang="en-US" b="0" i="0" dirty="0" err="1">
                <a:solidFill>
                  <a:srgbClr val="3B3B3B"/>
                </a:solidFill>
                <a:effectLst/>
                <a:latin typeface="ui-monospace"/>
              </a:rPr>
              <a:t>firstName</a:t>
            </a:r>
            <a:r>
              <a:rPr lang="en-US" b="0" i="0" dirty="0">
                <a:solidFill>
                  <a:srgbClr val="3B3B3B"/>
                </a:solidFill>
                <a:effectLst/>
                <a:latin typeface="ui-monospace"/>
              </a:rPr>
              <a:t>);</a:t>
            </a:r>
            <a:endParaRPr lang="en-IN" b="1" i="0" dirty="0">
              <a:solidFill>
                <a:srgbClr val="404040"/>
              </a:solidFill>
              <a:effectLst/>
              <a:latin typeface="-apple-system"/>
            </a:endParaRPr>
          </a:p>
          <a:p>
            <a:endParaRPr lang="en-IN" dirty="0"/>
          </a:p>
        </p:txBody>
      </p:sp>
    </p:spTree>
    <p:extLst>
      <p:ext uri="{BB962C8B-B14F-4D97-AF65-F5344CB8AC3E}">
        <p14:creationId xmlns:p14="http://schemas.microsoft.com/office/powerpoint/2010/main" val="1448772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FC16A-1818-B6C8-681B-CB1D09F102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1A1B090-3F66-1883-18AB-40280E0B9D35}"/>
              </a:ext>
            </a:extLst>
          </p:cNvPr>
          <p:cNvSpPr>
            <a:spLocks noGrp="1"/>
          </p:cNvSpPr>
          <p:nvPr>
            <p:ph type="title"/>
          </p:nvPr>
        </p:nvSpPr>
        <p:spPr>
          <a:xfrm>
            <a:off x="838200" y="365125"/>
            <a:ext cx="10515600" cy="465299"/>
          </a:xfrm>
        </p:spPr>
        <p:txBody>
          <a:bodyPr>
            <a:normAutofit fontScale="90000"/>
          </a:bodyPr>
          <a:lstStyle/>
          <a:p>
            <a:r>
              <a:rPr lang="en-IN" sz="2800" b="0" i="0" dirty="0">
                <a:solidFill>
                  <a:srgbClr val="404040"/>
                </a:solidFill>
                <a:effectLst/>
                <a:latin typeface="-apple-system"/>
              </a:rPr>
              <a:t>Java Comparator with Lambda</a:t>
            </a:r>
            <a:endParaRPr lang="en-IN" sz="2800" dirty="0"/>
          </a:p>
        </p:txBody>
      </p:sp>
      <p:sp>
        <p:nvSpPr>
          <p:cNvPr id="6" name="Content Placeholder 5">
            <a:extLst>
              <a:ext uri="{FF2B5EF4-FFF2-40B4-BE49-F238E27FC236}">
                <a16:creationId xmlns:a16="http://schemas.microsoft.com/office/drawing/2014/main" id="{C64A0052-7D9F-AD43-F193-172E9A0C443C}"/>
              </a:ext>
            </a:extLst>
          </p:cNvPr>
          <p:cNvSpPr>
            <a:spLocks noGrp="1"/>
          </p:cNvSpPr>
          <p:nvPr>
            <p:ph idx="1"/>
          </p:nvPr>
        </p:nvSpPr>
        <p:spPr>
          <a:xfrm>
            <a:off x="149289" y="830423"/>
            <a:ext cx="11448661" cy="5346539"/>
          </a:xfrm>
        </p:spPr>
        <p:txBody>
          <a:bodyPr>
            <a:normAutofit/>
          </a:bodyPr>
          <a:lstStyle/>
          <a:p>
            <a:r>
              <a:rPr lang="en-IN" b="1" i="0" dirty="0">
                <a:solidFill>
                  <a:srgbClr val="404040"/>
                </a:solidFill>
                <a:effectLst/>
                <a:latin typeface="-apple-system"/>
              </a:rPr>
              <a:t>Reverse Comparator</a:t>
            </a:r>
          </a:p>
          <a:p>
            <a:pPr lvl="1"/>
            <a:r>
              <a:rPr lang="en-IN" b="0" i="0" dirty="0">
                <a:solidFill>
                  <a:srgbClr val="3B3B3B"/>
                </a:solidFill>
                <a:effectLst/>
                <a:latin typeface="ui-monospace"/>
              </a:rPr>
              <a:t>Comparator&lt;User&gt; </a:t>
            </a:r>
            <a:r>
              <a:rPr lang="en-IN" b="0" i="0" dirty="0" err="1">
                <a:solidFill>
                  <a:srgbClr val="3B3B3B"/>
                </a:solidFill>
                <a:effectLst/>
                <a:latin typeface="ui-monospace"/>
              </a:rPr>
              <a:t>firstNameComparator</a:t>
            </a:r>
            <a:r>
              <a:rPr lang="en-IN" b="0" i="0" dirty="0">
                <a:solidFill>
                  <a:srgbClr val="3B3B3B"/>
                </a:solidFill>
                <a:effectLst/>
                <a:latin typeface="ui-monospace"/>
              </a:rPr>
              <a:t> = </a:t>
            </a:r>
            <a:r>
              <a:rPr lang="en-IN" b="0" i="0" dirty="0" err="1">
                <a:solidFill>
                  <a:srgbClr val="3B3B3B"/>
                </a:solidFill>
                <a:effectLst/>
                <a:latin typeface="ui-monospace"/>
              </a:rPr>
              <a:t>Comparator.comparing</a:t>
            </a:r>
            <a:r>
              <a:rPr lang="en-IN" b="0" i="0" dirty="0">
                <a:solidFill>
                  <a:srgbClr val="3B3B3B"/>
                </a:solidFill>
                <a:effectLst/>
                <a:latin typeface="ui-monospace"/>
              </a:rPr>
              <a:t>(User::</a:t>
            </a:r>
            <a:r>
              <a:rPr lang="en-IN" b="0" i="0" dirty="0" err="1">
                <a:solidFill>
                  <a:srgbClr val="3B3B3B"/>
                </a:solidFill>
                <a:effectLst/>
                <a:latin typeface="ui-monospace"/>
              </a:rPr>
              <a:t>firstName</a:t>
            </a:r>
            <a:r>
              <a:rPr lang="en-IN" b="0" i="0" dirty="0">
                <a:solidFill>
                  <a:srgbClr val="3B3B3B"/>
                </a:solidFill>
                <a:effectLst/>
                <a:latin typeface="ui-monospace"/>
              </a:rPr>
              <a:t>); Comparator&lt;User&gt; </a:t>
            </a:r>
            <a:r>
              <a:rPr lang="en-IN" b="0" i="0" dirty="0" err="1">
                <a:solidFill>
                  <a:srgbClr val="3B3B3B"/>
                </a:solidFill>
                <a:effectLst/>
                <a:latin typeface="ui-monospace"/>
              </a:rPr>
              <a:t>reverseComparator</a:t>
            </a:r>
            <a:r>
              <a:rPr lang="en-IN" b="0" i="0" dirty="0">
                <a:solidFill>
                  <a:srgbClr val="3B3B3B"/>
                </a:solidFill>
                <a:effectLst/>
                <a:latin typeface="ui-monospace"/>
              </a:rPr>
              <a:t> = </a:t>
            </a:r>
            <a:r>
              <a:rPr lang="en-IN" b="0" i="0" dirty="0" err="1">
                <a:solidFill>
                  <a:srgbClr val="3B3B3B"/>
                </a:solidFill>
                <a:effectLst/>
                <a:latin typeface="ui-monospace"/>
              </a:rPr>
              <a:t>firstNameComparator.reverse</a:t>
            </a:r>
            <a:r>
              <a:rPr lang="en-IN" b="0" i="0" dirty="0">
                <a:solidFill>
                  <a:srgbClr val="3B3B3B"/>
                </a:solidFill>
                <a:effectLst/>
                <a:latin typeface="ui-monospace"/>
              </a:rPr>
              <a:t>();</a:t>
            </a:r>
            <a:endParaRPr lang="en-IN" b="1" i="0" dirty="0">
              <a:solidFill>
                <a:srgbClr val="404040"/>
              </a:solidFill>
              <a:effectLst/>
              <a:latin typeface="-apple-system"/>
            </a:endParaRPr>
          </a:p>
          <a:p>
            <a:r>
              <a:rPr lang="en-IN" b="1" i="0" dirty="0">
                <a:solidFill>
                  <a:srgbClr val="404040"/>
                </a:solidFill>
                <a:effectLst/>
                <a:latin typeface="-apple-system"/>
              </a:rPr>
              <a:t>Chaining Comparators</a:t>
            </a:r>
          </a:p>
          <a:p>
            <a:pPr lvl="1"/>
            <a:r>
              <a:rPr lang="en-US" b="0" i="0" dirty="0">
                <a:solidFill>
                  <a:srgbClr val="3B3B3B"/>
                </a:solidFill>
                <a:effectLst/>
                <a:latin typeface="ui-monospace"/>
              </a:rPr>
              <a:t>Comparator&lt;User&gt; </a:t>
            </a:r>
            <a:r>
              <a:rPr lang="en-US" b="0" i="0" dirty="0" err="1">
                <a:solidFill>
                  <a:srgbClr val="3B3B3B"/>
                </a:solidFill>
                <a:effectLst/>
                <a:latin typeface="ui-monospace"/>
              </a:rPr>
              <a:t>fullNameComparator</a:t>
            </a:r>
            <a:r>
              <a:rPr lang="en-US" b="0" i="0" dirty="0">
                <a:solidFill>
                  <a:srgbClr val="3B3B3B"/>
                </a:solidFill>
                <a:effectLst/>
                <a:latin typeface="ui-monospace"/>
              </a:rPr>
              <a:t> = </a:t>
            </a:r>
            <a:r>
              <a:rPr lang="en-US" b="0" i="0" dirty="0" err="1">
                <a:solidFill>
                  <a:srgbClr val="3B3B3B"/>
                </a:solidFill>
                <a:effectLst/>
                <a:latin typeface="ui-monospace"/>
              </a:rPr>
              <a:t>Comparator.comparing</a:t>
            </a:r>
            <a:r>
              <a:rPr lang="en-US" b="0" i="0" dirty="0">
                <a:solidFill>
                  <a:srgbClr val="3B3B3B"/>
                </a:solidFill>
                <a:effectLst/>
                <a:latin typeface="ui-monospace"/>
              </a:rPr>
              <a:t>(User::</a:t>
            </a:r>
            <a:r>
              <a:rPr lang="en-US" b="0" i="0" dirty="0" err="1">
                <a:solidFill>
                  <a:srgbClr val="3B3B3B"/>
                </a:solidFill>
                <a:effectLst/>
                <a:latin typeface="ui-monospace"/>
              </a:rPr>
              <a:t>firstName</a:t>
            </a:r>
            <a:r>
              <a:rPr lang="en-US" b="0" i="0" dirty="0">
                <a:solidFill>
                  <a:srgbClr val="3B3B3B"/>
                </a:solidFill>
                <a:effectLst/>
                <a:latin typeface="ui-monospace"/>
              </a:rPr>
              <a:t>).</a:t>
            </a:r>
            <a:r>
              <a:rPr lang="en-US" b="0" i="0" dirty="0" err="1">
                <a:solidFill>
                  <a:srgbClr val="3B3B3B"/>
                </a:solidFill>
                <a:effectLst/>
                <a:latin typeface="ui-monospace"/>
              </a:rPr>
              <a:t>thenComparing</a:t>
            </a:r>
            <a:r>
              <a:rPr lang="en-US" b="0" i="0" dirty="0">
                <a:solidFill>
                  <a:srgbClr val="3B3B3B"/>
                </a:solidFill>
                <a:effectLst/>
                <a:latin typeface="ui-monospace"/>
              </a:rPr>
              <a:t>(User::</a:t>
            </a:r>
            <a:r>
              <a:rPr lang="en-US" b="0" i="0" dirty="0" err="1">
                <a:solidFill>
                  <a:srgbClr val="3B3B3B"/>
                </a:solidFill>
                <a:effectLst/>
                <a:latin typeface="ui-monospace"/>
              </a:rPr>
              <a:t>lastName</a:t>
            </a:r>
            <a:r>
              <a:rPr lang="en-US" b="0" i="0" dirty="0">
                <a:solidFill>
                  <a:srgbClr val="3B3B3B"/>
                </a:solidFill>
                <a:effectLst/>
                <a:latin typeface="ui-monospace"/>
              </a:rPr>
              <a:t>);</a:t>
            </a:r>
            <a:endParaRPr lang="en-IN" b="1" i="0" dirty="0">
              <a:solidFill>
                <a:srgbClr val="404040"/>
              </a:solidFill>
              <a:effectLst/>
              <a:latin typeface="-apple-system"/>
            </a:endParaRPr>
          </a:p>
          <a:p>
            <a:r>
              <a:rPr lang="en-IN" b="1" i="0" dirty="0">
                <a:solidFill>
                  <a:srgbClr val="404040"/>
                </a:solidFill>
                <a:effectLst/>
                <a:latin typeface="-apple-system"/>
              </a:rPr>
              <a:t> Parallel Sort</a:t>
            </a:r>
          </a:p>
          <a:p>
            <a:pPr lvl="1"/>
            <a:r>
              <a:rPr lang="en-IN" b="0" i="0" dirty="0">
                <a:solidFill>
                  <a:srgbClr val="3B3B3B"/>
                </a:solidFill>
                <a:effectLst/>
                <a:latin typeface="ui-monospace"/>
              </a:rPr>
              <a:t>Comparator&lt;User&gt; </a:t>
            </a:r>
            <a:r>
              <a:rPr lang="en-IN" b="0" i="0" dirty="0" err="1">
                <a:solidFill>
                  <a:srgbClr val="3B3B3B"/>
                </a:solidFill>
                <a:effectLst/>
                <a:latin typeface="ui-monospace"/>
              </a:rPr>
              <a:t>firstNameComparator</a:t>
            </a:r>
            <a:r>
              <a:rPr lang="en-IN" b="0" i="0" dirty="0">
                <a:solidFill>
                  <a:srgbClr val="3B3B3B"/>
                </a:solidFill>
                <a:effectLst/>
                <a:latin typeface="ui-monospace"/>
              </a:rPr>
              <a:t> = </a:t>
            </a:r>
            <a:r>
              <a:rPr lang="en-IN" b="0" i="0" dirty="0" err="1">
                <a:solidFill>
                  <a:srgbClr val="3B3B3B"/>
                </a:solidFill>
                <a:effectLst/>
                <a:latin typeface="ui-monospace"/>
              </a:rPr>
              <a:t>Comparator.comparing</a:t>
            </a:r>
            <a:r>
              <a:rPr lang="en-IN" b="0" i="0" dirty="0">
                <a:solidFill>
                  <a:srgbClr val="3B3B3B"/>
                </a:solidFill>
                <a:effectLst/>
                <a:latin typeface="ui-monospace"/>
              </a:rPr>
              <a:t>(User::</a:t>
            </a:r>
            <a:r>
              <a:rPr lang="en-IN" b="0" i="0" dirty="0" err="1">
                <a:solidFill>
                  <a:srgbClr val="3B3B3B"/>
                </a:solidFill>
                <a:effectLst/>
                <a:latin typeface="ui-monospace"/>
              </a:rPr>
              <a:t>firstName</a:t>
            </a:r>
            <a:r>
              <a:rPr lang="en-IN" b="0" i="0" dirty="0">
                <a:solidFill>
                  <a:srgbClr val="3B3B3B"/>
                </a:solidFill>
                <a:effectLst/>
                <a:latin typeface="ui-monospace"/>
              </a:rPr>
              <a:t>); </a:t>
            </a:r>
            <a:r>
              <a:rPr lang="en-IN" b="0" i="0" dirty="0" err="1">
                <a:solidFill>
                  <a:srgbClr val="3B3B3B"/>
                </a:solidFill>
                <a:effectLst/>
                <a:latin typeface="ui-monospace"/>
              </a:rPr>
              <a:t>Arrays.parallelSort</a:t>
            </a:r>
            <a:r>
              <a:rPr lang="en-IN" b="0" i="0" dirty="0">
                <a:solidFill>
                  <a:srgbClr val="3B3B3B"/>
                </a:solidFill>
                <a:effectLst/>
                <a:latin typeface="ui-monospace"/>
              </a:rPr>
              <a:t>(</a:t>
            </a:r>
            <a:r>
              <a:rPr lang="en-IN" b="0" i="0" dirty="0" err="1">
                <a:solidFill>
                  <a:srgbClr val="3B3B3B"/>
                </a:solidFill>
                <a:effectLst/>
                <a:latin typeface="ui-monospace"/>
              </a:rPr>
              <a:t>usersArray</a:t>
            </a:r>
            <a:r>
              <a:rPr lang="en-IN" b="0" i="0" dirty="0">
                <a:solidFill>
                  <a:srgbClr val="3B3B3B"/>
                </a:solidFill>
                <a:effectLst/>
                <a:latin typeface="ui-monospace"/>
              </a:rPr>
              <a:t>, </a:t>
            </a:r>
            <a:r>
              <a:rPr lang="en-IN" b="0" i="0" dirty="0" err="1">
                <a:solidFill>
                  <a:srgbClr val="3B3B3B"/>
                </a:solidFill>
                <a:effectLst/>
                <a:latin typeface="ui-monospace"/>
              </a:rPr>
              <a:t>firstNameComparator</a:t>
            </a:r>
            <a:r>
              <a:rPr lang="en-IN" b="0" i="0" dirty="0">
                <a:solidFill>
                  <a:srgbClr val="3B3B3B"/>
                </a:solidFill>
                <a:effectLst/>
                <a:latin typeface="ui-monospace"/>
              </a:rPr>
              <a:t>);</a:t>
            </a:r>
            <a:endParaRPr lang="en-IN" b="1" i="0" dirty="0">
              <a:solidFill>
                <a:srgbClr val="404040"/>
              </a:solidFill>
              <a:effectLst/>
              <a:latin typeface="-apple-system"/>
            </a:endParaRPr>
          </a:p>
        </p:txBody>
      </p:sp>
    </p:spTree>
    <p:extLst>
      <p:ext uri="{BB962C8B-B14F-4D97-AF65-F5344CB8AC3E}">
        <p14:creationId xmlns:p14="http://schemas.microsoft.com/office/powerpoint/2010/main" val="69401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416</Words>
  <Application>Microsoft Office PowerPoint</Application>
  <PresentationFormat>Widescreen</PresentationFormat>
  <Paragraphs>26</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-apple-system</vt:lpstr>
      <vt:lpstr>Arial</vt:lpstr>
      <vt:lpstr>Calibri</vt:lpstr>
      <vt:lpstr>Calibri Light</vt:lpstr>
      <vt:lpstr>Google Sans</vt:lpstr>
      <vt:lpstr>ui-monospace</vt:lpstr>
      <vt:lpstr>Office Theme</vt:lpstr>
      <vt:lpstr>PowerPoint Presentation</vt:lpstr>
      <vt:lpstr>PowerPoint Presentation</vt:lpstr>
      <vt:lpstr>PowerPoint Presentation</vt:lpstr>
      <vt:lpstr>Java Comparator with Lambda</vt:lpstr>
      <vt:lpstr>Java Comparator with Lambda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 Sunar</dc:creator>
  <cp:lastModifiedBy>Arun Sunar</cp:lastModifiedBy>
  <cp:revision>1</cp:revision>
  <dcterms:created xsi:type="dcterms:W3CDTF">2024-02-26T09:05:31Z</dcterms:created>
  <dcterms:modified xsi:type="dcterms:W3CDTF">2024-05-02T03:51:41Z</dcterms:modified>
</cp:coreProperties>
</file>