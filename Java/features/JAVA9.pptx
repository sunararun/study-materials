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57" r:id="rId6"/>
    <p:sldId id="262" r:id="rId7"/>
    <p:sldId id="261"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16CFF1-3CB5-4B05-A4B6-9108A8FCC924}" v="21" dt="2024-03-07T06:21:14.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6D16CFF1-3CB5-4B05-A4B6-9108A8FCC924}"/>
    <pc:docChg chg="undo redo custSel addSld modSld sldOrd">
      <pc:chgData name="Arun Sunar" userId="3fa9774ca67c7ab5" providerId="LiveId" clId="{6D16CFF1-3CB5-4B05-A4B6-9108A8FCC924}" dt="2024-03-07T06:23:42.251" v="228" actId="255"/>
      <pc:docMkLst>
        <pc:docMk/>
      </pc:docMkLst>
      <pc:sldChg chg="addSp delSp modSp new mod ord">
        <pc:chgData name="Arun Sunar" userId="3fa9774ca67c7ab5" providerId="LiveId" clId="{6D16CFF1-3CB5-4B05-A4B6-9108A8FCC924}" dt="2024-03-07T05:56:02.461" v="73"/>
        <pc:sldMkLst>
          <pc:docMk/>
          <pc:sldMk cId="3549669810" sldId="257"/>
        </pc:sldMkLst>
        <pc:spChg chg="del mod">
          <ac:chgData name="Arun Sunar" userId="3fa9774ca67c7ab5" providerId="LiveId" clId="{6D16CFF1-3CB5-4B05-A4B6-9108A8FCC924}" dt="2024-03-07T05:54:49.761" v="65" actId="478"/>
          <ac:spMkLst>
            <pc:docMk/>
            <pc:sldMk cId="3549669810" sldId="257"/>
            <ac:spMk id="2" creationId="{A17EB9AD-98EB-97BD-8756-C182DFAC987C}"/>
          </ac:spMkLst>
        </pc:spChg>
        <pc:spChg chg="mod">
          <ac:chgData name="Arun Sunar" userId="3fa9774ca67c7ab5" providerId="LiveId" clId="{6D16CFF1-3CB5-4B05-A4B6-9108A8FCC924}" dt="2024-03-07T05:56:02.461" v="73"/>
          <ac:spMkLst>
            <pc:docMk/>
            <pc:sldMk cId="3549669810" sldId="257"/>
            <ac:spMk id="3" creationId="{8C1437EB-EE74-3548-E999-D317D1F8CAE6}"/>
          </ac:spMkLst>
        </pc:spChg>
        <pc:spChg chg="add mod">
          <ac:chgData name="Arun Sunar" userId="3fa9774ca67c7ab5" providerId="LiveId" clId="{6D16CFF1-3CB5-4B05-A4B6-9108A8FCC924}" dt="2024-03-07T05:55:00.452" v="69" actId="113"/>
          <ac:spMkLst>
            <pc:docMk/>
            <pc:sldMk cId="3549669810" sldId="257"/>
            <ac:spMk id="5" creationId="{E02404B0-350E-241F-9DCC-47CF0AA63EC6}"/>
          </ac:spMkLst>
        </pc:spChg>
      </pc:sldChg>
      <pc:sldChg chg="addSp delSp modSp add mod">
        <pc:chgData name="Arun Sunar" userId="3fa9774ca67c7ab5" providerId="LiveId" clId="{6D16CFF1-3CB5-4B05-A4B6-9108A8FCC924}" dt="2024-03-07T05:46:27.605" v="28" actId="2711"/>
        <pc:sldMkLst>
          <pc:docMk/>
          <pc:sldMk cId="2880804748" sldId="258"/>
        </pc:sldMkLst>
        <pc:spChg chg="del">
          <ac:chgData name="Arun Sunar" userId="3fa9774ca67c7ab5" providerId="LiveId" clId="{6D16CFF1-3CB5-4B05-A4B6-9108A8FCC924}" dt="2024-03-07T05:45:27.480" v="20" actId="478"/>
          <ac:spMkLst>
            <pc:docMk/>
            <pc:sldMk cId="2880804748" sldId="258"/>
            <ac:spMk id="2" creationId="{C37E8ABC-A891-10B3-E2BD-31055815797E}"/>
          </ac:spMkLst>
        </pc:spChg>
        <pc:spChg chg="del">
          <ac:chgData name="Arun Sunar" userId="3fa9774ca67c7ab5" providerId="LiveId" clId="{6D16CFF1-3CB5-4B05-A4B6-9108A8FCC924}" dt="2024-03-07T05:45:25.750" v="19" actId="478"/>
          <ac:spMkLst>
            <pc:docMk/>
            <pc:sldMk cId="2880804748" sldId="258"/>
            <ac:spMk id="3" creationId="{2FB91FFE-CA89-4C3A-9A2C-CB1C808452FF}"/>
          </ac:spMkLst>
        </pc:spChg>
        <pc:spChg chg="add del mod">
          <ac:chgData name="Arun Sunar" userId="3fa9774ca67c7ab5" providerId="LiveId" clId="{6D16CFF1-3CB5-4B05-A4B6-9108A8FCC924}" dt="2024-03-07T05:45:30.472" v="21" actId="478"/>
          <ac:spMkLst>
            <pc:docMk/>
            <pc:sldMk cId="2880804748" sldId="258"/>
            <ac:spMk id="5" creationId="{50AD23F7-DF5A-81F0-FFD6-AD96AA61B989}"/>
          </ac:spMkLst>
        </pc:spChg>
        <pc:spChg chg="add del mod">
          <ac:chgData name="Arun Sunar" userId="3fa9774ca67c7ab5" providerId="LiveId" clId="{6D16CFF1-3CB5-4B05-A4B6-9108A8FCC924}" dt="2024-03-07T05:45:32.012" v="22" actId="478"/>
          <ac:spMkLst>
            <pc:docMk/>
            <pc:sldMk cId="2880804748" sldId="258"/>
            <ac:spMk id="7" creationId="{1EF47E76-6165-0783-4D82-6D075440DB44}"/>
          </ac:spMkLst>
        </pc:spChg>
        <pc:spChg chg="add mod">
          <ac:chgData name="Arun Sunar" userId="3fa9774ca67c7ab5" providerId="LiveId" clId="{6D16CFF1-3CB5-4B05-A4B6-9108A8FCC924}" dt="2024-03-07T05:46:27.605" v="28" actId="2711"/>
          <ac:spMkLst>
            <pc:docMk/>
            <pc:sldMk cId="2880804748" sldId="258"/>
            <ac:spMk id="9" creationId="{29358B08-39C5-FC29-4460-951854F7A33A}"/>
          </ac:spMkLst>
        </pc:spChg>
      </pc:sldChg>
      <pc:sldChg chg="addSp delSp modSp add mod">
        <pc:chgData name="Arun Sunar" userId="3fa9774ca67c7ab5" providerId="LiveId" clId="{6D16CFF1-3CB5-4B05-A4B6-9108A8FCC924}" dt="2024-03-07T05:48:57.378" v="61" actId="20577"/>
        <pc:sldMkLst>
          <pc:docMk/>
          <pc:sldMk cId="3641824567" sldId="259"/>
        </pc:sldMkLst>
        <pc:spChg chg="add">
          <ac:chgData name="Arun Sunar" userId="3fa9774ca67c7ab5" providerId="LiveId" clId="{6D16CFF1-3CB5-4B05-A4B6-9108A8FCC924}" dt="2024-03-07T05:47:16.843" v="31"/>
          <ac:spMkLst>
            <pc:docMk/>
            <pc:sldMk cId="3641824567" sldId="259"/>
            <ac:spMk id="2" creationId="{1B1D8E50-403E-2798-6945-547F1F1C325F}"/>
          </ac:spMkLst>
        </pc:spChg>
        <pc:spChg chg="add mod">
          <ac:chgData name="Arun Sunar" userId="3fa9774ca67c7ab5" providerId="LiveId" clId="{6D16CFF1-3CB5-4B05-A4B6-9108A8FCC924}" dt="2024-03-07T05:48:57.378" v="61" actId="20577"/>
          <ac:spMkLst>
            <pc:docMk/>
            <pc:sldMk cId="3641824567" sldId="259"/>
            <ac:spMk id="3" creationId="{D033A34B-9A06-3888-67B1-09827FE6C5F8}"/>
          </ac:spMkLst>
        </pc:spChg>
        <pc:spChg chg="add del">
          <ac:chgData name="Arun Sunar" userId="3fa9774ca67c7ab5" providerId="LiveId" clId="{6D16CFF1-3CB5-4B05-A4B6-9108A8FCC924}" dt="2024-03-07T05:47:39.322" v="34" actId="478"/>
          <ac:spMkLst>
            <pc:docMk/>
            <pc:sldMk cId="3641824567" sldId="259"/>
            <ac:spMk id="9" creationId="{0A5986BF-E620-1D65-F5BF-4D5DBEA24660}"/>
          </ac:spMkLst>
        </pc:spChg>
      </pc:sldChg>
      <pc:sldChg chg="add">
        <pc:chgData name="Arun Sunar" userId="3fa9774ca67c7ab5" providerId="LiveId" clId="{6D16CFF1-3CB5-4B05-A4B6-9108A8FCC924}" dt="2024-03-07T05:54:39.528" v="62" actId="2890"/>
        <pc:sldMkLst>
          <pc:docMk/>
          <pc:sldMk cId="4263067920" sldId="260"/>
        </pc:sldMkLst>
      </pc:sldChg>
      <pc:sldChg chg="addSp delSp modSp add mod">
        <pc:chgData name="Arun Sunar" userId="3fa9774ca67c7ab5" providerId="LiveId" clId="{6D16CFF1-3CB5-4B05-A4B6-9108A8FCC924}" dt="2024-03-07T06:06:35.829" v="135" actId="20577"/>
        <pc:sldMkLst>
          <pc:docMk/>
          <pc:sldMk cId="3479935711" sldId="261"/>
        </pc:sldMkLst>
        <pc:spChg chg="del">
          <ac:chgData name="Arun Sunar" userId="3fa9774ca67c7ab5" providerId="LiveId" clId="{6D16CFF1-3CB5-4B05-A4B6-9108A8FCC924}" dt="2024-03-07T05:56:21.480" v="75" actId="478"/>
          <ac:spMkLst>
            <pc:docMk/>
            <pc:sldMk cId="3479935711" sldId="261"/>
            <ac:spMk id="3" creationId="{0491E956-E8B2-B24A-A3BD-51C21EB967FB}"/>
          </ac:spMkLst>
        </pc:spChg>
        <pc:spChg chg="add del mod">
          <ac:chgData name="Arun Sunar" userId="3fa9774ca67c7ab5" providerId="LiveId" clId="{6D16CFF1-3CB5-4B05-A4B6-9108A8FCC924}" dt="2024-03-07T05:56:28.154" v="76" actId="478"/>
          <ac:spMkLst>
            <pc:docMk/>
            <pc:sldMk cId="3479935711" sldId="261"/>
            <ac:spMk id="4" creationId="{3B129F34-3D87-4679-C9D1-0131169962F4}"/>
          </ac:spMkLst>
        </pc:spChg>
        <pc:spChg chg="mod">
          <ac:chgData name="Arun Sunar" userId="3fa9774ca67c7ab5" providerId="LiveId" clId="{6D16CFF1-3CB5-4B05-A4B6-9108A8FCC924}" dt="2024-03-07T06:04:11.201" v="96"/>
          <ac:spMkLst>
            <pc:docMk/>
            <pc:sldMk cId="3479935711" sldId="261"/>
            <ac:spMk id="5" creationId="{4C39A453-5B00-2F92-B5BC-56E9EEEDB4DF}"/>
          </ac:spMkLst>
        </pc:spChg>
        <pc:spChg chg="add">
          <ac:chgData name="Arun Sunar" userId="3fa9774ca67c7ab5" providerId="LiveId" clId="{6D16CFF1-3CB5-4B05-A4B6-9108A8FCC924}" dt="2024-03-07T05:56:51.089" v="77"/>
          <ac:spMkLst>
            <pc:docMk/>
            <pc:sldMk cId="3479935711" sldId="261"/>
            <ac:spMk id="6" creationId="{E9240553-91EB-11BE-D555-157EC9C62B38}"/>
          </ac:spMkLst>
        </pc:spChg>
        <pc:spChg chg="add del mod">
          <ac:chgData name="Arun Sunar" userId="3fa9774ca67c7ab5" providerId="LiveId" clId="{6D16CFF1-3CB5-4B05-A4B6-9108A8FCC924}" dt="2024-03-07T06:04:05.024" v="93" actId="478"/>
          <ac:spMkLst>
            <pc:docMk/>
            <pc:sldMk cId="3479935711" sldId="261"/>
            <ac:spMk id="8" creationId="{0DF446F7-EE51-D45C-4744-7C1282EA4D29}"/>
          </ac:spMkLst>
        </pc:spChg>
        <pc:spChg chg="add mod">
          <ac:chgData name="Arun Sunar" userId="3fa9774ca67c7ab5" providerId="LiveId" clId="{6D16CFF1-3CB5-4B05-A4B6-9108A8FCC924}" dt="2024-03-07T06:06:35.829" v="135" actId="20577"/>
          <ac:spMkLst>
            <pc:docMk/>
            <pc:sldMk cId="3479935711" sldId="261"/>
            <ac:spMk id="14" creationId="{ECFDE317-D7BD-8906-23DC-DB98F34A88F4}"/>
          </ac:spMkLst>
        </pc:spChg>
        <pc:picChg chg="add del mod">
          <ac:chgData name="Arun Sunar" userId="3fa9774ca67c7ab5" providerId="LiveId" clId="{6D16CFF1-3CB5-4B05-A4B6-9108A8FCC924}" dt="2024-03-07T06:04:02.569" v="92" actId="478"/>
          <ac:picMkLst>
            <pc:docMk/>
            <pc:sldMk cId="3479935711" sldId="261"/>
            <ac:picMk id="10" creationId="{AEB0C747-AD97-A54F-9F87-6443805F664E}"/>
          </ac:picMkLst>
        </pc:picChg>
        <pc:picChg chg="add del mod">
          <ac:chgData name="Arun Sunar" userId="3fa9774ca67c7ab5" providerId="LiveId" clId="{6D16CFF1-3CB5-4B05-A4B6-9108A8FCC924}" dt="2024-03-07T06:04:06.850" v="95" actId="478"/>
          <ac:picMkLst>
            <pc:docMk/>
            <pc:sldMk cId="3479935711" sldId="261"/>
            <ac:picMk id="12" creationId="{D742F175-FEEA-A98C-A6C3-03611F7F4632}"/>
          </ac:picMkLst>
        </pc:picChg>
      </pc:sldChg>
      <pc:sldChg chg="add">
        <pc:chgData name="Arun Sunar" userId="3fa9774ca67c7ab5" providerId="LiveId" clId="{6D16CFF1-3CB5-4B05-A4B6-9108A8FCC924}" dt="2024-03-07T06:03:54.395" v="91" actId="2890"/>
        <pc:sldMkLst>
          <pc:docMk/>
          <pc:sldMk cId="2486503370" sldId="262"/>
        </pc:sldMkLst>
      </pc:sldChg>
      <pc:sldChg chg="addSp delSp modSp add mod">
        <pc:chgData name="Arun Sunar" userId="3fa9774ca67c7ab5" providerId="LiveId" clId="{6D16CFF1-3CB5-4B05-A4B6-9108A8FCC924}" dt="2024-03-07T06:11:41.829" v="163" actId="113"/>
        <pc:sldMkLst>
          <pc:docMk/>
          <pc:sldMk cId="2159131448" sldId="263"/>
        </pc:sldMkLst>
        <pc:spChg chg="add mod">
          <ac:chgData name="Arun Sunar" userId="3fa9774ca67c7ab5" providerId="LiveId" clId="{6D16CFF1-3CB5-4B05-A4B6-9108A8FCC924}" dt="2024-03-07T06:09:57.472" v="143" actId="113"/>
          <ac:spMkLst>
            <pc:docMk/>
            <pc:sldMk cId="2159131448" sldId="263"/>
            <ac:spMk id="3" creationId="{DA84CB5A-56FD-4E30-DE7E-1516E038CCF3}"/>
          </ac:spMkLst>
        </pc:spChg>
        <pc:spChg chg="del mod">
          <ac:chgData name="Arun Sunar" userId="3fa9774ca67c7ab5" providerId="LiveId" clId="{6D16CFF1-3CB5-4B05-A4B6-9108A8FCC924}" dt="2024-03-07T06:09:44.810" v="138" actId="478"/>
          <ac:spMkLst>
            <pc:docMk/>
            <pc:sldMk cId="2159131448" sldId="263"/>
            <ac:spMk id="5" creationId="{BCB00FCC-D755-D64A-1E03-2A01AECC901F}"/>
          </ac:spMkLst>
        </pc:spChg>
        <pc:spChg chg="add del">
          <ac:chgData name="Arun Sunar" userId="3fa9774ca67c7ab5" providerId="LiveId" clId="{6D16CFF1-3CB5-4B05-A4B6-9108A8FCC924}" dt="2024-03-07T06:10:14.275" v="148" actId="22"/>
          <ac:spMkLst>
            <pc:docMk/>
            <pc:sldMk cId="2159131448" sldId="263"/>
            <ac:spMk id="6" creationId="{DAEFAFCF-FF16-441A-C0ED-AD19C0704710}"/>
          </ac:spMkLst>
        </pc:spChg>
        <pc:spChg chg="add mod">
          <ac:chgData name="Arun Sunar" userId="3fa9774ca67c7ab5" providerId="LiveId" clId="{6D16CFF1-3CB5-4B05-A4B6-9108A8FCC924}" dt="2024-03-07T06:11:41.829" v="163" actId="113"/>
          <ac:spMkLst>
            <pc:docMk/>
            <pc:sldMk cId="2159131448" sldId="263"/>
            <ac:spMk id="8" creationId="{94F69F96-D334-B004-B918-DAEE74985505}"/>
          </ac:spMkLst>
        </pc:spChg>
        <pc:spChg chg="del">
          <ac:chgData name="Arun Sunar" userId="3fa9774ca67c7ab5" providerId="LiveId" clId="{6D16CFF1-3CB5-4B05-A4B6-9108A8FCC924}" dt="2024-03-07T06:10:02.545" v="144" actId="478"/>
          <ac:spMkLst>
            <pc:docMk/>
            <pc:sldMk cId="2159131448" sldId="263"/>
            <ac:spMk id="14" creationId="{F2523FCB-4984-09C6-144E-32B8D5B775B1}"/>
          </ac:spMkLst>
        </pc:spChg>
      </pc:sldChg>
      <pc:sldChg chg="addSp delSp modSp add mod ord">
        <pc:chgData name="Arun Sunar" userId="3fa9774ca67c7ab5" providerId="LiveId" clId="{6D16CFF1-3CB5-4B05-A4B6-9108A8FCC924}" dt="2024-03-07T06:17:21.024" v="179"/>
        <pc:sldMkLst>
          <pc:docMk/>
          <pc:sldMk cId="3790000347" sldId="264"/>
        </pc:sldMkLst>
        <pc:spChg chg="add del">
          <ac:chgData name="Arun Sunar" userId="3fa9774ca67c7ab5" providerId="LiveId" clId="{6D16CFF1-3CB5-4B05-A4B6-9108A8FCC924}" dt="2024-03-07T06:15:52.431" v="168" actId="22"/>
          <ac:spMkLst>
            <pc:docMk/>
            <pc:sldMk cId="3790000347" sldId="264"/>
            <ac:spMk id="3" creationId="{4F5F1C9D-EF5E-8D8D-2693-5AF9FF927D00}"/>
          </ac:spMkLst>
        </pc:spChg>
        <pc:spChg chg="mod">
          <ac:chgData name="Arun Sunar" userId="3fa9774ca67c7ab5" providerId="LiveId" clId="{6D16CFF1-3CB5-4B05-A4B6-9108A8FCC924}" dt="2024-03-07T06:14:51.951" v="166"/>
          <ac:spMkLst>
            <pc:docMk/>
            <pc:sldMk cId="3790000347" sldId="264"/>
            <ac:spMk id="5" creationId="{05F6C5EC-89D8-B07A-D293-59048541A484}"/>
          </ac:spMkLst>
        </pc:spChg>
        <pc:spChg chg="add mod">
          <ac:chgData name="Arun Sunar" userId="3fa9774ca67c7ab5" providerId="LiveId" clId="{6D16CFF1-3CB5-4B05-A4B6-9108A8FCC924}" dt="2024-03-07T06:17:07.745" v="177" actId="20577"/>
          <ac:spMkLst>
            <pc:docMk/>
            <pc:sldMk cId="3790000347" sldId="264"/>
            <ac:spMk id="6" creationId="{EC1EE8E9-0219-2BDD-56BB-2708F049E4E6}"/>
          </ac:spMkLst>
        </pc:spChg>
        <pc:spChg chg="add">
          <ac:chgData name="Arun Sunar" userId="3fa9774ca67c7ab5" providerId="LiveId" clId="{6D16CFF1-3CB5-4B05-A4B6-9108A8FCC924}" dt="2024-03-07T06:16:52.406" v="174"/>
          <ac:spMkLst>
            <pc:docMk/>
            <pc:sldMk cId="3790000347" sldId="264"/>
            <ac:spMk id="7" creationId="{14DBA312-FE61-C9A9-086F-2231E3D041D4}"/>
          </ac:spMkLst>
        </pc:spChg>
        <pc:spChg chg="del">
          <ac:chgData name="Arun Sunar" userId="3fa9774ca67c7ab5" providerId="LiveId" clId="{6D16CFF1-3CB5-4B05-A4B6-9108A8FCC924}" dt="2024-03-07T06:14:36.905" v="165" actId="478"/>
          <ac:spMkLst>
            <pc:docMk/>
            <pc:sldMk cId="3790000347" sldId="264"/>
            <ac:spMk id="14" creationId="{9E9E2526-A006-A089-DA6D-EDEBE57D0F1B}"/>
          </ac:spMkLst>
        </pc:spChg>
      </pc:sldChg>
      <pc:sldChg chg="addSp modSp add mod">
        <pc:chgData name="Arun Sunar" userId="3fa9774ca67c7ab5" providerId="LiveId" clId="{6D16CFF1-3CB5-4B05-A4B6-9108A8FCC924}" dt="2024-03-07T06:19:15.676" v="189" actId="20577"/>
        <pc:sldMkLst>
          <pc:docMk/>
          <pc:sldMk cId="3445040829" sldId="265"/>
        </pc:sldMkLst>
        <pc:spChg chg="add">
          <ac:chgData name="Arun Sunar" userId="3fa9774ca67c7ab5" providerId="LiveId" clId="{6D16CFF1-3CB5-4B05-A4B6-9108A8FCC924}" dt="2024-03-07T06:19:09.150" v="186"/>
          <ac:spMkLst>
            <pc:docMk/>
            <pc:sldMk cId="3445040829" sldId="265"/>
            <ac:spMk id="2" creationId="{382118ED-7EE4-5326-DF5E-27ECE702B362}"/>
          </ac:spMkLst>
        </pc:spChg>
        <pc:spChg chg="mod">
          <ac:chgData name="Arun Sunar" userId="3fa9774ca67c7ab5" providerId="LiveId" clId="{6D16CFF1-3CB5-4B05-A4B6-9108A8FCC924}" dt="2024-03-07T06:19:15.676" v="189" actId="20577"/>
          <ac:spMkLst>
            <pc:docMk/>
            <pc:sldMk cId="3445040829" sldId="265"/>
            <ac:spMk id="6" creationId="{1C4C22F9-1084-0EA1-97EA-B3FFDD2C7A00}"/>
          </ac:spMkLst>
        </pc:spChg>
      </pc:sldChg>
      <pc:sldChg chg="add">
        <pc:chgData name="Arun Sunar" userId="3fa9774ca67c7ab5" providerId="LiveId" clId="{6D16CFF1-3CB5-4B05-A4B6-9108A8FCC924}" dt="2024-03-07T06:19:21.610" v="190" actId="2890"/>
        <pc:sldMkLst>
          <pc:docMk/>
          <pc:sldMk cId="3291625074" sldId="266"/>
        </pc:sldMkLst>
      </pc:sldChg>
      <pc:sldChg chg="addSp modSp add mod">
        <pc:chgData name="Arun Sunar" userId="3fa9774ca67c7ab5" providerId="LiveId" clId="{6D16CFF1-3CB5-4B05-A4B6-9108A8FCC924}" dt="2024-03-07T06:21:26.858" v="203" actId="255"/>
        <pc:sldMkLst>
          <pc:docMk/>
          <pc:sldMk cId="2336442646" sldId="267"/>
        </pc:sldMkLst>
        <pc:spChg chg="add">
          <ac:chgData name="Arun Sunar" userId="3fa9774ca67c7ab5" providerId="LiveId" clId="{6D16CFF1-3CB5-4B05-A4B6-9108A8FCC924}" dt="2024-03-07T06:21:12.361" v="199"/>
          <ac:spMkLst>
            <pc:docMk/>
            <pc:sldMk cId="2336442646" sldId="267"/>
            <ac:spMk id="2" creationId="{A15A72C1-E79A-5962-84D0-28D557F37B56}"/>
          </ac:spMkLst>
        </pc:spChg>
        <pc:spChg chg="mod">
          <ac:chgData name="Arun Sunar" userId="3fa9774ca67c7ab5" providerId="LiveId" clId="{6D16CFF1-3CB5-4B05-A4B6-9108A8FCC924}" dt="2024-03-07T06:21:26.858" v="203" actId="255"/>
          <ac:spMkLst>
            <pc:docMk/>
            <pc:sldMk cId="2336442646" sldId="267"/>
            <ac:spMk id="6" creationId="{842A80E5-E9A7-DD0C-4839-A96E4F722909}"/>
          </ac:spMkLst>
        </pc:spChg>
      </pc:sldChg>
      <pc:sldChg chg="addSp delSp modSp add mod">
        <pc:chgData name="Arun Sunar" userId="3fa9774ca67c7ab5" providerId="LiveId" clId="{6D16CFF1-3CB5-4B05-A4B6-9108A8FCC924}" dt="2024-03-07T06:23:42.251" v="228" actId="255"/>
        <pc:sldMkLst>
          <pc:docMk/>
          <pc:sldMk cId="721683229" sldId="268"/>
        </pc:sldMkLst>
        <pc:spChg chg="add mod">
          <ac:chgData name="Arun Sunar" userId="3fa9774ca67c7ab5" providerId="LiveId" clId="{6D16CFF1-3CB5-4B05-A4B6-9108A8FCC924}" dt="2024-03-07T06:23:42.251" v="228" actId="255"/>
          <ac:spMkLst>
            <pc:docMk/>
            <pc:sldMk cId="721683229" sldId="268"/>
            <ac:spMk id="3" creationId="{CCB6DD0F-41A8-1423-6B79-9DFAB658F42B}"/>
          </ac:spMkLst>
        </pc:spChg>
        <pc:spChg chg="mod">
          <ac:chgData name="Arun Sunar" userId="3fa9774ca67c7ab5" providerId="LiveId" clId="{6D16CFF1-3CB5-4B05-A4B6-9108A8FCC924}" dt="2024-03-07T06:23:26.532" v="223" actId="20577"/>
          <ac:spMkLst>
            <pc:docMk/>
            <pc:sldMk cId="721683229" sldId="268"/>
            <ac:spMk id="5" creationId="{F9AB16E4-D507-00F0-171A-61283D6ACBBE}"/>
          </ac:spMkLst>
        </pc:spChg>
        <pc:spChg chg="del">
          <ac:chgData name="Arun Sunar" userId="3fa9774ca67c7ab5" providerId="LiveId" clId="{6D16CFF1-3CB5-4B05-A4B6-9108A8FCC924}" dt="2024-03-07T06:23:13.186" v="205" actId="478"/>
          <ac:spMkLst>
            <pc:docMk/>
            <pc:sldMk cId="721683229" sldId="268"/>
            <ac:spMk id="6" creationId="{D4125EC0-C3B2-A447-3DB7-7CBC227FE55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ECF31-9F47-CB29-243C-B7B541EAFA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84E5CD-3F47-8DDA-D353-6AA1C64B39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3F2554-6017-D475-6984-B037A4F53620}"/>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535F96B7-2CEE-01B0-180B-C7CF5D52A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8B1743-163A-3825-4A29-0CA948C3B69C}"/>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3721136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F482-FA05-B626-D071-9E5194C6A1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85D319-FA65-CBCB-8336-8DD9D97BA4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C1FFF-636A-3ED2-7B2E-B2BBBAC22631}"/>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EEC2A5E3-90B2-C7E1-82F1-69F8DD8315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EF27C6-DE13-EB18-D4AD-9B851EB909A1}"/>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2871454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24F3-4AE2-830E-2F8B-CA4B4D490D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4D667A-74B2-3164-65A2-07E742E37B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35A40A-D48B-E837-0447-782C56367252}"/>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87FBE6FE-E04A-7D62-3728-77721FE07E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C81BE-9A30-015F-5077-53433AFD52E8}"/>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3411424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E32D5-0F66-60E9-6A61-92BBF0CD35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BF8CA7-C688-7526-CFD4-3EE14F1558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84D0C5-F6AC-28FD-63E0-630D31B894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652732-164B-03A7-51EA-54288AE801D1}"/>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6" name="Footer Placeholder 5">
            <a:extLst>
              <a:ext uri="{FF2B5EF4-FFF2-40B4-BE49-F238E27FC236}">
                <a16:creationId xmlns:a16="http://schemas.microsoft.com/office/drawing/2014/main" id="{D3E253AE-F62F-7765-FD90-F13A7369E0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9C55AC-2ABC-35E3-DFE1-4AABA412CA02}"/>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737810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DE0F-28B3-86DF-3E67-26D69BCFE6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9E8C9B-3615-A8A0-EEC2-1D31BB74EF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BC6E99-27E1-9D8E-D63B-044106A035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401C097-828C-A791-7596-75CD59B3C7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0A7836-A061-37B1-96D9-67E695D253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ADBF0E-E783-D225-A2B5-1F85F6C00D63}"/>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8" name="Footer Placeholder 7">
            <a:extLst>
              <a:ext uri="{FF2B5EF4-FFF2-40B4-BE49-F238E27FC236}">
                <a16:creationId xmlns:a16="http://schemas.microsoft.com/office/drawing/2014/main" id="{E2DA6524-2D1D-DBFE-6469-BC21C78D9E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6803A7-70FB-4DCF-5AF5-210A32991608}"/>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433421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B78C9-FE96-06A6-6C11-6CA2627490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7F8121-D3AF-0B36-8AF2-18E826B4A664}"/>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4" name="Footer Placeholder 3">
            <a:extLst>
              <a:ext uri="{FF2B5EF4-FFF2-40B4-BE49-F238E27FC236}">
                <a16:creationId xmlns:a16="http://schemas.microsoft.com/office/drawing/2014/main" id="{226A5AD7-ECEC-8002-AF7A-14EFB0C054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C53A96-01B6-6CBC-7143-7131CFA312E9}"/>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136936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B2EB7-1069-DAF8-C2C3-330A5CE82F7A}"/>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3" name="Footer Placeholder 2">
            <a:extLst>
              <a:ext uri="{FF2B5EF4-FFF2-40B4-BE49-F238E27FC236}">
                <a16:creationId xmlns:a16="http://schemas.microsoft.com/office/drawing/2014/main" id="{E756F39C-C9FD-0CEC-019A-BE1D22CEA0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87B2CF-CC4C-54E2-9F6E-BBA5D587C1B0}"/>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106798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A4D87-98E1-B266-294A-D894BE316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89EB3B-230E-7218-BDCA-686F02336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147A36-95B5-96BA-95D3-F27F7EFC5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B93A6D-3323-D4A7-31A6-B3E6A92FC45B}"/>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6" name="Footer Placeholder 5">
            <a:extLst>
              <a:ext uri="{FF2B5EF4-FFF2-40B4-BE49-F238E27FC236}">
                <a16:creationId xmlns:a16="http://schemas.microsoft.com/office/drawing/2014/main" id="{305F9E18-89C7-4C2B-836C-A6C1C74007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512A40-04A2-92B9-4712-7C683261C232}"/>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1605509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ED43-F421-D62C-9166-D660AB6583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90FE7F-323B-7EA7-17CB-1ED5B9850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61C741-6063-46BC-FC0B-ECAB414156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872AC6-44BB-E3DC-26AF-E1BEF14C6B56}"/>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6" name="Footer Placeholder 5">
            <a:extLst>
              <a:ext uri="{FF2B5EF4-FFF2-40B4-BE49-F238E27FC236}">
                <a16:creationId xmlns:a16="http://schemas.microsoft.com/office/drawing/2014/main" id="{F8A8769A-A8D1-F99D-9D33-21E395BEA9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C5B349-8BCC-7E52-CD5E-30475C891DAB}"/>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310575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F1DC-B0C7-FD2E-19AC-DC6CBFC2E1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045A97-841A-7FB0-1EFC-2A8C65344C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13EB29-F1B0-6227-819A-402F985DDAA5}"/>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C0C43F8B-1095-E9D9-28F7-B4A6968399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CE4BEB-BDE0-687B-E36D-1D0E43CD7F3A}"/>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243524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32FCA0-B13D-F8A5-13A8-08284DB765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018711-4516-378E-D18B-8F1E8FA5F7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6D1E2C-58FA-6F4E-BE19-1C9F7002BCDE}"/>
              </a:ext>
            </a:extLst>
          </p:cNvPr>
          <p:cNvSpPr>
            <a:spLocks noGrp="1"/>
          </p:cNvSpPr>
          <p:nvPr>
            <p:ph type="dt" sz="half" idx="10"/>
          </p:nvPr>
        </p:nvSpPr>
        <p:spPr/>
        <p:txBody>
          <a:body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22F45BBD-8D0A-6A37-4B25-AEEF89B66A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263ECB-FC24-9620-7D9B-6AA5CB9CD9DB}"/>
              </a:ext>
            </a:extLst>
          </p:cNvPr>
          <p:cNvSpPr>
            <a:spLocks noGrp="1"/>
          </p:cNvSpPr>
          <p:nvPr>
            <p:ph type="sldNum" sz="quarter" idx="12"/>
          </p:nvPr>
        </p:nvSpPr>
        <p:spPr/>
        <p:txBody>
          <a:bodyPr/>
          <a:lstStyle/>
          <a:p>
            <a:fld id="{9B20F9AC-05CD-460F-AEB0-3E69705BE7F1}" type="slidenum">
              <a:rPr lang="en-IN" smtClean="0"/>
              <a:t>‹#›</a:t>
            </a:fld>
            <a:endParaRPr lang="en-IN"/>
          </a:p>
        </p:txBody>
      </p:sp>
    </p:spTree>
    <p:extLst>
      <p:ext uri="{BB962C8B-B14F-4D97-AF65-F5344CB8AC3E}">
        <p14:creationId xmlns:p14="http://schemas.microsoft.com/office/powerpoint/2010/main" val="11028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E531F8-8A49-1662-557B-4CB31C6F9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CBC8C-98DC-B605-D3BB-B12E8BC33F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F4E8A8-EFF2-3009-8CDD-47BF4415A0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D7C50C-B588-4085-8269-0D14E79A7C4E}" type="datetimeFigureOut">
              <a:rPr lang="en-IN" smtClean="0"/>
              <a:t>07-03-2024</a:t>
            </a:fld>
            <a:endParaRPr lang="en-IN"/>
          </a:p>
        </p:txBody>
      </p:sp>
      <p:sp>
        <p:nvSpPr>
          <p:cNvPr id="5" name="Footer Placeholder 4">
            <a:extLst>
              <a:ext uri="{FF2B5EF4-FFF2-40B4-BE49-F238E27FC236}">
                <a16:creationId xmlns:a16="http://schemas.microsoft.com/office/drawing/2014/main" id="{B1ABD588-E5A2-8965-E31A-3D92A59C4C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4624A8-D763-E700-1B25-418F0FDB38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20F9AC-05CD-460F-AEB0-3E69705BE7F1}" type="slidenum">
              <a:rPr lang="en-IN" smtClean="0"/>
              <a:t>‹#›</a:t>
            </a:fld>
            <a:endParaRPr lang="en-IN"/>
          </a:p>
        </p:txBody>
      </p:sp>
    </p:spTree>
    <p:extLst>
      <p:ext uri="{BB962C8B-B14F-4D97-AF65-F5344CB8AC3E}">
        <p14:creationId xmlns:p14="http://schemas.microsoft.com/office/powerpoint/2010/main" val="397889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howtodoinjava.com/java/serialization/java-serializ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webopedia.com/definitions/metho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webopedia.com/definitions/metho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A94C6B-5025-2D9A-6B29-62D5030B74BD}"/>
              </a:ext>
            </a:extLst>
          </p:cNvPr>
          <p:cNvSpPr/>
          <p:nvPr/>
        </p:nvSpPr>
        <p:spPr>
          <a:xfrm>
            <a:off x="2441670" y="2967335"/>
            <a:ext cx="7308667" cy="1323439"/>
          </a:xfrm>
          <a:prstGeom prst="rect">
            <a:avLst/>
          </a:prstGeom>
          <a:noFill/>
        </p:spPr>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JAVA 9 FEATURES</a:t>
            </a:r>
          </a:p>
        </p:txBody>
      </p:sp>
    </p:spTree>
    <p:extLst>
      <p:ext uri="{BB962C8B-B14F-4D97-AF65-F5344CB8AC3E}">
        <p14:creationId xmlns:p14="http://schemas.microsoft.com/office/powerpoint/2010/main" val="102737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2463-6B88-B233-C4A2-3E4C84885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B76B6-A4FE-3875-E370-4D8EF20D7240}"/>
              </a:ext>
            </a:extLst>
          </p:cNvPr>
          <p:cNvSpPr>
            <a:spLocks noGrp="1"/>
          </p:cNvSpPr>
          <p:nvPr>
            <p:ph type="title"/>
          </p:nvPr>
        </p:nvSpPr>
        <p:spPr>
          <a:xfrm>
            <a:off x="838200" y="365126"/>
            <a:ext cx="10515600" cy="801202"/>
          </a:xfrm>
        </p:spPr>
        <p:txBody>
          <a:bodyPr>
            <a:normAutofit/>
          </a:bodyPr>
          <a:lstStyle/>
          <a:p>
            <a:r>
              <a:rPr lang="en-US" sz="3200" b="1" dirty="0"/>
              <a:t>Factory Methods for Immutable List, Set, Map and </a:t>
            </a:r>
            <a:r>
              <a:rPr lang="en-US" sz="3200" b="1" dirty="0" err="1"/>
              <a:t>Map.Entry</a:t>
            </a:r>
            <a:endParaRPr lang="en-IN" sz="3200" b="1" dirty="0"/>
          </a:p>
        </p:txBody>
      </p:sp>
      <p:sp>
        <p:nvSpPr>
          <p:cNvPr id="3" name="Content Placeholder 2">
            <a:extLst>
              <a:ext uri="{FF2B5EF4-FFF2-40B4-BE49-F238E27FC236}">
                <a16:creationId xmlns:a16="http://schemas.microsoft.com/office/drawing/2014/main" id="{4B7B03CA-D735-5CF2-B1FE-C0E02131ABC1}"/>
              </a:ext>
            </a:extLst>
          </p:cNvPr>
          <p:cNvSpPr>
            <a:spLocks noGrp="1"/>
          </p:cNvSpPr>
          <p:nvPr>
            <p:ph idx="1"/>
          </p:nvPr>
        </p:nvSpPr>
        <p:spPr>
          <a:xfrm>
            <a:off x="130629" y="1166328"/>
            <a:ext cx="11849877" cy="5514390"/>
          </a:xfrm>
        </p:spPr>
        <p:txBody>
          <a:bodyPr/>
          <a:lstStyle/>
          <a:p>
            <a:pPr algn="l"/>
            <a:r>
              <a:rPr lang="en-US" b="0" i="0" dirty="0">
                <a:solidFill>
                  <a:srgbClr val="001946"/>
                </a:solidFill>
                <a:effectLst/>
                <a:latin typeface="Google Sans"/>
              </a:rPr>
              <a:t>In Java 9, factory methods were introduced to create immutable collections. Factory methods are static methods that can be used to create instances of a class without using the new keyword.</a:t>
            </a:r>
          </a:p>
          <a:p>
            <a:pPr marL="0" indent="0" algn="l">
              <a:buNone/>
            </a:pPr>
            <a:endParaRPr lang="en-US" b="0" i="0" dirty="0">
              <a:solidFill>
                <a:srgbClr val="001946"/>
              </a:solidFill>
              <a:effectLst/>
              <a:latin typeface="Google Sans"/>
            </a:endParaRPr>
          </a:p>
          <a:p>
            <a:pPr algn="l"/>
            <a:r>
              <a:rPr lang="en-US" b="0" i="0" dirty="0">
                <a:solidFill>
                  <a:srgbClr val="001946"/>
                </a:solidFill>
                <a:effectLst/>
                <a:latin typeface="Google Sans"/>
              </a:rPr>
              <a:t>The following factory methods are available for creating immutable collections:</a:t>
            </a:r>
          </a:p>
          <a:p>
            <a:pPr algn="l">
              <a:buFont typeface="Arial" panose="020B0604020202020204" pitchFamily="34" charset="0"/>
              <a:buChar char="•"/>
            </a:pPr>
            <a:r>
              <a:rPr lang="en-US" b="1" i="0" dirty="0" err="1">
                <a:solidFill>
                  <a:srgbClr val="001946"/>
                </a:solidFill>
                <a:effectLst/>
                <a:latin typeface="Google Sans"/>
              </a:rPr>
              <a:t>List.of</a:t>
            </a:r>
            <a:r>
              <a:rPr lang="en-US" b="1" i="0" dirty="0">
                <a:solidFill>
                  <a:srgbClr val="001946"/>
                </a:solidFill>
                <a:effectLst/>
                <a:latin typeface="Google Sans"/>
              </a:rPr>
              <a:t>(): </a:t>
            </a:r>
            <a:r>
              <a:rPr lang="en-US" b="0" i="0" dirty="0">
                <a:solidFill>
                  <a:srgbClr val="001946"/>
                </a:solidFill>
                <a:effectLst/>
                <a:latin typeface="Google Sans"/>
              </a:rPr>
              <a:t>- Creates an immutable list containing the specified elements.</a:t>
            </a:r>
          </a:p>
          <a:p>
            <a:pPr algn="l">
              <a:buFont typeface="Arial" panose="020B0604020202020204" pitchFamily="34" charset="0"/>
              <a:buChar char="•"/>
            </a:pPr>
            <a:r>
              <a:rPr lang="en-US" b="1" i="0" dirty="0" err="1">
                <a:solidFill>
                  <a:srgbClr val="001946"/>
                </a:solidFill>
                <a:effectLst/>
                <a:latin typeface="Google Sans"/>
              </a:rPr>
              <a:t>Set.of</a:t>
            </a:r>
            <a:r>
              <a:rPr lang="en-US" b="1" i="0" dirty="0">
                <a:solidFill>
                  <a:srgbClr val="001946"/>
                </a:solidFill>
                <a:effectLst/>
                <a:latin typeface="Google Sans"/>
              </a:rPr>
              <a:t>(): - </a:t>
            </a:r>
            <a:r>
              <a:rPr lang="en-US" b="0" i="0" dirty="0">
                <a:solidFill>
                  <a:srgbClr val="001946"/>
                </a:solidFill>
                <a:effectLst/>
                <a:latin typeface="Google Sans"/>
              </a:rPr>
              <a:t>Creates an immutable set containing the specified elements.</a:t>
            </a:r>
          </a:p>
          <a:p>
            <a:pPr algn="l">
              <a:buFont typeface="Arial" panose="020B0604020202020204" pitchFamily="34" charset="0"/>
              <a:buChar char="•"/>
            </a:pPr>
            <a:r>
              <a:rPr lang="en-US" b="1" i="0" dirty="0" err="1">
                <a:solidFill>
                  <a:srgbClr val="001946"/>
                </a:solidFill>
                <a:effectLst/>
                <a:latin typeface="Google Sans"/>
              </a:rPr>
              <a:t>Map.of</a:t>
            </a:r>
            <a:r>
              <a:rPr lang="en-US" b="1" i="0" dirty="0">
                <a:solidFill>
                  <a:srgbClr val="001946"/>
                </a:solidFill>
                <a:effectLst/>
                <a:latin typeface="Google Sans"/>
              </a:rPr>
              <a:t>(): - </a:t>
            </a:r>
            <a:r>
              <a:rPr lang="en-US" b="0" i="0" dirty="0">
                <a:solidFill>
                  <a:srgbClr val="001946"/>
                </a:solidFill>
                <a:effectLst/>
                <a:latin typeface="Google Sans"/>
              </a:rPr>
              <a:t>Creates an immutable map containing the specified key-value pairs.</a:t>
            </a:r>
          </a:p>
          <a:p>
            <a:pPr algn="l">
              <a:buFont typeface="Arial" panose="020B0604020202020204" pitchFamily="34" charset="0"/>
              <a:buChar char="•"/>
            </a:pPr>
            <a:r>
              <a:rPr lang="en-US" b="1" i="0" dirty="0" err="1">
                <a:solidFill>
                  <a:srgbClr val="001946"/>
                </a:solidFill>
                <a:effectLst/>
                <a:latin typeface="Google Sans"/>
              </a:rPr>
              <a:t>Map.ofEntries</a:t>
            </a:r>
            <a:r>
              <a:rPr lang="en-US" b="1" i="0" dirty="0">
                <a:solidFill>
                  <a:srgbClr val="001946"/>
                </a:solidFill>
                <a:effectLst/>
                <a:latin typeface="Google Sans"/>
              </a:rPr>
              <a:t>(): - </a:t>
            </a:r>
            <a:r>
              <a:rPr lang="en-US" b="0" i="0" dirty="0">
                <a:solidFill>
                  <a:srgbClr val="001946"/>
                </a:solidFill>
                <a:effectLst/>
                <a:latin typeface="Google Sans"/>
              </a:rPr>
              <a:t>Creates an immutable map containing the specified entries.</a:t>
            </a:r>
          </a:p>
          <a:p>
            <a:endParaRPr lang="en-IN" dirty="0"/>
          </a:p>
        </p:txBody>
      </p:sp>
    </p:spTree>
    <p:extLst>
      <p:ext uri="{BB962C8B-B14F-4D97-AF65-F5344CB8AC3E}">
        <p14:creationId xmlns:p14="http://schemas.microsoft.com/office/powerpoint/2010/main" val="4263067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13BC0-0AA6-56A5-E9C4-9FB00BAB124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9358B08-39C5-FC29-4460-951854F7A33A}"/>
              </a:ext>
            </a:extLst>
          </p:cNvPr>
          <p:cNvSpPr txBox="1"/>
          <p:nvPr/>
        </p:nvSpPr>
        <p:spPr>
          <a:xfrm>
            <a:off x="653143" y="889844"/>
            <a:ext cx="10664890" cy="4708981"/>
          </a:xfrm>
          <a:prstGeom prst="rect">
            <a:avLst/>
          </a:prstGeom>
          <a:noFill/>
        </p:spPr>
        <p:txBody>
          <a:bodyPr wrap="square">
            <a:spAutoFit/>
          </a:bodyPr>
          <a:lstStyle/>
          <a:p>
            <a:r>
              <a:rPr lang="en-IN" sz="2000" b="0" i="1" dirty="0">
                <a:solidFill>
                  <a:srgbClr val="80868B"/>
                </a:solidFill>
                <a:effectLst/>
              </a:rPr>
              <a:t>// Create an immutable list</a:t>
            </a:r>
            <a:br>
              <a:rPr lang="en-IN" sz="2000" dirty="0"/>
            </a:br>
            <a:r>
              <a:rPr lang="en-IN" sz="2000" b="0" i="0" dirty="0">
                <a:solidFill>
                  <a:srgbClr val="000000"/>
                </a:solidFill>
                <a:effectLst/>
              </a:rPr>
              <a:t>List&lt;String&gt; names = </a:t>
            </a:r>
            <a:r>
              <a:rPr lang="en-IN" sz="2000" b="0" i="0" dirty="0" err="1">
                <a:solidFill>
                  <a:srgbClr val="000000"/>
                </a:solidFill>
                <a:effectLst/>
              </a:rPr>
              <a:t>List.of</a:t>
            </a:r>
            <a:r>
              <a:rPr lang="en-IN" sz="2000" b="0" i="0" dirty="0">
                <a:solidFill>
                  <a:srgbClr val="000000"/>
                </a:solidFill>
                <a:effectLst/>
              </a:rPr>
              <a:t>(</a:t>
            </a:r>
            <a:r>
              <a:rPr lang="en-IN" sz="2000" b="0" i="0" dirty="0">
                <a:solidFill>
                  <a:srgbClr val="188038"/>
                </a:solidFill>
                <a:effectLst/>
              </a:rPr>
              <a:t>"John"</a:t>
            </a:r>
            <a:r>
              <a:rPr lang="en-IN" sz="2000" b="0" i="0" dirty="0">
                <a:solidFill>
                  <a:srgbClr val="000000"/>
                </a:solidFill>
                <a:effectLst/>
              </a:rPr>
              <a:t>, </a:t>
            </a:r>
            <a:r>
              <a:rPr lang="en-IN" sz="2000" b="0" i="0" dirty="0">
                <a:solidFill>
                  <a:srgbClr val="188038"/>
                </a:solidFill>
                <a:effectLst/>
              </a:rPr>
              <a:t>"Doe"</a:t>
            </a:r>
            <a:r>
              <a:rPr lang="en-IN" sz="2000" b="0" i="0" dirty="0">
                <a:solidFill>
                  <a:srgbClr val="000000"/>
                </a:solidFill>
                <a:effectLst/>
              </a:rPr>
              <a:t>, </a:t>
            </a:r>
            <a:r>
              <a:rPr lang="en-IN" sz="2000" b="0" i="0" dirty="0">
                <a:solidFill>
                  <a:srgbClr val="188038"/>
                </a:solidFill>
                <a:effectLst/>
              </a:rPr>
              <a:t>"Jane"</a:t>
            </a:r>
            <a:r>
              <a:rPr lang="en-IN" sz="2000" b="0" i="0" dirty="0">
                <a:solidFill>
                  <a:srgbClr val="000000"/>
                </a:solidFill>
                <a:effectLst/>
              </a:rPr>
              <a:t>);</a:t>
            </a:r>
            <a:br>
              <a:rPr lang="en-IN" sz="2000" dirty="0"/>
            </a:br>
            <a:br>
              <a:rPr lang="en-IN" sz="2000" dirty="0"/>
            </a:br>
            <a:r>
              <a:rPr lang="en-IN" sz="2000" b="0" i="1" dirty="0">
                <a:solidFill>
                  <a:srgbClr val="80868B"/>
                </a:solidFill>
                <a:effectLst/>
              </a:rPr>
              <a:t>// Create an immutable set</a:t>
            </a:r>
            <a:br>
              <a:rPr lang="en-IN" sz="2000" dirty="0"/>
            </a:br>
            <a:r>
              <a:rPr lang="en-IN" sz="2000" b="0" i="0" dirty="0">
                <a:solidFill>
                  <a:srgbClr val="000000"/>
                </a:solidFill>
                <a:effectLst/>
              </a:rPr>
              <a:t>Set&lt;Integer&gt; numbers = </a:t>
            </a:r>
            <a:r>
              <a:rPr lang="en-IN" sz="2000" b="0" i="0" dirty="0" err="1">
                <a:solidFill>
                  <a:srgbClr val="000000"/>
                </a:solidFill>
                <a:effectLst/>
              </a:rPr>
              <a:t>Set.of</a:t>
            </a:r>
            <a:r>
              <a:rPr lang="en-IN" sz="2000" b="0" i="0" dirty="0">
                <a:solidFill>
                  <a:srgbClr val="000000"/>
                </a:solidFill>
                <a:effectLst/>
              </a:rPr>
              <a:t>(</a:t>
            </a:r>
            <a:r>
              <a:rPr lang="en-IN" sz="2000" b="0" i="0" dirty="0">
                <a:solidFill>
                  <a:srgbClr val="B45908"/>
                </a:solidFill>
                <a:effectLst/>
              </a:rPr>
              <a:t>1</a:t>
            </a:r>
            <a:r>
              <a:rPr lang="en-IN" sz="2000" b="0" i="0" dirty="0">
                <a:solidFill>
                  <a:srgbClr val="000000"/>
                </a:solidFill>
                <a:effectLst/>
              </a:rPr>
              <a:t>, </a:t>
            </a:r>
            <a:r>
              <a:rPr lang="en-IN" sz="2000" b="0" i="0" dirty="0">
                <a:solidFill>
                  <a:srgbClr val="B45908"/>
                </a:solidFill>
                <a:effectLst/>
              </a:rPr>
              <a:t>2</a:t>
            </a:r>
            <a:r>
              <a:rPr lang="en-IN" sz="2000" b="0" i="0" dirty="0">
                <a:solidFill>
                  <a:srgbClr val="000000"/>
                </a:solidFill>
                <a:effectLst/>
              </a:rPr>
              <a:t>, </a:t>
            </a:r>
            <a:r>
              <a:rPr lang="en-IN" sz="2000" b="0" i="0" dirty="0">
                <a:solidFill>
                  <a:srgbClr val="B45908"/>
                </a:solidFill>
                <a:effectLst/>
              </a:rPr>
              <a:t>3</a:t>
            </a:r>
            <a:r>
              <a:rPr lang="en-IN" sz="2000" b="0" i="0" dirty="0">
                <a:solidFill>
                  <a:srgbClr val="000000"/>
                </a:solidFill>
                <a:effectLst/>
              </a:rPr>
              <a:t>, </a:t>
            </a:r>
            <a:r>
              <a:rPr lang="en-IN" sz="2000" b="0" i="0" dirty="0">
                <a:solidFill>
                  <a:srgbClr val="B45908"/>
                </a:solidFill>
                <a:effectLst/>
              </a:rPr>
              <a:t>4</a:t>
            </a:r>
            <a:r>
              <a:rPr lang="en-IN" sz="2000" b="0" i="0" dirty="0">
                <a:solidFill>
                  <a:srgbClr val="000000"/>
                </a:solidFill>
                <a:effectLst/>
              </a:rPr>
              <a:t>, </a:t>
            </a:r>
            <a:r>
              <a:rPr lang="en-IN" sz="2000" b="0" i="0" dirty="0">
                <a:solidFill>
                  <a:srgbClr val="B45908"/>
                </a:solidFill>
                <a:effectLst/>
              </a:rPr>
              <a:t>5</a:t>
            </a:r>
            <a:r>
              <a:rPr lang="en-IN" sz="2000" b="0" i="0" dirty="0">
                <a:solidFill>
                  <a:srgbClr val="000000"/>
                </a:solidFill>
                <a:effectLst/>
              </a:rPr>
              <a:t>);</a:t>
            </a:r>
            <a:br>
              <a:rPr lang="en-IN" sz="2000" dirty="0"/>
            </a:br>
            <a:br>
              <a:rPr lang="en-IN" sz="2000" dirty="0"/>
            </a:br>
            <a:r>
              <a:rPr lang="en-IN" sz="2000" b="0" i="1" dirty="0">
                <a:solidFill>
                  <a:srgbClr val="80868B"/>
                </a:solidFill>
                <a:effectLst/>
              </a:rPr>
              <a:t>// Create an immutable map</a:t>
            </a:r>
            <a:br>
              <a:rPr lang="en-IN" sz="2000" dirty="0"/>
            </a:br>
            <a:r>
              <a:rPr lang="en-IN" sz="2000" b="0" i="0" dirty="0">
                <a:solidFill>
                  <a:srgbClr val="000000"/>
                </a:solidFill>
                <a:effectLst/>
              </a:rPr>
              <a:t>Map&lt;String, Integer&gt; ages = </a:t>
            </a:r>
            <a:r>
              <a:rPr lang="en-IN" sz="2000" b="0" i="0" dirty="0" err="1">
                <a:solidFill>
                  <a:srgbClr val="000000"/>
                </a:solidFill>
                <a:effectLst/>
              </a:rPr>
              <a:t>Map.of</a:t>
            </a:r>
            <a:r>
              <a:rPr lang="en-IN" sz="2000" b="0" i="0" dirty="0">
                <a:solidFill>
                  <a:srgbClr val="000000"/>
                </a:solidFill>
                <a:effectLst/>
              </a:rPr>
              <a:t>(</a:t>
            </a:r>
            <a:r>
              <a:rPr lang="en-IN" sz="2000" b="0" i="0" dirty="0">
                <a:solidFill>
                  <a:srgbClr val="188038"/>
                </a:solidFill>
                <a:effectLst/>
              </a:rPr>
              <a:t>"John"</a:t>
            </a:r>
            <a:r>
              <a:rPr lang="en-IN" sz="2000" b="0" i="0" dirty="0">
                <a:solidFill>
                  <a:srgbClr val="000000"/>
                </a:solidFill>
                <a:effectLst/>
              </a:rPr>
              <a:t>, </a:t>
            </a:r>
            <a:r>
              <a:rPr lang="en-IN" sz="2000" b="0" i="0" dirty="0">
                <a:solidFill>
                  <a:srgbClr val="B45908"/>
                </a:solidFill>
                <a:effectLst/>
              </a:rPr>
              <a:t>30</a:t>
            </a:r>
            <a:r>
              <a:rPr lang="en-IN" sz="2000" b="0" i="0" dirty="0">
                <a:solidFill>
                  <a:srgbClr val="000000"/>
                </a:solidFill>
                <a:effectLst/>
              </a:rPr>
              <a:t>, </a:t>
            </a:r>
            <a:r>
              <a:rPr lang="en-IN" sz="2000" b="0" i="0" dirty="0">
                <a:solidFill>
                  <a:srgbClr val="188038"/>
                </a:solidFill>
                <a:effectLst/>
              </a:rPr>
              <a:t>"Doe"</a:t>
            </a:r>
            <a:r>
              <a:rPr lang="en-IN" sz="2000" b="0" i="0" dirty="0">
                <a:solidFill>
                  <a:srgbClr val="000000"/>
                </a:solidFill>
                <a:effectLst/>
              </a:rPr>
              <a:t>, </a:t>
            </a:r>
            <a:r>
              <a:rPr lang="en-IN" sz="2000" b="0" i="0" dirty="0">
                <a:solidFill>
                  <a:srgbClr val="B45908"/>
                </a:solidFill>
                <a:effectLst/>
              </a:rPr>
              <a:t>35</a:t>
            </a:r>
            <a:r>
              <a:rPr lang="en-IN" sz="2000" b="0" i="0" dirty="0">
                <a:solidFill>
                  <a:srgbClr val="000000"/>
                </a:solidFill>
                <a:effectLst/>
              </a:rPr>
              <a:t>, </a:t>
            </a:r>
            <a:r>
              <a:rPr lang="en-IN" sz="2000" b="0" i="0" dirty="0">
                <a:solidFill>
                  <a:srgbClr val="188038"/>
                </a:solidFill>
                <a:effectLst/>
              </a:rPr>
              <a:t>"Jane"</a:t>
            </a:r>
            <a:r>
              <a:rPr lang="en-IN" sz="2000" b="0" i="0" dirty="0">
                <a:solidFill>
                  <a:srgbClr val="000000"/>
                </a:solidFill>
                <a:effectLst/>
              </a:rPr>
              <a:t>, </a:t>
            </a:r>
            <a:r>
              <a:rPr lang="en-IN" sz="2000" b="0" i="0" dirty="0">
                <a:solidFill>
                  <a:srgbClr val="B45908"/>
                </a:solidFill>
                <a:effectLst/>
              </a:rPr>
              <a:t>25</a:t>
            </a:r>
            <a:r>
              <a:rPr lang="en-IN" sz="2000" b="0" i="0" dirty="0">
                <a:solidFill>
                  <a:srgbClr val="000000"/>
                </a:solidFill>
                <a:effectLst/>
              </a:rPr>
              <a:t>);</a:t>
            </a:r>
            <a:br>
              <a:rPr lang="en-IN" sz="2000" dirty="0"/>
            </a:br>
            <a:br>
              <a:rPr lang="en-IN" sz="2000" dirty="0"/>
            </a:br>
            <a:r>
              <a:rPr lang="en-IN" sz="2000" b="0" i="1" dirty="0">
                <a:solidFill>
                  <a:srgbClr val="80868B"/>
                </a:solidFill>
                <a:effectLst/>
              </a:rPr>
              <a:t>// Create an immutable map from entries</a:t>
            </a:r>
            <a:br>
              <a:rPr lang="en-IN" sz="2000" dirty="0"/>
            </a:br>
            <a:r>
              <a:rPr lang="en-IN" sz="2000" b="0" i="0" dirty="0">
                <a:solidFill>
                  <a:srgbClr val="000000"/>
                </a:solidFill>
                <a:effectLst/>
              </a:rPr>
              <a:t>Map&lt;String, Integer&gt; ages2 = </a:t>
            </a:r>
            <a:r>
              <a:rPr lang="en-IN" sz="2000" b="0" i="0" dirty="0" err="1">
                <a:solidFill>
                  <a:srgbClr val="000000"/>
                </a:solidFill>
                <a:effectLst/>
              </a:rPr>
              <a:t>Map.ofEntries</a:t>
            </a:r>
            <a:r>
              <a:rPr lang="en-IN" sz="2000" b="0" i="0" dirty="0">
                <a:solidFill>
                  <a:srgbClr val="000000"/>
                </a:solidFill>
                <a:effectLst/>
              </a:rPr>
              <a:t>(</a:t>
            </a:r>
            <a:br>
              <a:rPr lang="en-IN" sz="2000" dirty="0"/>
            </a:br>
            <a:r>
              <a:rPr lang="en-IN" sz="2000" b="0" i="0" dirty="0" err="1">
                <a:solidFill>
                  <a:srgbClr val="000000"/>
                </a:solidFill>
                <a:effectLst/>
              </a:rPr>
              <a:t>Map.entry</a:t>
            </a:r>
            <a:r>
              <a:rPr lang="en-IN" sz="2000" b="0" i="0" dirty="0">
                <a:solidFill>
                  <a:srgbClr val="000000"/>
                </a:solidFill>
                <a:effectLst/>
              </a:rPr>
              <a:t>(</a:t>
            </a:r>
            <a:r>
              <a:rPr lang="en-IN" sz="2000" b="0" i="0" dirty="0">
                <a:solidFill>
                  <a:srgbClr val="188038"/>
                </a:solidFill>
                <a:effectLst/>
              </a:rPr>
              <a:t>"John"</a:t>
            </a:r>
            <a:r>
              <a:rPr lang="en-IN" sz="2000" b="0" i="0" dirty="0">
                <a:solidFill>
                  <a:srgbClr val="000000"/>
                </a:solidFill>
                <a:effectLst/>
              </a:rPr>
              <a:t>, </a:t>
            </a:r>
            <a:r>
              <a:rPr lang="en-IN" sz="2000" b="0" i="0" dirty="0">
                <a:solidFill>
                  <a:srgbClr val="B45908"/>
                </a:solidFill>
                <a:effectLst/>
              </a:rPr>
              <a:t>30</a:t>
            </a:r>
            <a:r>
              <a:rPr lang="en-IN" sz="2000" b="0" i="0" dirty="0">
                <a:solidFill>
                  <a:srgbClr val="000000"/>
                </a:solidFill>
                <a:effectLst/>
              </a:rPr>
              <a:t>),</a:t>
            </a:r>
            <a:br>
              <a:rPr lang="en-IN" sz="2000" dirty="0"/>
            </a:br>
            <a:r>
              <a:rPr lang="en-IN" sz="2000" b="0" i="0" dirty="0" err="1">
                <a:solidFill>
                  <a:srgbClr val="000000"/>
                </a:solidFill>
                <a:effectLst/>
              </a:rPr>
              <a:t>Map.entry</a:t>
            </a:r>
            <a:r>
              <a:rPr lang="en-IN" sz="2000" b="0" i="0" dirty="0">
                <a:solidFill>
                  <a:srgbClr val="000000"/>
                </a:solidFill>
                <a:effectLst/>
              </a:rPr>
              <a:t>(</a:t>
            </a:r>
            <a:r>
              <a:rPr lang="en-IN" sz="2000" b="0" i="0" dirty="0">
                <a:solidFill>
                  <a:srgbClr val="188038"/>
                </a:solidFill>
                <a:effectLst/>
              </a:rPr>
              <a:t>"Doe"</a:t>
            </a:r>
            <a:r>
              <a:rPr lang="en-IN" sz="2000" b="0" i="0" dirty="0">
                <a:solidFill>
                  <a:srgbClr val="000000"/>
                </a:solidFill>
                <a:effectLst/>
              </a:rPr>
              <a:t>, </a:t>
            </a:r>
            <a:r>
              <a:rPr lang="en-IN" sz="2000" b="0" i="0" dirty="0">
                <a:solidFill>
                  <a:srgbClr val="B45908"/>
                </a:solidFill>
                <a:effectLst/>
              </a:rPr>
              <a:t>35</a:t>
            </a:r>
            <a:r>
              <a:rPr lang="en-IN" sz="2000" b="0" i="0" dirty="0">
                <a:solidFill>
                  <a:srgbClr val="000000"/>
                </a:solidFill>
                <a:effectLst/>
              </a:rPr>
              <a:t>),</a:t>
            </a:r>
            <a:br>
              <a:rPr lang="en-IN" sz="2000" dirty="0"/>
            </a:br>
            <a:r>
              <a:rPr lang="en-IN" sz="2000" b="0" i="0" dirty="0" err="1">
                <a:solidFill>
                  <a:srgbClr val="000000"/>
                </a:solidFill>
                <a:effectLst/>
              </a:rPr>
              <a:t>Map.entry</a:t>
            </a:r>
            <a:r>
              <a:rPr lang="en-IN" sz="2000" b="0" i="0" dirty="0">
                <a:solidFill>
                  <a:srgbClr val="000000"/>
                </a:solidFill>
                <a:effectLst/>
              </a:rPr>
              <a:t>(</a:t>
            </a:r>
            <a:r>
              <a:rPr lang="en-IN" sz="2000" b="0" i="0" dirty="0">
                <a:solidFill>
                  <a:srgbClr val="188038"/>
                </a:solidFill>
                <a:effectLst/>
              </a:rPr>
              <a:t>"Jane"</a:t>
            </a:r>
            <a:r>
              <a:rPr lang="en-IN" sz="2000" b="0" i="0" dirty="0">
                <a:solidFill>
                  <a:srgbClr val="000000"/>
                </a:solidFill>
                <a:effectLst/>
              </a:rPr>
              <a:t>, </a:t>
            </a:r>
            <a:r>
              <a:rPr lang="en-IN" sz="2000" b="0" i="0" dirty="0">
                <a:solidFill>
                  <a:srgbClr val="B45908"/>
                </a:solidFill>
                <a:effectLst/>
              </a:rPr>
              <a:t>25</a:t>
            </a:r>
            <a:r>
              <a:rPr lang="en-IN" sz="2000" b="0" i="0" dirty="0">
                <a:solidFill>
                  <a:srgbClr val="000000"/>
                </a:solidFill>
                <a:effectLst/>
              </a:rPr>
              <a:t>)</a:t>
            </a:r>
            <a:br>
              <a:rPr lang="en-IN" sz="2000" dirty="0"/>
            </a:br>
            <a:r>
              <a:rPr lang="en-IN" sz="2000" b="0" i="0" dirty="0">
                <a:solidFill>
                  <a:srgbClr val="000000"/>
                </a:solidFill>
                <a:effectLst/>
              </a:rPr>
              <a:t>);</a:t>
            </a:r>
            <a:endParaRPr lang="en-IN" sz="2000" dirty="0"/>
          </a:p>
        </p:txBody>
      </p:sp>
    </p:spTree>
    <p:extLst>
      <p:ext uri="{BB962C8B-B14F-4D97-AF65-F5344CB8AC3E}">
        <p14:creationId xmlns:p14="http://schemas.microsoft.com/office/powerpoint/2010/main" val="288080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22530-F2B5-1F51-F242-D94C19D511B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33A34B-9A06-3888-67B1-09827FE6C5F8}"/>
              </a:ext>
            </a:extLst>
          </p:cNvPr>
          <p:cNvSpPr>
            <a:spLocks noChangeArrowheads="1"/>
          </p:cNvSpPr>
          <p:nvPr/>
        </p:nvSpPr>
        <p:spPr bwMode="auto">
          <a:xfrm>
            <a:off x="457201" y="515012"/>
            <a:ext cx="9638521" cy="56880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0" tIns="0" rIns="0" bIns="2380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rgbClr val="404040"/>
                </a:solidFill>
                <a:effectLst/>
                <a:latin typeface="-apple-system"/>
              </a:rPr>
              <a:t>These methods are immutable. Elements cannot be added, removed, or replaced in these methods.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rgbClr val="404040"/>
                </a:solidFill>
                <a:effectLst/>
                <a:latin typeface="-apple-system"/>
              </a:rPr>
              <a:t>Calling any mutator method (i.e. add, </a:t>
            </a:r>
            <a:r>
              <a:rPr kumimoji="0" lang="en-US" altLang="en-US" sz="2800" b="0" i="0" u="none" strike="noStrike" cap="none" normalizeH="0" baseline="0" dirty="0" err="1">
                <a:ln>
                  <a:noFill/>
                </a:ln>
                <a:solidFill>
                  <a:srgbClr val="404040"/>
                </a:solidFill>
                <a:effectLst/>
                <a:latin typeface="-apple-system"/>
              </a:rPr>
              <a:t>addAll</a:t>
            </a:r>
            <a:r>
              <a:rPr kumimoji="0" lang="en-US" altLang="en-US" sz="2800" b="0" i="0" u="none" strike="noStrike" cap="none" normalizeH="0" baseline="0" dirty="0">
                <a:ln>
                  <a:noFill/>
                </a:ln>
                <a:solidFill>
                  <a:srgbClr val="404040"/>
                </a:solidFill>
                <a:effectLst/>
                <a:latin typeface="-apple-system"/>
              </a:rPr>
              <a:t>, clear, remove, </a:t>
            </a:r>
            <a:r>
              <a:rPr kumimoji="0" lang="en-US" altLang="en-US" sz="2800" b="0" i="0" u="none" strike="noStrike" cap="none" normalizeH="0" baseline="0" dirty="0" err="1">
                <a:ln>
                  <a:noFill/>
                </a:ln>
                <a:solidFill>
                  <a:srgbClr val="404040"/>
                </a:solidFill>
                <a:effectLst/>
                <a:latin typeface="-apple-system"/>
              </a:rPr>
              <a:t>removeAll</a:t>
            </a:r>
            <a:r>
              <a:rPr kumimoji="0" lang="en-US" altLang="en-US" sz="2800" b="0" i="0" u="none" strike="noStrike" cap="none" normalizeH="0" baseline="0" dirty="0">
                <a:ln>
                  <a:noFill/>
                </a:ln>
                <a:solidFill>
                  <a:srgbClr val="404040"/>
                </a:solidFill>
                <a:effectLst/>
                <a:latin typeface="-apple-system"/>
              </a:rPr>
              <a:t>, </a:t>
            </a:r>
            <a:r>
              <a:rPr kumimoji="0" lang="en-US" altLang="en-US" sz="2800" b="0" i="0" u="none" strike="noStrike" cap="none" normalizeH="0" baseline="0" dirty="0" err="1">
                <a:ln>
                  <a:noFill/>
                </a:ln>
                <a:solidFill>
                  <a:srgbClr val="404040"/>
                </a:solidFill>
                <a:effectLst/>
                <a:latin typeface="-apple-system"/>
              </a:rPr>
              <a:t>replaceAll</a:t>
            </a:r>
            <a:r>
              <a:rPr kumimoji="0" lang="en-US" altLang="en-US" sz="2800" b="0" i="0" u="none" strike="noStrike" cap="none" normalizeH="0" baseline="0" dirty="0">
                <a:ln>
                  <a:noFill/>
                </a:ln>
                <a:solidFill>
                  <a:srgbClr val="404040"/>
                </a:solidFill>
                <a:effectLst/>
                <a:latin typeface="-apple-system"/>
              </a:rPr>
              <a:t>) will always cause </a:t>
            </a:r>
            <a:r>
              <a:rPr kumimoji="0" lang="en-US" altLang="en-US" sz="2800" b="0" i="0" u="none" strike="noStrike" cap="none" normalizeH="0" baseline="0" dirty="0" err="1">
                <a:ln>
                  <a:noFill/>
                </a:ln>
                <a:solidFill>
                  <a:srgbClr val="404040"/>
                </a:solidFill>
                <a:effectLst/>
                <a:latin typeface="ui-monospace"/>
              </a:rPr>
              <a:t>UnsupportedOperationException</a:t>
            </a:r>
            <a:r>
              <a:rPr kumimoji="0" lang="en-US" altLang="en-US" sz="2800" b="0" i="0" u="none" strike="noStrike" cap="none" normalizeH="0" baseline="0" dirty="0">
                <a:ln>
                  <a:noFill/>
                </a:ln>
                <a:solidFill>
                  <a:srgbClr val="404040"/>
                </a:solidFill>
                <a:effectLst/>
                <a:latin typeface="-apple-system"/>
              </a:rPr>
              <a:t> to be thrown.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a:ln>
                  <a:noFill/>
                </a:ln>
                <a:solidFill>
                  <a:srgbClr val="404040"/>
                </a:solidFill>
                <a:effectLst/>
                <a:latin typeface="-apple-system"/>
              </a:rPr>
              <a:t>They do not allow </a:t>
            </a:r>
            <a:r>
              <a:rPr kumimoji="0" lang="en-US" altLang="en-US" sz="2800" b="0" i="0" u="none" strike="noStrike" cap="none" normalizeH="0" baseline="0" dirty="0">
                <a:ln>
                  <a:noFill/>
                </a:ln>
                <a:solidFill>
                  <a:srgbClr val="404040"/>
                </a:solidFill>
                <a:effectLst/>
                <a:latin typeface="ui-monospace"/>
              </a:rPr>
              <a:t>null</a:t>
            </a:r>
            <a:r>
              <a:rPr kumimoji="0" lang="en-US" altLang="en-US" sz="2800" b="0" i="0" u="none" strike="noStrike" cap="none" normalizeH="0" baseline="0" dirty="0">
                <a:ln>
                  <a:noFill/>
                </a:ln>
                <a:solidFill>
                  <a:srgbClr val="404040"/>
                </a:solidFill>
                <a:effectLst/>
                <a:latin typeface="-apple-system"/>
              </a:rPr>
              <a:t> elements. Attempts to add </a:t>
            </a:r>
            <a:r>
              <a:rPr kumimoji="0" lang="en-US" altLang="en-US" sz="2800" b="0" i="0" u="none" strike="noStrike" cap="none" normalizeH="0" baseline="0" dirty="0">
                <a:ln>
                  <a:noFill/>
                </a:ln>
                <a:solidFill>
                  <a:srgbClr val="404040"/>
                </a:solidFill>
                <a:effectLst/>
                <a:latin typeface="ui-monospace"/>
              </a:rPr>
              <a:t>null</a:t>
            </a:r>
            <a:r>
              <a:rPr kumimoji="0" lang="en-US" altLang="en-US" sz="2800" b="0" i="0" u="none" strike="noStrike" cap="none" normalizeH="0" baseline="0" dirty="0">
                <a:ln>
                  <a:noFill/>
                </a:ln>
                <a:solidFill>
                  <a:srgbClr val="404040"/>
                </a:solidFill>
                <a:effectLst/>
                <a:latin typeface="-apple-system"/>
              </a:rPr>
              <a:t> elements result in </a:t>
            </a:r>
            <a:r>
              <a:rPr kumimoji="0" lang="en-US" altLang="en-US" sz="2800" b="0" i="0" u="none" strike="noStrike" cap="none" normalizeH="0" baseline="0" dirty="0" err="1">
                <a:ln>
                  <a:noFill/>
                </a:ln>
                <a:solidFill>
                  <a:srgbClr val="404040"/>
                </a:solidFill>
                <a:effectLst/>
                <a:latin typeface="ui-monospace"/>
              </a:rPr>
              <a:t>NullPointerException</a:t>
            </a:r>
            <a:r>
              <a:rPr kumimoji="0" lang="en-US" altLang="en-US" sz="2800" b="0" i="0" u="none" strike="noStrike" cap="none" normalizeH="0" baseline="0" dirty="0">
                <a:ln>
                  <a:noFill/>
                </a:ln>
                <a:solidFill>
                  <a:srgbClr val="404040"/>
                </a:solidFill>
                <a:effectLst/>
                <a:latin typeface="-apple-system"/>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b="0" i="0" u="none" strike="noStrike" cap="none" normalizeH="0" baseline="0" dirty="0">
                <a:ln>
                  <a:noFill/>
                </a:ln>
                <a:solidFill>
                  <a:srgbClr val="404040"/>
                </a:solidFill>
                <a:effectLst/>
                <a:latin typeface="-apple-system"/>
              </a:rPr>
              <a:t>They are </a:t>
            </a:r>
            <a:r>
              <a:rPr kumimoji="0" lang="en-US" altLang="en-US" sz="2800" b="0" i="0" u="none" strike="noStrike" cap="none" normalizeH="0" baseline="0" dirty="0">
                <a:ln>
                  <a:noFill/>
                </a:ln>
                <a:solidFill>
                  <a:srgbClr val="404040"/>
                </a:solidFill>
                <a:effectLst/>
                <a:latin typeface="-apple-system"/>
                <a:hlinkClick r:id="rId2"/>
              </a:rPr>
              <a:t>serializable</a:t>
            </a:r>
            <a:r>
              <a:rPr kumimoji="0" lang="en-US" altLang="en-US" sz="2800" b="0" i="0" u="none" strike="noStrike" cap="none" normalizeH="0" baseline="0" dirty="0">
                <a:ln>
                  <a:noFill/>
                </a:ln>
                <a:solidFill>
                  <a:srgbClr val="404040"/>
                </a:solidFill>
                <a:effectLst/>
                <a:latin typeface="-apple-system"/>
              </a:rPr>
              <a:t> if all elements are serializable.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800" b="0" i="0" u="none" strike="noStrike" cap="none" normalizeH="0" baseline="0" dirty="0">
                <a:ln>
                  <a:noFill/>
                </a:ln>
                <a:solidFill>
                  <a:srgbClr val="404040"/>
                </a:solidFill>
                <a:effectLst/>
                <a:latin typeface="-apple-system"/>
              </a:rPr>
              <a:t>The order of elements in the list is the same as the order of the provided arguments, or of the elements in the provided array.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1824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1437EB-EE74-3548-E999-D317D1F8CAE6}"/>
              </a:ext>
            </a:extLst>
          </p:cNvPr>
          <p:cNvSpPr>
            <a:spLocks noGrp="1"/>
          </p:cNvSpPr>
          <p:nvPr>
            <p:ph idx="1"/>
          </p:nvPr>
        </p:nvSpPr>
        <p:spPr>
          <a:xfrm>
            <a:off x="130629" y="1166328"/>
            <a:ext cx="11849877" cy="5514390"/>
          </a:xfrm>
        </p:spPr>
        <p:txBody>
          <a:bodyPr/>
          <a:lstStyle/>
          <a:p>
            <a:pPr algn="l">
              <a:buFont typeface="Arial" panose="020B0604020202020204" pitchFamily="34" charset="0"/>
              <a:buChar char="•"/>
            </a:pPr>
            <a:r>
              <a:rPr lang="en-US" b="0" i="0" dirty="0">
                <a:solidFill>
                  <a:srgbClr val="001946"/>
                </a:solidFill>
                <a:effectLst/>
                <a:latin typeface="Google Sans"/>
              </a:rPr>
              <a:t>Private methods cannot be abstract.</a:t>
            </a:r>
          </a:p>
          <a:p>
            <a:pPr algn="l">
              <a:buFont typeface="Arial" panose="020B0604020202020204" pitchFamily="34" charset="0"/>
              <a:buChar char="•"/>
            </a:pPr>
            <a:r>
              <a:rPr lang="en-US" b="0" i="0" dirty="0">
                <a:solidFill>
                  <a:srgbClr val="001946"/>
                </a:solidFill>
                <a:effectLst/>
                <a:latin typeface="Google Sans"/>
              </a:rPr>
              <a:t>This is because private methods are not meant to be overridden by implementing classes.</a:t>
            </a:r>
          </a:p>
          <a:p>
            <a:pPr algn="l">
              <a:buFont typeface="Arial" panose="020B0604020202020204" pitchFamily="34" charset="0"/>
              <a:buChar char="•"/>
            </a:pPr>
            <a:r>
              <a:rPr lang="en-US" b="0" i="0" dirty="0">
                <a:solidFill>
                  <a:srgbClr val="001946"/>
                </a:solidFill>
                <a:effectLst/>
                <a:latin typeface="Google Sans"/>
              </a:rPr>
              <a:t>Private methods can only be used inside the interface.</a:t>
            </a:r>
          </a:p>
          <a:p>
            <a:pPr algn="l">
              <a:buFont typeface="Arial" panose="020B0604020202020204" pitchFamily="34" charset="0"/>
              <a:buChar char="•"/>
            </a:pPr>
            <a:r>
              <a:rPr lang="en-US" b="0" i="0" dirty="0">
                <a:solidFill>
                  <a:srgbClr val="001946"/>
                </a:solidFill>
                <a:effectLst/>
                <a:latin typeface="Google Sans"/>
              </a:rPr>
              <a:t>This means that they cannot be called by classes that implement the interface.</a:t>
            </a:r>
          </a:p>
          <a:p>
            <a:pPr algn="l">
              <a:buFont typeface="Arial" panose="020B0604020202020204" pitchFamily="34" charset="0"/>
              <a:buChar char="•"/>
            </a:pPr>
            <a:r>
              <a:rPr lang="en-US" b="0" i="0" dirty="0">
                <a:solidFill>
                  <a:srgbClr val="001946"/>
                </a:solidFill>
                <a:effectLst/>
                <a:latin typeface="Google Sans"/>
              </a:rPr>
              <a:t>Private methods are not inherited by sub-interfaces or implementations.</a:t>
            </a:r>
          </a:p>
          <a:p>
            <a:pPr algn="l">
              <a:buFont typeface="Arial" panose="020B0604020202020204" pitchFamily="34" charset="0"/>
              <a:buChar char="•"/>
            </a:pPr>
            <a:r>
              <a:rPr lang="en-US" b="0" i="0" dirty="0">
                <a:solidFill>
                  <a:srgbClr val="001946"/>
                </a:solidFill>
                <a:effectLst/>
                <a:latin typeface="Google Sans"/>
              </a:rPr>
              <a:t>This means that sub-interfaces and implementing classes cannot access private methods.</a:t>
            </a:r>
          </a:p>
          <a:p>
            <a:r>
              <a:rPr lang="en-US" b="0" i="0" dirty="0">
                <a:effectLst/>
                <a:latin typeface="Montserrat" panose="00000500000000000000" pitchFamily="2" charset="0"/>
              </a:rPr>
              <a:t>Since </a:t>
            </a:r>
            <a:r>
              <a:rPr lang="en-US" b="1" i="0" dirty="0">
                <a:effectLst/>
                <a:latin typeface="Montserrat" panose="00000500000000000000" pitchFamily="2" charset="0"/>
              </a:rPr>
              <a:t>private</a:t>
            </a:r>
            <a:r>
              <a:rPr lang="en-US" b="0" i="0" dirty="0">
                <a:effectLst/>
                <a:latin typeface="Montserrat" panose="00000500000000000000" pitchFamily="2" charset="0"/>
              </a:rPr>
              <a:t> methods are only accessible within the interface in which it has been defined, you can take advantage of such </a:t>
            </a:r>
            <a:r>
              <a:rPr lang="en-US" b="0" i="0" u="none" strike="noStrike" dirty="0">
                <a:solidFill>
                  <a:srgbClr val="D78521"/>
                </a:solidFill>
                <a:effectLst/>
                <a:latin typeface="Montserrat" panose="00000500000000000000" pitchFamily="2" charset="0"/>
                <a:hlinkClick r:id="rId2"/>
              </a:rPr>
              <a:t>methods</a:t>
            </a:r>
            <a:r>
              <a:rPr lang="en-US" b="0" i="0" dirty="0">
                <a:effectLst/>
                <a:latin typeface="Montserrat" panose="00000500000000000000" pitchFamily="2" charset="0"/>
              </a:rPr>
              <a:t> to write sensitive code which you would not want to be accessed by any class or interface.</a:t>
            </a:r>
            <a:endParaRPr lang="en-IN" dirty="0"/>
          </a:p>
        </p:txBody>
      </p:sp>
      <p:sp>
        <p:nvSpPr>
          <p:cNvPr id="5" name="Title 4">
            <a:extLst>
              <a:ext uri="{FF2B5EF4-FFF2-40B4-BE49-F238E27FC236}">
                <a16:creationId xmlns:a16="http://schemas.microsoft.com/office/drawing/2014/main" id="{E02404B0-350E-241F-9DCC-47CF0AA63EC6}"/>
              </a:ext>
            </a:extLst>
          </p:cNvPr>
          <p:cNvSpPr>
            <a:spLocks noGrp="1"/>
          </p:cNvSpPr>
          <p:nvPr>
            <p:ph type="title"/>
          </p:nvPr>
        </p:nvSpPr>
        <p:spPr>
          <a:xfrm>
            <a:off x="838200" y="365125"/>
            <a:ext cx="10515600" cy="577267"/>
          </a:xfrm>
        </p:spPr>
        <p:txBody>
          <a:bodyPr>
            <a:normAutofit fontScale="90000"/>
          </a:bodyPr>
          <a:lstStyle/>
          <a:p>
            <a:r>
              <a:rPr lang="en-IN" b="1" dirty="0"/>
              <a:t>private methods in interface</a:t>
            </a:r>
          </a:p>
        </p:txBody>
      </p:sp>
    </p:spTree>
    <p:extLst>
      <p:ext uri="{BB962C8B-B14F-4D97-AF65-F5344CB8AC3E}">
        <p14:creationId xmlns:p14="http://schemas.microsoft.com/office/powerpoint/2010/main" val="354966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35DA-5FD1-27AF-5409-AD38FF2149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12D8B-45BB-BD54-DFE5-3F42540DC7DB}"/>
              </a:ext>
            </a:extLst>
          </p:cNvPr>
          <p:cNvSpPr>
            <a:spLocks noGrp="1"/>
          </p:cNvSpPr>
          <p:nvPr>
            <p:ph idx="1"/>
          </p:nvPr>
        </p:nvSpPr>
        <p:spPr>
          <a:xfrm>
            <a:off x="130629" y="1166328"/>
            <a:ext cx="11849877" cy="5514390"/>
          </a:xfrm>
        </p:spPr>
        <p:txBody>
          <a:bodyPr/>
          <a:lstStyle/>
          <a:p>
            <a:pPr algn="l">
              <a:buFont typeface="Arial" panose="020B0604020202020204" pitchFamily="34" charset="0"/>
              <a:buChar char="•"/>
            </a:pPr>
            <a:r>
              <a:rPr lang="en-US" b="0" i="0" dirty="0">
                <a:solidFill>
                  <a:srgbClr val="001946"/>
                </a:solidFill>
                <a:effectLst/>
                <a:latin typeface="Google Sans"/>
              </a:rPr>
              <a:t>Private methods cannot be abstract.</a:t>
            </a:r>
          </a:p>
          <a:p>
            <a:pPr algn="l">
              <a:buFont typeface="Arial" panose="020B0604020202020204" pitchFamily="34" charset="0"/>
              <a:buChar char="•"/>
            </a:pPr>
            <a:r>
              <a:rPr lang="en-US" b="0" i="0" dirty="0">
                <a:solidFill>
                  <a:srgbClr val="001946"/>
                </a:solidFill>
                <a:effectLst/>
                <a:latin typeface="Google Sans"/>
              </a:rPr>
              <a:t>This is because private methods are not meant to be overridden by implementing classes.</a:t>
            </a:r>
          </a:p>
          <a:p>
            <a:pPr algn="l">
              <a:buFont typeface="Arial" panose="020B0604020202020204" pitchFamily="34" charset="0"/>
              <a:buChar char="•"/>
            </a:pPr>
            <a:r>
              <a:rPr lang="en-US" b="0" i="0" dirty="0">
                <a:solidFill>
                  <a:srgbClr val="001946"/>
                </a:solidFill>
                <a:effectLst/>
                <a:latin typeface="Google Sans"/>
              </a:rPr>
              <a:t>Private methods can only be used inside the interface.</a:t>
            </a:r>
          </a:p>
          <a:p>
            <a:pPr algn="l">
              <a:buFont typeface="Arial" panose="020B0604020202020204" pitchFamily="34" charset="0"/>
              <a:buChar char="•"/>
            </a:pPr>
            <a:r>
              <a:rPr lang="en-US" b="0" i="0" dirty="0">
                <a:solidFill>
                  <a:srgbClr val="001946"/>
                </a:solidFill>
                <a:effectLst/>
                <a:latin typeface="Google Sans"/>
              </a:rPr>
              <a:t>This means that they cannot be called by classes that implement the interface.</a:t>
            </a:r>
          </a:p>
          <a:p>
            <a:pPr algn="l">
              <a:buFont typeface="Arial" panose="020B0604020202020204" pitchFamily="34" charset="0"/>
              <a:buChar char="•"/>
            </a:pPr>
            <a:r>
              <a:rPr lang="en-US" b="0" i="0" dirty="0">
                <a:solidFill>
                  <a:srgbClr val="001946"/>
                </a:solidFill>
                <a:effectLst/>
                <a:latin typeface="Google Sans"/>
              </a:rPr>
              <a:t>Private methods are not inherited by sub-interfaces or implementations.</a:t>
            </a:r>
          </a:p>
          <a:p>
            <a:pPr algn="l">
              <a:buFont typeface="Arial" panose="020B0604020202020204" pitchFamily="34" charset="0"/>
              <a:buChar char="•"/>
            </a:pPr>
            <a:r>
              <a:rPr lang="en-US" b="0" i="0" dirty="0">
                <a:solidFill>
                  <a:srgbClr val="001946"/>
                </a:solidFill>
                <a:effectLst/>
                <a:latin typeface="Google Sans"/>
              </a:rPr>
              <a:t>This means that sub-interfaces and implementing classes cannot access private methods.</a:t>
            </a:r>
          </a:p>
          <a:p>
            <a:r>
              <a:rPr lang="en-US" b="0" i="0" dirty="0">
                <a:effectLst/>
                <a:latin typeface="Montserrat" panose="00000500000000000000" pitchFamily="2" charset="0"/>
              </a:rPr>
              <a:t>Since </a:t>
            </a:r>
            <a:r>
              <a:rPr lang="en-US" b="1" i="0" dirty="0">
                <a:effectLst/>
                <a:latin typeface="Montserrat" panose="00000500000000000000" pitchFamily="2" charset="0"/>
              </a:rPr>
              <a:t>private</a:t>
            </a:r>
            <a:r>
              <a:rPr lang="en-US" b="0" i="0" dirty="0">
                <a:effectLst/>
                <a:latin typeface="Montserrat" panose="00000500000000000000" pitchFamily="2" charset="0"/>
              </a:rPr>
              <a:t> methods are only accessible within the interface in which it has been defined, you can take advantage of such </a:t>
            </a:r>
            <a:r>
              <a:rPr lang="en-US" b="0" i="0" u="none" strike="noStrike" dirty="0">
                <a:solidFill>
                  <a:srgbClr val="D78521"/>
                </a:solidFill>
                <a:effectLst/>
                <a:latin typeface="Montserrat" panose="00000500000000000000" pitchFamily="2" charset="0"/>
                <a:hlinkClick r:id="rId2"/>
              </a:rPr>
              <a:t>methods</a:t>
            </a:r>
            <a:r>
              <a:rPr lang="en-US" b="0" i="0" dirty="0">
                <a:effectLst/>
                <a:latin typeface="Montserrat" panose="00000500000000000000" pitchFamily="2" charset="0"/>
              </a:rPr>
              <a:t> to write sensitive code which you would not want to be accessed by any class or interface.</a:t>
            </a:r>
            <a:endParaRPr lang="en-IN" dirty="0"/>
          </a:p>
        </p:txBody>
      </p:sp>
      <p:sp>
        <p:nvSpPr>
          <p:cNvPr id="5" name="Title 4">
            <a:extLst>
              <a:ext uri="{FF2B5EF4-FFF2-40B4-BE49-F238E27FC236}">
                <a16:creationId xmlns:a16="http://schemas.microsoft.com/office/drawing/2014/main" id="{A6351F54-D248-2955-43F0-91B9BCA294FE}"/>
              </a:ext>
            </a:extLst>
          </p:cNvPr>
          <p:cNvSpPr>
            <a:spLocks noGrp="1"/>
          </p:cNvSpPr>
          <p:nvPr>
            <p:ph type="title"/>
          </p:nvPr>
        </p:nvSpPr>
        <p:spPr>
          <a:xfrm>
            <a:off x="838200" y="365125"/>
            <a:ext cx="10515600" cy="577267"/>
          </a:xfrm>
        </p:spPr>
        <p:txBody>
          <a:bodyPr>
            <a:normAutofit fontScale="90000"/>
          </a:bodyPr>
          <a:lstStyle/>
          <a:p>
            <a:r>
              <a:rPr lang="en-IN" b="1" dirty="0"/>
              <a:t>private methods in interface</a:t>
            </a:r>
          </a:p>
        </p:txBody>
      </p:sp>
    </p:spTree>
    <p:extLst>
      <p:ext uri="{BB962C8B-B14F-4D97-AF65-F5344CB8AC3E}">
        <p14:creationId xmlns:p14="http://schemas.microsoft.com/office/powerpoint/2010/main" val="2486503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AEAFF-263D-B8E6-B6AC-9F0195934AE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39A453-5B00-2F92-B5BC-56E9EEEDB4DF}"/>
              </a:ext>
            </a:extLst>
          </p:cNvPr>
          <p:cNvSpPr>
            <a:spLocks noGrp="1"/>
          </p:cNvSpPr>
          <p:nvPr>
            <p:ph type="title"/>
          </p:nvPr>
        </p:nvSpPr>
        <p:spPr>
          <a:xfrm>
            <a:off x="838200" y="365125"/>
            <a:ext cx="10515600" cy="577267"/>
          </a:xfrm>
        </p:spPr>
        <p:txBody>
          <a:bodyPr>
            <a:normAutofit fontScale="90000"/>
          </a:bodyPr>
          <a:lstStyle/>
          <a:p>
            <a:r>
              <a:rPr lang="en-IN" b="1" dirty="0"/>
              <a:t>try with resources improvement</a:t>
            </a:r>
          </a:p>
        </p:txBody>
      </p:sp>
      <p:sp>
        <p:nvSpPr>
          <p:cNvPr id="14" name="TextBox 13">
            <a:extLst>
              <a:ext uri="{FF2B5EF4-FFF2-40B4-BE49-F238E27FC236}">
                <a16:creationId xmlns:a16="http://schemas.microsoft.com/office/drawing/2014/main" id="{ECFDE317-D7BD-8906-23DC-DB98F34A88F4}"/>
              </a:ext>
            </a:extLst>
          </p:cNvPr>
          <p:cNvSpPr txBox="1"/>
          <p:nvPr/>
        </p:nvSpPr>
        <p:spPr>
          <a:xfrm>
            <a:off x="419878" y="1178777"/>
            <a:ext cx="9993085" cy="4708981"/>
          </a:xfrm>
          <a:prstGeom prst="rect">
            <a:avLst/>
          </a:prstGeom>
          <a:noFill/>
        </p:spPr>
        <p:txBody>
          <a:bodyPr wrap="square">
            <a:spAutoFit/>
          </a:bodyPr>
          <a:lstStyle/>
          <a:p>
            <a:r>
              <a:rPr lang="en-US" sz="2000" b="0" i="0" dirty="0">
                <a:solidFill>
                  <a:srgbClr val="001C3B"/>
                </a:solidFill>
                <a:effectLst/>
                <a:latin typeface="Google Sans"/>
              </a:rPr>
              <a:t>The try-with-resources statement is a Java programming language feature that ensures that each resource is closed at the end of the statement. This can help to prevent resource leaks, which can lead to performance problems and other issues. </a:t>
            </a:r>
          </a:p>
          <a:p>
            <a:r>
              <a:rPr lang="en-US" sz="2000" b="0" i="0" dirty="0">
                <a:solidFill>
                  <a:srgbClr val="001C3B"/>
                </a:solidFill>
                <a:effectLst/>
                <a:latin typeface="Google Sans"/>
              </a:rPr>
              <a:t>In Java 9, the try-with-resources statement was enhanced to allow resources to be declared outside of the try block. This can make code more concise and easier to read.</a:t>
            </a:r>
            <a:r>
              <a:rPr lang="en-US" sz="2000" b="0" i="0" dirty="0">
                <a:solidFill>
                  <a:srgbClr val="9334E6"/>
                </a:solidFill>
                <a:effectLst/>
                <a:latin typeface="Courier New" panose="02070309020205020404" pitchFamily="49" charset="0"/>
              </a:rPr>
              <a:t> </a:t>
            </a:r>
          </a:p>
          <a:p>
            <a:r>
              <a:rPr lang="en-US" sz="2000" dirty="0">
                <a:solidFill>
                  <a:srgbClr val="9334E6"/>
                </a:solidFill>
                <a:latin typeface="Courier New" panose="02070309020205020404" pitchFamily="49" charset="0"/>
              </a:rPr>
              <a:t>// jAVA8</a:t>
            </a:r>
            <a:endParaRPr lang="en-US" sz="2000" b="0" i="0" dirty="0">
              <a:solidFill>
                <a:srgbClr val="9334E6"/>
              </a:solidFill>
              <a:effectLst/>
              <a:latin typeface="Courier New" panose="02070309020205020404" pitchFamily="49" charset="0"/>
            </a:endParaRPr>
          </a:p>
          <a:p>
            <a:r>
              <a:rPr lang="en-US" sz="2000" b="0" i="0" dirty="0">
                <a:solidFill>
                  <a:srgbClr val="9334E6"/>
                </a:solidFill>
                <a:effectLst/>
                <a:latin typeface="Courier New" panose="02070309020205020404" pitchFamily="49" charset="0"/>
              </a:rPr>
              <a:t>try</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 = </a:t>
            </a:r>
            <a:r>
              <a:rPr lang="en-US" sz="2000" b="0" i="0" dirty="0">
                <a:solidFill>
                  <a:srgbClr val="9334E6"/>
                </a:solidFill>
                <a:effectLst/>
                <a:latin typeface="Courier New" panose="02070309020205020404" pitchFamily="49" charset="0"/>
              </a:rPr>
              <a:t>new</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a:t>
            </a:r>
            <a:r>
              <a:rPr lang="en-US" sz="2000" b="0" i="0" dirty="0">
                <a:solidFill>
                  <a:srgbClr val="188038"/>
                </a:solidFill>
                <a:effectLst/>
                <a:latin typeface="Courier New" panose="02070309020205020404" pitchFamily="49" charset="0"/>
              </a:rPr>
              <a:t>"myfile.txt"</a:t>
            </a:r>
            <a:r>
              <a:rPr lang="en-US" sz="2000" b="0" i="0" dirty="0">
                <a:solidFill>
                  <a:srgbClr val="000000"/>
                </a:solidFill>
                <a:effectLst/>
                <a:latin typeface="Courier New" panose="02070309020205020404" pitchFamily="49" charset="0"/>
              </a:rPr>
              <a:t>)) {</a:t>
            </a:r>
            <a:br>
              <a:rPr lang="en-US" sz="2000" dirty="0"/>
            </a:br>
            <a:r>
              <a:rPr lang="en-US" sz="2000" b="0" i="1" dirty="0">
                <a:solidFill>
                  <a:srgbClr val="80868B"/>
                </a:solidFill>
                <a:effectLst/>
                <a:latin typeface="Courier New" panose="02070309020205020404" pitchFamily="49" charset="0"/>
              </a:rPr>
              <a:t>// Read the file jAVA8</a:t>
            </a:r>
            <a:br>
              <a:rPr lang="en-US" sz="2000" dirty="0"/>
            </a:br>
            <a:r>
              <a:rPr lang="en-US" sz="2000" b="0" i="0" dirty="0">
                <a:solidFill>
                  <a:srgbClr val="000000"/>
                </a:solidFill>
                <a:effectLst/>
                <a:latin typeface="Courier New" panose="02070309020205020404" pitchFamily="49" charset="0"/>
              </a:rPr>
              <a:t>} </a:t>
            </a:r>
          </a:p>
          <a:p>
            <a:endParaRPr lang="en-US" sz="2000" dirty="0">
              <a:solidFill>
                <a:srgbClr val="000000"/>
              </a:solidFill>
              <a:latin typeface="Courier New" panose="02070309020205020404" pitchFamily="49" charset="0"/>
            </a:endParaRPr>
          </a:p>
          <a:p>
            <a:r>
              <a:rPr lang="en-US" sz="2000" dirty="0">
                <a:solidFill>
                  <a:srgbClr val="000000"/>
                </a:solidFill>
                <a:latin typeface="Courier New" panose="02070309020205020404" pitchFamily="49" charset="0"/>
              </a:rPr>
              <a:t>// JAVA 9</a:t>
            </a:r>
          </a:p>
          <a:p>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 = </a:t>
            </a:r>
            <a:r>
              <a:rPr lang="en-US" sz="2000" b="0" i="0" dirty="0">
                <a:solidFill>
                  <a:srgbClr val="9334E6"/>
                </a:solidFill>
                <a:effectLst/>
                <a:latin typeface="Courier New" panose="02070309020205020404" pitchFamily="49" charset="0"/>
              </a:rPr>
              <a:t>new</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a:t>
            </a:r>
            <a:r>
              <a:rPr lang="en-US" sz="2000" b="0" i="0" dirty="0">
                <a:solidFill>
                  <a:srgbClr val="188038"/>
                </a:solidFill>
                <a:effectLst/>
                <a:latin typeface="Courier New" panose="02070309020205020404" pitchFamily="49" charset="0"/>
              </a:rPr>
              <a:t>"myfile.txt"</a:t>
            </a:r>
            <a:r>
              <a:rPr lang="en-US" sz="2000" b="0" i="0" dirty="0">
                <a:solidFill>
                  <a:srgbClr val="000000"/>
                </a:solidFill>
                <a:effectLst/>
                <a:latin typeface="Courier New" panose="02070309020205020404" pitchFamily="49" charset="0"/>
              </a:rPr>
              <a:t>);</a:t>
            </a:r>
            <a:br>
              <a:rPr lang="en-US" sz="2000" dirty="0"/>
            </a:br>
            <a:r>
              <a:rPr lang="en-US" sz="2000" b="0" i="0" dirty="0">
                <a:solidFill>
                  <a:srgbClr val="9334E6"/>
                </a:solidFill>
                <a:effectLst/>
                <a:latin typeface="Courier New" panose="02070309020205020404" pitchFamily="49" charset="0"/>
              </a:rPr>
              <a:t>try</a:t>
            </a:r>
            <a:r>
              <a:rPr lang="en-US" sz="2000" b="0" i="0" dirty="0">
                <a:solidFill>
                  <a:srgbClr val="000000"/>
                </a:solidFill>
                <a:effectLst/>
                <a:latin typeface="Courier New" panose="02070309020205020404" pitchFamily="49" charset="0"/>
              </a:rPr>
              <a:t> (</a:t>
            </a:r>
            <a:r>
              <a:rPr lang="en-US" sz="2000" b="0" i="0" dirty="0" err="1">
                <a:solidFill>
                  <a:srgbClr val="000000"/>
                </a:solidFill>
                <a:effectLst/>
                <a:latin typeface="Courier New" panose="02070309020205020404" pitchFamily="49" charset="0"/>
              </a:rPr>
              <a:t>fileReader</a:t>
            </a:r>
            <a:r>
              <a:rPr lang="en-US" sz="2000" b="0" i="0" dirty="0">
                <a:solidFill>
                  <a:srgbClr val="000000"/>
                </a:solidFill>
                <a:effectLst/>
                <a:latin typeface="Courier New" panose="02070309020205020404" pitchFamily="49" charset="0"/>
              </a:rPr>
              <a:t>) {</a:t>
            </a:r>
            <a:br>
              <a:rPr lang="en-US" sz="2000" dirty="0"/>
            </a:br>
            <a:r>
              <a:rPr lang="en-US" sz="2000" b="0" i="1" dirty="0">
                <a:solidFill>
                  <a:srgbClr val="80868B"/>
                </a:solidFill>
                <a:effectLst/>
                <a:latin typeface="Courier New" panose="02070309020205020404" pitchFamily="49" charset="0"/>
              </a:rPr>
              <a:t>// Read the file</a:t>
            </a:r>
            <a:br>
              <a:rPr lang="en-US" sz="2000" dirty="0"/>
            </a:br>
            <a:r>
              <a:rPr lang="en-US" sz="2000" b="0" i="0" dirty="0">
                <a:solidFill>
                  <a:srgbClr val="000000"/>
                </a:solidFill>
                <a:effectLst/>
                <a:latin typeface="Courier New" panose="02070309020205020404" pitchFamily="49" charset="0"/>
              </a:rPr>
              <a:t>}</a:t>
            </a:r>
            <a:endParaRPr lang="en-IN" sz="2000" dirty="0"/>
          </a:p>
        </p:txBody>
      </p:sp>
    </p:spTree>
    <p:extLst>
      <p:ext uri="{BB962C8B-B14F-4D97-AF65-F5344CB8AC3E}">
        <p14:creationId xmlns:p14="http://schemas.microsoft.com/office/powerpoint/2010/main" val="347993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489D7-2E05-560F-1E4B-BA539B57D3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84CB5A-56FD-4E30-DE7E-1516E038CCF3}"/>
              </a:ext>
            </a:extLst>
          </p:cNvPr>
          <p:cNvSpPr>
            <a:spLocks noGrp="1"/>
          </p:cNvSpPr>
          <p:nvPr>
            <p:ph type="title"/>
          </p:nvPr>
        </p:nvSpPr>
        <p:spPr>
          <a:xfrm>
            <a:off x="716902" y="225166"/>
            <a:ext cx="10515600" cy="614589"/>
          </a:xfrm>
        </p:spPr>
        <p:txBody>
          <a:bodyPr>
            <a:normAutofit fontScale="90000"/>
          </a:bodyPr>
          <a:lstStyle/>
          <a:p>
            <a:r>
              <a:rPr lang="en-IN" b="1" dirty="0"/>
              <a:t>optional class improvements </a:t>
            </a:r>
          </a:p>
        </p:txBody>
      </p:sp>
      <p:sp>
        <p:nvSpPr>
          <p:cNvPr id="8" name="TextBox 7">
            <a:extLst>
              <a:ext uri="{FF2B5EF4-FFF2-40B4-BE49-F238E27FC236}">
                <a16:creationId xmlns:a16="http://schemas.microsoft.com/office/drawing/2014/main" id="{94F69F96-D334-B004-B918-DAEE74985505}"/>
              </a:ext>
            </a:extLst>
          </p:cNvPr>
          <p:cNvSpPr txBox="1"/>
          <p:nvPr/>
        </p:nvSpPr>
        <p:spPr>
          <a:xfrm>
            <a:off x="391885" y="1261293"/>
            <a:ext cx="10972801" cy="4678204"/>
          </a:xfrm>
          <a:prstGeom prst="rect">
            <a:avLst/>
          </a:prstGeom>
          <a:noFill/>
        </p:spPr>
        <p:txBody>
          <a:bodyPr wrap="square">
            <a:spAutoFit/>
          </a:bodyPr>
          <a:lstStyle/>
          <a:p>
            <a:r>
              <a:rPr lang="en-US" sz="2000" b="1" dirty="0" err="1"/>
              <a:t>ifPresentOrElse</a:t>
            </a:r>
            <a:r>
              <a:rPr lang="en-US" sz="2000" dirty="0"/>
              <a:t>: Performs an action if an Optional value is present, or a different action if it's absent.</a:t>
            </a:r>
          </a:p>
          <a:p>
            <a:r>
              <a:rPr lang="en-US" sz="2000" b="1" dirty="0"/>
              <a:t>or: </a:t>
            </a:r>
            <a:r>
              <a:rPr lang="en-US" sz="2000" dirty="0"/>
              <a:t>Takes a function that creates an Optional as an argument.</a:t>
            </a:r>
          </a:p>
          <a:p>
            <a:r>
              <a:rPr lang="en-US" sz="2000" b="1" dirty="0"/>
              <a:t>stream: </a:t>
            </a:r>
            <a:r>
              <a:rPr lang="en-US" sz="2000" dirty="0"/>
              <a:t>Converts an Optional to a Stream. </a:t>
            </a:r>
          </a:p>
          <a:p>
            <a:r>
              <a:rPr lang="en-US" sz="2000" dirty="0"/>
              <a:t>These new methods make the Optional class more powerful and flexible, and can help to improve the readability and maintainability of Java code.</a:t>
            </a:r>
            <a:r>
              <a:rPr lang="en-US" sz="2000" b="0" i="0" dirty="0">
                <a:solidFill>
                  <a:srgbClr val="000000"/>
                </a:solidFill>
                <a:effectLst/>
              </a:rPr>
              <a:t> </a:t>
            </a:r>
          </a:p>
          <a:p>
            <a:r>
              <a:rPr lang="en-US" b="0" i="0" dirty="0">
                <a:solidFill>
                  <a:srgbClr val="000000"/>
                </a:solidFill>
                <a:effectLst/>
              </a:rPr>
              <a:t>Optional&lt;String&gt; name = </a:t>
            </a:r>
            <a:r>
              <a:rPr lang="en-US" b="0" i="0" dirty="0" err="1">
                <a:solidFill>
                  <a:srgbClr val="000000"/>
                </a:solidFill>
                <a:effectLst/>
              </a:rPr>
              <a:t>Optional.of</a:t>
            </a:r>
            <a:r>
              <a:rPr lang="en-US" b="0" i="0" dirty="0">
                <a:solidFill>
                  <a:srgbClr val="000000"/>
                </a:solidFill>
                <a:effectLst/>
              </a:rPr>
              <a:t>(</a:t>
            </a:r>
            <a:r>
              <a:rPr lang="en-US" b="0" i="0" dirty="0">
                <a:solidFill>
                  <a:srgbClr val="188038"/>
                </a:solidFill>
                <a:effectLst/>
              </a:rPr>
              <a:t>"John Doe"</a:t>
            </a:r>
            <a:r>
              <a:rPr lang="en-US" b="0" i="0" dirty="0">
                <a:solidFill>
                  <a:srgbClr val="000000"/>
                </a:solidFill>
                <a:effectLst/>
              </a:rPr>
              <a:t>);</a:t>
            </a:r>
            <a:br>
              <a:rPr lang="en-US" dirty="0"/>
            </a:br>
            <a:br>
              <a:rPr lang="en-US" dirty="0"/>
            </a:br>
            <a:r>
              <a:rPr lang="en-US" b="0" i="1" dirty="0">
                <a:solidFill>
                  <a:srgbClr val="80868B"/>
                </a:solidFill>
                <a:effectLst/>
              </a:rPr>
              <a:t>// If the name is present, print it to the console.</a:t>
            </a:r>
            <a:br>
              <a:rPr lang="en-US" dirty="0"/>
            </a:br>
            <a:r>
              <a:rPr lang="en-US" b="0" i="1" dirty="0">
                <a:solidFill>
                  <a:srgbClr val="80868B"/>
                </a:solidFill>
                <a:effectLst/>
              </a:rPr>
              <a:t>// Otherwise, print "No name found."</a:t>
            </a:r>
            <a:br>
              <a:rPr lang="en-US" dirty="0"/>
            </a:br>
            <a:r>
              <a:rPr lang="en-US" b="0" i="0" dirty="0" err="1">
                <a:solidFill>
                  <a:srgbClr val="000000"/>
                </a:solidFill>
                <a:effectLst/>
              </a:rPr>
              <a:t>name.ifPresentOrElse</a:t>
            </a:r>
            <a:r>
              <a:rPr lang="en-US" b="0" i="0" dirty="0">
                <a:solidFill>
                  <a:srgbClr val="000000"/>
                </a:solidFill>
                <a:effectLst/>
              </a:rPr>
              <a:t>(</a:t>
            </a:r>
            <a:r>
              <a:rPr lang="en-US" b="0" i="0" dirty="0" err="1">
                <a:solidFill>
                  <a:srgbClr val="000000"/>
                </a:solidFill>
                <a:effectLst/>
              </a:rPr>
              <a:t>System.out</a:t>
            </a:r>
            <a:r>
              <a:rPr lang="en-US" b="0" i="0" dirty="0">
                <a:solidFill>
                  <a:srgbClr val="000000"/>
                </a:solidFill>
                <a:effectLst/>
              </a:rPr>
              <a:t>::</a:t>
            </a:r>
            <a:r>
              <a:rPr lang="en-US" b="0" i="0" dirty="0" err="1">
                <a:solidFill>
                  <a:srgbClr val="000000"/>
                </a:solidFill>
                <a:effectLst/>
              </a:rPr>
              <a:t>println</a:t>
            </a:r>
            <a:r>
              <a:rPr lang="en-US" b="0" i="0" dirty="0">
                <a:solidFill>
                  <a:srgbClr val="000000"/>
                </a:solidFill>
                <a:effectLst/>
              </a:rPr>
              <a:t>, () -&gt; </a:t>
            </a:r>
            <a:r>
              <a:rPr lang="en-US" b="0" i="0" dirty="0" err="1">
                <a:solidFill>
                  <a:srgbClr val="000000"/>
                </a:solidFill>
                <a:effectLst/>
              </a:rPr>
              <a:t>System.out.println</a:t>
            </a:r>
            <a:r>
              <a:rPr lang="en-US" b="0" i="0" dirty="0">
                <a:solidFill>
                  <a:srgbClr val="000000"/>
                </a:solidFill>
                <a:effectLst/>
              </a:rPr>
              <a:t>(</a:t>
            </a:r>
            <a:r>
              <a:rPr lang="en-US" b="0" i="0" dirty="0">
                <a:solidFill>
                  <a:srgbClr val="188038"/>
                </a:solidFill>
                <a:effectLst/>
              </a:rPr>
              <a:t>"No name found."</a:t>
            </a:r>
            <a:r>
              <a:rPr lang="en-US" b="0" i="0" dirty="0">
                <a:solidFill>
                  <a:srgbClr val="000000"/>
                </a:solidFill>
                <a:effectLst/>
              </a:rPr>
              <a:t>));</a:t>
            </a:r>
            <a:br>
              <a:rPr lang="en-US" dirty="0"/>
            </a:br>
            <a:br>
              <a:rPr lang="en-US" dirty="0"/>
            </a:br>
            <a:r>
              <a:rPr lang="en-US" b="0" i="1" dirty="0">
                <a:solidFill>
                  <a:srgbClr val="80868B"/>
                </a:solidFill>
                <a:effectLst/>
              </a:rPr>
              <a:t>// Get the name, or return "Unknown" if it's not present.</a:t>
            </a:r>
            <a:br>
              <a:rPr lang="en-US" dirty="0"/>
            </a:br>
            <a:r>
              <a:rPr lang="en-US" b="0" i="0" dirty="0">
                <a:solidFill>
                  <a:srgbClr val="000000"/>
                </a:solidFill>
                <a:effectLst/>
              </a:rPr>
              <a:t>String </a:t>
            </a:r>
            <a:r>
              <a:rPr lang="en-US" b="0" i="0" dirty="0" err="1">
                <a:solidFill>
                  <a:srgbClr val="000000"/>
                </a:solidFill>
                <a:effectLst/>
              </a:rPr>
              <a:t>theName</a:t>
            </a:r>
            <a:r>
              <a:rPr lang="en-US" b="0" i="0" dirty="0">
                <a:solidFill>
                  <a:srgbClr val="000000"/>
                </a:solidFill>
                <a:effectLst/>
              </a:rPr>
              <a:t> = </a:t>
            </a:r>
            <a:r>
              <a:rPr lang="en-US" b="0" i="0" dirty="0" err="1">
                <a:solidFill>
                  <a:srgbClr val="000000"/>
                </a:solidFill>
                <a:effectLst/>
              </a:rPr>
              <a:t>name.or</a:t>
            </a:r>
            <a:r>
              <a:rPr lang="en-US" b="0" i="0" dirty="0">
                <a:solidFill>
                  <a:srgbClr val="000000"/>
                </a:solidFill>
                <a:effectLst/>
              </a:rPr>
              <a:t>(() -&gt; </a:t>
            </a:r>
            <a:r>
              <a:rPr lang="en-US" b="0" i="0" dirty="0">
                <a:solidFill>
                  <a:srgbClr val="188038"/>
                </a:solidFill>
                <a:effectLst/>
              </a:rPr>
              <a:t>"Unknown"</a:t>
            </a:r>
            <a:r>
              <a:rPr lang="en-US" b="0" i="0" dirty="0">
                <a:solidFill>
                  <a:srgbClr val="000000"/>
                </a:solidFill>
                <a:effectLst/>
              </a:rPr>
              <a:t>).get();</a:t>
            </a:r>
            <a:br>
              <a:rPr lang="en-US" dirty="0"/>
            </a:br>
            <a:br>
              <a:rPr lang="en-US" dirty="0"/>
            </a:br>
            <a:r>
              <a:rPr lang="en-US" b="0" i="1" dirty="0">
                <a:solidFill>
                  <a:srgbClr val="80868B"/>
                </a:solidFill>
                <a:effectLst/>
              </a:rPr>
              <a:t>// Convert the Optional to a Stream.</a:t>
            </a:r>
            <a:br>
              <a:rPr lang="en-US" dirty="0"/>
            </a:br>
            <a:r>
              <a:rPr lang="en-US" b="0" i="0" dirty="0">
                <a:solidFill>
                  <a:srgbClr val="000000"/>
                </a:solidFill>
                <a:effectLst/>
              </a:rPr>
              <a:t>Stream&lt;String&gt; stream = </a:t>
            </a:r>
            <a:r>
              <a:rPr lang="en-US" b="0" i="0" dirty="0" err="1">
                <a:solidFill>
                  <a:srgbClr val="000000"/>
                </a:solidFill>
                <a:effectLst/>
              </a:rPr>
              <a:t>name.stream</a:t>
            </a:r>
            <a:r>
              <a:rPr lang="en-US" b="0" i="0" dirty="0">
                <a:solidFill>
                  <a:srgbClr val="000000"/>
                </a:solidFill>
                <a:effectLst/>
              </a:rPr>
              <a:t>();</a:t>
            </a:r>
            <a:endParaRPr lang="en-IN" dirty="0"/>
          </a:p>
        </p:txBody>
      </p:sp>
    </p:spTree>
    <p:extLst>
      <p:ext uri="{BB962C8B-B14F-4D97-AF65-F5344CB8AC3E}">
        <p14:creationId xmlns:p14="http://schemas.microsoft.com/office/powerpoint/2010/main" val="215913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263C4-575A-4410-FF2D-3082DB0CA86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F6C5EC-89D8-B07A-D293-59048541A484}"/>
              </a:ext>
            </a:extLst>
          </p:cNvPr>
          <p:cNvSpPr>
            <a:spLocks noGrp="1"/>
          </p:cNvSpPr>
          <p:nvPr>
            <p:ph type="title"/>
          </p:nvPr>
        </p:nvSpPr>
        <p:spPr>
          <a:xfrm>
            <a:off x="838200" y="365125"/>
            <a:ext cx="10515600" cy="577267"/>
          </a:xfrm>
        </p:spPr>
        <p:txBody>
          <a:bodyPr>
            <a:normAutofit fontScale="90000"/>
          </a:bodyPr>
          <a:lstStyle/>
          <a:p>
            <a:r>
              <a:rPr lang="en-IN" b="1" dirty="0"/>
              <a:t>stream </a:t>
            </a:r>
            <a:r>
              <a:rPr lang="en-IN" b="1" dirty="0" err="1"/>
              <a:t>api</a:t>
            </a:r>
            <a:r>
              <a:rPr lang="en-IN" b="1" dirty="0"/>
              <a:t> improvements </a:t>
            </a:r>
          </a:p>
        </p:txBody>
      </p:sp>
      <p:sp>
        <p:nvSpPr>
          <p:cNvPr id="6" name="TextBox 5">
            <a:extLst>
              <a:ext uri="{FF2B5EF4-FFF2-40B4-BE49-F238E27FC236}">
                <a16:creationId xmlns:a16="http://schemas.microsoft.com/office/drawing/2014/main" id="{EC1EE8E9-0219-2BDD-56BB-2708F049E4E6}"/>
              </a:ext>
            </a:extLst>
          </p:cNvPr>
          <p:cNvSpPr txBox="1"/>
          <p:nvPr/>
        </p:nvSpPr>
        <p:spPr>
          <a:xfrm>
            <a:off x="389554" y="1120676"/>
            <a:ext cx="11544300" cy="5355312"/>
          </a:xfrm>
          <a:prstGeom prst="rect">
            <a:avLst/>
          </a:prstGeom>
          <a:noFill/>
        </p:spPr>
        <p:txBody>
          <a:bodyPr wrap="square">
            <a:spAutoFit/>
          </a:bodyPr>
          <a:lstStyle/>
          <a:p>
            <a:r>
              <a:rPr lang="en-US" b="1" dirty="0" err="1"/>
              <a:t>takeWhile</a:t>
            </a:r>
            <a:r>
              <a:rPr lang="en-US" b="1" dirty="0"/>
              <a:t>( )</a:t>
            </a:r>
          </a:p>
          <a:p>
            <a:r>
              <a:rPr lang="en-US" dirty="0"/>
              <a:t>The </a:t>
            </a:r>
            <a:r>
              <a:rPr lang="en-US" dirty="0" err="1"/>
              <a:t>takeWhile</a:t>
            </a:r>
            <a:r>
              <a:rPr lang="en-US" dirty="0"/>
              <a:t>() method is an enhancement to the Java Stream API, introduced in Java 9. It filters elements from a stream based on a defined condition until the condition becomes false. Once the condition becomes false for an element in the stream, the </a:t>
            </a:r>
            <a:r>
              <a:rPr lang="en-US" dirty="0" err="1"/>
              <a:t>takeWhile</a:t>
            </a:r>
            <a:r>
              <a:rPr lang="en-US" dirty="0"/>
              <a:t>() operation instantly stops processing further elements, resulting in a short-circuiting behavior.</a:t>
            </a:r>
          </a:p>
          <a:p>
            <a:endParaRPr lang="en-US" dirty="0"/>
          </a:p>
          <a:p>
            <a:r>
              <a:rPr lang="en-US" dirty="0"/>
              <a:t>The purpose of the </a:t>
            </a:r>
            <a:r>
              <a:rPr lang="en-US" dirty="0" err="1"/>
              <a:t>takeWhile</a:t>
            </a:r>
            <a:r>
              <a:rPr lang="en-US" dirty="0"/>
              <a:t>() method is to process ordered streams effectively, particularly when working with sorted data. It enables developers to avoid needless iterations through the entire collection by stopping stream processing as soon as the condition is no longer met. </a:t>
            </a:r>
          </a:p>
          <a:p>
            <a:r>
              <a:rPr lang="en-US" dirty="0"/>
              <a:t>public class </a:t>
            </a:r>
            <a:r>
              <a:rPr lang="en-US" dirty="0" err="1"/>
              <a:t>TakeWhileExample</a:t>
            </a:r>
            <a:r>
              <a:rPr lang="en-US" dirty="0"/>
              <a:t> {</a:t>
            </a:r>
          </a:p>
          <a:p>
            <a:r>
              <a:rPr lang="en-US" dirty="0"/>
              <a:t>   public static void main(String[] </a:t>
            </a:r>
            <a:r>
              <a:rPr lang="en-US" dirty="0" err="1"/>
              <a:t>args</a:t>
            </a:r>
            <a:r>
              <a:rPr lang="en-US" dirty="0"/>
              <a:t>) {</a:t>
            </a:r>
          </a:p>
          <a:p>
            <a:r>
              <a:rPr lang="en-US" dirty="0"/>
              <a:t>      List&lt;Integer&gt; numbers = </a:t>
            </a:r>
            <a:r>
              <a:rPr lang="en-US" dirty="0" err="1"/>
              <a:t>Arrays.asList</a:t>
            </a:r>
            <a:r>
              <a:rPr lang="en-US" dirty="0"/>
              <a:t>(1, 3, 5, 4, 2, 6, 7, 8);</a:t>
            </a:r>
          </a:p>
          <a:p>
            <a:endParaRPr lang="en-US" dirty="0"/>
          </a:p>
          <a:p>
            <a:r>
              <a:rPr lang="en-US" dirty="0"/>
              <a:t>      List&lt;Integer&gt; result = </a:t>
            </a:r>
            <a:r>
              <a:rPr lang="en-US" dirty="0" err="1"/>
              <a:t>numbers.stream</a:t>
            </a:r>
            <a:r>
              <a:rPr lang="en-US" dirty="0"/>
              <a:t>()</a:t>
            </a:r>
          </a:p>
          <a:p>
            <a:r>
              <a:rPr lang="en-US" dirty="0"/>
              <a:t>         .</a:t>
            </a:r>
            <a:r>
              <a:rPr lang="en-US" dirty="0" err="1"/>
              <a:t>takeWhile</a:t>
            </a:r>
            <a:r>
              <a:rPr lang="en-US" dirty="0"/>
              <a:t>(n -&gt; n % 2 == 1) // Take elements until the condition (n % 2 == 1) is false.</a:t>
            </a:r>
          </a:p>
          <a:p>
            <a:r>
              <a:rPr lang="en-US" dirty="0"/>
              <a:t>         .</a:t>
            </a:r>
            <a:r>
              <a:rPr lang="en-US" dirty="0" err="1"/>
              <a:t>toList</a:t>
            </a:r>
            <a:r>
              <a:rPr lang="en-US" dirty="0"/>
              <a:t>(); </a:t>
            </a:r>
          </a:p>
          <a:p>
            <a:endParaRPr lang="en-US" dirty="0"/>
          </a:p>
          <a:p>
            <a:r>
              <a:rPr lang="en-US" dirty="0"/>
              <a:t>      </a:t>
            </a:r>
            <a:r>
              <a:rPr lang="en-US" dirty="0" err="1"/>
              <a:t>System.out.println</a:t>
            </a:r>
            <a:r>
              <a:rPr lang="en-US" dirty="0"/>
              <a:t>(result);   // Output: [1, 3, 5]</a:t>
            </a:r>
          </a:p>
          <a:p>
            <a:r>
              <a:rPr lang="en-US" dirty="0"/>
              <a:t>   }</a:t>
            </a:r>
          </a:p>
          <a:p>
            <a:r>
              <a:rPr lang="en-US" dirty="0"/>
              <a:t>}</a:t>
            </a:r>
            <a:endParaRPr lang="en-IN" dirty="0"/>
          </a:p>
        </p:txBody>
      </p:sp>
    </p:spTree>
    <p:extLst>
      <p:ext uri="{BB962C8B-B14F-4D97-AF65-F5344CB8AC3E}">
        <p14:creationId xmlns:p14="http://schemas.microsoft.com/office/powerpoint/2010/main" val="3790000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D067B-43CC-5782-08D8-32A76B0024B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C52082-5AAB-0D8F-1D95-2D7C2A84DCB0}"/>
              </a:ext>
            </a:extLst>
          </p:cNvPr>
          <p:cNvSpPr>
            <a:spLocks noGrp="1"/>
          </p:cNvSpPr>
          <p:nvPr>
            <p:ph type="title"/>
          </p:nvPr>
        </p:nvSpPr>
        <p:spPr>
          <a:xfrm>
            <a:off x="838200" y="365125"/>
            <a:ext cx="10515600" cy="577267"/>
          </a:xfrm>
        </p:spPr>
        <p:txBody>
          <a:bodyPr>
            <a:normAutofit fontScale="90000"/>
          </a:bodyPr>
          <a:lstStyle/>
          <a:p>
            <a:r>
              <a:rPr lang="en-IN" b="1" dirty="0"/>
              <a:t>stream </a:t>
            </a:r>
            <a:r>
              <a:rPr lang="en-IN" b="1" dirty="0" err="1"/>
              <a:t>api</a:t>
            </a:r>
            <a:r>
              <a:rPr lang="en-IN" b="1" dirty="0"/>
              <a:t> improvements </a:t>
            </a:r>
          </a:p>
        </p:txBody>
      </p:sp>
      <p:sp>
        <p:nvSpPr>
          <p:cNvPr id="6" name="TextBox 5">
            <a:extLst>
              <a:ext uri="{FF2B5EF4-FFF2-40B4-BE49-F238E27FC236}">
                <a16:creationId xmlns:a16="http://schemas.microsoft.com/office/drawing/2014/main" id="{1C4C22F9-1084-0EA1-97EA-B3FFDD2C7A00}"/>
              </a:ext>
            </a:extLst>
          </p:cNvPr>
          <p:cNvSpPr txBox="1"/>
          <p:nvPr/>
        </p:nvSpPr>
        <p:spPr>
          <a:xfrm>
            <a:off x="389554" y="1120676"/>
            <a:ext cx="11544300" cy="5632311"/>
          </a:xfrm>
          <a:prstGeom prst="rect">
            <a:avLst/>
          </a:prstGeom>
          <a:noFill/>
        </p:spPr>
        <p:txBody>
          <a:bodyPr wrap="square">
            <a:spAutoFit/>
          </a:bodyPr>
          <a:lstStyle/>
          <a:p>
            <a:r>
              <a:rPr lang="en-US" b="1" dirty="0" err="1"/>
              <a:t>dropWhile</a:t>
            </a:r>
            <a:r>
              <a:rPr lang="en-US" b="1" dirty="0"/>
              <a:t>( )</a:t>
            </a:r>
          </a:p>
          <a:p>
            <a:r>
              <a:rPr lang="en-US" dirty="0"/>
              <a:t>The </a:t>
            </a:r>
            <a:r>
              <a:rPr lang="en-US" dirty="0" err="1"/>
              <a:t>dropWhile</a:t>
            </a:r>
            <a:r>
              <a:rPr lang="en-US" dirty="0"/>
              <a:t>() method is another useful addition, under the improvements of Stream API in Java 9. It acts just opposite to the </a:t>
            </a:r>
            <a:r>
              <a:rPr lang="en-US" dirty="0" err="1"/>
              <a:t>takeWhile</a:t>
            </a:r>
            <a:r>
              <a:rPr lang="en-US" dirty="0"/>
              <a:t>() method. It skips elements from the beginning of a stream based on a specified condition until the condition becomes false. Once the condition becomes false for an element in the stream, the </a:t>
            </a:r>
            <a:r>
              <a:rPr lang="en-US" dirty="0" err="1"/>
              <a:t>dropWhile</a:t>
            </a:r>
            <a:r>
              <a:rPr lang="en-US" dirty="0"/>
              <a:t>() operation stops skipping elements and includes all remaining elements in the output stream.</a:t>
            </a:r>
          </a:p>
          <a:p>
            <a:endParaRPr lang="en-US" dirty="0"/>
          </a:p>
          <a:p>
            <a:r>
              <a:rPr lang="en-US" dirty="0"/>
              <a:t>The main purpose of the </a:t>
            </a:r>
            <a:r>
              <a:rPr lang="en-US" dirty="0" err="1"/>
              <a:t>dropWhile</a:t>
            </a:r>
            <a:r>
              <a:rPr lang="en-US" dirty="0"/>
              <a:t>() method is to discard elements from the start of the stream that do not meet a specific criteria. It enables developers to exclude initial data that does not satisfy the given condition, thus concentrating on relevant data for further processing.</a:t>
            </a:r>
          </a:p>
          <a:p>
            <a:r>
              <a:rPr lang="en-US" dirty="0"/>
              <a:t> public class </a:t>
            </a:r>
            <a:r>
              <a:rPr lang="en-US" dirty="0" err="1"/>
              <a:t>DropWhileExample</a:t>
            </a:r>
            <a:r>
              <a:rPr lang="en-US" dirty="0"/>
              <a:t> {</a:t>
            </a:r>
          </a:p>
          <a:p>
            <a:r>
              <a:rPr lang="en-US" dirty="0"/>
              <a:t>   public static void main(String[] </a:t>
            </a:r>
            <a:r>
              <a:rPr lang="en-US" dirty="0" err="1"/>
              <a:t>args</a:t>
            </a:r>
            <a:r>
              <a:rPr lang="en-US" dirty="0"/>
              <a:t>) {</a:t>
            </a:r>
          </a:p>
          <a:p>
            <a:r>
              <a:rPr lang="en-US" dirty="0"/>
              <a:t>      List&lt;Integer&gt; numbers = </a:t>
            </a:r>
            <a:r>
              <a:rPr lang="en-US" dirty="0" err="1"/>
              <a:t>Arrays.asList</a:t>
            </a:r>
            <a:r>
              <a:rPr lang="en-US" dirty="0"/>
              <a:t>(1, 3, 5, 2, 4, 6, 7, 8);</a:t>
            </a:r>
          </a:p>
          <a:p>
            <a:endParaRPr lang="en-US" dirty="0"/>
          </a:p>
          <a:p>
            <a:r>
              <a:rPr lang="en-US" dirty="0"/>
              <a:t>      List&lt;Integer&gt; result = </a:t>
            </a:r>
            <a:r>
              <a:rPr lang="en-US" dirty="0" err="1"/>
              <a:t>numbers.stream</a:t>
            </a:r>
            <a:r>
              <a:rPr lang="en-US" dirty="0"/>
              <a:t>()</a:t>
            </a:r>
          </a:p>
          <a:p>
            <a:r>
              <a:rPr lang="en-US" dirty="0"/>
              <a:t>        .</a:t>
            </a:r>
            <a:r>
              <a:rPr lang="en-US" dirty="0" err="1"/>
              <a:t>dropWhile</a:t>
            </a:r>
            <a:r>
              <a:rPr lang="en-US" dirty="0"/>
              <a:t>(n -&gt; n % 2 == 1) // Skip elements until the condition (n % 2 == 1) is false.</a:t>
            </a:r>
          </a:p>
          <a:p>
            <a:r>
              <a:rPr lang="en-US" dirty="0"/>
              <a:t>        .</a:t>
            </a:r>
            <a:r>
              <a:rPr lang="en-US" dirty="0" err="1"/>
              <a:t>toList</a:t>
            </a:r>
            <a:r>
              <a:rPr lang="en-US" dirty="0"/>
              <a:t>(); </a:t>
            </a:r>
          </a:p>
          <a:p>
            <a:endParaRPr lang="en-US" dirty="0"/>
          </a:p>
          <a:p>
            <a:r>
              <a:rPr lang="en-US" dirty="0"/>
              <a:t>      </a:t>
            </a:r>
            <a:r>
              <a:rPr lang="en-US" dirty="0" err="1"/>
              <a:t>System.out.println</a:t>
            </a:r>
            <a:r>
              <a:rPr lang="en-US" dirty="0"/>
              <a:t>(result); // Output: [2, 4, 6, 7, 8]</a:t>
            </a:r>
          </a:p>
          <a:p>
            <a:r>
              <a:rPr lang="en-US" dirty="0"/>
              <a:t>   }</a:t>
            </a:r>
          </a:p>
          <a:p>
            <a:r>
              <a:rPr lang="en-US" dirty="0"/>
              <a:t>}</a:t>
            </a:r>
            <a:endParaRPr lang="en-IN" dirty="0"/>
          </a:p>
        </p:txBody>
      </p:sp>
    </p:spTree>
    <p:extLst>
      <p:ext uri="{BB962C8B-B14F-4D97-AF65-F5344CB8AC3E}">
        <p14:creationId xmlns:p14="http://schemas.microsoft.com/office/powerpoint/2010/main" val="344504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9520-8B70-9A25-5272-02F3E1409A1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966D3E-FB16-267A-CBF0-C0A6EFE70104}"/>
              </a:ext>
            </a:extLst>
          </p:cNvPr>
          <p:cNvSpPr>
            <a:spLocks noGrp="1"/>
          </p:cNvSpPr>
          <p:nvPr>
            <p:ph type="title"/>
          </p:nvPr>
        </p:nvSpPr>
        <p:spPr>
          <a:xfrm>
            <a:off x="838200" y="365125"/>
            <a:ext cx="10515600" cy="577267"/>
          </a:xfrm>
        </p:spPr>
        <p:txBody>
          <a:bodyPr>
            <a:normAutofit fontScale="90000"/>
          </a:bodyPr>
          <a:lstStyle/>
          <a:p>
            <a:r>
              <a:rPr lang="en-IN" b="1" dirty="0"/>
              <a:t>stream </a:t>
            </a:r>
            <a:r>
              <a:rPr lang="en-IN" b="1" dirty="0" err="1"/>
              <a:t>api</a:t>
            </a:r>
            <a:r>
              <a:rPr lang="en-IN" b="1" dirty="0"/>
              <a:t> improvements </a:t>
            </a:r>
          </a:p>
        </p:txBody>
      </p:sp>
      <p:sp>
        <p:nvSpPr>
          <p:cNvPr id="6" name="TextBox 5">
            <a:extLst>
              <a:ext uri="{FF2B5EF4-FFF2-40B4-BE49-F238E27FC236}">
                <a16:creationId xmlns:a16="http://schemas.microsoft.com/office/drawing/2014/main" id="{84EAE7C0-8483-2207-F118-6B340B7C145C}"/>
              </a:ext>
            </a:extLst>
          </p:cNvPr>
          <p:cNvSpPr txBox="1"/>
          <p:nvPr/>
        </p:nvSpPr>
        <p:spPr>
          <a:xfrm>
            <a:off x="389554" y="1120676"/>
            <a:ext cx="11544300" cy="5632311"/>
          </a:xfrm>
          <a:prstGeom prst="rect">
            <a:avLst/>
          </a:prstGeom>
          <a:noFill/>
        </p:spPr>
        <p:txBody>
          <a:bodyPr wrap="square">
            <a:spAutoFit/>
          </a:bodyPr>
          <a:lstStyle/>
          <a:p>
            <a:r>
              <a:rPr lang="en-US" b="1" dirty="0" err="1"/>
              <a:t>dropWhile</a:t>
            </a:r>
            <a:r>
              <a:rPr lang="en-US" b="1" dirty="0"/>
              <a:t>( )</a:t>
            </a:r>
          </a:p>
          <a:p>
            <a:r>
              <a:rPr lang="en-US" dirty="0"/>
              <a:t>The </a:t>
            </a:r>
            <a:r>
              <a:rPr lang="en-US" dirty="0" err="1"/>
              <a:t>dropWhile</a:t>
            </a:r>
            <a:r>
              <a:rPr lang="en-US" dirty="0"/>
              <a:t>() method is another useful addition, under the improvements of Stream API in Java 9. It acts just opposite to the </a:t>
            </a:r>
            <a:r>
              <a:rPr lang="en-US" dirty="0" err="1"/>
              <a:t>takeWhile</a:t>
            </a:r>
            <a:r>
              <a:rPr lang="en-US" dirty="0"/>
              <a:t>() method. It skips elements from the beginning of a stream based on a specified condition until the condition becomes false. Once the condition becomes false for an element in the stream, the </a:t>
            </a:r>
            <a:r>
              <a:rPr lang="en-US" dirty="0" err="1"/>
              <a:t>dropWhile</a:t>
            </a:r>
            <a:r>
              <a:rPr lang="en-US" dirty="0"/>
              <a:t>() operation stops skipping elements and includes all remaining elements in the output stream.</a:t>
            </a:r>
          </a:p>
          <a:p>
            <a:endParaRPr lang="en-US" dirty="0"/>
          </a:p>
          <a:p>
            <a:r>
              <a:rPr lang="en-US" dirty="0"/>
              <a:t>The main purpose of the </a:t>
            </a:r>
            <a:r>
              <a:rPr lang="en-US" dirty="0" err="1"/>
              <a:t>dropWhile</a:t>
            </a:r>
            <a:r>
              <a:rPr lang="en-US" dirty="0"/>
              <a:t>() method is to discard elements from the start of the stream that do not meet a specific criteria. It enables developers to exclude initial data that does not satisfy the given condition, thus concentrating on relevant data for further processing.</a:t>
            </a:r>
          </a:p>
          <a:p>
            <a:r>
              <a:rPr lang="en-US" dirty="0"/>
              <a:t> public class </a:t>
            </a:r>
            <a:r>
              <a:rPr lang="en-US" dirty="0" err="1"/>
              <a:t>DropWhileExample</a:t>
            </a:r>
            <a:r>
              <a:rPr lang="en-US" dirty="0"/>
              <a:t> {</a:t>
            </a:r>
          </a:p>
          <a:p>
            <a:r>
              <a:rPr lang="en-US" dirty="0"/>
              <a:t>   public static void main(String[] </a:t>
            </a:r>
            <a:r>
              <a:rPr lang="en-US" dirty="0" err="1"/>
              <a:t>args</a:t>
            </a:r>
            <a:r>
              <a:rPr lang="en-US" dirty="0"/>
              <a:t>) {</a:t>
            </a:r>
          </a:p>
          <a:p>
            <a:r>
              <a:rPr lang="en-US" dirty="0"/>
              <a:t>      List&lt;Integer&gt; numbers = </a:t>
            </a:r>
            <a:r>
              <a:rPr lang="en-US" dirty="0" err="1"/>
              <a:t>Arrays.asList</a:t>
            </a:r>
            <a:r>
              <a:rPr lang="en-US" dirty="0"/>
              <a:t>(1, 3, 5, 2, 4, 6, 7, 8);</a:t>
            </a:r>
          </a:p>
          <a:p>
            <a:endParaRPr lang="en-US" dirty="0"/>
          </a:p>
          <a:p>
            <a:r>
              <a:rPr lang="en-US" dirty="0"/>
              <a:t>      List&lt;Integer&gt; result = </a:t>
            </a:r>
            <a:r>
              <a:rPr lang="en-US" dirty="0" err="1"/>
              <a:t>numbers.stream</a:t>
            </a:r>
            <a:r>
              <a:rPr lang="en-US" dirty="0"/>
              <a:t>()</a:t>
            </a:r>
          </a:p>
          <a:p>
            <a:r>
              <a:rPr lang="en-US" dirty="0"/>
              <a:t>        .</a:t>
            </a:r>
            <a:r>
              <a:rPr lang="en-US" dirty="0" err="1"/>
              <a:t>dropWhile</a:t>
            </a:r>
            <a:r>
              <a:rPr lang="en-US" dirty="0"/>
              <a:t>(n -&gt; n % 2 == 1) // Skip elements until the condition (n % 2 == 1) is false.</a:t>
            </a:r>
          </a:p>
          <a:p>
            <a:r>
              <a:rPr lang="en-US" dirty="0"/>
              <a:t>        .</a:t>
            </a:r>
            <a:r>
              <a:rPr lang="en-US" dirty="0" err="1"/>
              <a:t>toList</a:t>
            </a:r>
            <a:r>
              <a:rPr lang="en-US" dirty="0"/>
              <a:t>(); </a:t>
            </a:r>
          </a:p>
          <a:p>
            <a:endParaRPr lang="en-US" dirty="0"/>
          </a:p>
          <a:p>
            <a:r>
              <a:rPr lang="en-US" dirty="0"/>
              <a:t>      </a:t>
            </a:r>
            <a:r>
              <a:rPr lang="en-US" dirty="0" err="1"/>
              <a:t>System.out.println</a:t>
            </a:r>
            <a:r>
              <a:rPr lang="en-US" dirty="0"/>
              <a:t>(result); // Output: [2, 4, 6, 7, 8]</a:t>
            </a:r>
          </a:p>
          <a:p>
            <a:r>
              <a:rPr lang="en-US" dirty="0"/>
              <a:t>   }</a:t>
            </a:r>
          </a:p>
          <a:p>
            <a:r>
              <a:rPr lang="en-US" dirty="0"/>
              <a:t>}</a:t>
            </a:r>
            <a:endParaRPr lang="en-IN" dirty="0"/>
          </a:p>
        </p:txBody>
      </p:sp>
    </p:spTree>
    <p:extLst>
      <p:ext uri="{BB962C8B-B14F-4D97-AF65-F5344CB8AC3E}">
        <p14:creationId xmlns:p14="http://schemas.microsoft.com/office/powerpoint/2010/main" val="3291625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A7AE-4527-4313-A3B3-2F7B78BCE6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47126D-9C3F-E6D8-369B-5055ED0F9073}"/>
              </a:ext>
            </a:extLst>
          </p:cNvPr>
          <p:cNvSpPr>
            <a:spLocks noGrp="1"/>
          </p:cNvSpPr>
          <p:nvPr>
            <p:ph type="title"/>
          </p:nvPr>
        </p:nvSpPr>
        <p:spPr>
          <a:xfrm>
            <a:off x="838200" y="365125"/>
            <a:ext cx="10515600" cy="577267"/>
          </a:xfrm>
        </p:spPr>
        <p:txBody>
          <a:bodyPr>
            <a:normAutofit fontScale="90000"/>
          </a:bodyPr>
          <a:lstStyle/>
          <a:p>
            <a:r>
              <a:rPr lang="en-IN" b="1" dirty="0"/>
              <a:t>stream </a:t>
            </a:r>
            <a:r>
              <a:rPr lang="en-IN" b="1" dirty="0" err="1"/>
              <a:t>api</a:t>
            </a:r>
            <a:r>
              <a:rPr lang="en-IN" b="1" dirty="0"/>
              <a:t> improvements </a:t>
            </a:r>
          </a:p>
        </p:txBody>
      </p:sp>
      <p:sp>
        <p:nvSpPr>
          <p:cNvPr id="6" name="TextBox 5">
            <a:extLst>
              <a:ext uri="{FF2B5EF4-FFF2-40B4-BE49-F238E27FC236}">
                <a16:creationId xmlns:a16="http://schemas.microsoft.com/office/drawing/2014/main" id="{842A80E5-E9A7-DD0C-4839-A96E4F722909}"/>
              </a:ext>
            </a:extLst>
          </p:cNvPr>
          <p:cNvSpPr txBox="1"/>
          <p:nvPr/>
        </p:nvSpPr>
        <p:spPr>
          <a:xfrm>
            <a:off x="389554" y="1120676"/>
            <a:ext cx="11544300" cy="5632311"/>
          </a:xfrm>
          <a:prstGeom prst="rect">
            <a:avLst/>
          </a:prstGeom>
          <a:noFill/>
        </p:spPr>
        <p:txBody>
          <a:bodyPr wrap="square">
            <a:spAutoFit/>
          </a:bodyPr>
          <a:lstStyle/>
          <a:p>
            <a:r>
              <a:rPr lang="en-US" sz="2000" b="1" dirty="0" err="1"/>
              <a:t>OfNullable</a:t>
            </a:r>
            <a:r>
              <a:rPr lang="en-US" sz="2000" b="1" dirty="0"/>
              <a:t>( )</a:t>
            </a:r>
          </a:p>
          <a:p>
            <a:r>
              <a:rPr lang="en-US" sz="2000" dirty="0"/>
              <a:t>Java 9 introduced the </a:t>
            </a:r>
            <a:r>
              <a:rPr lang="en-US" sz="2000" dirty="0" err="1"/>
              <a:t>Stream.ofNullable</a:t>
            </a:r>
            <a:r>
              <a:rPr lang="en-US" sz="2000" dirty="0"/>
              <a:t>() method, allowing null elements to be included directly in a stream. This avoids the need for explicit null checks. It provides a convenient way to create a stream from a single element, including null elements. This method simplifies the process of handling nullable values within streams, avoiding the need for explicit null checks. It offers developers to work with null elements more efficiently.</a:t>
            </a:r>
          </a:p>
          <a:p>
            <a:r>
              <a:rPr lang="en-US" sz="2000" dirty="0"/>
              <a:t> public class </a:t>
            </a:r>
            <a:r>
              <a:rPr lang="en-US" sz="2000" dirty="0" err="1"/>
              <a:t>OfNullableExample</a:t>
            </a:r>
            <a:r>
              <a:rPr lang="en-US" sz="2000" dirty="0"/>
              <a:t> {</a:t>
            </a:r>
          </a:p>
          <a:p>
            <a:r>
              <a:rPr lang="en-US" sz="2000" dirty="0"/>
              <a:t>   public static void main(String[] </a:t>
            </a:r>
            <a:r>
              <a:rPr lang="en-US" sz="2000" dirty="0" err="1"/>
              <a:t>args</a:t>
            </a:r>
            <a:r>
              <a:rPr lang="en-US" sz="2000" dirty="0"/>
              <a:t>) {</a:t>
            </a:r>
          </a:p>
          <a:p>
            <a:r>
              <a:rPr lang="en-US" sz="2000" dirty="0"/>
              <a:t>       String name = "James";</a:t>
            </a:r>
          </a:p>
          <a:p>
            <a:r>
              <a:rPr lang="en-US" sz="2000" dirty="0"/>
              <a:t>       String </a:t>
            </a:r>
            <a:r>
              <a:rPr lang="en-US" sz="2000" dirty="0" err="1"/>
              <a:t>nullName</a:t>
            </a:r>
            <a:r>
              <a:rPr lang="en-US" sz="2000" dirty="0"/>
              <a:t> = null;</a:t>
            </a:r>
          </a:p>
          <a:p>
            <a:endParaRPr lang="en-US" sz="2000" dirty="0"/>
          </a:p>
          <a:p>
            <a:r>
              <a:rPr lang="en-US" sz="2000" dirty="0"/>
              <a:t>       Stream&lt;String&gt; </a:t>
            </a:r>
            <a:r>
              <a:rPr lang="en-US" sz="2000" dirty="0" err="1"/>
              <a:t>nameStream</a:t>
            </a:r>
            <a:r>
              <a:rPr lang="en-US" sz="2000" dirty="0"/>
              <a:t> = </a:t>
            </a:r>
            <a:r>
              <a:rPr lang="en-US" sz="2000" dirty="0" err="1"/>
              <a:t>Stream.ofNullable</a:t>
            </a:r>
            <a:r>
              <a:rPr lang="en-US" sz="2000" dirty="0"/>
              <a:t>(name);</a:t>
            </a:r>
          </a:p>
          <a:p>
            <a:r>
              <a:rPr lang="en-US" sz="2000" dirty="0"/>
              <a:t>       Stream&lt;String&gt; </a:t>
            </a:r>
            <a:r>
              <a:rPr lang="en-US" sz="2000" dirty="0" err="1"/>
              <a:t>nullNameStream</a:t>
            </a:r>
            <a:r>
              <a:rPr lang="en-US" sz="2000" dirty="0"/>
              <a:t> = </a:t>
            </a:r>
            <a:r>
              <a:rPr lang="en-US" sz="2000" dirty="0" err="1"/>
              <a:t>Stream.ofNullable</a:t>
            </a:r>
            <a:r>
              <a:rPr lang="en-US" sz="2000" dirty="0"/>
              <a:t>(</a:t>
            </a:r>
            <a:r>
              <a:rPr lang="en-US" sz="2000" dirty="0" err="1"/>
              <a:t>nullName</a:t>
            </a:r>
            <a:r>
              <a:rPr lang="en-US" sz="2000" dirty="0"/>
              <a:t>);</a:t>
            </a:r>
          </a:p>
          <a:p>
            <a:endParaRPr lang="en-US" sz="2000" dirty="0"/>
          </a:p>
          <a:p>
            <a:r>
              <a:rPr lang="en-US" sz="2000" dirty="0"/>
              <a:t>       </a:t>
            </a:r>
            <a:r>
              <a:rPr lang="en-US" sz="2000" dirty="0" err="1"/>
              <a:t>System.out.println</a:t>
            </a:r>
            <a:r>
              <a:rPr lang="en-US" sz="2000" dirty="0"/>
              <a:t>(</a:t>
            </a:r>
            <a:r>
              <a:rPr lang="en-US" sz="2000" dirty="0" err="1"/>
              <a:t>nameStream.count</a:t>
            </a:r>
            <a:r>
              <a:rPr lang="en-US" sz="2000" dirty="0"/>
              <a:t>()); // Output: 1 (one element)</a:t>
            </a:r>
          </a:p>
          <a:p>
            <a:r>
              <a:rPr lang="en-US" sz="2000" dirty="0"/>
              <a:t>       </a:t>
            </a:r>
            <a:r>
              <a:rPr lang="en-US" sz="2000" dirty="0" err="1"/>
              <a:t>System.out.println</a:t>
            </a:r>
            <a:r>
              <a:rPr lang="en-US" sz="2000" dirty="0"/>
              <a:t>(</a:t>
            </a:r>
            <a:r>
              <a:rPr lang="en-US" sz="2000" dirty="0" err="1"/>
              <a:t>nullNameStream.count</a:t>
            </a:r>
            <a:r>
              <a:rPr lang="en-US" sz="2000" dirty="0"/>
              <a:t>()); // Output: 0 (No element, stream is empty)</a:t>
            </a:r>
          </a:p>
          <a:p>
            <a:r>
              <a:rPr lang="en-US" sz="2000" dirty="0"/>
              <a:t>   }</a:t>
            </a:r>
          </a:p>
          <a:p>
            <a:r>
              <a:rPr lang="en-US" sz="2000" dirty="0"/>
              <a:t>}</a:t>
            </a:r>
            <a:endParaRPr lang="en-IN" sz="2000" dirty="0"/>
          </a:p>
        </p:txBody>
      </p:sp>
    </p:spTree>
    <p:extLst>
      <p:ext uri="{BB962C8B-B14F-4D97-AF65-F5344CB8AC3E}">
        <p14:creationId xmlns:p14="http://schemas.microsoft.com/office/powerpoint/2010/main" val="233644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B0A7A-E628-9CAD-98C7-A3114B78D3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9AB16E4-D507-00F0-171A-61283D6ACBBE}"/>
              </a:ext>
            </a:extLst>
          </p:cNvPr>
          <p:cNvSpPr>
            <a:spLocks noGrp="1"/>
          </p:cNvSpPr>
          <p:nvPr>
            <p:ph type="title"/>
          </p:nvPr>
        </p:nvSpPr>
        <p:spPr>
          <a:xfrm>
            <a:off x="838200" y="365125"/>
            <a:ext cx="10515600" cy="577267"/>
          </a:xfrm>
        </p:spPr>
        <p:txBody>
          <a:bodyPr>
            <a:normAutofit fontScale="90000"/>
          </a:bodyPr>
          <a:lstStyle/>
          <a:p>
            <a:r>
              <a:rPr lang="en-IN" b="1" dirty="0"/>
              <a:t>Garbage collector improvements </a:t>
            </a:r>
          </a:p>
        </p:txBody>
      </p:sp>
      <p:sp>
        <p:nvSpPr>
          <p:cNvPr id="3" name="TextBox 2">
            <a:extLst>
              <a:ext uri="{FF2B5EF4-FFF2-40B4-BE49-F238E27FC236}">
                <a16:creationId xmlns:a16="http://schemas.microsoft.com/office/drawing/2014/main" id="{CCB6DD0F-41A8-1423-6B79-9DFAB658F42B}"/>
              </a:ext>
            </a:extLst>
          </p:cNvPr>
          <p:cNvSpPr txBox="1"/>
          <p:nvPr/>
        </p:nvSpPr>
        <p:spPr>
          <a:xfrm>
            <a:off x="265922" y="1178777"/>
            <a:ext cx="11660155" cy="1815882"/>
          </a:xfrm>
          <a:prstGeom prst="rect">
            <a:avLst/>
          </a:prstGeom>
          <a:noFill/>
        </p:spPr>
        <p:txBody>
          <a:bodyPr wrap="square">
            <a:spAutoFit/>
          </a:bodyPr>
          <a:lstStyle/>
          <a:p>
            <a:r>
              <a:rPr lang="en-US" sz="2800" b="0" i="0" dirty="0">
                <a:solidFill>
                  <a:srgbClr val="202124"/>
                </a:solidFill>
                <a:effectLst/>
                <a:latin typeface="Google Sans"/>
              </a:rPr>
              <a:t>The “Garbage-first” garbage collector, used by default from Java 9, works mainly with application threads (like the CMS) but it </a:t>
            </a:r>
            <a:r>
              <a:rPr lang="en-US" sz="2800" b="0" i="0" dirty="0">
                <a:solidFill>
                  <a:srgbClr val="040C28"/>
                </a:solidFill>
                <a:effectLst/>
                <a:latin typeface="Google Sans"/>
              </a:rPr>
              <a:t>allows to offer shorter and more predictable pause times</a:t>
            </a:r>
            <a:r>
              <a:rPr lang="en-US" sz="2800" b="0" i="0" dirty="0">
                <a:solidFill>
                  <a:srgbClr val="202124"/>
                </a:solidFill>
                <a:effectLst/>
                <a:latin typeface="Google Sans"/>
              </a:rPr>
              <a:t>. Indeed, instead of dividing the heap into 2 large regions, it divides it into small lots of equal size.</a:t>
            </a:r>
            <a:endParaRPr lang="en-IN" sz="2800" dirty="0"/>
          </a:p>
        </p:txBody>
      </p:sp>
    </p:spTree>
    <p:extLst>
      <p:ext uri="{BB962C8B-B14F-4D97-AF65-F5344CB8AC3E}">
        <p14:creationId xmlns:p14="http://schemas.microsoft.com/office/powerpoint/2010/main" val="721683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1847</Words>
  <Application>Microsoft Office PowerPoint</Application>
  <PresentationFormat>Widescreen</PresentationFormat>
  <Paragraphs>111</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-apple-system</vt:lpstr>
      <vt:lpstr>Arial</vt:lpstr>
      <vt:lpstr>Calibri</vt:lpstr>
      <vt:lpstr>Calibri Light</vt:lpstr>
      <vt:lpstr>Courier New</vt:lpstr>
      <vt:lpstr>Google Sans</vt:lpstr>
      <vt:lpstr>Montserrat</vt:lpstr>
      <vt:lpstr>ui-monospace</vt:lpstr>
      <vt:lpstr>Office Theme</vt:lpstr>
      <vt:lpstr>PowerPoint Presentation</vt:lpstr>
      <vt:lpstr>Factory Methods for Immutable List, Set, Map and Map.Entry</vt:lpstr>
      <vt:lpstr>PowerPoint Presentation</vt:lpstr>
      <vt:lpstr>PowerPoint Presentation</vt:lpstr>
      <vt:lpstr>private methods in interface</vt:lpstr>
      <vt:lpstr>private methods in interface</vt:lpstr>
      <vt:lpstr>try with resources improvement</vt:lpstr>
      <vt:lpstr>optional class improvements </vt:lpstr>
      <vt:lpstr>stream api improvements </vt:lpstr>
      <vt:lpstr>stream api improvements </vt:lpstr>
      <vt:lpstr>stream api improvements </vt:lpstr>
      <vt:lpstr>stream api improvements </vt:lpstr>
      <vt:lpstr>Garbage collector improvements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2024-03-07T05:42:49Z</dcterms:created>
  <dcterms:modified xsi:type="dcterms:W3CDTF">2024-03-07T06:23:44Z</dcterms:modified>
</cp:coreProperties>
</file>