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C7268-EB2C-4A23-9691-1BD7060D3AD3}" v="21" dt="2024-03-07T11:11:26.8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ECDC7268-EB2C-4A23-9691-1BD7060D3AD3}"/>
    <pc:docChg chg="undo custSel addSld modSld">
      <pc:chgData name="Arun Sunar" userId="3fa9774ca67c7ab5" providerId="LiveId" clId="{ECDC7268-EB2C-4A23-9691-1BD7060D3AD3}" dt="2024-03-07T11:15:57.425" v="151"/>
      <pc:docMkLst>
        <pc:docMk/>
      </pc:docMkLst>
      <pc:sldChg chg="addSp delSp modSp new mod">
        <pc:chgData name="Arun Sunar" userId="3fa9774ca67c7ab5" providerId="LiveId" clId="{ECDC7268-EB2C-4A23-9691-1BD7060D3AD3}" dt="2024-03-07T10:53:10.552" v="23" actId="1076"/>
        <pc:sldMkLst>
          <pc:docMk/>
          <pc:sldMk cId="731896005" sldId="257"/>
        </pc:sldMkLst>
        <pc:spChg chg="del">
          <ac:chgData name="Arun Sunar" userId="3fa9774ca67c7ab5" providerId="LiveId" clId="{ECDC7268-EB2C-4A23-9691-1BD7060D3AD3}" dt="2024-03-07T10:40:19.252" v="1" actId="478"/>
          <ac:spMkLst>
            <pc:docMk/>
            <pc:sldMk cId="731896005" sldId="257"/>
            <ac:spMk id="2" creationId="{396EDECC-1659-1F29-9BB7-484461ADA705}"/>
          </ac:spMkLst>
        </pc:spChg>
        <pc:spChg chg="del">
          <ac:chgData name="Arun Sunar" userId="3fa9774ca67c7ab5" providerId="LiveId" clId="{ECDC7268-EB2C-4A23-9691-1BD7060D3AD3}" dt="2024-03-07T10:40:20.566" v="2" actId="478"/>
          <ac:spMkLst>
            <pc:docMk/>
            <pc:sldMk cId="731896005" sldId="257"/>
            <ac:spMk id="3" creationId="{6899B8CE-4A73-82B6-AA4D-111FA137B8B3}"/>
          </ac:spMkLst>
        </pc:spChg>
        <pc:spChg chg="add mod">
          <ac:chgData name="Arun Sunar" userId="3fa9774ca67c7ab5" providerId="LiveId" clId="{ECDC7268-EB2C-4A23-9691-1BD7060D3AD3}" dt="2024-03-07T10:40:50.431" v="8" actId="255"/>
          <ac:spMkLst>
            <pc:docMk/>
            <pc:sldMk cId="731896005" sldId="257"/>
            <ac:spMk id="5" creationId="{55BBE424-7681-363A-A312-F08B116DBED5}"/>
          </ac:spMkLst>
        </pc:spChg>
        <pc:spChg chg="add mod">
          <ac:chgData name="Arun Sunar" userId="3fa9774ca67c7ab5" providerId="LiveId" clId="{ECDC7268-EB2C-4A23-9691-1BD7060D3AD3}" dt="2024-03-07T10:53:10.552" v="23" actId="1076"/>
          <ac:spMkLst>
            <pc:docMk/>
            <pc:sldMk cId="731896005" sldId="257"/>
            <ac:spMk id="6" creationId="{BDBF4497-74E5-5821-C615-BFCE61434844}"/>
          </ac:spMkLst>
        </pc:spChg>
        <pc:spChg chg="add">
          <ac:chgData name="Arun Sunar" userId="3fa9774ca67c7ab5" providerId="LiveId" clId="{ECDC7268-EB2C-4A23-9691-1BD7060D3AD3}" dt="2024-03-07T10:50:28.336" v="15"/>
          <ac:spMkLst>
            <pc:docMk/>
            <pc:sldMk cId="731896005" sldId="257"/>
            <ac:spMk id="7" creationId="{14DE488D-D3AC-996F-6859-78DB84A7EB5C}"/>
          </ac:spMkLst>
        </pc:spChg>
        <pc:spChg chg="add">
          <ac:chgData name="Arun Sunar" userId="3fa9774ca67c7ab5" providerId="LiveId" clId="{ECDC7268-EB2C-4A23-9691-1BD7060D3AD3}" dt="2024-03-07T10:51:25.551" v="18"/>
          <ac:spMkLst>
            <pc:docMk/>
            <pc:sldMk cId="731896005" sldId="257"/>
            <ac:spMk id="8" creationId="{7BAFF16A-6847-D5D3-81A8-7F84A2C8D216}"/>
          </ac:spMkLst>
        </pc:spChg>
      </pc:sldChg>
      <pc:sldChg chg="addSp delSp modSp add mod">
        <pc:chgData name="Arun Sunar" userId="3fa9774ca67c7ab5" providerId="LiveId" clId="{ECDC7268-EB2C-4A23-9691-1BD7060D3AD3}" dt="2024-03-07T10:54:15.764" v="36" actId="255"/>
        <pc:sldMkLst>
          <pc:docMk/>
          <pc:sldMk cId="616248232" sldId="258"/>
        </pc:sldMkLst>
        <pc:spChg chg="add mod">
          <ac:chgData name="Arun Sunar" userId="3fa9774ca67c7ab5" providerId="LiveId" clId="{ECDC7268-EB2C-4A23-9691-1BD7060D3AD3}" dt="2024-03-07T10:54:15.764" v="36" actId="255"/>
          <ac:spMkLst>
            <pc:docMk/>
            <pc:sldMk cId="616248232" sldId="258"/>
            <ac:spMk id="3" creationId="{85282C30-AD7C-121A-32D3-173BA60E41E3}"/>
          </ac:spMkLst>
        </pc:spChg>
        <pc:spChg chg="mod">
          <ac:chgData name="Arun Sunar" userId="3fa9774ca67c7ab5" providerId="LiveId" clId="{ECDC7268-EB2C-4A23-9691-1BD7060D3AD3}" dt="2024-03-07T10:53:33.429" v="31" actId="20577"/>
          <ac:spMkLst>
            <pc:docMk/>
            <pc:sldMk cId="616248232" sldId="258"/>
            <ac:spMk id="5" creationId="{61437799-2D84-D4A9-56A4-8D6243C61581}"/>
          </ac:spMkLst>
        </pc:spChg>
        <pc:spChg chg="del mod">
          <ac:chgData name="Arun Sunar" userId="3fa9774ca67c7ab5" providerId="LiveId" clId="{ECDC7268-EB2C-4A23-9691-1BD7060D3AD3}" dt="2024-03-07T10:53:18.828" v="25" actId="478"/>
          <ac:spMkLst>
            <pc:docMk/>
            <pc:sldMk cId="616248232" sldId="258"/>
            <ac:spMk id="6" creationId="{13773958-D6DE-1DB4-B830-85CF0507D9A2}"/>
          </ac:spMkLst>
        </pc:spChg>
      </pc:sldChg>
      <pc:sldChg chg="addSp modSp add mod">
        <pc:chgData name="Arun Sunar" userId="3fa9774ca67c7ab5" providerId="LiveId" clId="{ECDC7268-EB2C-4A23-9691-1BD7060D3AD3}" dt="2024-03-07T10:55:37.474" v="56"/>
        <pc:sldMkLst>
          <pc:docMk/>
          <pc:sldMk cId="3385738071" sldId="259"/>
        </pc:sldMkLst>
        <pc:spChg chg="add mod">
          <ac:chgData name="Arun Sunar" userId="3fa9774ca67c7ab5" providerId="LiveId" clId="{ECDC7268-EB2C-4A23-9691-1BD7060D3AD3}" dt="2024-03-07T10:54:59.093" v="50" actId="1076"/>
          <ac:spMkLst>
            <pc:docMk/>
            <pc:sldMk cId="3385738071" sldId="259"/>
            <ac:spMk id="2" creationId="{B8C6F185-713A-8A57-7BB6-7CA8582D600A}"/>
          </ac:spMkLst>
        </pc:spChg>
        <pc:spChg chg="mod">
          <ac:chgData name="Arun Sunar" userId="3fa9774ca67c7ab5" providerId="LiveId" clId="{ECDC7268-EB2C-4A23-9691-1BD7060D3AD3}" dt="2024-03-07T10:55:37.474" v="56"/>
          <ac:spMkLst>
            <pc:docMk/>
            <pc:sldMk cId="3385738071" sldId="259"/>
            <ac:spMk id="3" creationId="{627E9EAA-F40C-00D1-C08F-890D93CCDBD9}"/>
          </ac:spMkLst>
        </pc:spChg>
        <pc:spChg chg="mod">
          <ac:chgData name="Arun Sunar" userId="3fa9774ca67c7ab5" providerId="LiveId" clId="{ECDC7268-EB2C-4A23-9691-1BD7060D3AD3}" dt="2024-03-07T10:54:32.119" v="44" actId="20577"/>
          <ac:spMkLst>
            <pc:docMk/>
            <pc:sldMk cId="3385738071" sldId="259"/>
            <ac:spMk id="5" creationId="{F58EF421-8FF7-08E6-E660-D16BBBEB73BB}"/>
          </ac:spMkLst>
        </pc:spChg>
      </pc:sldChg>
      <pc:sldChg chg="modSp add mod">
        <pc:chgData name="Arun Sunar" userId="3fa9774ca67c7ab5" providerId="LiveId" clId="{ECDC7268-EB2C-4A23-9691-1BD7060D3AD3}" dt="2024-03-07T10:57:09.562" v="68" actId="1076"/>
        <pc:sldMkLst>
          <pc:docMk/>
          <pc:sldMk cId="417187846" sldId="260"/>
        </pc:sldMkLst>
        <pc:spChg chg="mod">
          <ac:chgData name="Arun Sunar" userId="3fa9774ca67c7ab5" providerId="LiveId" clId="{ECDC7268-EB2C-4A23-9691-1BD7060D3AD3}" dt="2024-03-07T10:57:09.562" v="68" actId="1076"/>
          <ac:spMkLst>
            <pc:docMk/>
            <pc:sldMk cId="417187846" sldId="260"/>
            <ac:spMk id="3" creationId="{9320893F-9C01-5DE4-6668-C37524442BEE}"/>
          </ac:spMkLst>
        </pc:spChg>
      </pc:sldChg>
      <pc:sldChg chg="addSp modSp add mod">
        <pc:chgData name="Arun Sunar" userId="3fa9774ca67c7ab5" providerId="LiveId" clId="{ECDC7268-EB2C-4A23-9691-1BD7060D3AD3}" dt="2024-03-07T10:59:33.293" v="82" actId="255"/>
        <pc:sldMkLst>
          <pc:docMk/>
          <pc:sldMk cId="3893779762" sldId="261"/>
        </pc:sldMkLst>
        <pc:spChg chg="add">
          <ac:chgData name="Arun Sunar" userId="3fa9774ca67c7ab5" providerId="LiveId" clId="{ECDC7268-EB2C-4A23-9691-1BD7060D3AD3}" dt="2024-03-07T10:57:29.455" v="71"/>
          <ac:spMkLst>
            <pc:docMk/>
            <pc:sldMk cId="3893779762" sldId="261"/>
            <ac:spMk id="2" creationId="{640C04A4-F2FD-EC5E-9114-48D85E548570}"/>
          </ac:spMkLst>
        </pc:spChg>
        <pc:spChg chg="mod">
          <ac:chgData name="Arun Sunar" userId="3fa9774ca67c7ab5" providerId="LiveId" clId="{ECDC7268-EB2C-4A23-9691-1BD7060D3AD3}" dt="2024-03-07T10:59:33.293" v="82" actId="255"/>
          <ac:spMkLst>
            <pc:docMk/>
            <pc:sldMk cId="3893779762" sldId="261"/>
            <ac:spMk id="3" creationId="{103E5ED3-F530-412E-14B7-750A1071E8F4}"/>
          </ac:spMkLst>
        </pc:spChg>
      </pc:sldChg>
      <pc:sldChg chg="modSp add mod">
        <pc:chgData name="Arun Sunar" userId="3fa9774ca67c7ab5" providerId="LiveId" clId="{ECDC7268-EB2C-4A23-9691-1BD7060D3AD3}" dt="2024-03-07T11:00:56.149" v="91"/>
        <pc:sldMkLst>
          <pc:docMk/>
          <pc:sldMk cId="3485900916" sldId="262"/>
        </pc:sldMkLst>
        <pc:spChg chg="mod">
          <ac:chgData name="Arun Sunar" userId="3fa9774ca67c7ab5" providerId="LiveId" clId="{ECDC7268-EB2C-4A23-9691-1BD7060D3AD3}" dt="2024-03-07T11:00:56.149" v="91"/>
          <ac:spMkLst>
            <pc:docMk/>
            <pc:sldMk cId="3485900916" sldId="262"/>
            <ac:spMk id="3" creationId="{640CE8A5-0DA2-E4A9-800E-B5E36458A149}"/>
          </ac:spMkLst>
        </pc:spChg>
      </pc:sldChg>
      <pc:sldChg chg="modSp add mod">
        <pc:chgData name="Arun Sunar" userId="3fa9774ca67c7ab5" providerId="LiveId" clId="{ECDC7268-EB2C-4A23-9691-1BD7060D3AD3}" dt="2024-03-07T11:04:14.012" v="114" actId="113"/>
        <pc:sldMkLst>
          <pc:docMk/>
          <pc:sldMk cId="1560074524" sldId="263"/>
        </pc:sldMkLst>
        <pc:spChg chg="mod">
          <ac:chgData name="Arun Sunar" userId="3fa9774ca67c7ab5" providerId="LiveId" clId="{ECDC7268-EB2C-4A23-9691-1BD7060D3AD3}" dt="2024-03-07T11:04:14.012" v="114" actId="113"/>
          <ac:spMkLst>
            <pc:docMk/>
            <pc:sldMk cId="1560074524" sldId="263"/>
            <ac:spMk id="3" creationId="{5F0A5C1B-46F8-3CF2-2E0C-39E67EF3D6CE}"/>
          </ac:spMkLst>
        </pc:spChg>
        <pc:spChg chg="mod">
          <ac:chgData name="Arun Sunar" userId="3fa9774ca67c7ab5" providerId="LiveId" clId="{ECDC7268-EB2C-4A23-9691-1BD7060D3AD3}" dt="2024-03-07T11:02:55.436" v="101" actId="20577"/>
          <ac:spMkLst>
            <pc:docMk/>
            <pc:sldMk cId="1560074524" sldId="263"/>
            <ac:spMk id="5" creationId="{E8248705-FD48-B1DB-156A-1587B25BF3B7}"/>
          </ac:spMkLst>
        </pc:spChg>
      </pc:sldChg>
      <pc:sldChg chg="addSp modSp add mod">
        <pc:chgData name="Arun Sunar" userId="3fa9774ca67c7ab5" providerId="LiveId" clId="{ECDC7268-EB2C-4A23-9691-1BD7060D3AD3}" dt="2024-03-07T11:12:45.243" v="137"/>
        <pc:sldMkLst>
          <pc:docMk/>
          <pc:sldMk cId="1445808887" sldId="264"/>
        </pc:sldMkLst>
        <pc:spChg chg="add">
          <ac:chgData name="Arun Sunar" userId="3fa9774ca67c7ab5" providerId="LiveId" clId="{ECDC7268-EB2C-4A23-9691-1BD7060D3AD3}" dt="2024-03-07T11:11:24.662" v="124"/>
          <ac:spMkLst>
            <pc:docMk/>
            <pc:sldMk cId="1445808887" sldId="264"/>
            <ac:spMk id="2" creationId="{406BC191-3FAC-9102-0E57-1199EAA2C335}"/>
          </ac:spMkLst>
        </pc:spChg>
        <pc:spChg chg="mod">
          <ac:chgData name="Arun Sunar" userId="3fa9774ca67c7ab5" providerId="LiveId" clId="{ECDC7268-EB2C-4A23-9691-1BD7060D3AD3}" dt="2024-03-07T11:12:45.243" v="137"/>
          <ac:spMkLst>
            <pc:docMk/>
            <pc:sldMk cId="1445808887" sldId="264"/>
            <ac:spMk id="3" creationId="{C2818F6E-922B-48B2-94D1-E15F0DF7DCE0}"/>
          </ac:spMkLst>
        </pc:spChg>
        <pc:spChg chg="mod">
          <ac:chgData name="Arun Sunar" userId="3fa9774ca67c7ab5" providerId="LiveId" clId="{ECDC7268-EB2C-4A23-9691-1BD7060D3AD3}" dt="2024-03-07T11:06:40.422" v="116"/>
          <ac:spMkLst>
            <pc:docMk/>
            <pc:sldMk cId="1445808887" sldId="264"/>
            <ac:spMk id="5" creationId="{B52B1934-3720-6B5E-1D73-D73A52A79043}"/>
          </ac:spMkLst>
        </pc:spChg>
      </pc:sldChg>
      <pc:sldChg chg="modSp add mod">
        <pc:chgData name="Arun Sunar" userId="3fa9774ca67c7ab5" providerId="LiveId" clId="{ECDC7268-EB2C-4A23-9691-1BD7060D3AD3}" dt="2024-03-07T11:14:10.984" v="143" actId="255"/>
        <pc:sldMkLst>
          <pc:docMk/>
          <pc:sldMk cId="3642002825" sldId="265"/>
        </pc:sldMkLst>
        <pc:spChg chg="mod">
          <ac:chgData name="Arun Sunar" userId="3fa9774ca67c7ab5" providerId="LiveId" clId="{ECDC7268-EB2C-4A23-9691-1BD7060D3AD3}" dt="2024-03-07T11:14:10.984" v="143" actId="255"/>
          <ac:spMkLst>
            <pc:docMk/>
            <pc:sldMk cId="3642002825" sldId="265"/>
            <ac:spMk id="3" creationId="{7CFC146A-923B-9BBA-AAEE-126EF8AF989E}"/>
          </ac:spMkLst>
        </pc:spChg>
        <pc:spChg chg="mod">
          <ac:chgData name="Arun Sunar" userId="3fa9774ca67c7ab5" providerId="LiveId" clId="{ECDC7268-EB2C-4A23-9691-1BD7060D3AD3}" dt="2024-03-07T11:13:46.865" v="141"/>
          <ac:spMkLst>
            <pc:docMk/>
            <pc:sldMk cId="3642002825" sldId="265"/>
            <ac:spMk id="5" creationId="{4DFCF0FB-5A06-9F27-B4F1-3760AFC6F7D7}"/>
          </ac:spMkLst>
        </pc:spChg>
      </pc:sldChg>
      <pc:sldChg chg="modSp add mod">
        <pc:chgData name="Arun Sunar" userId="3fa9774ca67c7ab5" providerId="LiveId" clId="{ECDC7268-EB2C-4A23-9691-1BD7060D3AD3}" dt="2024-03-07T11:15:57.425" v="151"/>
        <pc:sldMkLst>
          <pc:docMk/>
          <pc:sldMk cId="2804603391" sldId="266"/>
        </pc:sldMkLst>
        <pc:spChg chg="mod">
          <ac:chgData name="Arun Sunar" userId="3fa9774ca67c7ab5" providerId="LiveId" clId="{ECDC7268-EB2C-4A23-9691-1BD7060D3AD3}" dt="2024-03-07T11:15:57.425" v="151"/>
          <ac:spMkLst>
            <pc:docMk/>
            <pc:sldMk cId="2804603391" sldId="266"/>
            <ac:spMk id="3" creationId="{13EA6555-4C40-74EC-A409-7C684BC7765A}"/>
          </ac:spMkLst>
        </pc:spChg>
        <pc:spChg chg="mod">
          <ac:chgData name="Arun Sunar" userId="3fa9774ca67c7ab5" providerId="LiveId" clId="{ECDC7268-EB2C-4A23-9691-1BD7060D3AD3}" dt="2024-03-07T11:15:32.620" v="148" actId="1076"/>
          <ac:spMkLst>
            <pc:docMk/>
            <pc:sldMk cId="2804603391" sldId="266"/>
            <ac:spMk id="5" creationId="{3B62E1C9-CC13-91EF-6C96-8E4470E541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27D0-7C1F-F220-8926-72A0F259B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A5A537-D305-2E75-39DB-51857FF1C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C5D892-7910-8692-3905-5AF114FAFEBA}"/>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5" name="Footer Placeholder 4">
            <a:extLst>
              <a:ext uri="{FF2B5EF4-FFF2-40B4-BE49-F238E27FC236}">
                <a16:creationId xmlns:a16="http://schemas.microsoft.com/office/drawing/2014/main" id="{4D19D8E3-63A6-F536-DC90-CC7322E89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6A178C-18E3-79C7-52D6-F77F775CDB5B}"/>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456212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8E2F-6139-3F65-1E1F-1E1F2BD18C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773BB2-8356-990C-86F8-8505561F91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5DD576-AE80-B887-BF63-4047438F21D7}"/>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5" name="Footer Placeholder 4">
            <a:extLst>
              <a:ext uri="{FF2B5EF4-FFF2-40B4-BE49-F238E27FC236}">
                <a16:creationId xmlns:a16="http://schemas.microsoft.com/office/drawing/2014/main" id="{E16AA43B-C534-0B08-B1FD-EADA9CE451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D7762D-1BBD-995D-DEAD-32868F2708D8}"/>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886627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952DC-AA3D-D003-583E-EF2FB1A86C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BDA41E-A32F-7F95-D394-BF45E1D2FE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4CB81F-0995-871C-EDB8-AC12D37444FF}"/>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5" name="Footer Placeholder 4">
            <a:extLst>
              <a:ext uri="{FF2B5EF4-FFF2-40B4-BE49-F238E27FC236}">
                <a16:creationId xmlns:a16="http://schemas.microsoft.com/office/drawing/2014/main" id="{C97D5C00-A48B-3749-01BF-EC8B122460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ADC756-A260-D243-3216-9F504512A5E9}"/>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793194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634E-137F-39C9-0805-E83FAA535A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72B31E-C273-1B56-24F1-132D156116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EC6955-FAD6-FC6B-F4C6-5B25712446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9B9D88-0057-9078-5FDB-8B33B9B35471}"/>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6" name="Footer Placeholder 5">
            <a:extLst>
              <a:ext uri="{FF2B5EF4-FFF2-40B4-BE49-F238E27FC236}">
                <a16:creationId xmlns:a16="http://schemas.microsoft.com/office/drawing/2014/main" id="{13207DC1-C1FA-AB61-5C81-2D362A0319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E59CC2-CF2A-0385-8163-34DEF9F5C03A}"/>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078803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54D3-68E5-5191-8BA2-72C5C3B5F7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4EC63F-D42E-6ECD-6416-122174831A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AE82BB-59E5-40F5-019D-889750120E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86EA22-B068-38A2-4327-34B82CB071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DC9AC1-CC8F-70C2-56B3-FC9D7CCA38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4E55E9-11B6-EA45-AE60-87BDEAAE19F8}"/>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8" name="Footer Placeholder 7">
            <a:extLst>
              <a:ext uri="{FF2B5EF4-FFF2-40B4-BE49-F238E27FC236}">
                <a16:creationId xmlns:a16="http://schemas.microsoft.com/office/drawing/2014/main" id="{F9BBB077-866A-2BA6-2BD6-0558DF5FF6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7F0F57-997B-B764-D2B3-634D9D4B685A}"/>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4258508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73206-550C-AE15-8D37-7A10974FEC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602050-95FB-6274-88B6-38499224FE86}"/>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4" name="Footer Placeholder 3">
            <a:extLst>
              <a:ext uri="{FF2B5EF4-FFF2-40B4-BE49-F238E27FC236}">
                <a16:creationId xmlns:a16="http://schemas.microsoft.com/office/drawing/2014/main" id="{8BA199C1-5047-900E-A878-F04B2784CB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FD7FAC-6523-F38C-7BEE-9380FFC825D9}"/>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3961146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D5B658-A7A1-C772-F926-1A88EE9B1777}"/>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3" name="Footer Placeholder 2">
            <a:extLst>
              <a:ext uri="{FF2B5EF4-FFF2-40B4-BE49-F238E27FC236}">
                <a16:creationId xmlns:a16="http://schemas.microsoft.com/office/drawing/2014/main" id="{4C358002-DB37-DE99-A22A-EF110DA89C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196DD5-3A6E-0265-CC30-4F8B3E5B0EC5}"/>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67819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31CD-8BA5-EF74-A2FB-3D8DD00AB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C5FEF1-686A-5C42-7777-24B85D1027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2F03B9-E776-747A-326C-035043A3EB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47D1F-DA46-01AC-15A3-2121448B23DD}"/>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6" name="Footer Placeholder 5">
            <a:extLst>
              <a:ext uri="{FF2B5EF4-FFF2-40B4-BE49-F238E27FC236}">
                <a16:creationId xmlns:a16="http://schemas.microsoft.com/office/drawing/2014/main" id="{F035C17C-424E-007D-AB15-6BAACA766F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12B8EC-C43C-2FF5-D4D6-356864183A5E}"/>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1802250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BFEC-1DA9-B05F-AA2E-186A17AC9F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D7B9AD-6E0E-6860-A1FF-DBC32B9349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E2E615-5A75-E6A4-4805-916DA8374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84B280-AA04-D8DA-9121-7089F8C893D6}"/>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6" name="Footer Placeholder 5">
            <a:extLst>
              <a:ext uri="{FF2B5EF4-FFF2-40B4-BE49-F238E27FC236}">
                <a16:creationId xmlns:a16="http://schemas.microsoft.com/office/drawing/2014/main" id="{2B371964-9636-17C4-F25C-DBCD63E0CA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F08EE9-4172-E5AC-4165-D76E8807A2C6}"/>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1295781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866D-CFAF-D5AA-40DC-0EB7F61CFF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8C8E1D-7AA8-7EBB-D930-6D8AC3C050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5A3266-35A3-CB27-4160-E06DC06FE4F2}"/>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5" name="Footer Placeholder 4">
            <a:extLst>
              <a:ext uri="{FF2B5EF4-FFF2-40B4-BE49-F238E27FC236}">
                <a16:creationId xmlns:a16="http://schemas.microsoft.com/office/drawing/2014/main" id="{73EF1011-778C-5594-73E0-3847195CEB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BB2E4-121C-D507-1E5F-04611C88653A}"/>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649707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2BB681-BB0B-699B-6801-4A76C2E109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400596-9876-9D75-B3FB-20395EB2FA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57898F-E3E2-A8E9-8B02-1A018E72DD17}"/>
              </a:ext>
            </a:extLst>
          </p:cNvPr>
          <p:cNvSpPr>
            <a:spLocks noGrp="1"/>
          </p:cNvSpPr>
          <p:nvPr>
            <p:ph type="dt" sz="half" idx="10"/>
          </p:nvPr>
        </p:nvSpPr>
        <p:spPr/>
        <p:txBody>
          <a:bodyPr/>
          <a:lstStyle/>
          <a:p>
            <a:fld id="{F57F8CD4-64A2-4901-9FA0-4848C4A0D7CD}" type="datetimeFigureOut">
              <a:rPr lang="en-IN" smtClean="0"/>
              <a:t>07-03-2024</a:t>
            </a:fld>
            <a:endParaRPr lang="en-IN"/>
          </a:p>
        </p:txBody>
      </p:sp>
      <p:sp>
        <p:nvSpPr>
          <p:cNvPr id="5" name="Footer Placeholder 4">
            <a:extLst>
              <a:ext uri="{FF2B5EF4-FFF2-40B4-BE49-F238E27FC236}">
                <a16:creationId xmlns:a16="http://schemas.microsoft.com/office/drawing/2014/main" id="{360FABA4-F547-49CD-61DC-C0C7E75990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34BABA-96F9-262B-58D9-9FE714300438}"/>
              </a:ext>
            </a:extLst>
          </p:cNvPr>
          <p:cNvSpPr>
            <a:spLocks noGrp="1"/>
          </p:cNvSpPr>
          <p:nvPr>
            <p:ph type="sldNum" sz="quarter" idx="12"/>
          </p:nvPr>
        </p:nvSpPr>
        <p:spPr/>
        <p:txBody>
          <a:bodyPr/>
          <a:lstStyle/>
          <a:p>
            <a:fld id="{F3C0C24C-A081-48C8-8D19-28C3F936766B}" type="slidenum">
              <a:rPr lang="en-IN" smtClean="0"/>
              <a:t>‹#›</a:t>
            </a:fld>
            <a:endParaRPr lang="en-IN"/>
          </a:p>
        </p:txBody>
      </p:sp>
    </p:spTree>
    <p:extLst>
      <p:ext uri="{BB962C8B-B14F-4D97-AF65-F5344CB8AC3E}">
        <p14:creationId xmlns:p14="http://schemas.microsoft.com/office/powerpoint/2010/main" val="2187102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105DB7-5466-DF55-AF11-C97B46AD86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7D5C7-6542-178A-3A9B-454ECB75E3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311423-8C68-56BA-F8C0-0E8A2AE5E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7F8CD4-64A2-4901-9FA0-4848C4A0D7CD}" type="datetimeFigureOut">
              <a:rPr lang="en-IN" smtClean="0"/>
              <a:t>07-03-2024</a:t>
            </a:fld>
            <a:endParaRPr lang="en-IN"/>
          </a:p>
        </p:txBody>
      </p:sp>
      <p:sp>
        <p:nvSpPr>
          <p:cNvPr id="5" name="Footer Placeholder 4">
            <a:extLst>
              <a:ext uri="{FF2B5EF4-FFF2-40B4-BE49-F238E27FC236}">
                <a16:creationId xmlns:a16="http://schemas.microsoft.com/office/drawing/2014/main" id="{81039914-06E8-41E8-9C26-1D78C2BCE9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FA40FEB-1684-B8E6-EB86-D5B182A360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C0C24C-A081-48C8-8D19-28C3F936766B}" type="slidenum">
              <a:rPr lang="en-IN" smtClean="0"/>
              <a:t>‹#›</a:t>
            </a:fld>
            <a:endParaRPr lang="en-IN"/>
          </a:p>
        </p:txBody>
      </p:sp>
    </p:spTree>
    <p:extLst>
      <p:ext uri="{BB962C8B-B14F-4D97-AF65-F5344CB8AC3E}">
        <p14:creationId xmlns:p14="http://schemas.microsoft.com/office/powerpoint/2010/main" val="3950185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oracle.com/javase/8/docs/api/java/util/Collections.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3CBBF3-54EE-1F96-1EDA-AA1533B7F8CB}"/>
              </a:ext>
            </a:extLst>
          </p:cNvPr>
          <p:cNvSpPr/>
          <p:nvPr/>
        </p:nvSpPr>
        <p:spPr>
          <a:xfrm>
            <a:off x="2181984" y="2967335"/>
            <a:ext cx="7828041" cy="1323439"/>
          </a:xfrm>
          <a:prstGeom prst="rect">
            <a:avLst/>
          </a:prstGeom>
          <a:noFill/>
        </p:spPr>
        <p:txBody>
          <a:bodyPr wrap="non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JAVA 10 FEATURES</a:t>
            </a:r>
          </a:p>
        </p:txBody>
      </p:sp>
    </p:spTree>
    <p:extLst>
      <p:ext uri="{BB962C8B-B14F-4D97-AF65-F5344CB8AC3E}">
        <p14:creationId xmlns:p14="http://schemas.microsoft.com/office/powerpoint/2010/main" val="125544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BBE424-7681-363A-A312-F08B116DBED5}"/>
              </a:ext>
            </a:extLst>
          </p:cNvPr>
          <p:cNvSpPr txBox="1"/>
          <p:nvPr/>
        </p:nvSpPr>
        <p:spPr>
          <a:xfrm>
            <a:off x="1163994" y="417158"/>
            <a:ext cx="8633149" cy="461665"/>
          </a:xfrm>
          <a:prstGeom prst="rect">
            <a:avLst/>
          </a:prstGeom>
          <a:noFill/>
        </p:spPr>
        <p:txBody>
          <a:bodyPr wrap="square">
            <a:spAutoFit/>
          </a:bodyPr>
          <a:lstStyle/>
          <a:p>
            <a:r>
              <a:rPr lang="en-IN" sz="2400" dirty="0"/>
              <a:t>local variable type inference java </a:t>
            </a:r>
          </a:p>
        </p:txBody>
      </p:sp>
      <p:sp>
        <p:nvSpPr>
          <p:cNvPr id="6" name="Rectangle 1">
            <a:extLst>
              <a:ext uri="{FF2B5EF4-FFF2-40B4-BE49-F238E27FC236}">
                <a16:creationId xmlns:a16="http://schemas.microsoft.com/office/drawing/2014/main" id="{BDBF4497-74E5-5821-C615-BFCE61434844}"/>
              </a:ext>
            </a:extLst>
          </p:cNvPr>
          <p:cNvSpPr>
            <a:spLocks noChangeArrowheads="1"/>
          </p:cNvSpPr>
          <p:nvPr/>
        </p:nvSpPr>
        <p:spPr bwMode="auto">
          <a:xfrm>
            <a:off x="307910" y="1303597"/>
            <a:ext cx="10972800"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12529"/>
                </a:solidFill>
                <a:effectLst/>
                <a:latin typeface="system-ui"/>
              </a:rPr>
              <a:t>Java added a new way to declare and initialize Java variables by using </a:t>
            </a:r>
            <a:r>
              <a:rPr kumimoji="0" lang="en-US" altLang="en-US" b="0" i="0" u="none" strike="noStrike" cap="none" normalizeH="0" baseline="0" dirty="0">
                <a:ln>
                  <a:noFill/>
                </a:ln>
                <a:solidFill>
                  <a:srgbClr val="D63384"/>
                </a:solidFill>
                <a:effectLst/>
                <a:latin typeface="var(--bs-font-monospace)"/>
              </a:rPr>
              <a:t>var </a:t>
            </a:r>
            <a:r>
              <a:rPr kumimoji="0" lang="en-US" altLang="en-US" b="0" i="0" u="none" strike="noStrike" cap="none" normalizeH="0" baseline="0" dirty="0">
                <a:ln>
                  <a:noFill/>
                </a:ln>
                <a:solidFill>
                  <a:srgbClr val="212529"/>
                </a:solidFill>
                <a:effectLst/>
                <a:latin typeface="system-ui"/>
              </a:rPr>
              <a:t>keyword. It 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12529"/>
                </a:solidFill>
                <a:effectLst/>
                <a:latin typeface="system-ui"/>
              </a:rPr>
              <a:t>educes the effort to specify the type during variable declaration. By using var, we don't need to use types such as </a:t>
            </a:r>
            <a:r>
              <a:rPr kumimoji="0" lang="en-US" altLang="en-US" b="0" i="0" u="none" strike="noStrike" cap="none" normalizeH="0" baseline="0" dirty="0">
                <a:ln>
                  <a:noFill/>
                </a:ln>
                <a:solidFill>
                  <a:srgbClr val="D63384"/>
                </a:solidFill>
                <a:effectLst/>
                <a:latin typeface="var(--bs-font-monospace)"/>
              </a:rPr>
              <a:t>int</a:t>
            </a:r>
            <a:r>
              <a:rPr kumimoji="0" lang="en-US" altLang="en-US" b="0" i="0" u="none" strike="noStrike" cap="none" normalizeH="0" baseline="0" dirty="0">
                <a:ln>
                  <a:noFill/>
                </a:ln>
                <a:solidFill>
                  <a:srgbClr val="212529"/>
                </a:solidFill>
                <a:effectLst/>
                <a:latin typeface="system-ui"/>
              </a:rPr>
              <a:t>, </a:t>
            </a:r>
            <a:r>
              <a:rPr kumimoji="0" lang="en-US" altLang="en-US" b="0" i="0" u="none" strike="noStrike" cap="none" normalizeH="0" baseline="0" dirty="0">
                <a:ln>
                  <a:noFill/>
                </a:ln>
                <a:solidFill>
                  <a:srgbClr val="D63384"/>
                </a:solidFill>
                <a:effectLst/>
                <a:latin typeface="var(--bs-font-monospace)"/>
              </a:rPr>
              <a:t>float</a:t>
            </a:r>
            <a:r>
              <a:rPr kumimoji="0" lang="en-US" altLang="en-US" b="0" i="0" u="none" strike="noStrike" cap="none" normalizeH="0" baseline="0" dirty="0">
                <a:ln>
                  <a:noFill/>
                </a:ln>
                <a:solidFill>
                  <a:srgbClr val="212529"/>
                </a:solidFill>
                <a:effectLst/>
                <a:latin typeface="system-ui"/>
              </a:rPr>
              <a:t>, etc. It automatically infers the type of the variable based on the assigned value.</a:t>
            </a:r>
            <a:r>
              <a:rPr kumimoji="0" lang="en-US" altLang="en-US" b="0" i="0" u="none" strike="noStrike" cap="none" normalizeH="0" baseline="0" dirty="0">
                <a:ln>
                  <a:noFill/>
                </a:ln>
                <a:solidFill>
                  <a:schemeClr val="tx1"/>
                </a:solidFill>
                <a:effectLst/>
              </a:rPr>
              <a:t> Map&lt;String, List&lt;String&gt;&gt; </a:t>
            </a:r>
            <a:r>
              <a:rPr kumimoji="0" lang="en-US" altLang="en-US" b="0" i="0" u="none" strike="noStrike" cap="none" normalizeH="0" baseline="0" dirty="0" err="1">
                <a:ln>
                  <a:noFill/>
                </a:ln>
                <a:solidFill>
                  <a:schemeClr val="tx1"/>
                </a:solidFill>
                <a:effectLst/>
              </a:rPr>
              <a:t>countryToCity</a:t>
            </a:r>
            <a:r>
              <a:rPr kumimoji="0" lang="en-US" altLang="en-US" b="0" i="0" u="none" strike="noStrike" cap="none" normalizeH="0" baseline="0" dirty="0">
                <a:ln>
                  <a:noFill/>
                </a:ln>
                <a:solidFill>
                  <a:schemeClr val="tx1"/>
                </a:solidFill>
                <a:effectLst/>
              </a:rPr>
              <a:t> = new HashMap&lt;&gt;();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for (</a:t>
            </a:r>
            <a:r>
              <a:rPr kumimoji="0" lang="en-US" altLang="en-US" b="0" i="0" u="none" strike="noStrike" cap="none" normalizeH="0" baseline="0" dirty="0" err="1">
                <a:ln>
                  <a:noFill/>
                </a:ln>
                <a:solidFill>
                  <a:schemeClr val="tx1"/>
                </a:solidFill>
                <a:effectLst/>
              </a:rPr>
              <a:t>Map.Entry</a:t>
            </a:r>
            <a:r>
              <a:rPr kumimoji="0" lang="en-US" altLang="en-US" b="0" i="0" u="none" strike="noStrike" cap="none" normalizeH="0" baseline="0" dirty="0">
                <a:ln>
                  <a:noFill/>
                </a:ln>
                <a:solidFill>
                  <a:schemeClr val="tx1"/>
                </a:solidFill>
                <a:effectLst/>
              </a:rPr>
              <a:t>&lt;String, List&lt;String&gt;&gt; </a:t>
            </a:r>
            <a:r>
              <a:rPr kumimoji="0" lang="en-US" altLang="en-US" b="0" i="0" u="none" strike="noStrike" cap="none" normalizeH="0" baseline="0" dirty="0" err="1">
                <a:ln>
                  <a:noFill/>
                </a:ln>
                <a:solidFill>
                  <a:schemeClr val="tx1"/>
                </a:solidFill>
                <a:effectLst/>
              </a:rPr>
              <a:t>citiesInCountry</a:t>
            </a:r>
            <a:r>
              <a:rPr kumimoji="0" lang="en-US" altLang="en-US" b="0" i="0" u="none" strike="noStrike" cap="none" normalizeH="0" baseline="0" dirty="0">
                <a:ln>
                  <a:noFill/>
                </a:ln>
                <a:solidFill>
                  <a:schemeClr val="tx1"/>
                </a:solidFill>
                <a:effectLst/>
              </a:rPr>
              <a:t> : </a:t>
            </a:r>
            <a:r>
              <a:rPr kumimoji="0" lang="en-US" altLang="en-US" b="0" i="0" u="none" strike="noStrike" cap="none" normalizeH="0" baseline="0" dirty="0" err="1">
                <a:ln>
                  <a:noFill/>
                </a:ln>
                <a:solidFill>
                  <a:schemeClr val="tx1"/>
                </a:solidFill>
                <a:effectLst/>
              </a:rPr>
              <a:t>countryToCity.entrySet</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List&lt;String&gt; cities = </a:t>
            </a:r>
            <a:r>
              <a:rPr kumimoji="0" lang="en-US" altLang="en-US" b="0" i="0" u="none" strike="noStrike" cap="none" normalizeH="0" baseline="0" dirty="0" err="1">
                <a:ln>
                  <a:noFill/>
                </a:ln>
                <a:solidFill>
                  <a:schemeClr val="tx1"/>
                </a:solidFill>
                <a:effectLst/>
              </a:rPr>
              <a:t>citiesInCountry.getValue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var </a:t>
            </a:r>
            <a:r>
              <a:rPr kumimoji="0" lang="en-US" altLang="en-US" b="0" i="0" u="none" strike="noStrike" cap="none" normalizeH="0" baseline="0" dirty="0" err="1">
                <a:ln>
                  <a:noFill/>
                </a:ln>
                <a:solidFill>
                  <a:schemeClr val="tx1"/>
                </a:solidFill>
                <a:effectLst/>
                <a:latin typeface="Arial" panose="020B0604020202020204" pitchFamily="34" charset="0"/>
              </a:rPr>
              <a:t>countryToCity</a:t>
            </a:r>
            <a:r>
              <a:rPr kumimoji="0" lang="en-US" altLang="en-US" b="0" i="0" u="none" strike="noStrike" cap="none" normalizeH="0" baseline="0" dirty="0">
                <a:ln>
                  <a:noFill/>
                </a:ln>
                <a:solidFill>
                  <a:schemeClr val="tx1"/>
                </a:solidFill>
                <a:effectLst/>
                <a:latin typeface="Arial" panose="020B0604020202020204" pitchFamily="34" charset="0"/>
              </a:rPr>
              <a:t> = new HashMap&lt;String, List&lt;String&gt;&gt;();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for (var </a:t>
            </a:r>
            <a:r>
              <a:rPr kumimoji="0" lang="en-US" altLang="en-US" b="0" i="0" u="none" strike="noStrike" cap="none" normalizeH="0" baseline="0" dirty="0" err="1">
                <a:ln>
                  <a:noFill/>
                </a:ln>
                <a:solidFill>
                  <a:schemeClr val="tx1"/>
                </a:solidFill>
                <a:effectLst/>
                <a:latin typeface="Arial" panose="020B0604020202020204" pitchFamily="34" charset="0"/>
              </a:rPr>
              <a:t>citiesInCountry</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countryToCity.entrySet</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var cities = </a:t>
            </a:r>
            <a:r>
              <a:rPr kumimoji="0" lang="en-US" altLang="en-US" b="0" i="0" u="none" strike="noStrike" cap="none" normalizeH="0" baseline="0" dirty="0" err="1">
                <a:ln>
                  <a:noFill/>
                </a:ln>
                <a:solidFill>
                  <a:schemeClr val="tx1"/>
                </a:solidFill>
                <a:effectLst/>
                <a:latin typeface="Arial" panose="020B0604020202020204" pitchFamily="34" charset="0"/>
              </a:rPr>
              <a:t>citiesInCountry.getValue</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1896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8FFB4-97C9-81E4-EBB1-6FEB06C35C6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1437799-2D84-D4A9-56A4-8D6243C61581}"/>
              </a:ext>
            </a:extLst>
          </p:cNvPr>
          <p:cNvSpPr txBox="1"/>
          <p:nvPr/>
        </p:nvSpPr>
        <p:spPr>
          <a:xfrm>
            <a:off x="846753" y="454481"/>
            <a:ext cx="8633149" cy="461665"/>
          </a:xfrm>
          <a:prstGeom prst="rect">
            <a:avLst/>
          </a:prstGeom>
          <a:noFill/>
        </p:spPr>
        <p:txBody>
          <a:bodyPr wrap="square">
            <a:spAutoFit/>
          </a:bodyPr>
          <a:lstStyle/>
          <a:p>
            <a:r>
              <a:rPr lang="en-IN" sz="2400" dirty="0"/>
              <a:t>local variable type inference java uses</a:t>
            </a:r>
          </a:p>
        </p:txBody>
      </p:sp>
      <p:sp>
        <p:nvSpPr>
          <p:cNvPr id="3" name="TextBox 2">
            <a:extLst>
              <a:ext uri="{FF2B5EF4-FFF2-40B4-BE49-F238E27FC236}">
                <a16:creationId xmlns:a16="http://schemas.microsoft.com/office/drawing/2014/main" id="{85282C30-AD7C-121A-32D3-173BA60E41E3}"/>
              </a:ext>
            </a:extLst>
          </p:cNvPr>
          <p:cNvSpPr txBox="1"/>
          <p:nvPr/>
        </p:nvSpPr>
        <p:spPr>
          <a:xfrm>
            <a:off x="482859" y="1376180"/>
            <a:ext cx="11367019" cy="2246769"/>
          </a:xfrm>
          <a:prstGeom prst="rect">
            <a:avLst/>
          </a:prstGeom>
          <a:noFill/>
        </p:spPr>
        <p:txBody>
          <a:bodyPr wrap="square">
            <a:spAutoFit/>
          </a:bodyPr>
          <a:lstStyle/>
          <a:p>
            <a:pPr algn="l"/>
            <a:r>
              <a:rPr lang="en-US" sz="2800" b="0" i="0" dirty="0">
                <a:solidFill>
                  <a:srgbClr val="001D35"/>
                </a:solidFill>
                <a:effectLst/>
                <a:latin typeface="Google Sans"/>
              </a:rPr>
              <a:t>Here are some tips for using local variable type inference effectively:</a:t>
            </a:r>
          </a:p>
          <a:p>
            <a:pPr algn="l">
              <a:buFont typeface="Arial" panose="020B0604020202020204" pitchFamily="34" charset="0"/>
              <a:buChar char="•"/>
            </a:pPr>
            <a:r>
              <a:rPr lang="en-US" sz="2800" b="0" i="0" dirty="0">
                <a:solidFill>
                  <a:srgbClr val="001D35"/>
                </a:solidFill>
                <a:effectLst/>
                <a:latin typeface="Google Sans"/>
              </a:rPr>
              <a:t>Use it for local variables that are only used in a small scope.</a:t>
            </a:r>
          </a:p>
          <a:p>
            <a:pPr algn="l">
              <a:buFont typeface="Arial" panose="020B0604020202020204" pitchFamily="34" charset="0"/>
              <a:buChar char="•"/>
            </a:pPr>
            <a:r>
              <a:rPr lang="en-US" sz="2800" b="0" i="0" dirty="0">
                <a:solidFill>
                  <a:srgbClr val="001D35"/>
                </a:solidFill>
                <a:effectLst/>
                <a:latin typeface="Google Sans"/>
              </a:rPr>
              <a:t>Use it for variables that have a clear type from the initializer.</a:t>
            </a:r>
          </a:p>
          <a:p>
            <a:pPr algn="l">
              <a:buFont typeface="Arial" panose="020B0604020202020204" pitchFamily="34" charset="0"/>
              <a:buChar char="•"/>
            </a:pPr>
            <a:r>
              <a:rPr lang="en-US" sz="2800" b="0" i="0" dirty="0">
                <a:solidFill>
                  <a:srgbClr val="001D35"/>
                </a:solidFill>
                <a:effectLst/>
                <a:latin typeface="Google Sans"/>
              </a:rPr>
              <a:t>Avoid using it for variables that are used in multiple scopes, or for variables that have a complex type.</a:t>
            </a:r>
          </a:p>
        </p:txBody>
      </p:sp>
    </p:spTree>
    <p:extLst>
      <p:ext uri="{BB962C8B-B14F-4D97-AF65-F5344CB8AC3E}">
        <p14:creationId xmlns:p14="http://schemas.microsoft.com/office/powerpoint/2010/main" val="616248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228F-424A-2FCD-641D-3F90FDBF8A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8EF421-8FF7-08E6-E660-D16BBBEB73BB}"/>
              </a:ext>
            </a:extLst>
          </p:cNvPr>
          <p:cNvSpPr txBox="1"/>
          <p:nvPr/>
        </p:nvSpPr>
        <p:spPr>
          <a:xfrm>
            <a:off x="846753" y="454481"/>
            <a:ext cx="8633149" cy="461665"/>
          </a:xfrm>
          <a:prstGeom prst="rect">
            <a:avLst/>
          </a:prstGeom>
          <a:noFill/>
        </p:spPr>
        <p:txBody>
          <a:bodyPr wrap="square">
            <a:spAutoFit/>
          </a:bodyPr>
          <a:lstStyle/>
          <a:p>
            <a:r>
              <a:rPr lang="en-IN" sz="2400" dirty="0"/>
              <a:t>local variable type inference java Limited</a:t>
            </a:r>
          </a:p>
        </p:txBody>
      </p:sp>
      <p:sp>
        <p:nvSpPr>
          <p:cNvPr id="3" name="TextBox 2">
            <a:extLst>
              <a:ext uri="{FF2B5EF4-FFF2-40B4-BE49-F238E27FC236}">
                <a16:creationId xmlns:a16="http://schemas.microsoft.com/office/drawing/2014/main" id="{627E9EAA-F40C-00D1-C08F-890D93CCDBD9}"/>
              </a:ext>
            </a:extLst>
          </p:cNvPr>
          <p:cNvSpPr txBox="1"/>
          <p:nvPr/>
        </p:nvSpPr>
        <p:spPr>
          <a:xfrm>
            <a:off x="482859" y="1376180"/>
            <a:ext cx="11367019" cy="3847207"/>
          </a:xfrm>
          <a:prstGeom prst="rect">
            <a:avLst/>
          </a:prstGeom>
          <a:noFill/>
        </p:spPr>
        <p:txBody>
          <a:bodyPr wrap="square">
            <a:spAutoFit/>
          </a:bodyPr>
          <a:lstStyle/>
          <a:p>
            <a:pPr algn="l"/>
            <a:r>
              <a:rPr lang="en-IN" sz="2800" b="1" i="0" dirty="0">
                <a:solidFill>
                  <a:srgbClr val="242424"/>
                </a:solidFill>
                <a:effectLst/>
                <a:latin typeface="sohne"/>
              </a:rPr>
              <a:t>Class level:</a:t>
            </a:r>
          </a:p>
          <a:p>
            <a:pPr algn="l"/>
            <a:r>
              <a:rPr lang="en-US" sz="2400" i="0" dirty="0">
                <a:solidFill>
                  <a:srgbClr val="242424"/>
                </a:solidFill>
                <a:effectLst/>
                <a:latin typeface="sohne"/>
              </a:rPr>
              <a:t>When we say ‘local’ variable type inference, we can use it strictly in a method's local context.</a:t>
            </a:r>
          </a:p>
          <a:p>
            <a:pPr algn="l"/>
            <a:r>
              <a:rPr lang="en-US" sz="2400" i="0" dirty="0">
                <a:solidFill>
                  <a:srgbClr val="242424"/>
                </a:solidFill>
                <a:effectLst/>
                <a:latin typeface="sohne"/>
              </a:rPr>
              <a:t> We cannot declare a variable inside a class (static or instance) using the </a:t>
            </a:r>
            <a:r>
              <a:rPr lang="en-US" sz="2400" i="0" dirty="0" err="1">
                <a:solidFill>
                  <a:srgbClr val="242424"/>
                </a:solidFill>
                <a:effectLst/>
                <a:latin typeface="sohne"/>
              </a:rPr>
              <a:t>varkeyword</a:t>
            </a:r>
            <a:r>
              <a:rPr lang="en-US" sz="2400" i="0" dirty="0">
                <a:solidFill>
                  <a:srgbClr val="242424"/>
                </a:solidFill>
                <a:effectLst/>
                <a:latin typeface="sohne"/>
              </a:rPr>
              <a:t>.</a:t>
            </a:r>
          </a:p>
          <a:p>
            <a:pPr algn="l"/>
            <a:r>
              <a:rPr lang="en-US" sz="2400" i="0" dirty="0">
                <a:solidFill>
                  <a:srgbClr val="242424"/>
                </a:solidFill>
                <a:effectLst/>
                <a:latin typeface="sohne"/>
              </a:rPr>
              <a:t> The compiler throws a compilation error if trying to declare it inside a class.</a:t>
            </a:r>
          </a:p>
          <a:p>
            <a:pPr algn="l"/>
            <a:endParaRPr lang="en-US" sz="2400" dirty="0">
              <a:solidFill>
                <a:srgbClr val="242424"/>
              </a:solidFill>
              <a:latin typeface="sohne"/>
            </a:endParaRPr>
          </a:p>
          <a:p>
            <a:pPr algn="l"/>
            <a:r>
              <a:rPr lang="en-US" sz="2400" b="0" i="0" dirty="0">
                <a:solidFill>
                  <a:srgbClr val="AA0D91"/>
                </a:solidFill>
                <a:effectLst/>
                <a:latin typeface="source-code-pro"/>
              </a:rPr>
              <a:t>class</a:t>
            </a:r>
            <a:r>
              <a:rPr lang="en-US" sz="2400" b="0" i="0" dirty="0">
                <a:solidFill>
                  <a:srgbClr val="242424"/>
                </a:solidFill>
                <a:effectLst/>
                <a:latin typeface="source-code-pro"/>
              </a:rPr>
              <a:t> Example {</a:t>
            </a:r>
            <a:br>
              <a:rPr lang="en-US" sz="2400" dirty="0"/>
            </a:br>
            <a:r>
              <a:rPr lang="en-US" sz="2400" b="0" i="0" dirty="0">
                <a:solidFill>
                  <a:srgbClr val="5C2699"/>
                </a:solidFill>
                <a:effectLst/>
                <a:latin typeface="source-code-pro"/>
              </a:rPr>
              <a:t>int</a:t>
            </a:r>
            <a:r>
              <a:rPr lang="en-US" sz="2400" b="0" i="0" dirty="0">
                <a:solidFill>
                  <a:srgbClr val="242424"/>
                </a:solidFill>
                <a:effectLst/>
                <a:latin typeface="source-code-pro"/>
              </a:rPr>
              <a:t> </a:t>
            </a:r>
            <a:r>
              <a:rPr lang="en-US" sz="2400" b="0" i="0" dirty="0" err="1">
                <a:solidFill>
                  <a:srgbClr val="242424"/>
                </a:solidFill>
                <a:effectLst/>
                <a:latin typeface="source-code-pro"/>
              </a:rPr>
              <a:t>rollNumber</a:t>
            </a:r>
            <a:r>
              <a:rPr lang="en-US" sz="2400" b="0" i="0" dirty="0">
                <a:solidFill>
                  <a:srgbClr val="242424"/>
                </a:solidFill>
                <a:effectLst/>
                <a:latin typeface="source-code-pro"/>
              </a:rPr>
              <a:t>;</a:t>
            </a:r>
            <a:br>
              <a:rPr lang="en-US" sz="2400" dirty="0"/>
            </a:br>
            <a:r>
              <a:rPr lang="en-US" sz="2400" b="0" i="0" dirty="0">
                <a:solidFill>
                  <a:srgbClr val="AA0D91"/>
                </a:solidFill>
                <a:effectLst/>
                <a:latin typeface="source-code-pro"/>
              </a:rPr>
              <a:t>var</a:t>
            </a:r>
            <a:r>
              <a:rPr lang="en-US" sz="2400" b="0" i="0" dirty="0">
                <a:solidFill>
                  <a:srgbClr val="242424"/>
                </a:solidFill>
                <a:effectLst/>
                <a:latin typeface="source-code-pro"/>
              </a:rPr>
              <a:t> name; </a:t>
            </a:r>
            <a:r>
              <a:rPr lang="en-US" sz="2400" b="0" i="0" dirty="0">
                <a:solidFill>
                  <a:srgbClr val="007400"/>
                </a:solidFill>
                <a:effectLst/>
                <a:latin typeface="source-code-pro"/>
              </a:rPr>
              <a:t>// Compiler Error! - Cannot resolve symbol 'var'</a:t>
            </a:r>
            <a:br>
              <a:rPr lang="en-US" sz="2400" dirty="0"/>
            </a:br>
            <a:r>
              <a:rPr lang="en-US" sz="2400" b="0" i="0" dirty="0">
                <a:solidFill>
                  <a:srgbClr val="242424"/>
                </a:solidFill>
                <a:effectLst/>
                <a:latin typeface="source-code-pro"/>
              </a:rPr>
              <a:t>}</a:t>
            </a:r>
            <a:endParaRPr lang="en-IN" sz="2400" i="0" dirty="0">
              <a:solidFill>
                <a:srgbClr val="242424"/>
              </a:solidFill>
              <a:effectLst/>
              <a:latin typeface="sohne"/>
            </a:endParaRPr>
          </a:p>
        </p:txBody>
      </p:sp>
    </p:spTree>
    <p:extLst>
      <p:ext uri="{BB962C8B-B14F-4D97-AF65-F5344CB8AC3E}">
        <p14:creationId xmlns:p14="http://schemas.microsoft.com/office/powerpoint/2010/main" val="3385738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256F-7577-CA60-2D73-E3F887C4FD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09B26A-6D6B-C314-003B-B539143408E0}"/>
              </a:ext>
            </a:extLst>
          </p:cNvPr>
          <p:cNvSpPr txBox="1"/>
          <p:nvPr/>
        </p:nvSpPr>
        <p:spPr>
          <a:xfrm>
            <a:off x="846753" y="454481"/>
            <a:ext cx="8633149" cy="461665"/>
          </a:xfrm>
          <a:prstGeom prst="rect">
            <a:avLst/>
          </a:prstGeom>
          <a:noFill/>
        </p:spPr>
        <p:txBody>
          <a:bodyPr wrap="square">
            <a:spAutoFit/>
          </a:bodyPr>
          <a:lstStyle/>
          <a:p>
            <a:r>
              <a:rPr lang="en-IN" sz="2400" dirty="0"/>
              <a:t>local variable type inference java Limited</a:t>
            </a:r>
          </a:p>
        </p:txBody>
      </p:sp>
      <p:sp>
        <p:nvSpPr>
          <p:cNvPr id="3" name="TextBox 2">
            <a:extLst>
              <a:ext uri="{FF2B5EF4-FFF2-40B4-BE49-F238E27FC236}">
                <a16:creationId xmlns:a16="http://schemas.microsoft.com/office/drawing/2014/main" id="{9320893F-9C01-5DE4-6668-C37524442BEE}"/>
              </a:ext>
            </a:extLst>
          </p:cNvPr>
          <p:cNvSpPr txBox="1"/>
          <p:nvPr/>
        </p:nvSpPr>
        <p:spPr>
          <a:xfrm>
            <a:off x="412490" y="1189568"/>
            <a:ext cx="11367019" cy="5324535"/>
          </a:xfrm>
          <a:prstGeom prst="rect">
            <a:avLst/>
          </a:prstGeom>
          <a:noFill/>
        </p:spPr>
        <p:txBody>
          <a:bodyPr wrap="square">
            <a:spAutoFit/>
          </a:bodyPr>
          <a:lstStyle/>
          <a:p>
            <a:pPr algn="l"/>
            <a:r>
              <a:rPr lang="en-IN" sz="2800" b="1" i="0" dirty="0">
                <a:solidFill>
                  <a:srgbClr val="242424"/>
                </a:solidFill>
                <a:effectLst/>
                <a:latin typeface="sohne"/>
              </a:rPr>
              <a:t> Null Assignment</a:t>
            </a:r>
          </a:p>
          <a:p>
            <a:pPr algn="l"/>
            <a:r>
              <a:rPr lang="en-US" sz="2400" b="0" i="0" dirty="0">
                <a:solidFill>
                  <a:srgbClr val="242424"/>
                </a:solidFill>
                <a:effectLst/>
                <a:latin typeface="source-serif-pro"/>
              </a:rPr>
              <a:t>You must assign a non-null value to the variable during the declaration so that the compiler can infer its type. Assigning a null reference to a variable makes the compiler difficulty to infer its type. Hence, the null assignment is not allowed during the declaration.</a:t>
            </a:r>
          </a:p>
          <a:p>
            <a:pPr algn="l"/>
            <a:endParaRPr lang="en-US" sz="2400" dirty="0">
              <a:solidFill>
                <a:srgbClr val="242424"/>
              </a:solidFill>
              <a:latin typeface="sohne"/>
            </a:endParaRPr>
          </a:p>
          <a:p>
            <a:pPr algn="l"/>
            <a:r>
              <a:rPr lang="en-IN" sz="2400" b="0" i="0" dirty="0">
                <a:solidFill>
                  <a:srgbClr val="AA0D91"/>
                </a:solidFill>
                <a:effectLst/>
                <a:latin typeface="source-code-pro"/>
              </a:rPr>
              <a:t>public</a:t>
            </a:r>
            <a:r>
              <a:rPr lang="en-IN" sz="2400" b="0" i="0" dirty="0">
                <a:solidFill>
                  <a:srgbClr val="242424"/>
                </a:solidFill>
                <a:effectLst/>
                <a:latin typeface="source-code-pro"/>
              </a:rPr>
              <a:t> </a:t>
            </a:r>
            <a:r>
              <a:rPr lang="en-IN" sz="2400" b="0" i="0" dirty="0">
                <a:solidFill>
                  <a:srgbClr val="AA0D91"/>
                </a:solidFill>
                <a:effectLst/>
                <a:latin typeface="source-code-pro"/>
              </a:rPr>
              <a:t>static</a:t>
            </a:r>
            <a:r>
              <a:rPr lang="en-IN" sz="2400" b="0" i="0" dirty="0">
                <a:solidFill>
                  <a:srgbClr val="242424"/>
                </a:solidFill>
                <a:effectLst/>
                <a:latin typeface="source-code-pro"/>
              </a:rPr>
              <a:t> </a:t>
            </a:r>
            <a:r>
              <a:rPr lang="en-IN" sz="2400" b="0" i="0" dirty="0">
                <a:solidFill>
                  <a:srgbClr val="AA0D91"/>
                </a:solidFill>
                <a:effectLst/>
                <a:latin typeface="source-code-pro"/>
              </a:rPr>
              <a:t>void</a:t>
            </a:r>
            <a:r>
              <a:rPr lang="en-IN" sz="2400" b="0" i="0" dirty="0">
                <a:solidFill>
                  <a:srgbClr val="242424"/>
                </a:solidFill>
                <a:effectLst/>
                <a:latin typeface="source-code-pro"/>
              </a:rPr>
              <a:t> main</a:t>
            </a:r>
            <a:r>
              <a:rPr lang="en-IN" sz="2400" b="0" i="0" dirty="0">
                <a:solidFill>
                  <a:srgbClr val="5C2699"/>
                </a:solidFill>
                <a:effectLst/>
                <a:latin typeface="source-code-pro"/>
              </a:rPr>
              <a:t>(String[] </a:t>
            </a:r>
            <a:r>
              <a:rPr lang="en-IN" sz="2400" b="0" i="0" dirty="0" err="1">
                <a:solidFill>
                  <a:srgbClr val="5C2699"/>
                </a:solidFill>
                <a:effectLst/>
                <a:latin typeface="source-code-pro"/>
              </a:rPr>
              <a:t>args</a:t>
            </a:r>
            <a:r>
              <a:rPr lang="en-IN" sz="2400" b="0" i="0" dirty="0">
                <a:solidFill>
                  <a:srgbClr val="5C2699"/>
                </a:solidFill>
                <a:effectLst/>
                <a:latin typeface="source-code-pro"/>
              </a:rPr>
              <a:t>)</a:t>
            </a:r>
            <a:r>
              <a:rPr lang="en-IN" sz="2400" b="0" i="0" dirty="0">
                <a:solidFill>
                  <a:srgbClr val="242424"/>
                </a:solidFill>
                <a:effectLst/>
                <a:latin typeface="source-code-pro"/>
              </a:rPr>
              <a:t> {</a:t>
            </a:r>
            <a:br>
              <a:rPr lang="en-IN" sz="2400" dirty="0"/>
            </a:br>
            <a:r>
              <a:rPr lang="en-IN" sz="2400" b="0" i="0" dirty="0">
                <a:solidFill>
                  <a:srgbClr val="5C2699"/>
                </a:solidFill>
                <a:effectLst/>
                <a:latin typeface="source-code-pro"/>
              </a:rPr>
              <a:t>var</a:t>
            </a:r>
            <a:r>
              <a:rPr lang="en-IN" sz="2400" b="0" i="0" dirty="0">
                <a:solidFill>
                  <a:srgbClr val="242424"/>
                </a:solidFill>
                <a:effectLst/>
                <a:latin typeface="source-code-pro"/>
              </a:rPr>
              <a:t> </a:t>
            </a:r>
            <a:r>
              <a:rPr lang="en-IN" sz="2400" b="0" i="0" dirty="0">
                <a:solidFill>
                  <a:srgbClr val="3F6E74"/>
                </a:solidFill>
                <a:effectLst/>
                <a:latin typeface="source-code-pro"/>
              </a:rPr>
              <a:t>name</a:t>
            </a:r>
            <a:r>
              <a:rPr lang="en-IN" sz="2400" b="0" i="0" dirty="0">
                <a:solidFill>
                  <a:srgbClr val="242424"/>
                </a:solidFill>
                <a:effectLst/>
                <a:latin typeface="source-code-pro"/>
              </a:rPr>
              <a:t> = </a:t>
            </a:r>
            <a:r>
              <a:rPr lang="en-IN" sz="2400" b="0" i="0" dirty="0">
                <a:solidFill>
                  <a:srgbClr val="AA0D91"/>
                </a:solidFill>
                <a:effectLst/>
                <a:latin typeface="source-code-pro"/>
              </a:rPr>
              <a:t>null</a:t>
            </a:r>
            <a:r>
              <a:rPr lang="en-IN" sz="2400" b="0" i="0" dirty="0">
                <a:solidFill>
                  <a:srgbClr val="242424"/>
                </a:solidFill>
                <a:effectLst/>
                <a:latin typeface="source-code-pro"/>
              </a:rPr>
              <a:t>; </a:t>
            </a:r>
            <a:r>
              <a:rPr lang="en-IN" sz="2400" b="0" i="0" dirty="0">
                <a:solidFill>
                  <a:srgbClr val="007400"/>
                </a:solidFill>
                <a:effectLst/>
                <a:latin typeface="source-code-pro"/>
              </a:rPr>
              <a:t>// Compiler Error! - Cannot infer type: variable initializer is 'null’</a:t>
            </a:r>
            <a:br>
              <a:rPr lang="en-IN" sz="2400" dirty="0"/>
            </a:br>
            <a:r>
              <a:rPr lang="en-IN" sz="2400" b="0" i="0" dirty="0">
                <a:solidFill>
                  <a:srgbClr val="242424"/>
                </a:solidFill>
                <a:effectLst/>
                <a:latin typeface="source-code-pro"/>
              </a:rPr>
              <a:t>}</a:t>
            </a:r>
          </a:p>
          <a:p>
            <a:pPr algn="l"/>
            <a:r>
              <a:rPr lang="en-US" sz="2400" b="0" i="0" dirty="0">
                <a:solidFill>
                  <a:srgbClr val="242424"/>
                </a:solidFill>
                <a:effectLst/>
                <a:latin typeface="source-serif-pro"/>
              </a:rPr>
              <a:t>However, you can assign the null after the first initialization.</a:t>
            </a:r>
            <a:endParaRPr lang="en-IN" sz="2400" dirty="0">
              <a:solidFill>
                <a:srgbClr val="242424"/>
              </a:solidFill>
              <a:latin typeface="source-code-pro"/>
            </a:endParaRPr>
          </a:p>
          <a:p>
            <a:pPr algn="l"/>
            <a:r>
              <a:rPr lang="en-US" sz="2400" b="0" i="0" dirty="0">
                <a:solidFill>
                  <a:srgbClr val="AA0D91"/>
                </a:solidFill>
                <a:effectLst/>
                <a:latin typeface="source-code-pro"/>
              </a:rPr>
              <a:t>public</a:t>
            </a:r>
            <a:r>
              <a:rPr lang="en-US" sz="2400" b="0" i="0" dirty="0">
                <a:solidFill>
                  <a:srgbClr val="242424"/>
                </a:solidFill>
                <a:effectLst/>
                <a:latin typeface="source-code-pro"/>
              </a:rPr>
              <a:t> </a:t>
            </a:r>
            <a:r>
              <a:rPr lang="en-US" sz="2400" b="0" i="0" dirty="0">
                <a:solidFill>
                  <a:srgbClr val="AA0D91"/>
                </a:solidFill>
                <a:effectLst/>
                <a:latin typeface="source-code-pro"/>
              </a:rPr>
              <a:t>static</a:t>
            </a:r>
            <a:r>
              <a:rPr lang="en-US" sz="2400" b="0" i="0" dirty="0">
                <a:solidFill>
                  <a:srgbClr val="242424"/>
                </a:solidFill>
                <a:effectLst/>
                <a:latin typeface="source-code-pro"/>
              </a:rPr>
              <a:t> </a:t>
            </a:r>
            <a:r>
              <a:rPr lang="en-US" sz="2400" b="0" i="0" dirty="0">
                <a:solidFill>
                  <a:srgbClr val="AA0D91"/>
                </a:solidFill>
                <a:effectLst/>
                <a:latin typeface="source-code-pro"/>
              </a:rPr>
              <a:t>void</a:t>
            </a:r>
            <a:r>
              <a:rPr lang="en-US" sz="2400" b="0" i="0" dirty="0">
                <a:solidFill>
                  <a:srgbClr val="242424"/>
                </a:solidFill>
                <a:effectLst/>
                <a:latin typeface="source-code-pro"/>
              </a:rPr>
              <a:t> main</a:t>
            </a:r>
            <a:r>
              <a:rPr lang="en-US" sz="2400" b="0" i="0" dirty="0">
                <a:solidFill>
                  <a:srgbClr val="5C2699"/>
                </a:solidFill>
                <a:effectLst/>
                <a:latin typeface="source-code-pro"/>
              </a:rPr>
              <a:t>(String[] </a:t>
            </a:r>
            <a:r>
              <a:rPr lang="en-US" sz="2400" b="0" i="0" dirty="0" err="1">
                <a:solidFill>
                  <a:srgbClr val="5C2699"/>
                </a:solidFill>
                <a:effectLst/>
                <a:latin typeface="source-code-pro"/>
              </a:rPr>
              <a:t>args</a:t>
            </a:r>
            <a:r>
              <a:rPr lang="en-US" sz="2400" b="0" i="0" dirty="0">
                <a:solidFill>
                  <a:srgbClr val="5C2699"/>
                </a:solidFill>
                <a:effectLst/>
                <a:latin typeface="source-code-pro"/>
              </a:rPr>
              <a:t>)</a:t>
            </a:r>
            <a:r>
              <a:rPr lang="en-US" sz="2400" b="0" i="0" dirty="0">
                <a:solidFill>
                  <a:srgbClr val="242424"/>
                </a:solidFill>
                <a:effectLst/>
                <a:latin typeface="source-code-pro"/>
              </a:rPr>
              <a:t> {</a:t>
            </a:r>
            <a:br>
              <a:rPr lang="en-US" sz="2400" dirty="0"/>
            </a:br>
            <a:r>
              <a:rPr lang="en-US" sz="2400" b="0" i="0" dirty="0">
                <a:solidFill>
                  <a:srgbClr val="5C2699"/>
                </a:solidFill>
                <a:effectLst/>
                <a:latin typeface="source-code-pro"/>
              </a:rPr>
              <a:t>var</a:t>
            </a:r>
            <a:r>
              <a:rPr lang="en-US" sz="2400" b="0" i="0" dirty="0">
                <a:solidFill>
                  <a:srgbClr val="242424"/>
                </a:solidFill>
                <a:effectLst/>
                <a:latin typeface="source-code-pro"/>
              </a:rPr>
              <a:t> </a:t>
            </a:r>
            <a:r>
              <a:rPr lang="en-US" sz="2400" b="0" i="0" dirty="0">
                <a:solidFill>
                  <a:srgbClr val="3F6E74"/>
                </a:solidFill>
                <a:effectLst/>
                <a:latin typeface="source-code-pro"/>
              </a:rPr>
              <a:t>name</a:t>
            </a:r>
            <a:r>
              <a:rPr lang="en-US" sz="2400" b="0" i="0" dirty="0">
                <a:solidFill>
                  <a:srgbClr val="242424"/>
                </a:solidFill>
                <a:effectLst/>
                <a:latin typeface="source-code-pro"/>
              </a:rPr>
              <a:t> = </a:t>
            </a:r>
            <a:r>
              <a:rPr lang="en-US" sz="2400" b="0" i="0" dirty="0">
                <a:solidFill>
                  <a:srgbClr val="C41A16"/>
                </a:solidFill>
                <a:effectLst/>
                <a:latin typeface="source-code-pro"/>
              </a:rPr>
              <a:t>"hello"</a:t>
            </a:r>
            <a:r>
              <a:rPr lang="en-US" sz="2400" b="0" i="0" dirty="0">
                <a:solidFill>
                  <a:srgbClr val="242424"/>
                </a:solidFill>
                <a:effectLst/>
                <a:latin typeface="source-code-pro"/>
              </a:rPr>
              <a:t>;</a:t>
            </a:r>
            <a:br>
              <a:rPr lang="en-US" sz="2400" dirty="0"/>
            </a:br>
            <a:r>
              <a:rPr lang="en-US" sz="2400" b="0" i="0" dirty="0">
                <a:solidFill>
                  <a:srgbClr val="242424"/>
                </a:solidFill>
                <a:effectLst/>
                <a:latin typeface="source-code-pro"/>
              </a:rPr>
              <a:t>name = </a:t>
            </a:r>
            <a:r>
              <a:rPr lang="en-US" sz="2400" b="0" i="0" dirty="0">
                <a:solidFill>
                  <a:srgbClr val="AA0D91"/>
                </a:solidFill>
                <a:effectLst/>
                <a:latin typeface="source-code-pro"/>
              </a:rPr>
              <a:t>null</a:t>
            </a:r>
            <a:r>
              <a:rPr lang="en-US" sz="2400" b="0" i="0" dirty="0">
                <a:solidFill>
                  <a:srgbClr val="242424"/>
                </a:solidFill>
                <a:effectLst/>
                <a:latin typeface="source-code-pro"/>
              </a:rPr>
              <a:t>; </a:t>
            </a:r>
            <a:r>
              <a:rPr lang="en-US" sz="2400" b="0" i="0" dirty="0">
                <a:solidFill>
                  <a:srgbClr val="007400"/>
                </a:solidFill>
                <a:effectLst/>
                <a:latin typeface="source-code-pro"/>
              </a:rPr>
              <a:t>// Valid now!</a:t>
            </a:r>
            <a:br>
              <a:rPr lang="en-US" sz="2400" dirty="0"/>
            </a:br>
            <a:r>
              <a:rPr lang="en-US" sz="2400" b="0" i="0" dirty="0">
                <a:solidFill>
                  <a:srgbClr val="242424"/>
                </a:solidFill>
                <a:effectLst/>
                <a:latin typeface="source-code-pro"/>
              </a:rPr>
              <a:t>}</a:t>
            </a:r>
            <a:endParaRPr lang="en-IN" sz="2400" i="0" dirty="0">
              <a:solidFill>
                <a:srgbClr val="242424"/>
              </a:solidFill>
              <a:effectLst/>
              <a:latin typeface="sohne"/>
            </a:endParaRPr>
          </a:p>
        </p:txBody>
      </p:sp>
    </p:spTree>
    <p:extLst>
      <p:ext uri="{BB962C8B-B14F-4D97-AF65-F5344CB8AC3E}">
        <p14:creationId xmlns:p14="http://schemas.microsoft.com/office/powerpoint/2010/main" val="41718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47FD-EC0B-C5A6-3ABB-AE931BAF4A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7EE57F-AA45-654D-FE9A-90E4DF02E472}"/>
              </a:ext>
            </a:extLst>
          </p:cNvPr>
          <p:cNvSpPr txBox="1"/>
          <p:nvPr/>
        </p:nvSpPr>
        <p:spPr>
          <a:xfrm>
            <a:off x="846753" y="454481"/>
            <a:ext cx="8633149" cy="461665"/>
          </a:xfrm>
          <a:prstGeom prst="rect">
            <a:avLst/>
          </a:prstGeom>
          <a:noFill/>
        </p:spPr>
        <p:txBody>
          <a:bodyPr wrap="square">
            <a:spAutoFit/>
          </a:bodyPr>
          <a:lstStyle/>
          <a:p>
            <a:r>
              <a:rPr lang="en-IN" sz="2400" dirty="0"/>
              <a:t>local variable type inference java Limited</a:t>
            </a:r>
          </a:p>
        </p:txBody>
      </p:sp>
      <p:sp>
        <p:nvSpPr>
          <p:cNvPr id="3" name="TextBox 2">
            <a:extLst>
              <a:ext uri="{FF2B5EF4-FFF2-40B4-BE49-F238E27FC236}">
                <a16:creationId xmlns:a16="http://schemas.microsoft.com/office/drawing/2014/main" id="{103E5ED3-F530-412E-14B7-750A1071E8F4}"/>
              </a:ext>
            </a:extLst>
          </p:cNvPr>
          <p:cNvSpPr txBox="1"/>
          <p:nvPr/>
        </p:nvSpPr>
        <p:spPr>
          <a:xfrm>
            <a:off x="510851" y="916146"/>
            <a:ext cx="11367019" cy="4893647"/>
          </a:xfrm>
          <a:prstGeom prst="rect">
            <a:avLst/>
          </a:prstGeom>
          <a:noFill/>
        </p:spPr>
        <p:txBody>
          <a:bodyPr wrap="square">
            <a:spAutoFit/>
          </a:bodyPr>
          <a:lstStyle/>
          <a:p>
            <a:pPr algn="l"/>
            <a:r>
              <a:rPr lang="en-IN" sz="2800" b="1" i="0" dirty="0">
                <a:solidFill>
                  <a:srgbClr val="242424"/>
                </a:solidFill>
                <a:effectLst/>
                <a:latin typeface="sohne"/>
              </a:rPr>
              <a:t> </a:t>
            </a:r>
            <a:r>
              <a:rPr lang="en-IN" sz="2000" b="1" i="0" dirty="0">
                <a:solidFill>
                  <a:srgbClr val="242424"/>
                </a:solidFill>
                <a:effectLst/>
                <a:latin typeface="sohne"/>
              </a:rPr>
              <a:t>Compound Initialization</a:t>
            </a:r>
          </a:p>
          <a:p>
            <a:pPr algn="l"/>
            <a:r>
              <a:rPr lang="en-US" sz="2000" b="0" i="0" dirty="0">
                <a:solidFill>
                  <a:srgbClr val="242424"/>
                </a:solidFill>
                <a:effectLst/>
                <a:latin typeface="source-serif-pro"/>
              </a:rPr>
              <a:t>Java allows us to initialize multiple variables of the same type in a single statement separated by a comma. int length = 10, breadth = 20, height = 30; However, this is not allowed when you use the var.</a:t>
            </a:r>
            <a:endParaRPr lang="en-US" sz="2000" dirty="0">
              <a:solidFill>
                <a:srgbClr val="242424"/>
              </a:solidFill>
              <a:latin typeface="sohne"/>
            </a:endParaRPr>
          </a:p>
          <a:p>
            <a:pPr algn="l"/>
            <a:r>
              <a:rPr lang="en-US" sz="2000" b="0" i="0" dirty="0">
                <a:solidFill>
                  <a:srgbClr val="AA0D91"/>
                </a:solidFill>
                <a:effectLst/>
                <a:latin typeface="source-code-pro"/>
              </a:rPr>
              <a:t>public</a:t>
            </a:r>
            <a:r>
              <a:rPr lang="en-US" sz="2000" b="0" i="0" dirty="0">
                <a:solidFill>
                  <a:srgbClr val="242424"/>
                </a:solidFill>
                <a:effectLst/>
                <a:latin typeface="source-code-pro"/>
              </a:rPr>
              <a:t> </a:t>
            </a:r>
            <a:r>
              <a:rPr lang="en-US" sz="2000" b="0" i="0" dirty="0">
                <a:solidFill>
                  <a:srgbClr val="AA0D91"/>
                </a:solidFill>
                <a:effectLst/>
                <a:latin typeface="source-code-pro"/>
              </a:rPr>
              <a:t>static</a:t>
            </a:r>
            <a:r>
              <a:rPr lang="en-US" sz="2000" b="0" i="0" dirty="0">
                <a:solidFill>
                  <a:srgbClr val="242424"/>
                </a:solidFill>
                <a:effectLst/>
                <a:latin typeface="source-code-pro"/>
              </a:rPr>
              <a:t> </a:t>
            </a:r>
            <a:r>
              <a:rPr lang="en-US" sz="2000" b="0" i="0" dirty="0">
                <a:solidFill>
                  <a:srgbClr val="AA0D91"/>
                </a:solidFill>
                <a:effectLst/>
                <a:latin typeface="source-code-pro"/>
              </a:rPr>
              <a:t>void</a:t>
            </a:r>
            <a:r>
              <a:rPr lang="en-US" sz="2000" b="0" i="0" dirty="0">
                <a:solidFill>
                  <a:srgbClr val="242424"/>
                </a:solidFill>
                <a:effectLst/>
                <a:latin typeface="source-code-pro"/>
              </a:rPr>
              <a:t> main</a:t>
            </a:r>
            <a:r>
              <a:rPr lang="en-US" sz="2000" b="0" i="0" dirty="0">
                <a:solidFill>
                  <a:srgbClr val="5C2699"/>
                </a:solidFill>
                <a:effectLst/>
                <a:latin typeface="source-code-pro"/>
              </a:rPr>
              <a:t>(String[] </a:t>
            </a:r>
            <a:r>
              <a:rPr lang="en-US" sz="2000" b="0" i="0" dirty="0" err="1">
                <a:solidFill>
                  <a:srgbClr val="5C2699"/>
                </a:solidFill>
                <a:effectLst/>
                <a:latin typeface="source-code-pro"/>
              </a:rPr>
              <a:t>args</a:t>
            </a:r>
            <a:r>
              <a:rPr lang="en-US" sz="2000" b="0" i="0" dirty="0">
                <a:solidFill>
                  <a:srgbClr val="5C2699"/>
                </a:solidFill>
                <a:effectLst/>
                <a:latin typeface="source-code-pro"/>
              </a:rPr>
              <a:t>)</a:t>
            </a:r>
            <a:r>
              <a:rPr lang="en-US" sz="2000" b="0" i="0" dirty="0">
                <a:solidFill>
                  <a:srgbClr val="242424"/>
                </a:solidFill>
                <a:effectLst/>
                <a:latin typeface="source-code-pro"/>
              </a:rPr>
              <a:t> {</a:t>
            </a:r>
            <a:br>
              <a:rPr lang="en-US" sz="2000" dirty="0"/>
            </a:br>
            <a:r>
              <a:rPr lang="en-US" sz="2000" b="0" i="0" dirty="0">
                <a:solidFill>
                  <a:srgbClr val="5C2699"/>
                </a:solidFill>
                <a:effectLst/>
                <a:latin typeface="source-code-pro"/>
              </a:rPr>
              <a:t>var</a:t>
            </a:r>
            <a:r>
              <a:rPr lang="en-US" sz="2000" b="0" i="0" dirty="0">
                <a:solidFill>
                  <a:srgbClr val="242424"/>
                </a:solidFill>
                <a:effectLst/>
                <a:latin typeface="source-code-pro"/>
              </a:rPr>
              <a:t> </a:t>
            </a:r>
            <a:r>
              <a:rPr lang="en-US" sz="2000" b="0" i="0" dirty="0">
                <a:solidFill>
                  <a:srgbClr val="3F6E74"/>
                </a:solidFill>
                <a:effectLst/>
                <a:latin typeface="source-code-pro"/>
              </a:rPr>
              <a:t>length</a:t>
            </a:r>
            <a:r>
              <a:rPr lang="en-US" sz="2000" b="0" i="0" dirty="0">
                <a:solidFill>
                  <a:srgbClr val="242424"/>
                </a:solidFill>
                <a:effectLst/>
                <a:latin typeface="source-code-pro"/>
              </a:rPr>
              <a:t> = </a:t>
            </a:r>
            <a:r>
              <a:rPr lang="en-US" sz="2000" b="0" i="0" dirty="0">
                <a:solidFill>
                  <a:srgbClr val="1C00CF"/>
                </a:solidFill>
                <a:effectLst/>
                <a:latin typeface="source-code-pro"/>
              </a:rPr>
              <a:t>10</a:t>
            </a:r>
            <a:r>
              <a:rPr lang="en-US" sz="2000" b="0" i="0" dirty="0">
                <a:solidFill>
                  <a:srgbClr val="242424"/>
                </a:solidFill>
                <a:effectLst/>
                <a:latin typeface="source-code-pro"/>
              </a:rPr>
              <a:t>, breadth = </a:t>
            </a:r>
            <a:r>
              <a:rPr lang="en-US" sz="2000" b="0" i="0" dirty="0">
                <a:solidFill>
                  <a:srgbClr val="1C00CF"/>
                </a:solidFill>
                <a:effectLst/>
                <a:latin typeface="source-code-pro"/>
              </a:rPr>
              <a:t>20</a:t>
            </a:r>
            <a:r>
              <a:rPr lang="en-US" sz="2000" b="0" i="0" dirty="0">
                <a:solidFill>
                  <a:srgbClr val="242424"/>
                </a:solidFill>
                <a:effectLst/>
                <a:latin typeface="source-code-pro"/>
              </a:rPr>
              <a:t>, height = </a:t>
            </a:r>
            <a:r>
              <a:rPr lang="en-US" sz="2000" b="0" i="0" dirty="0">
                <a:solidFill>
                  <a:srgbClr val="1C00CF"/>
                </a:solidFill>
                <a:effectLst/>
                <a:latin typeface="source-code-pro"/>
              </a:rPr>
              <a:t>30</a:t>
            </a:r>
            <a:r>
              <a:rPr lang="en-US" sz="2000" b="0" i="0" dirty="0">
                <a:solidFill>
                  <a:srgbClr val="242424"/>
                </a:solidFill>
                <a:effectLst/>
                <a:latin typeface="source-code-pro"/>
              </a:rPr>
              <a:t>; </a:t>
            </a:r>
            <a:r>
              <a:rPr lang="en-US" sz="2000" b="0" i="0" dirty="0">
                <a:solidFill>
                  <a:srgbClr val="007400"/>
                </a:solidFill>
                <a:effectLst/>
                <a:latin typeface="source-code-pro"/>
              </a:rPr>
              <a:t>// Compiler Error! 'var' is not allowed in a compound declaration</a:t>
            </a:r>
            <a:br>
              <a:rPr lang="en-US" sz="2000" dirty="0"/>
            </a:br>
            <a:r>
              <a:rPr lang="en-US" sz="2000" b="0" i="0" dirty="0">
                <a:solidFill>
                  <a:srgbClr val="242424"/>
                </a:solidFill>
                <a:effectLst/>
                <a:latin typeface="source-code-pro"/>
              </a:rPr>
              <a:t>}</a:t>
            </a:r>
          </a:p>
          <a:p>
            <a:r>
              <a:rPr lang="en-IN" sz="2000" b="1" i="0" dirty="0">
                <a:solidFill>
                  <a:srgbClr val="242424"/>
                </a:solidFill>
                <a:effectLst/>
                <a:latin typeface="sohne"/>
              </a:rPr>
              <a:t>Array Initialization</a:t>
            </a:r>
          </a:p>
          <a:p>
            <a:pPr algn="l"/>
            <a:r>
              <a:rPr lang="en-US" sz="2000" b="0" i="0" dirty="0">
                <a:solidFill>
                  <a:srgbClr val="242424"/>
                </a:solidFill>
                <a:effectLst/>
                <a:latin typeface="source-serif-pro"/>
              </a:rPr>
              <a:t>Array initialization is not allowed without specifying its type during the initialization.</a:t>
            </a:r>
            <a:endParaRPr lang="en-US" sz="2000" dirty="0">
              <a:solidFill>
                <a:srgbClr val="242424"/>
              </a:solidFill>
              <a:latin typeface="source-code-pro"/>
            </a:endParaRPr>
          </a:p>
          <a:p>
            <a:pPr algn="l"/>
            <a:r>
              <a:rPr lang="en-IN" sz="2000" b="0" i="0" dirty="0">
                <a:solidFill>
                  <a:srgbClr val="AA0D91"/>
                </a:solidFill>
                <a:effectLst/>
                <a:latin typeface="source-code-pro"/>
              </a:rPr>
              <a:t>public</a:t>
            </a:r>
            <a:r>
              <a:rPr lang="en-IN" sz="2000" b="0" i="0" dirty="0">
                <a:solidFill>
                  <a:srgbClr val="242424"/>
                </a:solidFill>
                <a:effectLst/>
                <a:latin typeface="source-code-pro"/>
              </a:rPr>
              <a:t> </a:t>
            </a:r>
            <a:r>
              <a:rPr lang="en-IN" sz="2000" b="0" i="0" dirty="0">
                <a:solidFill>
                  <a:srgbClr val="AA0D91"/>
                </a:solidFill>
                <a:effectLst/>
                <a:latin typeface="source-code-pro"/>
              </a:rPr>
              <a:t>static</a:t>
            </a:r>
            <a:r>
              <a:rPr lang="en-IN" sz="2000" b="0" i="0" dirty="0">
                <a:solidFill>
                  <a:srgbClr val="242424"/>
                </a:solidFill>
                <a:effectLst/>
                <a:latin typeface="source-code-pro"/>
              </a:rPr>
              <a:t> </a:t>
            </a:r>
            <a:r>
              <a:rPr lang="en-IN" sz="2000" b="0" i="0" dirty="0">
                <a:solidFill>
                  <a:srgbClr val="AA0D91"/>
                </a:solidFill>
                <a:effectLst/>
                <a:latin typeface="source-code-pro"/>
              </a:rPr>
              <a:t>void</a:t>
            </a:r>
            <a:r>
              <a:rPr lang="en-IN" sz="2000" b="0" i="0" dirty="0">
                <a:solidFill>
                  <a:srgbClr val="242424"/>
                </a:solidFill>
                <a:effectLst/>
                <a:latin typeface="source-code-pro"/>
              </a:rPr>
              <a:t> main</a:t>
            </a:r>
            <a:r>
              <a:rPr lang="en-IN" sz="2000" b="0" i="0" dirty="0">
                <a:solidFill>
                  <a:srgbClr val="5C2699"/>
                </a:solidFill>
                <a:effectLst/>
                <a:latin typeface="source-code-pro"/>
              </a:rPr>
              <a:t>(String[] </a:t>
            </a:r>
            <a:r>
              <a:rPr lang="en-IN" sz="2000" b="0" i="0" dirty="0" err="1">
                <a:solidFill>
                  <a:srgbClr val="5C2699"/>
                </a:solidFill>
                <a:effectLst/>
                <a:latin typeface="source-code-pro"/>
              </a:rPr>
              <a:t>args</a:t>
            </a:r>
            <a:r>
              <a:rPr lang="en-IN" sz="2000" b="0" i="0" dirty="0">
                <a:solidFill>
                  <a:srgbClr val="5C2699"/>
                </a:solidFill>
                <a:effectLst/>
                <a:latin typeface="source-code-pro"/>
              </a:rPr>
              <a:t>)</a:t>
            </a:r>
            <a:r>
              <a:rPr lang="en-IN" sz="2000" b="0" i="0" dirty="0">
                <a:solidFill>
                  <a:srgbClr val="242424"/>
                </a:solidFill>
                <a:effectLst/>
                <a:latin typeface="source-code-pro"/>
              </a:rPr>
              <a:t> {</a:t>
            </a:r>
            <a:br>
              <a:rPr lang="en-IN" sz="2000" dirty="0"/>
            </a:br>
            <a:r>
              <a:rPr lang="en-IN" sz="2000" b="0" i="0" dirty="0">
                <a:solidFill>
                  <a:srgbClr val="5C2699"/>
                </a:solidFill>
                <a:effectLst/>
                <a:latin typeface="source-code-pro"/>
              </a:rPr>
              <a:t>var</a:t>
            </a:r>
            <a:r>
              <a:rPr lang="en-IN" sz="2000" b="0" i="0" dirty="0">
                <a:solidFill>
                  <a:srgbClr val="242424"/>
                </a:solidFill>
                <a:effectLst/>
                <a:latin typeface="source-code-pro"/>
              </a:rPr>
              <a:t> </a:t>
            </a:r>
            <a:r>
              <a:rPr lang="en-IN" sz="2000" b="0" i="0" dirty="0">
                <a:solidFill>
                  <a:srgbClr val="3F6E74"/>
                </a:solidFill>
                <a:effectLst/>
                <a:latin typeface="source-code-pro"/>
              </a:rPr>
              <a:t>a</a:t>
            </a:r>
            <a:r>
              <a:rPr lang="en-IN" sz="2000" b="0" i="0" dirty="0">
                <a:solidFill>
                  <a:srgbClr val="242424"/>
                </a:solidFill>
                <a:effectLst/>
                <a:latin typeface="source-code-pro"/>
              </a:rPr>
              <a:t> = { </a:t>
            </a:r>
            <a:r>
              <a:rPr lang="en-IN" sz="2000" b="0" i="0" dirty="0">
                <a:solidFill>
                  <a:srgbClr val="1C00CF"/>
                </a:solidFill>
                <a:effectLst/>
                <a:latin typeface="source-code-pro"/>
              </a:rPr>
              <a:t>1</a:t>
            </a:r>
            <a:r>
              <a:rPr lang="en-IN" sz="2000" b="0" i="0" dirty="0">
                <a:solidFill>
                  <a:srgbClr val="242424"/>
                </a:solidFill>
                <a:effectLst/>
                <a:latin typeface="source-code-pro"/>
              </a:rPr>
              <a:t>, </a:t>
            </a:r>
            <a:r>
              <a:rPr lang="en-IN" sz="2000" b="0" i="0" dirty="0">
                <a:solidFill>
                  <a:srgbClr val="1C00CF"/>
                </a:solidFill>
                <a:effectLst/>
                <a:latin typeface="source-code-pro"/>
              </a:rPr>
              <a:t>2</a:t>
            </a:r>
            <a:r>
              <a:rPr lang="en-IN" sz="2000" b="0" i="0" dirty="0">
                <a:solidFill>
                  <a:srgbClr val="242424"/>
                </a:solidFill>
                <a:effectLst/>
                <a:latin typeface="source-code-pro"/>
              </a:rPr>
              <a:t>, </a:t>
            </a:r>
            <a:r>
              <a:rPr lang="en-IN" sz="2000" b="0" i="0" dirty="0">
                <a:solidFill>
                  <a:srgbClr val="1C00CF"/>
                </a:solidFill>
                <a:effectLst/>
                <a:latin typeface="source-code-pro"/>
              </a:rPr>
              <a:t>3</a:t>
            </a:r>
            <a:r>
              <a:rPr lang="en-IN" sz="2000" b="0" i="0" dirty="0">
                <a:solidFill>
                  <a:srgbClr val="242424"/>
                </a:solidFill>
                <a:effectLst/>
                <a:latin typeface="source-code-pro"/>
              </a:rPr>
              <a:t> }; </a:t>
            </a:r>
            <a:r>
              <a:rPr lang="en-IN" sz="2000" b="0" i="0" dirty="0">
                <a:solidFill>
                  <a:srgbClr val="007400"/>
                </a:solidFill>
                <a:effectLst/>
                <a:latin typeface="source-code-pro"/>
              </a:rPr>
              <a:t>// Compiler Error! Array initializer is not allowed here</a:t>
            </a:r>
            <a:br>
              <a:rPr lang="en-IN" sz="2000" dirty="0"/>
            </a:br>
            <a:r>
              <a:rPr lang="en-IN" sz="2000" b="0" i="0" dirty="0">
                <a:solidFill>
                  <a:srgbClr val="AA0D91"/>
                </a:solidFill>
                <a:effectLst/>
                <a:latin typeface="source-code-pro"/>
              </a:rPr>
              <a:t>var</a:t>
            </a:r>
            <a:r>
              <a:rPr lang="en-IN" sz="2000" b="0" i="0" dirty="0">
                <a:solidFill>
                  <a:srgbClr val="242424"/>
                </a:solidFill>
                <a:effectLst/>
                <a:latin typeface="source-code-pro"/>
              </a:rPr>
              <a:t>[] b = { </a:t>
            </a:r>
            <a:r>
              <a:rPr lang="en-IN" sz="2000" b="0" i="0" dirty="0">
                <a:solidFill>
                  <a:srgbClr val="1C00CF"/>
                </a:solidFill>
                <a:effectLst/>
                <a:latin typeface="source-code-pro"/>
              </a:rPr>
              <a:t>1</a:t>
            </a:r>
            <a:r>
              <a:rPr lang="en-IN" sz="2000" b="0" i="0" dirty="0">
                <a:solidFill>
                  <a:srgbClr val="242424"/>
                </a:solidFill>
                <a:effectLst/>
                <a:latin typeface="source-code-pro"/>
              </a:rPr>
              <a:t>, </a:t>
            </a:r>
            <a:r>
              <a:rPr lang="en-IN" sz="2000" b="0" i="0" dirty="0">
                <a:solidFill>
                  <a:srgbClr val="1C00CF"/>
                </a:solidFill>
                <a:effectLst/>
                <a:latin typeface="source-code-pro"/>
              </a:rPr>
              <a:t>2</a:t>
            </a:r>
            <a:r>
              <a:rPr lang="en-IN" sz="2000" b="0" i="0" dirty="0">
                <a:solidFill>
                  <a:srgbClr val="242424"/>
                </a:solidFill>
                <a:effectLst/>
                <a:latin typeface="source-code-pro"/>
              </a:rPr>
              <a:t>, </a:t>
            </a:r>
            <a:r>
              <a:rPr lang="en-IN" sz="2000" b="0" i="0" dirty="0">
                <a:solidFill>
                  <a:srgbClr val="1C00CF"/>
                </a:solidFill>
                <a:effectLst/>
                <a:latin typeface="source-code-pro"/>
              </a:rPr>
              <a:t>3</a:t>
            </a:r>
            <a:r>
              <a:rPr lang="en-IN" sz="2000" b="0" i="0" dirty="0">
                <a:solidFill>
                  <a:srgbClr val="242424"/>
                </a:solidFill>
                <a:effectLst/>
                <a:latin typeface="source-code-pro"/>
              </a:rPr>
              <a:t> }; </a:t>
            </a:r>
            <a:r>
              <a:rPr lang="en-IN" sz="2000" b="0" i="0" dirty="0">
                <a:solidFill>
                  <a:srgbClr val="007400"/>
                </a:solidFill>
                <a:effectLst/>
                <a:latin typeface="source-code-pro"/>
              </a:rPr>
              <a:t>// Compiler Error! Unexpected token.</a:t>
            </a:r>
            <a:br>
              <a:rPr lang="en-IN" sz="2000" dirty="0"/>
            </a:br>
            <a:r>
              <a:rPr lang="en-IN" sz="2000" b="0" i="0" dirty="0">
                <a:solidFill>
                  <a:srgbClr val="AA0D91"/>
                </a:solidFill>
                <a:effectLst/>
                <a:latin typeface="source-code-pro"/>
              </a:rPr>
              <a:t>var</a:t>
            </a:r>
            <a:r>
              <a:rPr lang="en-IN" sz="2000" b="0" i="0" dirty="0">
                <a:solidFill>
                  <a:srgbClr val="242424"/>
                </a:solidFill>
                <a:effectLst/>
                <a:latin typeface="source-code-pro"/>
              </a:rPr>
              <a:t>[] c = </a:t>
            </a:r>
            <a:r>
              <a:rPr lang="en-IN" sz="2000" b="0" i="0" dirty="0">
                <a:solidFill>
                  <a:srgbClr val="AA0D91"/>
                </a:solidFill>
                <a:effectLst/>
                <a:latin typeface="source-code-pro"/>
              </a:rPr>
              <a:t>new</a:t>
            </a:r>
            <a:r>
              <a:rPr lang="en-IN" sz="2000" b="0" i="0" dirty="0">
                <a:solidFill>
                  <a:srgbClr val="242424"/>
                </a:solidFill>
                <a:effectLst/>
                <a:latin typeface="source-code-pro"/>
              </a:rPr>
              <a:t> int[] { </a:t>
            </a:r>
            <a:r>
              <a:rPr lang="en-IN" sz="2000" b="0" i="0" dirty="0">
                <a:solidFill>
                  <a:srgbClr val="1C00CF"/>
                </a:solidFill>
                <a:effectLst/>
                <a:latin typeface="source-code-pro"/>
              </a:rPr>
              <a:t>1</a:t>
            </a:r>
            <a:r>
              <a:rPr lang="en-IN" sz="2000" b="0" i="0" dirty="0">
                <a:solidFill>
                  <a:srgbClr val="242424"/>
                </a:solidFill>
                <a:effectLst/>
                <a:latin typeface="source-code-pro"/>
              </a:rPr>
              <a:t>, </a:t>
            </a:r>
            <a:r>
              <a:rPr lang="en-IN" sz="2000" b="0" i="0" dirty="0">
                <a:solidFill>
                  <a:srgbClr val="1C00CF"/>
                </a:solidFill>
                <a:effectLst/>
                <a:latin typeface="source-code-pro"/>
              </a:rPr>
              <a:t>2</a:t>
            </a:r>
            <a:r>
              <a:rPr lang="en-IN" sz="2000" b="0" i="0" dirty="0">
                <a:solidFill>
                  <a:srgbClr val="242424"/>
                </a:solidFill>
                <a:effectLst/>
                <a:latin typeface="source-code-pro"/>
              </a:rPr>
              <a:t>, </a:t>
            </a:r>
            <a:r>
              <a:rPr lang="en-IN" sz="2000" b="0" i="0" dirty="0">
                <a:solidFill>
                  <a:srgbClr val="1C00CF"/>
                </a:solidFill>
                <a:effectLst/>
                <a:latin typeface="source-code-pro"/>
              </a:rPr>
              <a:t>3</a:t>
            </a:r>
            <a:r>
              <a:rPr lang="en-IN" sz="2000" b="0" i="0" dirty="0">
                <a:solidFill>
                  <a:srgbClr val="242424"/>
                </a:solidFill>
                <a:effectLst/>
                <a:latin typeface="source-code-pro"/>
              </a:rPr>
              <a:t> }; </a:t>
            </a:r>
            <a:r>
              <a:rPr lang="en-IN" sz="2000" b="0" i="0" dirty="0">
                <a:solidFill>
                  <a:srgbClr val="007400"/>
                </a:solidFill>
                <a:effectLst/>
                <a:latin typeface="source-code-pro"/>
              </a:rPr>
              <a:t>// Compiler Error! Unexpected token.</a:t>
            </a:r>
            <a:br>
              <a:rPr lang="en-IN" sz="2000" dirty="0"/>
            </a:br>
            <a:br>
              <a:rPr lang="en-IN" sz="2000" dirty="0"/>
            </a:br>
            <a:r>
              <a:rPr lang="en-IN" sz="2000" b="0" i="0" dirty="0">
                <a:solidFill>
                  <a:srgbClr val="5C2699"/>
                </a:solidFill>
                <a:effectLst/>
                <a:latin typeface="source-code-pro"/>
              </a:rPr>
              <a:t>var</a:t>
            </a:r>
            <a:r>
              <a:rPr lang="en-IN" sz="2000" b="0" i="0" dirty="0">
                <a:solidFill>
                  <a:srgbClr val="242424"/>
                </a:solidFill>
                <a:effectLst/>
                <a:latin typeface="source-code-pro"/>
              </a:rPr>
              <a:t> </a:t>
            </a:r>
            <a:r>
              <a:rPr lang="en-IN" sz="2000" b="0" i="0" dirty="0">
                <a:solidFill>
                  <a:srgbClr val="3F6E74"/>
                </a:solidFill>
                <a:effectLst/>
                <a:latin typeface="source-code-pro"/>
              </a:rPr>
              <a:t>d</a:t>
            </a:r>
            <a:r>
              <a:rPr lang="en-IN" sz="2000" b="0" i="0" dirty="0">
                <a:solidFill>
                  <a:srgbClr val="242424"/>
                </a:solidFill>
                <a:effectLst/>
                <a:latin typeface="source-code-pro"/>
              </a:rPr>
              <a:t> = </a:t>
            </a:r>
            <a:r>
              <a:rPr lang="en-IN" sz="2000" b="0" i="0" dirty="0">
                <a:solidFill>
                  <a:srgbClr val="AA0D91"/>
                </a:solidFill>
                <a:effectLst/>
                <a:latin typeface="source-code-pro"/>
              </a:rPr>
              <a:t>new</a:t>
            </a:r>
            <a:r>
              <a:rPr lang="en-IN" sz="2000" b="0" i="0" dirty="0">
                <a:solidFill>
                  <a:srgbClr val="242424"/>
                </a:solidFill>
                <a:effectLst/>
                <a:latin typeface="source-code-pro"/>
              </a:rPr>
              <a:t> int[] { </a:t>
            </a:r>
            <a:r>
              <a:rPr lang="en-IN" sz="2000" b="0" i="0" dirty="0">
                <a:solidFill>
                  <a:srgbClr val="1C00CF"/>
                </a:solidFill>
                <a:effectLst/>
                <a:latin typeface="source-code-pro"/>
              </a:rPr>
              <a:t>1</a:t>
            </a:r>
            <a:r>
              <a:rPr lang="en-IN" sz="2000" b="0" i="0" dirty="0">
                <a:solidFill>
                  <a:srgbClr val="242424"/>
                </a:solidFill>
                <a:effectLst/>
                <a:latin typeface="source-code-pro"/>
              </a:rPr>
              <a:t>, </a:t>
            </a:r>
            <a:r>
              <a:rPr lang="en-IN" sz="2000" b="0" i="0" dirty="0">
                <a:solidFill>
                  <a:srgbClr val="1C00CF"/>
                </a:solidFill>
                <a:effectLst/>
                <a:latin typeface="source-code-pro"/>
              </a:rPr>
              <a:t>2</a:t>
            </a:r>
            <a:r>
              <a:rPr lang="en-IN" sz="2000" b="0" i="0" dirty="0">
                <a:solidFill>
                  <a:srgbClr val="242424"/>
                </a:solidFill>
                <a:effectLst/>
                <a:latin typeface="source-code-pro"/>
              </a:rPr>
              <a:t>, </a:t>
            </a:r>
            <a:r>
              <a:rPr lang="en-IN" sz="2000" b="0" i="0" dirty="0">
                <a:solidFill>
                  <a:srgbClr val="1C00CF"/>
                </a:solidFill>
                <a:effectLst/>
                <a:latin typeface="source-code-pro"/>
              </a:rPr>
              <a:t>3</a:t>
            </a:r>
            <a:r>
              <a:rPr lang="en-IN" sz="2000" b="0" i="0" dirty="0">
                <a:solidFill>
                  <a:srgbClr val="242424"/>
                </a:solidFill>
                <a:effectLst/>
                <a:latin typeface="source-code-pro"/>
              </a:rPr>
              <a:t> }; </a:t>
            </a:r>
            <a:r>
              <a:rPr lang="en-IN" sz="2000" b="0" i="0" dirty="0">
                <a:solidFill>
                  <a:srgbClr val="007400"/>
                </a:solidFill>
                <a:effectLst/>
                <a:latin typeface="source-code-pro"/>
              </a:rPr>
              <a:t>// Valid!</a:t>
            </a:r>
            <a:br>
              <a:rPr lang="en-IN" sz="2400" dirty="0"/>
            </a:br>
            <a:r>
              <a:rPr lang="en-IN" sz="2400" b="0" i="0" dirty="0">
                <a:solidFill>
                  <a:srgbClr val="242424"/>
                </a:solidFill>
                <a:effectLst/>
                <a:latin typeface="source-code-pro"/>
              </a:rPr>
              <a:t>}</a:t>
            </a:r>
            <a:endParaRPr lang="en-IN" sz="2400" i="0" dirty="0">
              <a:solidFill>
                <a:srgbClr val="242424"/>
              </a:solidFill>
              <a:effectLst/>
              <a:latin typeface="sohne"/>
            </a:endParaRPr>
          </a:p>
        </p:txBody>
      </p:sp>
    </p:spTree>
    <p:extLst>
      <p:ext uri="{BB962C8B-B14F-4D97-AF65-F5344CB8AC3E}">
        <p14:creationId xmlns:p14="http://schemas.microsoft.com/office/powerpoint/2010/main" val="3893779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7EB91-B051-86A7-E01A-94E961AC8CF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02CF9C-B554-8442-FE0C-3DAE423B6EB1}"/>
              </a:ext>
            </a:extLst>
          </p:cNvPr>
          <p:cNvSpPr txBox="1"/>
          <p:nvPr/>
        </p:nvSpPr>
        <p:spPr>
          <a:xfrm>
            <a:off x="846753" y="454481"/>
            <a:ext cx="8633149" cy="461665"/>
          </a:xfrm>
          <a:prstGeom prst="rect">
            <a:avLst/>
          </a:prstGeom>
          <a:noFill/>
        </p:spPr>
        <p:txBody>
          <a:bodyPr wrap="square">
            <a:spAutoFit/>
          </a:bodyPr>
          <a:lstStyle/>
          <a:p>
            <a:r>
              <a:rPr lang="en-IN" sz="2400" dirty="0"/>
              <a:t>local variable type inference java Limited</a:t>
            </a:r>
          </a:p>
        </p:txBody>
      </p:sp>
      <p:sp>
        <p:nvSpPr>
          <p:cNvPr id="3" name="TextBox 2">
            <a:extLst>
              <a:ext uri="{FF2B5EF4-FFF2-40B4-BE49-F238E27FC236}">
                <a16:creationId xmlns:a16="http://schemas.microsoft.com/office/drawing/2014/main" id="{640CE8A5-0DA2-E4A9-800E-B5E36458A149}"/>
              </a:ext>
            </a:extLst>
          </p:cNvPr>
          <p:cNvSpPr txBox="1"/>
          <p:nvPr/>
        </p:nvSpPr>
        <p:spPr>
          <a:xfrm>
            <a:off x="510851" y="916146"/>
            <a:ext cx="11367019" cy="5755422"/>
          </a:xfrm>
          <a:prstGeom prst="rect">
            <a:avLst/>
          </a:prstGeom>
          <a:noFill/>
        </p:spPr>
        <p:txBody>
          <a:bodyPr wrap="square">
            <a:spAutoFit/>
          </a:bodyPr>
          <a:lstStyle/>
          <a:p>
            <a:pPr algn="l"/>
            <a:r>
              <a:rPr lang="en-IN" sz="2800" b="1" i="0" dirty="0">
                <a:solidFill>
                  <a:srgbClr val="242424"/>
                </a:solidFill>
                <a:effectLst/>
                <a:latin typeface="sohne"/>
              </a:rPr>
              <a:t> </a:t>
            </a:r>
            <a:r>
              <a:rPr lang="en-IN" sz="2000" b="0" i="0" dirty="0">
                <a:solidFill>
                  <a:srgbClr val="AA0D91"/>
                </a:solidFill>
                <a:effectLst/>
                <a:latin typeface="source-code-pro"/>
              </a:rPr>
              <a:t>for</a:t>
            </a:r>
            <a:r>
              <a:rPr lang="en-IN" sz="2000" b="0" i="0" dirty="0">
                <a:solidFill>
                  <a:srgbClr val="242424"/>
                </a:solidFill>
                <a:effectLst/>
                <a:latin typeface="source-code-pro"/>
              </a:rPr>
              <a:t> (</a:t>
            </a:r>
            <a:r>
              <a:rPr lang="en-IN" sz="2000" b="0" i="0" dirty="0">
                <a:solidFill>
                  <a:srgbClr val="5C2699"/>
                </a:solidFill>
                <a:effectLst/>
                <a:latin typeface="source-code-pro"/>
              </a:rPr>
              <a:t>var</a:t>
            </a:r>
            <a:r>
              <a:rPr lang="en-IN" sz="2000" b="0" i="0" dirty="0">
                <a:solidFill>
                  <a:srgbClr val="242424"/>
                </a:solidFill>
                <a:effectLst/>
                <a:latin typeface="source-code-pro"/>
              </a:rPr>
              <a:t> </a:t>
            </a:r>
            <a:r>
              <a:rPr lang="en-IN" sz="2000" b="0" i="0" dirty="0" err="1">
                <a:solidFill>
                  <a:srgbClr val="3F6E74"/>
                </a:solidFill>
                <a:effectLst/>
                <a:latin typeface="source-code-pro"/>
              </a:rPr>
              <a:t>i</a:t>
            </a:r>
            <a:r>
              <a:rPr lang="en-IN" sz="2000" b="0" i="0" dirty="0">
                <a:solidFill>
                  <a:srgbClr val="242424"/>
                </a:solidFill>
                <a:effectLst/>
                <a:latin typeface="source-code-pro"/>
              </a:rPr>
              <a:t> = </a:t>
            </a:r>
            <a:r>
              <a:rPr lang="en-IN" sz="2000" b="0" i="0" dirty="0">
                <a:solidFill>
                  <a:srgbClr val="1C00CF"/>
                </a:solidFill>
                <a:effectLst/>
                <a:latin typeface="source-code-pro"/>
              </a:rPr>
              <a:t>0</a:t>
            </a:r>
            <a:r>
              <a:rPr lang="en-IN" sz="2000" b="0" i="0" dirty="0">
                <a:solidFill>
                  <a:srgbClr val="242424"/>
                </a:solidFill>
                <a:effectLst/>
                <a:latin typeface="source-code-pro"/>
              </a:rPr>
              <a:t>; </a:t>
            </a:r>
            <a:r>
              <a:rPr lang="en-IN" sz="2000" b="0" i="0" dirty="0" err="1">
                <a:solidFill>
                  <a:srgbClr val="242424"/>
                </a:solidFill>
                <a:effectLst/>
                <a:latin typeface="source-code-pro"/>
              </a:rPr>
              <a:t>i</a:t>
            </a:r>
            <a:r>
              <a:rPr lang="en-IN" sz="2000" b="0" i="0" dirty="0">
                <a:solidFill>
                  <a:srgbClr val="242424"/>
                </a:solidFill>
                <a:effectLst/>
                <a:latin typeface="source-code-pro"/>
              </a:rPr>
              <a:t> &lt; </a:t>
            </a:r>
            <a:r>
              <a:rPr lang="en-IN" sz="2000" b="0" i="0" dirty="0">
                <a:solidFill>
                  <a:srgbClr val="1C00CF"/>
                </a:solidFill>
                <a:effectLst/>
                <a:latin typeface="source-code-pro"/>
              </a:rPr>
              <a:t>10</a:t>
            </a:r>
            <a:r>
              <a:rPr lang="en-IN" sz="2000" b="0" i="0" dirty="0">
                <a:solidFill>
                  <a:srgbClr val="242424"/>
                </a:solidFill>
                <a:effectLst/>
                <a:latin typeface="source-code-pro"/>
              </a:rPr>
              <a:t>; </a:t>
            </a:r>
            <a:r>
              <a:rPr lang="en-IN" sz="2000" b="0" i="0" dirty="0" err="1">
                <a:solidFill>
                  <a:srgbClr val="242424"/>
                </a:solidFill>
                <a:effectLst/>
                <a:latin typeface="source-code-pro"/>
              </a:rPr>
              <a:t>i</a:t>
            </a:r>
            <a:r>
              <a:rPr lang="en-IN" sz="2000" b="0" i="0" dirty="0">
                <a:solidFill>
                  <a:srgbClr val="242424"/>
                </a:solidFill>
                <a:effectLst/>
                <a:latin typeface="source-code-pro"/>
              </a:rPr>
              <a:t>++) { </a:t>
            </a:r>
            <a:r>
              <a:rPr lang="en-IN" sz="2000" b="0" i="0" dirty="0">
                <a:solidFill>
                  <a:srgbClr val="007400"/>
                </a:solidFill>
                <a:effectLst/>
                <a:latin typeface="source-code-pro"/>
              </a:rPr>
              <a:t>// Valid! Single var declaration is allowed</a:t>
            </a:r>
            <a:br>
              <a:rPr lang="en-IN" sz="2000" dirty="0"/>
            </a:br>
            <a:r>
              <a:rPr lang="en-IN" sz="2000" b="0" i="0" dirty="0" err="1">
                <a:solidFill>
                  <a:srgbClr val="242424"/>
                </a:solidFill>
                <a:effectLst/>
                <a:latin typeface="source-code-pro"/>
              </a:rPr>
              <a:t>System.out.println</a:t>
            </a:r>
            <a:r>
              <a:rPr lang="en-IN" sz="2000" b="0" i="0" dirty="0">
                <a:solidFill>
                  <a:srgbClr val="242424"/>
                </a:solidFill>
                <a:effectLst/>
                <a:latin typeface="source-code-pro"/>
              </a:rPr>
              <a:t>(</a:t>
            </a:r>
            <a:r>
              <a:rPr lang="en-IN" sz="2000" b="0" i="0" dirty="0" err="1">
                <a:solidFill>
                  <a:srgbClr val="242424"/>
                </a:solidFill>
                <a:effectLst/>
                <a:latin typeface="source-code-pro"/>
              </a:rPr>
              <a:t>i</a:t>
            </a:r>
            <a:r>
              <a:rPr lang="en-IN" sz="2000" b="0" i="0" dirty="0">
                <a:solidFill>
                  <a:srgbClr val="242424"/>
                </a:solidFill>
                <a:effectLst/>
                <a:latin typeface="source-code-pro"/>
              </a:rPr>
              <a:t>);</a:t>
            </a:r>
            <a:br>
              <a:rPr lang="en-IN" sz="2000" dirty="0"/>
            </a:br>
            <a:r>
              <a:rPr lang="en-IN" sz="2000" b="0" i="0" dirty="0">
                <a:solidFill>
                  <a:srgbClr val="242424"/>
                </a:solidFill>
                <a:effectLst/>
                <a:latin typeface="source-code-pro"/>
              </a:rPr>
              <a:t>}</a:t>
            </a:r>
            <a:br>
              <a:rPr lang="en-IN" sz="2000" dirty="0"/>
            </a:br>
            <a:r>
              <a:rPr lang="en-IN" sz="2000" b="0" i="0" dirty="0">
                <a:solidFill>
                  <a:srgbClr val="AA0D91"/>
                </a:solidFill>
                <a:effectLst/>
                <a:latin typeface="source-code-pro"/>
              </a:rPr>
              <a:t>for</a:t>
            </a:r>
            <a:r>
              <a:rPr lang="en-IN" sz="2000" b="0" i="0" dirty="0">
                <a:solidFill>
                  <a:srgbClr val="242424"/>
                </a:solidFill>
                <a:effectLst/>
                <a:latin typeface="source-code-pro"/>
              </a:rPr>
              <a:t> (</a:t>
            </a:r>
            <a:r>
              <a:rPr lang="en-IN" sz="2000" b="0" i="0" dirty="0">
                <a:solidFill>
                  <a:srgbClr val="5C2699"/>
                </a:solidFill>
                <a:effectLst/>
                <a:latin typeface="source-code-pro"/>
              </a:rPr>
              <a:t>var</a:t>
            </a:r>
            <a:r>
              <a:rPr lang="en-IN" sz="2000" b="0" i="0" dirty="0">
                <a:solidFill>
                  <a:srgbClr val="242424"/>
                </a:solidFill>
                <a:effectLst/>
                <a:latin typeface="source-code-pro"/>
              </a:rPr>
              <a:t> </a:t>
            </a:r>
            <a:r>
              <a:rPr lang="en-IN" sz="2000" b="0" i="0" dirty="0" err="1">
                <a:solidFill>
                  <a:srgbClr val="3F6E74"/>
                </a:solidFill>
                <a:effectLst/>
                <a:latin typeface="source-code-pro"/>
              </a:rPr>
              <a:t>i</a:t>
            </a:r>
            <a:r>
              <a:rPr lang="en-IN" sz="2000" b="0" i="0" dirty="0">
                <a:solidFill>
                  <a:srgbClr val="242424"/>
                </a:solidFill>
                <a:effectLst/>
                <a:latin typeface="source-code-pro"/>
              </a:rPr>
              <a:t> = </a:t>
            </a:r>
            <a:r>
              <a:rPr lang="en-IN" sz="2000" b="0" i="0" dirty="0">
                <a:solidFill>
                  <a:srgbClr val="1C00CF"/>
                </a:solidFill>
                <a:effectLst/>
                <a:latin typeface="source-code-pro"/>
              </a:rPr>
              <a:t>0</a:t>
            </a:r>
            <a:r>
              <a:rPr lang="en-IN" sz="2000" b="0" i="0" dirty="0">
                <a:solidFill>
                  <a:srgbClr val="242424"/>
                </a:solidFill>
                <a:effectLst/>
                <a:latin typeface="source-code-pro"/>
              </a:rPr>
              <a:t>, j = </a:t>
            </a:r>
            <a:r>
              <a:rPr lang="en-IN" sz="2000" b="0" i="0" dirty="0">
                <a:solidFill>
                  <a:srgbClr val="1C00CF"/>
                </a:solidFill>
                <a:effectLst/>
                <a:latin typeface="source-code-pro"/>
              </a:rPr>
              <a:t>10</a:t>
            </a:r>
            <a:r>
              <a:rPr lang="en-IN" sz="2000" b="0" i="0" dirty="0">
                <a:solidFill>
                  <a:srgbClr val="242424"/>
                </a:solidFill>
                <a:effectLst/>
                <a:latin typeface="source-code-pro"/>
              </a:rPr>
              <a:t> ; </a:t>
            </a:r>
            <a:r>
              <a:rPr lang="en-IN" sz="2000" b="0" i="0" dirty="0" err="1">
                <a:solidFill>
                  <a:srgbClr val="242424"/>
                </a:solidFill>
                <a:effectLst/>
                <a:latin typeface="source-code-pro"/>
              </a:rPr>
              <a:t>i</a:t>
            </a:r>
            <a:r>
              <a:rPr lang="en-IN" sz="2000" b="0" i="0" dirty="0">
                <a:solidFill>
                  <a:srgbClr val="242424"/>
                </a:solidFill>
                <a:effectLst/>
                <a:latin typeface="source-code-pro"/>
              </a:rPr>
              <a:t> &lt; </a:t>
            </a:r>
            <a:r>
              <a:rPr lang="en-IN" sz="2000" b="0" i="0" dirty="0">
                <a:solidFill>
                  <a:srgbClr val="1C00CF"/>
                </a:solidFill>
                <a:effectLst/>
                <a:latin typeface="source-code-pro"/>
              </a:rPr>
              <a:t>10</a:t>
            </a:r>
            <a:r>
              <a:rPr lang="en-IN" sz="2000" b="0" i="0" dirty="0">
                <a:solidFill>
                  <a:srgbClr val="242424"/>
                </a:solidFill>
                <a:effectLst/>
                <a:latin typeface="source-code-pro"/>
              </a:rPr>
              <a:t>; </a:t>
            </a:r>
            <a:r>
              <a:rPr lang="en-IN" sz="2000" b="0" i="0" dirty="0" err="1">
                <a:solidFill>
                  <a:srgbClr val="242424"/>
                </a:solidFill>
                <a:effectLst/>
                <a:latin typeface="source-code-pro"/>
              </a:rPr>
              <a:t>i</a:t>
            </a:r>
            <a:r>
              <a:rPr lang="en-IN" sz="2000" b="0" i="0" dirty="0">
                <a:solidFill>
                  <a:srgbClr val="242424"/>
                </a:solidFill>
                <a:effectLst/>
                <a:latin typeface="source-code-pro"/>
              </a:rPr>
              <a:t>++, j--) { </a:t>
            </a:r>
            <a:r>
              <a:rPr lang="en-IN" sz="2000" b="0" i="0" dirty="0">
                <a:solidFill>
                  <a:srgbClr val="007400"/>
                </a:solidFill>
                <a:effectLst/>
                <a:latin typeface="source-code-pro"/>
              </a:rPr>
              <a:t>// Compiler error! 'var' is not allowed in a compound declaration</a:t>
            </a:r>
            <a:br>
              <a:rPr lang="en-IN" sz="2000" dirty="0"/>
            </a:br>
            <a:r>
              <a:rPr lang="en-IN" sz="2000" b="0" i="0" dirty="0" err="1">
                <a:solidFill>
                  <a:srgbClr val="242424"/>
                </a:solidFill>
                <a:effectLst/>
                <a:latin typeface="source-code-pro"/>
              </a:rPr>
              <a:t>System.out.println</a:t>
            </a:r>
            <a:r>
              <a:rPr lang="en-IN" sz="2000" b="0" i="0" dirty="0">
                <a:solidFill>
                  <a:srgbClr val="242424"/>
                </a:solidFill>
                <a:effectLst/>
                <a:latin typeface="source-code-pro"/>
              </a:rPr>
              <a:t>(</a:t>
            </a:r>
            <a:r>
              <a:rPr lang="en-IN" sz="2000" b="0" i="0" dirty="0" err="1">
                <a:solidFill>
                  <a:srgbClr val="242424"/>
                </a:solidFill>
                <a:effectLst/>
                <a:latin typeface="source-code-pro"/>
              </a:rPr>
              <a:t>i</a:t>
            </a:r>
            <a:r>
              <a:rPr lang="en-IN" sz="2000" b="0" i="0" dirty="0">
                <a:solidFill>
                  <a:srgbClr val="242424"/>
                </a:solidFill>
                <a:effectLst/>
                <a:latin typeface="source-code-pro"/>
              </a:rPr>
              <a:t> + j);</a:t>
            </a:r>
            <a:br>
              <a:rPr lang="en-IN" sz="2000" dirty="0"/>
            </a:br>
            <a:r>
              <a:rPr lang="en-IN" sz="2000" b="0" i="0" dirty="0">
                <a:solidFill>
                  <a:srgbClr val="242424"/>
                </a:solidFill>
                <a:effectLst/>
                <a:latin typeface="source-code-pro"/>
              </a:rPr>
              <a:t>}</a:t>
            </a:r>
          </a:p>
          <a:p>
            <a:r>
              <a:rPr lang="en-IN" sz="2400" b="1" i="0" dirty="0">
                <a:solidFill>
                  <a:srgbClr val="242424"/>
                </a:solidFill>
                <a:effectLst/>
                <a:latin typeface="sohne"/>
              </a:rPr>
              <a:t>Catch Block</a:t>
            </a:r>
          </a:p>
          <a:p>
            <a:pPr algn="l"/>
            <a:r>
              <a:rPr lang="en-US" sz="2400" b="0" i="0" dirty="0">
                <a:solidFill>
                  <a:srgbClr val="242424"/>
                </a:solidFill>
                <a:effectLst/>
                <a:latin typeface="source-serif-pro"/>
              </a:rPr>
              <a:t>Java allows us to declare multiple catch blocks in order to deal with various exceptions differently. We must specify the exception type in the catch block to handle the particular exception. Hence, using the var in the catch block makes it difficult to know which catch block the exception is to be passed to.</a:t>
            </a:r>
            <a:endParaRPr lang="en-IN" sz="2000" dirty="0">
              <a:solidFill>
                <a:srgbClr val="242424"/>
              </a:solidFill>
              <a:latin typeface="source-code-pro"/>
            </a:endParaRPr>
          </a:p>
          <a:p>
            <a:pPr algn="l"/>
            <a:r>
              <a:rPr lang="en-IN" sz="2400" b="0" i="0" dirty="0">
                <a:solidFill>
                  <a:srgbClr val="AA0D91"/>
                </a:solidFill>
                <a:effectLst/>
                <a:latin typeface="source-code-pro"/>
              </a:rPr>
              <a:t>try</a:t>
            </a:r>
            <a:r>
              <a:rPr lang="en-IN" sz="2400" b="0" i="0" dirty="0">
                <a:solidFill>
                  <a:srgbClr val="242424"/>
                </a:solidFill>
                <a:effectLst/>
                <a:latin typeface="source-code-pro"/>
              </a:rPr>
              <a:t> {</a:t>
            </a:r>
            <a:br>
              <a:rPr lang="en-IN" sz="2400" dirty="0"/>
            </a:br>
            <a:r>
              <a:rPr lang="en-IN" sz="2400" b="0" i="0" dirty="0">
                <a:solidFill>
                  <a:srgbClr val="5C2699"/>
                </a:solidFill>
                <a:effectLst/>
                <a:latin typeface="source-code-pro"/>
              </a:rPr>
              <a:t>var</a:t>
            </a:r>
            <a:r>
              <a:rPr lang="en-IN" sz="2400" b="0" i="0" dirty="0">
                <a:solidFill>
                  <a:srgbClr val="242424"/>
                </a:solidFill>
                <a:effectLst/>
                <a:latin typeface="source-code-pro"/>
              </a:rPr>
              <a:t> </a:t>
            </a:r>
            <a:r>
              <a:rPr lang="en-IN" sz="2400" b="0" i="0" dirty="0">
                <a:solidFill>
                  <a:srgbClr val="3F6E74"/>
                </a:solidFill>
                <a:effectLst/>
                <a:latin typeface="source-code-pro"/>
              </a:rPr>
              <a:t>input</a:t>
            </a:r>
            <a:r>
              <a:rPr lang="en-IN" sz="2400" b="0" i="0" dirty="0">
                <a:solidFill>
                  <a:srgbClr val="242424"/>
                </a:solidFill>
                <a:effectLst/>
                <a:latin typeface="source-code-pro"/>
              </a:rPr>
              <a:t> = </a:t>
            </a:r>
            <a:r>
              <a:rPr lang="en-IN" sz="2400" b="0" i="0" dirty="0">
                <a:solidFill>
                  <a:srgbClr val="AA0D91"/>
                </a:solidFill>
                <a:effectLst/>
                <a:latin typeface="source-code-pro"/>
              </a:rPr>
              <a:t>new</a:t>
            </a:r>
            <a:r>
              <a:rPr lang="en-IN" sz="2400" b="0" i="0" dirty="0">
                <a:solidFill>
                  <a:srgbClr val="242424"/>
                </a:solidFill>
                <a:effectLst/>
                <a:latin typeface="source-code-pro"/>
              </a:rPr>
              <a:t> </a:t>
            </a:r>
            <a:r>
              <a:rPr lang="en-IN" sz="2400" b="0" i="0" dirty="0" err="1">
                <a:solidFill>
                  <a:srgbClr val="242424"/>
                </a:solidFill>
                <a:effectLst/>
                <a:latin typeface="source-code-pro"/>
              </a:rPr>
              <a:t>FileReader</a:t>
            </a:r>
            <a:r>
              <a:rPr lang="en-IN" sz="2400" b="0" i="0" dirty="0">
                <a:solidFill>
                  <a:srgbClr val="242424"/>
                </a:solidFill>
                <a:effectLst/>
                <a:latin typeface="source-code-pro"/>
              </a:rPr>
              <a:t>(</a:t>
            </a:r>
            <a:r>
              <a:rPr lang="en-IN" sz="2400" b="0" i="0" dirty="0">
                <a:solidFill>
                  <a:srgbClr val="C41A16"/>
                </a:solidFill>
                <a:effectLst/>
                <a:latin typeface="source-code-pro"/>
              </a:rPr>
              <a:t>"hello.txt"</a:t>
            </a:r>
            <a:r>
              <a:rPr lang="en-IN" sz="2400" b="0" i="0" dirty="0">
                <a:solidFill>
                  <a:srgbClr val="242424"/>
                </a:solidFill>
                <a:effectLst/>
                <a:latin typeface="source-code-pro"/>
              </a:rPr>
              <a:t>);</a:t>
            </a:r>
            <a:br>
              <a:rPr lang="en-IN" sz="2400" dirty="0"/>
            </a:br>
            <a:r>
              <a:rPr lang="en-IN" sz="2400" b="0" i="0" dirty="0">
                <a:solidFill>
                  <a:srgbClr val="242424"/>
                </a:solidFill>
                <a:effectLst/>
                <a:latin typeface="source-code-pro"/>
              </a:rPr>
              <a:t>} </a:t>
            </a:r>
            <a:r>
              <a:rPr lang="en-IN" sz="2400" b="0" i="0" dirty="0">
                <a:solidFill>
                  <a:srgbClr val="AA0D91"/>
                </a:solidFill>
                <a:effectLst/>
                <a:latin typeface="source-code-pro"/>
              </a:rPr>
              <a:t>catch</a:t>
            </a:r>
            <a:r>
              <a:rPr lang="en-IN" sz="2400" b="0" i="0" dirty="0">
                <a:solidFill>
                  <a:srgbClr val="242424"/>
                </a:solidFill>
                <a:effectLst/>
                <a:latin typeface="source-code-pro"/>
              </a:rPr>
              <a:t> (</a:t>
            </a:r>
            <a:r>
              <a:rPr lang="en-IN" sz="2400" b="0" i="0" dirty="0">
                <a:solidFill>
                  <a:srgbClr val="AA0D91"/>
                </a:solidFill>
                <a:effectLst/>
                <a:latin typeface="source-code-pro"/>
              </a:rPr>
              <a:t>var</a:t>
            </a:r>
            <a:r>
              <a:rPr lang="en-IN" sz="2400" b="0" i="0" dirty="0">
                <a:solidFill>
                  <a:srgbClr val="242424"/>
                </a:solidFill>
                <a:effectLst/>
                <a:latin typeface="source-code-pro"/>
              </a:rPr>
              <a:t> e) { </a:t>
            </a:r>
            <a:r>
              <a:rPr lang="en-IN" sz="2400" b="0" i="0" dirty="0">
                <a:solidFill>
                  <a:srgbClr val="007400"/>
                </a:solidFill>
                <a:effectLst/>
                <a:latin typeface="source-code-pro"/>
              </a:rPr>
              <a:t>// Compiler Error. Not allowed in catch block</a:t>
            </a:r>
            <a:br>
              <a:rPr lang="en-IN" sz="2400" dirty="0"/>
            </a:br>
            <a:r>
              <a:rPr lang="en-IN" sz="2400" b="0" i="0" dirty="0" err="1">
                <a:solidFill>
                  <a:srgbClr val="242424"/>
                </a:solidFill>
                <a:effectLst/>
                <a:latin typeface="source-code-pro"/>
              </a:rPr>
              <a:t>System.out.println</a:t>
            </a:r>
            <a:r>
              <a:rPr lang="en-IN" sz="2400" b="0" i="0" dirty="0">
                <a:solidFill>
                  <a:srgbClr val="242424"/>
                </a:solidFill>
                <a:effectLst/>
                <a:latin typeface="source-code-pro"/>
              </a:rPr>
              <a:t>(</a:t>
            </a:r>
            <a:r>
              <a:rPr lang="en-IN" sz="2400" b="0" i="0" dirty="0">
                <a:solidFill>
                  <a:srgbClr val="C41A16"/>
                </a:solidFill>
                <a:effectLst/>
                <a:latin typeface="source-code-pro"/>
              </a:rPr>
              <a:t>"Error </a:t>
            </a:r>
            <a:r>
              <a:rPr lang="en-IN" sz="2400" b="0" i="0" dirty="0" err="1">
                <a:solidFill>
                  <a:srgbClr val="C41A16"/>
                </a:solidFill>
                <a:effectLst/>
                <a:latin typeface="source-code-pro"/>
              </a:rPr>
              <a:t>occured</a:t>
            </a:r>
            <a:r>
              <a:rPr lang="en-IN" sz="2400" b="0" i="0" dirty="0">
                <a:solidFill>
                  <a:srgbClr val="C41A16"/>
                </a:solidFill>
                <a:effectLst/>
                <a:latin typeface="source-code-pro"/>
              </a:rPr>
              <a:t>"</a:t>
            </a:r>
            <a:r>
              <a:rPr lang="en-IN" sz="2400" b="0" i="0" dirty="0">
                <a:solidFill>
                  <a:srgbClr val="242424"/>
                </a:solidFill>
                <a:effectLst/>
                <a:latin typeface="source-code-pro"/>
              </a:rPr>
              <a:t>);</a:t>
            </a:r>
            <a:br>
              <a:rPr lang="en-IN" sz="2400" dirty="0"/>
            </a:br>
            <a:r>
              <a:rPr lang="en-IN" sz="2400" b="0" i="0" dirty="0">
                <a:solidFill>
                  <a:srgbClr val="242424"/>
                </a:solidFill>
                <a:effectLst/>
                <a:latin typeface="source-code-pro"/>
              </a:rPr>
              <a:t>}</a:t>
            </a:r>
            <a:endParaRPr lang="en-IN" sz="2400" i="0" dirty="0">
              <a:solidFill>
                <a:srgbClr val="242424"/>
              </a:solidFill>
              <a:effectLst/>
              <a:latin typeface="sohne"/>
            </a:endParaRPr>
          </a:p>
        </p:txBody>
      </p:sp>
    </p:spTree>
    <p:extLst>
      <p:ext uri="{BB962C8B-B14F-4D97-AF65-F5344CB8AC3E}">
        <p14:creationId xmlns:p14="http://schemas.microsoft.com/office/powerpoint/2010/main" val="3485900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8204E-8E40-55D9-3342-35A43FA1133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248705-FD48-B1DB-156A-1587B25BF3B7}"/>
              </a:ext>
            </a:extLst>
          </p:cNvPr>
          <p:cNvSpPr txBox="1"/>
          <p:nvPr/>
        </p:nvSpPr>
        <p:spPr>
          <a:xfrm>
            <a:off x="846753" y="454481"/>
            <a:ext cx="8633149" cy="461665"/>
          </a:xfrm>
          <a:prstGeom prst="rect">
            <a:avLst/>
          </a:prstGeom>
          <a:noFill/>
        </p:spPr>
        <p:txBody>
          <a:bodyPr wrap="square">
            <a:spAutoFit/>
          </a:bodyPr>
          <a:lstStyle/>
          <a:p>
            <a:r>
              <a:rPr lang="en-IN" sz="2400" dirty="0"/>
              <a:t>local variable type inference java Drawbacks</a:t>
            </a:r>
          </a:p>
        </p:txBody>
      </p:sp>
      <p:sp>
        <p:nvSpPr>
          <p:cNvPr id="3" name="TextBox 2">
            <a:extLst>
              <a:ext uri="{FF2B5EF4-FFF2-40B4-BE49-F238E27FC236}">
                <a16:creationId xmlns:a16="http://schemas.microsoft.com/office/drawing/2014/main" id="{5F0A5C1B-46F8-3CF2-2E0C-39E67EF3D6CE}"/>
              </a:ext>
            </a:extLst>
          </p:cNvPr>
          <p:cNvSpPr txBox="1"/>
          <p:nvPr/>
        </p:nvSpPr>
        <p:spPr>
          <a:xfrm>
            <a:off x="510851" y="916146"/>
            <a:ext cx="11367019" cy="3908762"/>
          </a:xfrm>
          <a:prstGeom prst="rect">
            <a:avLst/>
          </a:prstGeom>
          <a:noFill/>
        </p:spPr>
        <p:txBody>
          <a:bodyPr wrap="square">
            <a:spAutoFit/>
          </a:bodyPr>
          <a:lstStyle/>
          <a:p>
            <a:pPr algn="l">
              <a:buFont typeface="Arial" panose="020B0604020202020204" pitchFamily="34" charset="0"/>
              <a:buChar char="•"/>
            </a:pPr>
            <a:r>
              <a:rPr lang="en-IN" sz="2800" b="1" i="0" dirty="0">
                <a:solidFill>
                  <a:srgbClr val="242424"/>
                </a:solidFill>
                <a:effectLst/>
                <a:latin typeface="sohne"/>
              </a:rPr>
              <a:t> </a:t>
            </a:r>
            <a:r>
              <a:rPr lang="en-US" sz="2000" b="1" i="0" dirty="0">
                <a:solidFill>
                  <a:srgbClr val="001E2D"/>
                </a:solidFill>
                <a:effectLst/>
                <a:latin typeface="Google Sans"/>
              </a:rPr>
              <a:t>Reduced readability:</a:t>
            </a:r>
          </a:p>
          <a:p>
            <a:pPr algn="l">
              <a:buFont typeface="Arial" panose="020B0604020202020204" pitchFamily="34" charset="0"/>
              <a:buChar char="•"/>
            </a:pPr>
            <a:r>
              <a:rPr lang="en-US" sz="2000" b="0" i="0" dirty="0">
                <a:solidFill>
                  <a:srgbClr val="001E2D"/>
                </a:solidFill>
                <a:effectLst/>
                <a:latin typeface="Google Sans"/>
              </a:rPr>
              <a:t>The use of var can make the code less readable and difficult to understand, especially for other developers who are not familiar with the code.</a:t>
            </a:r>
          </a:p>
          <a:p>
            <a:pPr algn="l">
              <a:buFont typeface="Arial" panose="020B0604020202020204" pitchFamily="34" charset="0"/>
              <a:buChar char="•"/>
            </a:pPr>
            <a:r>
              <a:rPr lang="en-US" sz="2000" b="1" i="0" dirty="0">
                <a:solidFill>
                  <a:srgbClr val="001E2D"/>
                </a:solidFill>
                <a:effectLst/>
                <a:latin typeface="Google Sans"/>
              </a:rPr>
              <a:t>Potential for errors:</a:t>
            </a:r>
          </a:p>
          <a:p>
            <a:pPr algn="l">
              <a:buFont typeface="Arial" panose="020B0604020202020204" pitchFamily="34" charset="0"/>
              <a:buChar char="•"/>
            </a:pPr>
            <a:r>
              <a:rPr lang="en-US" sz="2000" b="0" i="0" dirty="0">
                <a:solidFill>
                  <a:srgbClr val="001E2D"/>
                </a:solidFill>
                <a:effectLst/>
                <a:latin typeface="Google Sans"/>
              </a:rPr>
              <a:t>The compiler may not always be able to infer the correct type of the variable, which can lead to errors.</a:t>
            </a:r>
          </a:p>
          <a:p>
            <a:pPr algn="l">
              <a:buFont typeface="Arial" panose="020B0604020202020204" pitchFamily="34" charset="0"/>
              <a:buChar char="•"/>
            </a:pPr>
            <a:r>
              <a:rPr lang="en-US" sz="2000" b="1" i="0" dirty="0">
                <a:solidFill>
                  <a:srgbClr val="001E2D"/>
                </a:solidFill>
                <a:effectLst/>
                <a:latin typeface="Google Sans"/>
              </a:rPr>
              <a:t>Limited use cases:</a:t>
            </a:r>
          </a:p>
          <a:p>
            <a:pPr algn="l">
              <a:buFont typeface="Arial" panose="020B0604020202020204" pitchFamily="34" charset="0"/>
              <a:buChar char="•"/>
            </a:pPr>
            <a:r>
              <a:rPr lang="en-US" sz="2000" b="0" i="0" dirty="0">
                <a:solidFill>
                  <a:srgbClr val="001E2D"/>
                </a:solidFill>
                <a:effectLst/>
                <a:latin typeface="Google Sans"/>
              </a:rPr>
              <a:t>var can only be used for local variables and cannot be used for instance variables, static variables, or method parameters.</a:t>
            </a:r>
          </a:p>
          <a:p>
            <a:pPr algn="l">
              <a:buFont typeface="Arial" panose="020B0604020202020204" pitchFamily="34" charset="0"/>
              <a:buChar char="•"/>
            </a:pPr>
            <a:r>
              <a:rPr lang="en-US" sz="2000" b="1" i="0" dirty="0">
                <a:solidFill>
                  <a:srgbClr val="001E2D"/>
                </a:solidFill>
                <a:effectLst/>
                <a:latin typeface="Google Sans"/>
              </a:rPr>
              <a:t>Performance overhead:</a:t>
            </a:r>
          </a:p>
          <a:p>
            <a:pPr algn="l">
              <a:buFont typeface="Arial" panose="020B0604020202020204" pitchFamily="34" charset="0"/>
              <a:buChar char="•"/>
            </a:pPr>
            <a:r>
              <a:rPr lang="en-US" sz="2000" b="0" i="0" dirty="0">
                <a:solidFill>
                  <a:srgbClr val="001E2D"/>
                </a:solidFill>
                <a:effectLst/>
                <a:latin typeface="Google Sans"/>
              </a:rPr>
              <a:t>The use of var can add a small performance overhead, as the compiler needs to spend time inferring the type of the variable.</a:t>
            </a:r>
          </a:p>
          <a:p>
            <a:pPr algn="l">
              <a:buFont typeface="Arial" panose="020B0604020202020204" pitchFamily="34" charset="0"/>
              <a:buChar char="•"/>
            </a:pPr>
            <a:endParaRPr lang="en-US" sz="2000" b="0" i="0" dirty="0">
              <a:solidFill>
                <a:srgbClr val="001E2D"/>
              </a:solidFill>
              <a:effectLst/>
              <a:latin typeface="Google Sans"/>
            </a:endParaRPr>
          </a:p>
        </p:txBody>
      </p:sp>
    </p:spTree>
    <p:extLst>
      <p:ext uri="{BB962C8B-B14F-4D97-AF65-F5344CB8AC3E}">
        <p14:creationId xmlns:p14="http://schemas.microsoft.com/office/powerpoint/2010/main" val="1560074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756D8-C8B6-83E3-3B01-8F54204652F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52B1934-3720-6B5E-1D73-D73A52A79043}"/>
              </a:ext>
            </a:extLst>
          </p:cNvPr>
          <p:cNvSpPr txBox="1"/>
          <p:nvPr/>
        </p:nvSpPr>
        <p:spPr>
          <a:xfrm>
            <a:off x="846753" y="454481"/>
            <a:ext cx="8633149" cy="461665"/>
          </a:xfrm>
          <a:prstGeom prst="rect">
            <a:avLst/>
          </a:prstGeom>
          <a:noFill/>
        </p:spPr>
        <p:txBody>
          <a:bodyPr wrap="square">
            <a:spAutoFit/>
          </a:bodyPr>
          <a:lstStyle/>
          <a:p>
            <a:r>
              <a:rPr lang="en-IN" sz="2400" dirty="0"/>
              <a:t>Unmodifiable Collection</a:t>
            </a:r>
          </a:p>
        </p:txBody>
      </p:sp>
      <p:sp>
        <p:nvSpPr>
          <p:cNvPr id="3" name="TextBox 2">
            <a:extLst>
              <a:ext uri="{FF2B5EF4-FFF2-40B4-BE49-F238E27FC236}">
                <a16:creationId xmlns:a16="http://schemas.microsoft.com/office/drawing/2014/main" id="{C2818F6E-922B-48B2-94D1-E15F0DF7DCE0}"/>
              </a:ext>
            </a:extLst>
          </p:cNvPr>
          <p:cNvSpPr txBox="1"/>
          <p:nvPr/>
        </p:nvSpPr>
        <p:spPr>
          <a:xfrm>
            <a:off x="510851" y="916146"/>
            <a:ext cx="11367019" cy="5016758"/>
          </a:xfrm>
          <a:prstGeom prst="rect">
            <a:avLst/>
          </a:prstGeom>
          <a:noFill/>
        </p:spPr>
        <p:txBody>
          <a:bodyPr wrap="square">
            <a:spAutoFit/>
          </a:bodyPr>
          <a:lstStyle/>
          <a:p>
            <a:pPr algn="l">
              <a:buFont typeface="Arial" panose="020B0604020202020204" pitchFamily="34" charset="0"/>
              <a:buChar char="•"/>
            </a:pPr>
            <a:r>
              <a:rPr lang="en-US" sz="2000" b="0" i="0" dirty="0">
                <a:solidFill>
                  <a:srgbClr val="000000"/>
                </a:solidFill>
                <a:effectLst/>
                <a:latin typeface="Droid Serif"/>
              </a:rPr>
              <a:t>As the name implies, an unmodifiable Collection is a Collection that cannot be modified. So if you create an unmodifiable collection and then try to add or remove a value from it, Java throws an Exception.</a:t>
            </a:r>
          </a:p>
          <a:p>
            <a:pPr algn="l">
              <a:buFont typeface="Arial" panose="020B0604020202020204" pitchFamily="34" charset="0"/>
              <a:buChar char="•"/>
            </a:pPr>
            <a:r>
              <a:rPr lang="en-US" sz="2000" dirty="0">
                <a:solidFill>
                  <a:srgbClr val="000000"/>
                </a:solidFill>
                <a:latin typeface="Droid Serif"/>
              </a:rPr>
              <a:t>Sometimes, you may need to create a read only copy of a Collection. Unmodifiable collections are useful in such scenarios. List&lt;Integer&gt; </a:t>
            </a:r>
            <a:r>
              <a:rPr lang="en-US" sz="2000" dirty="0" err="1">
                <a:solidFill>
                  <a:srgbClr val="000000"/>
                </a:solidFill>
                <a:latin typeface="Droid Serif"/>
              </a:rPr>
              <a:t>numberList</a:t>
            </a:r>
            <a:r>
              <a:rPr lang="en-US" sz="2000" dirty="0">
                <a:solidFill>
                  <a:srgbClr val="000000"/>
                </a:solidFill>
                <a:latin typeface="Droid Serif"/>
              </a:rPr>
              <a:t> = </a:t>
            </a:r>
            <a:r>
              <a:rPr lang="en-US" sz="2000" dirty="0" err="1">
                <a:solidFill>
                  <a:srgbClr val="000000"/>
                </a:solidFill>
                <a:latin typeface="Droid Serif"/>
              </a:rPr>
              <a:t>Arrays.asList</a:t>
            </a:r>
            <a:r>
              <a:rPr lang="en-US" sz="2000" dirty="0">
                <a:solidFill>
                  <a:srgbClr val="000000"/>
                </a:solidFill>
                <a:latin typeface="Droid Serif"/>
              </a:rPr>
              <a:t>(2,4,6,8,10);</a:t>
            </a:r>
          </a:p>
          <a:p>
            <a:pPr algn="l">
              <a:buFont typeface="Arial" panose="020B0604020202020204" pitchFamily="34" charset="0"/>
              <a:buChar char="•"/>
            </a:pPr>
            <a:r>
              <a:rPr lang="en-US" sz="2000" dirty="0" err="1">
                <a:solidFill>
                  <a:srgbClr val="000000"/>
                </a:solidFill>
                <a:latin typeface="Droid Serif"/>
              </a:rPr>
              <a:t>numberList.add</a:t>
            </a:r>
            <a:r>
              <a:rPr lang="en-US" sz="2000" dirty="0">
                <a:solidFill>
                  <a:srgbClr val="000000"/>
                </a:solidFill>
                <a:latin typeface="Droid Serif"/>
              </a:rPr>
              <a:t>(12); // Line 1 - no exception</a:t>
            </a:r>
          </a:p>
          <a:p>
            <a:pPr algn="l">
              <a:buFont typeface="Arial" panose="020B0604020202020204" pitchFamily="34" charset="0"/>
              <a:buChar char="•"/>
            </a:pPr>
            <a:r>
              <a:rPr lang="en-US" sz="2000" dirty="0">
                <a:solidFill>
                  <a:srgbClr val="000000"/>
                </a:solidFill>
                <a:latin typeface="Droid Serif"/>
              </a:rPr>
              <a:t>    </a:t>
            </a:r>
          </a:p>
          <a:p>
            <a:pPr algn="l">
              <a:buFont typeface="Arial" panose="020B0604020202020204" pitchFamily="34" charset="0"/>
              <a:buChar char="•"/>
            </a:pPr>
            <a:r>
              <a:rPr lang="en-US" sz="2000" dirty="0">
                <a:solidFill>
                  <a:srgbClr val="000000"/>
                </a:solidFill>
                <a:latin typeface="Droid Serif"/>
              </a:rPr>
              <a:t>List&lt;Integer&gt; </a:t>
            </a:r>
            <a:r>
              <a:rPr lang="en-US" sz="2000" dirty="0" err="1">
                <a:solidFill>
                  <a:srgbClr val="000000"/>
                </a:solidFill>
                <a:latin typeface="Droid Serif"/>
              </a:rPr>
              <a:t>unmodifiableList</a:t>
            </a:r>
            <a:r>
              <a:rPr lang="en-US" sz="2000" dirty="0">
                <a:solidFill>
                  <a:srgbClr val="000000"/>
                </a:solidFill>
                <a:latin typeface="Droid Serif"/>
              </a:rPr>
              <a:t> = </a:t>
            </a:r>
            <a:r>
              <a:rPr lang="en-US" sz="2000" dirty="0" err="1">
                <a:solidFill>
                  <a:srgbClr val="000000"/>
                </a:solidFill>
                <a:latin typeface="Droid Serif"/>
              </a:rPr>
              <a:t>List.copyOf</a:t>
            </a:r>
            <a:r>
              <a:rPr lang="en-US" sz="2000" dirty="0">
                <a:solidFill>
                  <a:srgbClr val="000000"/>
                </a:solidFill>
                <a:latin typeface="Droid Serif"/>
              </a:rPr>
              <a:t>(</a:t>
            </a:r>
            <a:r>
              <a:rPr lang="en-US" sz="2000" dirty="0" err="1">
                <a:solidFill>
                  <a:srgbClr val="000000"/>
                </a:solidFill>
                <a:latin typeface="Droid Serif"/>
              </a:rPr>
              <a:t>numberList</a:t>
            </a:r>
            <a:r>
              <a:rPr lang="en-US" sz="2000" dirty="0">
                <a:solidFill>
                  <a:srgbClr val="000000"/>
                </a:solidFill>
                <a:latin typeface="Droid Serif"/>
              </a:rPr>
              <a:t>);</a:t>
            </a:r>
          </a:p>
          <a:p>
            <a:pPr algn="l">
              <a:buFont typeface="Arial" panose="020B0604020202020204" pitchFamily="34" charset="0"/>
              <a:buChar char="•"/>
            </a:pPr>
            <a:r>
              <a:rPr lang="en-US" sz="2000" dirty="0" err="1">
                <a:solidFill>
                  <a:srgbClr val="000000"/>
                </a:solidFill>
                <a:latin typeface="Droid Serif"/>
              </a:rPr>
              <a:t>unmodifiableList.add</a:t>
            </a:r>
            <a:r>
              <a:rPr lang="en-US" sz="2000" dirty="0">
                <a:solidFill>
                  <a:srgbClr val="000000"/>
                </a:solidFill>
                <a:latin typeface="Droid Serif"/>
              </a:rPr>
              <a:t>(14); //Line 2 - throws exception</a:t>
            </a:r>
          </a:p>
          <a:p>
            <a:pPr algn="l">
              <a:buFont typeface="Arial" panose="020B0604020202020204" pitchFamily="34" charset="0"/>
              <a:buChar char="•"/>
            </a:pPr>
            <a:endParaRPr lang="en-US" sz="2000" dirty="0">
              <a:solidFill>
                <a:srgbClr val="000000"/>
              </a:solidFill>
              <a:latin typeface="Droid Serif"/>
            </a:endParaRPr>
          </a:p>
          <a:p>
            <a:pPr algn="l">
              <a:buFont typeface="Arial" panose="020B0604020202020204" pitchFamily="34" charset="0"/>
              <a:buChar char="•"/>
            </a:pPr>
            <a:r>
              <a:rPr lang="en-IN" sz="2000" b="0" i="0" dirty="0">
                <a:solidFill>
                  <a:srgbClr val="000000"/>
                </a:solidFill>
                <a:effectLst/>
                <a:latin typeface="Courier New" panose="02070309020205020404" pitchFamily="49" charset="0"/>
              </a:rPr>
              <a:t>List&lt;Integer&gt; </a:t>
            </a:r>
            <a:r>
              <a:rPr lang="en-IN" sz="2000" b="0" i="0" dirty="0" err="1">
                <a:solidFill>
                  <a:srgbClr val="000000"/>
                </a:solidFill>
                <a:effectLst/>
                <a:latin typeface="Courier New" panose="02070309020205020404" pitchFamily="49" charset="0"/>
              </a:rPr>
              <a:t>unmodifiableList</a:t>
            </a:r>
            <a:r>
              <a:rPr lang="en-IN" sz="2000" b="0" i="0" dirty="0">
                <a:solidFill>
                  <a:srgbClr val="000000"/>
                </a:solidFill>
                <a:effectLst/>
                <a:latin typeface="Courier New" panose="02070309020205020404" pitchFamily="49" charset="0"/>
              </a:rPr>
              <a:t> = </a:t>
            </a:r>
            <a:r>
              <a:rPr lang="en-IN" sz="2000" b="0" i="0" dirty="0" err="1">
                <a:solidFill>
                  <a:srgbClr val="000000"/>
                </a:solidFill>
                <a:effectLst/>
                <a:latin typeface="Courier New" panose="02070309020205020404" pitchFamily="49" charset="0"/>
              </a:rPr>
              <a:t>List.copyOf</a:t>
            </a:r>
            <a:r>
              <a:rPr lang="en-IN" sz="2000" b="0" i="0" dirty="0">
                <a:solidFill>
                  <a:srgbClr val="000000"/>
                </a:solidFill>
                <a:effectLst/>
                <a:latin typeface="Courier New" panose="02070309020205020404" pitchFamily="49" charset="0"/>
              </a:rPr>
              <a:t>(</a:t>
            </a:r>
            <a:r>
              <a:rPr lang="en-IN" sz="2000" b="0" i="0" dirty="0" err="1">
                <a:solidFill>
                  <a:srgbClr val="000000"/>
                </a:solidFill>
                <a:effectLst/>
                <a:latin typeface="Courier New" panose="02070309020205020404" pitchFamily="49" charset="0"/>
              </a:rPr>
              <a:t>numberList</a:t>
            </a:r>
            <a:r>
              <a:rPr lang="en-IN" sz="2000" b="0" i="0" dirty="0">
                <a:solidFill>
                  <a:srgbClr val="000000"/>
                </a:solidFill>
                <a:effectLst/>
                <a:latin typeface="Courier New" panose="02070309020205020404" pitchFamily="49" charset="0"/>
              </a:rPr>
              <a:t>);</a:t>
            </a:r>
            <a:endParaRPr lang="en-US" sz="2000" b="0" i="0" dirty="0">
              <a:solidFill>
                <a:srgbClr val="000000"/>
              </a:solidFill>
              <a:effectLst/>
              <a:latin typeface="Droid Serif"/>
            </a:endParaRPr>
          </a:p>
          <a:p>
            <a:pPr algn="l">
              <a:buFont typeface="Arial" panose="020B0604020202020204" pitchFamily="34" charset="0"/>
              <a:buChar char="•"/>
            </a:pPr>
            <a:r>
              <a:rPr lang="en-IN" sz="2000" b="0" i="0" dirty="0">
                <a:solidFill>
                  <a:srgbClr val="000000"/>
                </a:solidFill>
                <a:effectLst/>
                <a:latin typeface="Courier New" panose="02070309020205020404" pitchFamily="49" charset="0"/>
              </a:rPr>
              <a:t>List&lt;Integer&gt; </a:t>
            </a:r>
            <a:r>
              <a:rPr lang="en-IN" sz="2000" b="0" i="0" dirty="0" err="1">
                <a:solidFill>
                  <a:srgbClr val="000000"/>
                </a:solidFill>
                <a:effectLst/>
                <a:latin typeface="Courier New" panose="02070309020205020404" pitchFamily="49" charset="0"/>
              </a:rPr>
              <a:t>unmodifiableList</a:t>
            </a:r>
            <a:r>
              <a:rPr lang="en-IN" sz="2000" b="0" i="0" dirty="0">
                <a:solidFill>
                  <a:srgbClr val="000000"/>
                </a:solidFill>
                <a:effectLst/>
                <a:latin typeface="Courier New" panose="02070309020205020404" pitchFamily="49" charset="0"/>
              </a:rPr>
              <a:t> = </a:t>
            </a:r>
            <a:r>
              <a:rPr lang="en-IN" sz="2000" b="0" i="0" dirty="0" err="1">
                <a:solidFill>
                  <a:srgbClr val="000000"/>
                </a:solidFill>
                <a:effectLst/>
                <a:latin typeface="Courier New" panose="02070309020205020404" pitchFamily="49" charset="0"/>
              </a:rPr>
              <a:t>stream.collect</a:t>
            </a:r>
            <a:r>
              <a:rPr lang="en-IN" sz="2000" b="0" i="0" dirty="0">
                <a:solidFill>
                  <a:srgbClr val="000000"/>
                </a:solidFill>
                <a:effectLst/>
                <a:latin typeface="Courier New" panose="02070309020205020404" pitchFamily="49" charset="0"/>
              </a:rPr>
              <a:t>(</a:t>
            </a:r>
            <a:r>
              <a:rPr lang="en-IN" sz="2000" b="0" i="0" dirty="0" err="1">
                <a:solidFill>
                  <a:srgbClr val="000000"/>
                </a:solidFill>
                <a:effectLst/>
                <a:latin typeface="Courier New" panose="02070309020205020404" pitchFamily="49" charset="0"/>
              </a:rPr>
              <a:t>Collectors.toUnmodifiableList</a:t>
            </a:r>
            <a:r>
              <a:rPr lang="en-IN" sz="2000" b="0" i="0" dirty="0">
                <a:solidFill>
                  <a:srgbClr val="000000"/>
                </a:solidFill>
                <a:effectLst/>
                <a:latin typeface="Courier New" panose="02070309020205020404" pitchFamily="49" charset="0"/>
              </a:rPr>
              <a:t>());</a:t>
            </a:r>
            <a:endParaRPr lang="en-US" sz="2000" dirty="0">
              <a:solidFill>
                <a:srgbClr val="000000"/>
              </a:solidFill>
              <a:latin typeface="Droid Serif"/>
            </a:endParaRPr>
          </a:p>
          <a:p>
            <a:pPr algn="l">
              <a:buFont typeface="Arial" panose="020B0604020202020204" pitchFamily="34" charset="0"/>
              <a:buChar char="•"/>
            </a:pPr>
            <a:r>
              <a:rPr lang="en-US" sz="2000" b="0" i="0" dirty="0">
                <a:solidFill>
                  <a:srgbClr val="000000"/>
                </a:solidFill>
                <a:effectLst/>
                <a:latin typeface="Courier New" panose="02070309020205020404" pitchFamily="49" charset="0"/>
              </a:rPr>
              <a:t>Set&lt;Integer&gt; </a:t>
            </a:r>
            <a:r>
              <a:rPr lang="en-US" sz="2000" b="0" i="0" dirty="0" err="1">
                <a:solidFill>
                  <a:srgbClr val="000000"/>
                </a:solidFill>
                <a:effectLst/>
                <a:latin typeface="Courier New" panose="02070309020205020404" pitchFamily="49" charset="0"/>
              </a:rPr>
              <a:t>unmodifiableSet</a:t>
            </a:r>
            <a:r>
              <a:rPr lang="en-US" sz="2000" b="0" i="0" dirty="0">
                <a:solidFill>
                  <a:srgbClr val="000000"/>
                </a:solidFill>
                <a:effectLst/>
                <a:latin typeface="Courier New" panose="02070309020205020404" pitchFamily="49" charset="0"/>
              </a:rPr>
              <a:t> = </a:t>
            </a:r>
            <a:r>
              <a:rPr lang="en-US" sz="2000" b="0" i="0" dirty="0" err="1">
                <a:solidFill>
                  <a:srgbClr val="000000"/>
                </a:solidFill>
                <a:effectLst/>
                <a:latin typeface="Courier New" panose="02070309020205020404" pitchFamily="49" charset="0"/>
              </a:rPr>
              <a:t>stream.collect</a:t>
            </a:r>
            <a:r>
              <a:rPr lang="en-US" sz="2000" b="0" i="0" dirty="0">
                <a:solidFill>
                  <a:srgbClr val="000000"/>
                </a:solidFill>
                <a:effectLst/>
                <a:latin typeface="Courier New" panose="02070309020205020404" pitchFamily="49" charset="0"/>
              </a:rPr>
              <a:t>(</a:t>
            </a:r>
            <a:r>
              <a:rPr lang="en-US" sz="2000" b="0" i="0" dirty="0" err="1">
                <a:solidFill>
                  <a:srgbClr val="000000"/>
                </a:solidFill>
                <a:effectLst/>
                <a:latin typeface="Courier New" panose="02070309020205020404" pitchFamily="49" charset="0"/>
              </a:rPr>
              <a:t>Collectors.toUnmodifiableSet</a:t>
            </a:r>
            <a:r>
              <a:rPr lang="en-US" sz="2000" b="0" i="0" dirty="0">
                <a:solidFill>
                  <a:srgbClr val="000000"/>
                </a:solidFill>
                <a:effectLst/>
                <a:latin typeface="Courier New" panose="02070309020205020404" pitchFamily="49" charset="0"/>
              </a:rPr>
              <a:t>());</a:t>
            </a:r>
          </a:p>
          <a:p>
            <a:pPr algn="l">
              <a:buFont typeface="Arial" panose="020B0604020202020204" pitchFamily="34" charset="0"/>
              <a:buChar char="•"/>
            </a:pPr>
            <a:r>
              <a:rPr lang="en-IN" sz="2000" b="0" i="0" dirty="0">
                <a:solidFill>
                  <a:srgbClr val="000000"/>
                </a:solidFill>
                <a:effectLst/>
                <a:latin typeface="Courier New" panose="02070309020205020404" pitchFamily="49" charset="0"/>
              </a:rPr>
              <a:t>Map&lt;Integer, String&gt; </a:t>
            </a:r>
            <a:r>
              <a:rPr lang="en-IN" sz="2000" b="0" i="0" dirty="0" err="1">
                <a:solidFill>
                  <a:srgbClr val="000000"/>
                </a:solidFill>
                <a:effectLst/>
                <a:latin typeface="Courier New" panose="02070309020205020404" pitchFamily="49" charset="0"/>
              </a:rPr>
              <a:t>unmodifiableMap</a:t>
            </a:r>
            <a:r>
              <a:rPr lang="en-IN" sz="2000" b="0" i="0" dirty="0">
                <a:solidFill>
                  <a:srgbClr val="000000"/>
                </a:solidFill>
                <a:effectLst/>
                <a:latin typeface="Courier New" panose="02070309020205020404" pitchFamily="49" charset="0"/>
              </a:rPr>
              <a:t> = </a:t>
            </a:r>
            <a:r>
              <a:rPr lang="en-IN" sz="2000" b="0" i="0" dirty="0" err="1">
                <a:solidFill>
                  <a:srgbClr val="000000"/>
                </a:solidFill>
                <a:effectLst/>
                <a:latin typeface="Courier New" panose="02070309020205020404" pitchFamily="49" charset="0"/>
              </a:rPr>
              <a:t>stream.collect</a:t>
            </a:r>
            <a:r>
              <a:rPr lang="en-IN" sz="2000" b="0" i="0" dirty="0">
                <a:solidFill>
                  <a:srgbClr val="000000"/>
                </a:solidFill>
                <a:effectLst/>
                <a:latin typeface="Courier New" panose="02070309020205020404" pitchFamily="49" charset="0"/>
              </a:rPr>
              <a:t>(</a:t>
            </a:r>
            <a:r>
              <a:rPr lang="en-IN" sz="2000" b="0" i="0" dirty="0" err="1">
                <a:solidFill>
                  <a:srgbClr val="000000"/>
                </a:solidFill>
                <a:effectLst/>
                <a:latin typeface="Courier New" panose="02070309020205020404" pitchFamily="49" charset="0"/>
              </a:rPr>
              <a:t>Collectors.toUnmodifiableMap</a:t>
            </a:r>
            <a:r>
              <a:rPr lang="en-IN" sz="2000" b="0" i="0" dirty="0">
                <a:solidFill>
                  <a:srgbClr val="000000"/>
                </a:solidFill>
                <a:effectLst/>
                <a:latin typeface="Courier New" panose="02070309020205020404" pitchFamily="49" charset="0"/>
              </a:rPr>
              <a:t>(</a:t>
            </a:r>
            <a:r>
              <a:rPr lang="en-IN" sz="2000" b="0" i="0" dirty="0" err="1">
                <a:solidFill>
                  <a:srgbClr val="000000"/>
                </a:solidFill>
                <a:effectLst/>
                <a:latin typeface="Courier New" panose="02070309020205020404" pitchFamily="49" charset="0"/>
              </a:rPr>
              <a:t>keyMapper</a:t>
            </a:r>
            <a:r>
              <a:rPr lang="en-IN" sz="2000" b="0" i="0" dirty="0">
                <a:solidFill>
                  <a:srgbClr val="000000"/>
                </a:solidFill>
                <a:effectLst/>
                <a:latin typeface="Courier New" panose="02070309020205020404" pitchFamily="49" charset="0"/>
              </a:rPr>
              <a:t>, </a:t>
            </a:r>
            <a:r>
              <a:rPr lang="en-IN" sz="2000" b="0" i="0" dirty="0" err="1">
                <a:solidFill>
                  <a:srgbClr val="000000"/>
                </a:solidFill>
                <a:effectLst/>
                <a:latin typeface="Courier New" panose="02070309020205020404" pitchFamily="49" charset="0"/>
              </a:rPr>
              <a:t>valueMapper</a:t>
            </a:r>
            <a:r>
              <a:rPr lang="en-IN" sz="2000" b="0" i="0" dirty="0">
                <a:solidFill>
                  <a:srgbClr val="000000"/>
                </a:solidFill>
                <a:effectLst/>
                <a:latin typeface="Courier New" panose="02070309020205020404" pitchFamily="49" charset="0"/>
              </a:rPr>
              <a:t>));</a:t>
            </a:r>
            <a:endParaRPr lang="en-US" sz="2000" dirty="0">
              <a:solidFill>
                <a:srgbClr val="000000"/>
              </a:solidFill>
              <a:latin typeface="Droid Serif"/>
            </a:endParaRPr>
          </a:p>
        </p:txBody>
      </p:sp>
    </p:spTree>
    <p:extLst>
      <p:ext uri="{BB962C8B-B14F-4D97-AF65-F5344CB8AC3E}">
        <p14:creationId xmlns:p14="http://schemas.microsoft.com/office/powerpoint/2010/main" val="1445808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A6DB-17A6-B5A4-6DF8-A0C11481CC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FCF0FB-5A06-9F27-B4F1-3760AFC6F7D7}"/>
              </a:ext>
            </a:extLst>
          </p:cNvPr>
          <p:cNvSpPr txBox="1"/>
          <p:nvPr/>
        </p:nvSpPr>
        <p:spPr>
          <a:xfrm>
            <a:off x="846753" y="454481"/>
            <a:ext cx="8633149" cy="461665"/>
          </a:xfrm>
          <a:prstGeom prst="rect">
            <a:avLst/>
          </a:prstGeom>
          <a:noFill/>
        </p:spPr>
        <p:txBody>
          <a:bodyPr wrap="square">
            <a:spAutoFit/>
          </a:bodyPr>
          <a:lstStyle/>
          <a:p>
            <a:r>
              <a:rPr lang="en-US" sz="2400" dirty="0"/>
              <a:t>Difference between </a:t>
            </a:r>
            <a:r>
              <a:rPr lang="en-US" sz="2400" dirty="0" err="1"/>
              <a:t>copyOf</a:t>
            </a:r>
            <a:r>
              <a:rPr lang="en-US" sz="2400" dirty="0"/>
              <a:t> and </a:t>
            </a:r>
            <a:r>
              <a:rPr lang="en-US" sz="2400" dirty="0" err="1"/>
              <a:t>Collections.unmodifiableList</a:t>
            </a:r>
            <a:endParaRPr lang="en-IN" sz="2400" dirty="0"/>
          </a:p>
        </p:txBody>
      </p:sp>
      <p:sp>
        <p:nvSpPr>
          <p:cNvPr id="3" name="TextBox 2">
            <a:extLst>
              <a:ext uri="{FF2B5EF4-FFF2-40B4-BE49-F238E27FC236}">
                <a16:creationId xmlns:a16="http://schemas.microsoft.com/office/drawing/2014/main" id="{7CFC146A-923B-9BBA-AAEE-126EF8AF989E}"/>
              </a:ext>
            </a:extLst>
          </p:cNvPr>
          <p:cNvSpPr txBox="1"/>
          <p:nvPr/>
        </p:nvSpPr>
        <p:spPr>
          <a:xfrm>
            <a:off x="510851" y="916146"/>
            <a:ext cx="11367019" cy="4893647"/>
          </a:xfrm>
          <a:prstGeom prst="rect">
            <a:avLst/>
          </a:prstGeom>
          <a:noFill/>
        </p:spPr>
        <p:txBody>
          <a:bodyPr wrap="square">
            <a:spAutoFit/>
          </a:bodyPr>
          <a:lstStyle/>
          <a:p>
            <a:pPr algn="l"/>
            <a:r>
              <a:rPr lang="en-US" sz="2400" b="0" i="0" dirty="0">
                <a:solidFill>
                  <a:srgbClr val="000000"/>
                </a:solidFill>
                <a:effectLst/>
                <a:latin typeface="Droid Serif"/>
              </a:rPr>
              <a:t>Prior to Java 10, you could create unmodifiable Collections via the </a:t>
            </a:r>
            <a:r>
              <a:rPr lang="en-US" sz="2400" b="0" i="0" u="none" strike="noStrike" dirty="0">
                <a:solidFill>
                  <a:srgbClr val="E8502A"/>
                </a:solidFill>
                <a:effectLst/>
                <a:latin typeface="Droid Serif"/>
                <a:hlinkClick r:id="rId2"/>
              </a:rPr>
              <a:t>Collections</a:t>
            </a:r>
            <a:r>
              <a:rPr lang="en-US" sz="2400" b="0" i="0" dirty="0">
                <a:solidFill>
                  <a:srgbClr val="000000"/>
                </a:solidFill>
                <a:effectLst/>
                <a:latin typeface="Droid Serif"/>
              </a:rPr>
              <a:t> class.  The </a:t>
            </a:r>
          </a:p>
          <a:p>
            <a:pPr algn="l" rtl="0"/>
            <a:r>
              <a:rPr lang="en-US" sz="2400" dirty="0">
                <a:solidFill>
                  <a:srgbClr val="000000"/>
                </a:solidFill>
                <a:effectLst/>
                <a:latin typeface="inherit"/>
              </a:rPr>
              <a:t>Collections</a:t>
            </a:r>
            <a:endParaRPr lang="en-US" sz="2400" dirty="0">
              <a:solidFill>
                <a:srgbClr val="939393"/>
              </a:solidFill>
              <a:effectLst/>
              <a:latin typeface="Source Code Pro" panose="020B0509030403020204" pitchFamily="49" charset="0"/>
            </a:endParaRPr>
          </a:p>
          <a:p>
            <a:pPr algn="l" rtl="0"/>
            <a:r>
              <a:rPr lang="en-US" sz="2400" dirty="0"/>
              <a:t>class has several utility methods that return an unmodifiable Collection. For example, the </a:t>
            </a:r>
            <a:r>
              <a:rPr lang="en-US" sz="2400" dirty="0" err="1">
                <a:solidFill>
                  <a:srgbClr val="000000"/>
                </a:solidFill>
                <a:effectLst/>
                <a:latin typeface="inherit"/>
              </a:rPr>
              <a:t>Collections.</a:t>
            </a:r>
            <a:r>
              <a:rPr lang="en-US" sz="2400" dirty="0" err="1">
                <a:solidFill>
                  <a:srgbClr val="0086B3"/>
                </a:solidFill>
                <a:effectLst/>
                <a:latin typeface="inherit"/>
              </a:rPr>
              <a:t>unmodifiableList</a:t>
            </a:r>
            <a:endParaRPr lang="en-US" sz="2400" dirty="0">
              <a:solidFill>
                <a:srgbClr val="939393"/>
              </a:solidFill>
              <a:effectLst/>
              <a:latin typeface="Source Code Pro" panose="020B0509030403020204" pitchFamily="49" charset="0"/>
            </a:endParaRPr>
          </a:p>
          <a:p>
            <a:pPr algn="l" rtl="0"/>
            <a:r>
              <a:rPr lang="en-US" sz="2400" dirty="0"/>
              <a:t>returns an unmodifiable List.  So you may wonder why Java 10 has added the </a:t>
            </a:r>
            <a:r>
              <a:rPr lang="en-US" sz="2400" dirty="0" err="1">
                <a:solidFill>
                  <a:srgbClr val="000000"/>
                </a:solidFill>
                <a:effectLst/>
                <a:latin typeface="inherit"/>
              </a:rPr>
              <a:t>copyOf</a:t>
            </a:r>
            <a:endParaRPr lang="en-US" sz="2400" dirty="0">
              <a:solidFill>
                <a:srgbClr val="939393"/>
              </a:solidFill>
              <a:effectLst/>
              <a:latin typeface="Source Code Pro" panose="020B0509030403020204" pitchFamily="49" charset="0"/>
            </a:endParaRPr>
          </a:p>
          <a:p>
            <a:pPr algn="l" rtl="0"/>
            <a:r>
              <a:rPr lang="en-US" sz="2400" dirty="0"/>
              <a:t>method and what is the difference between </a:t>
            </a:r>
            <a:r>
              <a:rPr lang="en-US" sz="2400" dirty="0" err="1">
                <a:solidFill>
                  <a:srgbClr val="000000"/>
                </a:solidFill>
                <a:effectLst/>
                <a:latin typeface="inherit"/>
              </a:rPr>
              <a:t>copyOf</a:t>
            </a:r>
            <a:endParaRPr lang="en-US" sz="2400" dirty="0">
              <a:solidFill>
                <a:srgbClr val="939393"/>
              </a:solidFill>
              <a:effectLst/>
              <a:latin typeface="Source Code Pro" panose="020B0509030403020204" pitchFamily="49" charset="0"/>
            </a:endParaRPr>
          </a:p>
          <a:p>
            <a:pPr algn="l" rtl="0"/>
            <a:r>
              <a:rPr lang="en-US" sz="2400" dirty="0"/>
              <a:t>and </a:t>
            </a:r>
            <a:r>
              <a:rPr lang="en-US" sz="2400" dirty="0" err="1">
                <a:solidFill>
                  <a:srgbClr val="000000"/>
                </a:solidFill>
                <a:effectLst/>
                <a:latin typeface="inherit"/>
              </a:rPr>
              <a:t>Collections.</a:t>
            </a:r>
            <a:r>
              <a:rPr lang="en-US" sz="2400" dirty="0" err="1">
                <a:solidFill>
                  <a:srgbClr val="0086B3"/>
                </a:solidFill>
                <a:effectLst/>
                <a:latin typeface="inherit"/>
              </a:rPr>
              <a:t>unmodifiableList</a:t>
            </a:r>
            <a:endParaRPr lang="en-US" sz="2400" dirty="0">
              <a:solidFill>
                <a:srgbClr val="939393"/>
              </a:solidFill>
              <a:effectLst/>
              <a:latin typeface="Source Code Pro" panose="020B0509030403020204" pitchFamily="49" charset="0"/>
            </a:endParaRPr>
          </a:p>
          <a:p>
            <a:pPr algn="l"/>
            <a:r>
              <a:rPr lang="en-US" sz="2400" b="0" i="0" dirty="0">
                <a:solidFill>
                  <a:srgbClr val="000000"/>
                </a:solidFill>
                <a:effectLst/>
                <a:latin typeface="Droid Serif"/>
              </a:rPr>
              <a:t>The </a:t>
            </a:r>
          </a:p>
          <a:p>
            <a:pPr algn="l" rtl="0"/>
            <a:r>
              <a:rPr lang="en-US" sz="2400" dirty="0" err="1">
                <a:solidFill>
                  <a:srgbClr val="000000"/>
                </a:solidFill>
                <a:effectLst/>
                <a:latin typeface="inherit"/>
              </a:rPr>
              <a:t>Collections.</a:t>
            </a:r>
            <a:r>
              <a:rPr lang="en-US" sz="2400" dirty="0" err="1">
                <a:solidFill>
                  <a:srgbClr val="0086B3"/>
                </a:solidFill>
                <a:effectLst/>
                <a:latin typeface="inherit"/>
              </a:rPr>
              <a:t>unmodifiableList</a:t>
            </a:r>
            <a:endParaRPr lang="en-US" sz="2400" dirty="0">
              <a:solidFill>
                <a:srgbClr val="939393"/>
              </a:solidFill>
              <a:effectLst/>
              <a:latin typeface="Source Code Pro" panose="020B0509030403020204" pitchFamily="49" charset="0"/>
            </a:endParaRPr>
          </a:p>
          <a:p>
            <a:pPr algn="l" rtl="0"/>
            <a:r>
              <a:rPr lang="en-US" sz="2400" dirty="0"/>
              <a:t>method returns an unmodifiable view of the source List. So if the source List is modified, these changes are reflected in the unmodifiable List. The </a:t>
            </a:r>
            <a:r>
              <a:rPr lang="en-US" sz="2400" dirty="0" err="1">
                <a:solidFill>
                  <a:srgbClr val="000000"/>
                </a:solidFill>
                <a:effectLst/>
                <a:latin typeface="inherit"/>
              </a:rPr>
              <a:t>copyOf</a:t>
            </a:r>
            <a:endParaRPr lang="en-US" sz="2400" dirty="0">
              <a:solidFill>
                <a:srgbClr val="939393"/>
              </a:solidFill>
              <a:effectLst/>
              <a:latin typeface="Source Code Pro" panose="020B0509030403020204" pitchFamily="49" charset="0"/>
            </a:endParaRPr>
          </a:p>
          <a:p>
            <a:r>
              <a:rPr lang="en-US" sz="2400" dirty="0"/>
              <a:t>methods on the other hand, return a read-only copy of the source Collection. So even if the source Collection is modified, the unmodifiable Collection does not change.</a:t>
            </a:r>
            <a:endParaRPr lang="en-US" sz="2400" dirty="0">
              <a:solidFill>
                <a:srgbClr val="000000"/>
              </a:solidFill>
              <a:latin typeface="Droid Serif"/>
            </a:endParaRPr>
          </a:p>
        </p:txBody>
      </p:sp>
    </p:spTree>
    <p:extLst>
      <p:ext uri="{BB962C8B-B14F-4D97-AF65-F5344CB8AC3E}">
        <p14:creationId xmlns:p14="http://schemas.microsoft.com/office/powerpoint/2010/main" val="364200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B859-40C7-9CEC-5AE0-E188CC5B33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B62E1C9-CC13-91EF-6C96-8E4470E541D2}"/>
              </a:ext>
            </a:extLst>
          </p:cNvPr>
          <p:cNvSpPr txBox="1"/>
          <p:nvPr/>
        </p:nvSpPr>
        <p:spPr>
          <a:xfrm>
            <a:off x="884076" y="277199"/>
            <a:ext cx="8633149" cy="461665"/>
          </a:xfrm>
          <a:prstGeom prst="rect">
            <a:avLst/>
          </a:prstGeom>
          <a:noFill/>
        </p:spPr>
        <p:txBody>
          <a:bodyPr wrap="square">
            <a:spAutoFit/>
          </a:bodyPr>
          <a:lstStyle/>
          <a:p>
            <a:r>
              <a:rPr lang="en-US" sz="2400" dirty="0" err="1"/>
              <a:t>optional.orelsethrow</a:t>
            </a:r>
            <a:r>
              <a:rPr lang="en-US" sz="2400" dirty="0"/>
              <a:t>()</a:t>
            </a:r>
            <a:endParaRPr lang="en-IN" sz="2400" dirty="0"/>
          </a:p>
        </p:txBody>
      </p:sp>
      <p:sp>
        <p:nvSpPr>
          <p:cNvPr id="3" name="TextBox 2">
            <a:extLst>
              <a:ext uri="{FF2B5EF4-FFF2-40B4-BE49-F238E27FC236}">
                <a16:creationId xmlns:a16="http://schemas.microsoft.com/office/drawing/2014/main" id="{13EA6555-4C40-74EC-A409-7C684BC7765A}"/>
              </a:ext>
            </a:extLst>
          </p:cNvPr>
          <p:cNvSpPr txBox="1"/>
          <p:nvPr/>
        </p:nvSpPr>
        <p:spPr>
          <a:xfrm>
            <a:off x="510851" y="916146"/>
            <a:ext cx="11367019" cy="3785652"/>
          </a:xfrm>
          <a:prstGeom prst="rect">
            <a:avLst/>
          </a:prstGeom>
          <a:noFill/>
        </p:spPr>
        <p:txBody>
          <a:bodyPr wrap="square">
            <a:spAutoFit/>
          </a:bodyPr>
          <a:lstStyle/>
          <a:p>
            <a:pPr algn="l"/>
            <a:r>
              <a:rPr lang="en-US" sz="2400" b="0" i="0" dirty="0">
                <a:solidFill>
                  <a:srgbClr val="112000"/>
                </a:solidFill>
                <a:effectLst/>
                <a:latin typeface="Google Sans"/>
              </a:rPr>
              <a:t>The </a:t>
            </a:r>
            <a:r>
              <a:rPr lang="en-US" sz="2400" b="0" i="0" dirty="0" err="1">
                <a:solidFill>
                  <a:srgbClr val="112000"/>
                </a:solidFill>
                <a:effectLst/>
                <a:latin typeface="Google Sans"/>
              </a:rPr>
              <a:t>orElseThrow</a:t>
            </a:r>
            <a:r>
              <a:rPr lang="en-US" sz="2400" b="0" i="0" dirty="0">
                <a:solidFill>
                  <a:srgbClr val="112000"/>
                </a:solidFill>
                <a:effectLst/>
                <a:latin typeface="Google Sans"/>
              </a:rPr>
              <a:t>() method of the Optional class in Java is used to get the value of an Optional instance if it is present. If the Optional instance has no value, the method throws an exception generated from the specified supplier.</a:t>
            </a:r>
          </a:p>
          <a:p>
            <a:pPr algn="l"/>
            <a:r>
              <a:rPr lang="en-US" sz="2400" b="0" i="0" dirty="0">
                <a:solidFill>
                  <a:srgbClr val="112000"/>
                </a:solidFill>
                <a:effectLst/>
                <a:latin typeface="Google Sans"/>
              </a:rPr>
              <a:t>The syntax for the </a:t>
            </a:r>
            <a:r>
              <a:rPr lang="en-US" sz="2400" b="0" i="0" dirty="0" err="1">
                <a:solidFill>
                  <a:srgbClr val="112000"/>
                </a:solidFill>
                <a:effectLst/>
                <a:latin typeface="Google Sans"/>
              </a:rPr>
              <a:t>orElseThrow</a:t>
            </a:r>
            <a:r>
              <a:rPr lang="en-US" sz="2400" b="0" i="0" dirty="0">
                <a:solidFill>
                  <a:srgbClr val="112000"/>
                </a:solidFill>
                <a:effectLst/>
                <a:latin typeface="Google Sans"/>
              </a:rPr>
              <a:t>() method is:</a:t>
            </a:r>
          </a:p>
          <a:p>
            <a:pPr algn="l"/>
            <a:r>
              <a:rPr lang="en-IN" sz="2400" b="0" i="0" dirty="0" err="1">
                <a:solidFill>
                  <a:srgbClr val="000000"/>
                </a:solidFill>
                <a:effectLst/>
                <a:latin typeface="Courier New" panose="02070309020205020404" pitchFamily="49" charset="0"/>
              </a:rPr>
              <a:t>tional</a:t>
            </a:r>
            <a:r>
              <a:rPr lang="en-IN" sz="2400" b="0" i="0" dirty="0">
                <a:solidFill>
                  <a:srgbClr val="000000"/>
                </a:solidFill>
                <a:effectLst/>
                <a:latin typeface="Courier New" panose="02070309020205020404" pitchFamily="49" charset="0"/>
              </a:rPr>
              <a:t>&lt;String&gt; name = </a:t>
            </a:r>
            <a:r>
              <a:rPr lang="en-IN" sz="2400" b="0" i="0" dirty="0" err="1">
                <a:solidFill>
                  <a:srgbClr val="000000"/>
                </a:solidFill>
                <a:effectLst/>
                <a:latin typeface="Courier New" panose="02070309020205020404" pitchFamily="49" charset="0"/>
              </a:rPr>
              <a:t>Optional.of</a:t>
            </a:r>
            <a:r>
              <a:rPr lang="en-IN" sz="2400" b="0" i="0" dirty="0">
                <a:solidFill>
                  <a:srgbClr val="000000"/>
                </a:solidFill>
                <a:effectLst/>
                <a:latin typeface="Courier New" panose="02070309020205020404" pitchFamily="49" charset="0"/>
              </a:rPr>
              <a:t>(</a:t>
            </a:r>
            <a:r>
              <a:rPr lang="en-IN" sz="2400" b="0" i="0" dirty="0">
                <a:solidFill>
                  <a:srgbClr val="188038"/>
                </a:solidFill>
                <a:effectLst/>
                <a:latin typeface="Courier New" panose="02070309020205020404" pitchFamily="49" charset="0"/>
              </a:rPr>
              <a:t>"John Doe"</a:t>
            </a:r>
            <a:r>
              <a:rPr lang="en-IN" sz="2400" b="0" i="0" dirty="0">
                <a:solidFill>
                  <a:srgbClr val="000000"/>
                </a:solidFill>
                <a:effectLst/>
                <a:latin typeface="Courier New" panose="02070309020205020404" pitchFamily="49" charset="0"/>
              </a:rPr>
              <a:t>);</a:t>
            </a:r>
            <a:br>
              <a:rPr lang="en-IN" sz="2400" dirty="0"/>
            </a:br>
            <a:br>
              <a:rPr lang="en-IN" sz="2400" dirty="0"/>
            </a:br>
            <a:r>
              <a:rPr lang="en-IN" sz="2400" b="0" i="0" dirty="0">
                <a:solidFill>
                  <a:srgbClr val="000000"/>
                </a:solidFill>
                <a:effectLst/>
                <a:latin typeface="Courier New" panose="02070309020205020404" pitchFamily="49" charset="0"/>
              </a:rPr>
              <a:t>String result = </a:t>
            </a:r>
            <a:r>
              <a:rPr lang="en-IN" sz="2400" b="0" i="0" dirty="0" err="1">
                <a:solidFill>
                  <a:srgbClr val="000000"/>
                </a:solidFill>
                <a:effectLst/>
                <a:latin typeface="Courier New" panose="02070309020205020404" pitchFamily="49" charset="0"/>
              </a:rPr>
              <a:t>name.orElseThrow</a:t>
            </a:r>
            <a:r>
              <a:rPr lang="en-IN" sz="2400" b="0" i="0" dirty="0">
                <a:solidFill>
                  <a:srgbClr val="000000"/>
                </a:solidFill>
                <a:effectLst/>
                <a:latin typeface="Courier New" panose="02070309020205020404" pitchFamily="49" charset="0"/>
              </a:rPr>
              <a:t>(() -&gt; </a:t>
            </a:r>
            <a:r>
              <a:rPr lang="en-IN" sz="2400" b="0" i="0" dirty="0">
                <a:solidFill>
                  <a:srgbClr val="9334E6"/>
                </a:solidFill>
                <a:effectLst/>
                <a:latin typeface="Courier New" panose="02070309020205020404" pitchFamily="49" charset="0"/>
              </a:rPr>
              <a:t>new</a:t>
            </a:r>
            <a:r>
              <a:rPr lang="en-IN" sz="2400" b="0" i="0" dirty="0">
                <a:solidFill>
                  <a:srgbClr val="000000"/>
                </a:solidFill>
                <a:effectLst/>
                <a:latin typeface="Courier New" panose="02070309020205020404" pitchFamily="49" charset="0"/>
              </a:rPr>
              <a:t> </a:t>
            </a:r>
            <a:r>
              <a:rPr lang="en-IN" sz="2400" b="0" i="0" dirty="0" err="1">
                <a:solidFill>
                  <a:srgbClr val="000000"/>
                </a:solidFill>
                <a:effectLst/>
                <a:latin typeface="Courier New" panose="02070309020205020404" pitchFamily="49" charset="0"/>
              </a:rPr>
              <a:t>IllegalArgumentException</a:t>
            </a:r>
            <a:r>
              <a:rPr lang="en-IN" sz="2400" b="0" i="0" dirty="0">
                <a:solidFill>
                  <a:srgbClr val="000000"/>
                </a:solidFill>
                <a:effectLst/>
                <a:latin typeface="Courier New" panose="02070309020205020404" pitchFamily="49" charset="0"/>
              </a:rPr>
              <a:t>(</a:t>
            </a:r>
            <a:r>
              <a:rPr lang="en-IN" sz="2400" b="0" i="0" dirty="0">
                <a:solidFill>
                  <a:srgbClr val="188038"/>
                </a:solidFill>
                <a:effectLst/>
                <a:latin typeface="Courier New" panose="02070309020205020404" pitchFamily="49" charset="0"/>
              </a:rPr>
              <a:t>"Name must be present"</a:t>
            </a:r>
            <a:r>
              <a:rPr lang="en-IN" sz="2400" b="0" i="0" dirty="0">
                <a:solidFill>
                  <a:srgbClr val="000000"/>
                </a:solidFill>
                <a:effectLst/>
                <a:latin typeface="Courier New" panose="02070309020205020404" pitchFamily="49" charset="0"/>
              </a:rPr>
              <a:t>));</a:t>
            </a:r>
            <a:br>
              <a:rPr lang="en-IN" sz="2400" dirty="0"/>
            </a:br>
            <a:br>
              <a:rPr lang="en-IN" sz="2400" dirty="0"/>
            </a:br>
            <a:r>
              <a:rPr lang="en-IN" sz="2400" b="0" i="0" dirty="0" err="1">
                <a:solidFill>
                  <a:srgbClr val="000000"/>
                </a:solidFill>
                <a:effectLst/>
                <a:latin typeface="Courier New" panose="02070309020205020404" pitchFamily="49" charset="0"/>
              </a:rPr>
              <a:t>System.out.println</a:t>
            </a:r>
            <a:r>
              <a:rPr lang="en-IN" sz="2400" b="0" i="0">
                <a:solidFill>
                  <a:srgbClr val="000000"/>
                </a:solidFill>
                <a:effectLst/>
                <a:latin typeface="Courier New" panose="02070309020205020404" pitchFamily="49" charset="0"/>
              </a:rPr>
              <a:t>(result); // prints "John Doe"</a:t>
            </a:r>
            <a:endParaRPr lang="en-US" sz="2400" dirty="0">
              <a:solidFill>
                <a:srgbClr val="000000"/>
              </a:solidFill>
              <a:latin typeface="Droid Serif"/>
            </a:endParaRPr>
          </a:p>
        </p:txBody>
      </p:sp>
    </p:spTree>
    <p:extLst>
      <p:ext uri="{BB962C8B-B14F-4D97-AF65-F5344CB8AC3E}">
        <p14:creationId xmlns:p14="http://schemas.microsoft.com/office/powerpoint/2010/main" val="2804603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1356</Words>
  <Application>Microsoft Office PowerPoint</Application>
  <PresentationFormat>Widescreen</PresentationFormat>
  <Paragraphs>83</Paragraphs>
  <Slides>11</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vt:i4>
      </vt:variant>
    </vt:vector>
  </HeadingPairs>
  <TitlesOfParts>
    <vt:vector size="25" baseType="lpstr">
      <vt:lpstr>Arial</vt:lpstr>
      <vt:lpstr>Calibri</vt:lpstr>
      <vt:lpstr>Calibri Light</vt:lpstr>
      <vt:lpstr>Courier New</vt:lpstr>
      <vt:lpstr>Droid Serif</vt:lpstr>
      <vt:lpstr>Google Sans</vt:lpstr>
      <vt:lpstr>inherit</vt:lpstr>
      <vt:lpstr>sohne</vt:lpstr>
      <vt:lpstr>Source Code Pro</vt:lpstr>
      <vt:lpstr>source-code-pro</vt:lpstr>
      <vt:lpstr>source-serif-pro</vt:lpstr>
      <vt:lpstr>system-ui</vt:lpstr>
      <vt:lpstr>var(--bs-font-monospace)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2024-03-07T10:39:46Z</dcterms:created>
  <dcterms:modified xsi:type="dcterms:W3CDTF">2024-03-07T11:15:58Z</dcterms:modified>
</cp:coreProperties>
</file>