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8" r:id="rId4"/>
    <p:sldId id="281" r:id="rId5"/>
    <p:sldId id="282" r:id="rId6"/>
    <p:sldId id="2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2882A-A0A6-4E4E-9FFA-1F398FEE8F91}" v="3" dt="2024-03-07T11:32:02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0F62882A-A0A6-4E4E-9FFA-1F398FEE8F91}"/>
    <pc:docChg chg="undo custSel addSld modSld">
      <pc:chgData name="Arun Sunar" userId="3fa9774ca67c7ab5" providerId="LiveId" clId="{0F62882A-A0A6-4E4E-9FFA-1F398FEE8F91}" dt="2024-03-07T12:05:03.507" v="75" actId="1076"/>
      <pc:docMkLst>
        <pc:docMk/>
      </pc:docMkLst>
      <pc:sldChg chg="addSp delSp modSp mod">
        <pc:chgData name="Arun Sunar" userId="3fa9774ca67c7ab5" providerId="LiveId" clId="{0F62882A-A0A6-4E4E-9FFA-1F398FEE8F91}" dt="2024-03-07T11:24:33.097" v="22" actId="403"/>
        <pc:sldMkLst>
          <pc:docMk/>
          <pc:sldMk cId="2954701874" sldId="256"/>
        </pc:sldMkLst>
        <pc:spChg chg="del">
          <ac:chgData name="Arun Sunar" userId="3fa9774ca67c7ab5" providerId="LiveId" clId="{0F62882A-A0A6-4E4E-9FFA-1F398FEE8F91}" dt="2024-03-07T11:24:19.830" v="0" actId="478"/>
          <ac:spMkLst>
            <pc:docMk/>
            <pc:sldMk cId="2954701874" sldId="256"/>
            <ac:spMk id="2" creationId="{C9EA2A69-CC2F-8EA4-220C-6542CF758F8F}"/>
          </ac:spMkLst>
        </pc:spChg>
        <pc:spChg chg="del">
          <ac:chgData name="Arun Sunar" userId="3fa9774ca67c7ab5" providerId="LiveId" clId="{0F62882A-A0A6-4E4E-9FFA-1F398FEE8F91}" dt="2024-03-07T11:24:21.707" v="1" actId="478"/>
          <ac:spMkLst>
            <pc:docMk/>
            <pc:sldMk cId="2954701874" sldId="256"/>
            <ac:spMk id="3" creationId="{48FE9EA3-3AF8-0EF7-C803-513A7AE12542}"/>
          </ac:spMkLst>
        </pc:spChg>
        <pc:spChg chg="add mod">
          <ac:chgData name="Arun Sunar" userId="3fa9774ca67c7ab5" providerId="LiveId" clId="{0F62882A-A0A6-4E4E-9FFA-1F398FEE8F91}" dt="2024-03-07T11:24:33.097" v="22" actId="403"/>
          <ac:spMkLst>
            <pc:docMk/>
            <pc:sldMk cId="2954701874" sldId="256"/>
            <ac:spMk id="4" creationId="{E10922AD-7DAC-A2B9-5A97-B51C2B364BBB}"/>
          </ac:spMkLst>
        </pc:spChg>
      </pc:sldChg>
      <pc:sldChg chg="addSp delSp modSp new mod">
        <pc:chgData name="Arun Sunar" userId="3fa9774ca67c7ab5" providerId="LiveId" clId="{0F62882A-A0A6-4E4E-9FFA-1F398FEE8F91}" dt="2024-03-07T12:04:41.630" v="71" actId="1076"/>
        <pc:sldMkLst>
          <pc:docMk/>
          <pc:sldMk cId="783539646" sldId="257"/>
        </pc:sldMkLst>
        <pc:spChg chg="del">
          <ac:chgData name="Arun Sunar" userId="3fa9774ca67c7ab5" providerId="LiveId" clId="{0F62882A-A0A6-4E4E-9FFA-1F398FEE8F91}" dt="2024-03-07T11:24:57.544" v="24" actId="478"/>
          <ac:spMkLst>
            <pc:docMk/>
            <pc:sldMk cId="783539646" sldId="257"/>
            <ac:spMk id="2" creationId="{9D1F99D1-51DC-9263-4F82-30C1D77E8851}"/>
          </ac:spMkLst>
        </pc:spChg>
        <pc:spChg chg="del">
          <ac:chgData name="Arun Sunar" userId="3fa9774ca67c7ab5" providerId="LiveId" clId="{0F62882A-A0A6-4E4E-9FFA-1F398FEE8F91}" dt="2024-03-07T11:25:00.048" v="25" actId="478"/>
          <ac:spMkLst>
            <pc:docMk/>
            <pc:sldMk cId="783539646" sldId="257"/>
            <ac:spMk id="3" creationId="{A389D440-71DA-50B5-3484-CC26C5395655}"/>
          </ac:spMkLst>
        </pc:spChg>
        <pc:spChg chg="add mod">
          <ac:chgData name="Arun Sunar" userId="3fa9774ca67c7ab5" providerId="LiveId" clId="{0F62882A-A0A6-4E4E-9FFA-1F398FEE8F91}" dt="2024-03-07T11:25:13.910" v="29" actId="255"/>
          <ac:spMkLst>
            <pc:docMk/>
            <pc:sldMk cId="783539646" sldId="257"/>
            <ac:spMk id="5" creationId="{C853A07A-8DE3-D998-7C6E-4CF46767AADC}"/>
          </ac:spMkLst>
        </pc:spChg>
        <pc:spChg chg="add mod">
          <ac:chgData name="Arun Sunar" userId="3fa9774ca67c7ab5" providerId="LiveId" clId="{0F62882A-A0A6-4E4E-9FFA-1F398FEE8F91}" dt="2024-03-07T12:04:41.630" v="71" actId="1076"/>
          <ac:spMkLst>
            <pc:docMk/>
            <pc:sldMk cId="783539646" sldId="257"/>
            <ac:spMk id="7" creationId="{AAB3AE2E-B587-8204-AC66-EBC01607FDD6}"/>
          </ac:spMkLst>
        </pc:spChg>
        <pc:spChg chg="add del mod">
          <ac:chgData name="Arun Sunar" userId="3fa9774ca67c7ab5" providerId="LiveId" clId="{0F62882A-A0A6-4E4E-9FFA-1F398FEE8F91}" dt="2024-03-07T12:04:11.541" v="65" actId="478"/>
          <ac:spMkLst>
            <pc:docMk/>
            <pc:sldMk cId="783539646" sldId="257"/>
            <ac:spMk id="9" creationId="{1F793F59-EB15-4939-E693-F4186890489B}"/>
          </ac:spMkLst>
        </pc:spChg>
        <pc:spChg chg="add del mod">
          <ac:chgData name="Arun Sunar" userId="3fa9774ca67c7ab5" providerId="LiveId" clId="{0F62882A-A0A6-4E4E-9FFA-1F398FEE8F91}" dt="2024-03-07T12:04:13.080" v="66" actId="478"/>
          <ac:spMkLst>
            <pc:docMk/>
            <pc:sldMk cId="783539646" sldId="257"/>
            <ac:spMk id="11" creationId="{375D3322-5F77-945D-1BCF-2FEA0CA36DF0}"/>
          </ac:spMkLst>
        </pc:spChg>
      </pc:sldChg>
      <pc:sldChg chg="add">
        <pc:chgData name="Arun Sunar" userId="3fa9774ca67c7ab5" providerId="LiveId" clId="{0F62882A-A0A6-4E4E-9FFA-1F398FEE8F91}" dt="2024-03-07T11:31:03.594" v="52"/>
        <pc:sldMkLst>
          <pc:docMk/>
          <pc:sldMk cId="16200301" sldId="281"/>
        </pc:sldMkLst>
      </pc:sldChg>
      <pc:sldChg chg="add">
        <pc:chgData name="Arun Sunar" userId="3fa9774ca67c7ab5" providerId="LiveId" clId="{0F62882A-A0A6-4E4E-9FFA-1F398FEE8F91}" dt="2024-03-07T11:31:03.594" v="52"/>
        <pc:sldMkLst>
          <pc:docMk/>
          <pc:sldMk cId="685291920" sldId="282"/>
        </pc:sldMkLst>
      </pc:sldChg>
      <pc:sldChg chg="add">
        <pc:chgData name="Arun Sunar" userId="3fa9774ca67c7ab5" providerId="LiveId" clId="{0F62882A-A0A6-4E4E-9FFA-1F398FEE8F91}" dt="2024-03-07T11:32:02.924" v="53"/>
        <pc:sldMkLst>
          <pc:docMk/>
          <pc:sldMk cId="2876722123" sldId="287"/>
        </pc:sldMkLst>
      </pc:sldChg>
      <pc:sldChg chg="delSp modSp add mod">
        <pc:chgData name="Arun Sunar" userId="3fa9774ca67c7ab5" providerId="LiveId" clId="{0F62882A-A0A6-4E4E-9FFA-1F398FEE8F91}" dt="2024-03-07T12:05:03.507" v="75" actId="1076"/>
        <pc:sldMkLst>
          <pc:docMk/>
          <pc:sldMk cId="1127731897" sldId="288"/>
        </pc:sldMkLst>
        <pc:spChg chg="del">
          <ac:chgData name="Arun Sunar" userId="3fa9774ca67c7ab5" providerId="LiveId" clId="{0F62882A-A0A6-4E4E-9FFA-1F398FEE8F91}" dt="2024-03-07T12:04:56.868" v="73" actId="478"/>
          <ac:spMkLst>
            <pc:docMk/>
            <pc:sldMk cId="1127731897" sldId="288"/>
            <ac:spMk id="5" creationId="{228F9B9D-279C-CA44-74BE-9F97C4EE6009}"/>
          </ac:spMkLst>
        </pc:spChg>
        <pc:spChg chg="del">
          <ac:chgData name="Arun Sunar" userId="3fa9774ca67c7ab5" providerId="LiveId" clId="{0F62882A-A0A6-4E4E-9FFA-1F398FEE8F91}" dt="2024-03-07T12:04:55.216" v="72" actId="478"/>
          <ac:spMkLst>
            <pc:docMk/>
            <pc:sldMk cId="1127731897" sldId="288"/>
            <ac:spMk id="7" creationId="{B25504B4-9911-2861-0B14-DB0567677A9A}"/>
          </ac:spMkLst>
        </pc:spChg>
        <pc:spChg chg="mod">
          <ac:chgData name="Arun Sunar" userId="3fa9774ca67c7ab5" providerId="LiveId" clId="{0F62882A-A0A6-4E4E-9FFA-1F398FEE8F91}" dt="2024-03-07T12:05:00.535" v="74" actId="1076"/>
          <ac:spMkLst>
            <pc:docMk/>
            <pc:sldMk cId="1127731897" sldId="288"/>
            <ac:spMk id="9" creationId="{2B358A25-3C7C-E19A-DF66-94CFCAD76B31}"/>
          </ac:spMkLst>
        </pc:spChg>
        <pc:spChg chg="mod">
          <ac:chgData name="Arun Sunar" userId="3fa9774ca67c7ab5" providerId="LiveId" clId="{0F62882A-A0A6-4E4E-9FFA-1F398FEE8F91}" dt="2024-03-07T12:05:03.507" v="75" actId="1076"/>
          <ac:spMkLst>
            <pc:docMk/>
            <pc:sldMk cId="1127731897" sldId="288"/>
            <ac:spMk id="11" creationId="{DAA31BA0-24B1-4A9C-00CE-63323E6DAD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12CC-8796-0EE3-AD2A-E586CCDED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0A2DD-AD0B-0242-32AB-C83F781E6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DC488-E634-FE62-5AB8-2833BE9C6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C3FCB-6E71-C830-8DB4-5F24ACC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830EC-B74F-4A09-BD96-8AC95BBD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45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F691-0FCE-F900-8407-B0F5A142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D2EB7-8F88-DBBE-619B-1444A7F45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62722-3A95-11DF-6E68-F359DFEA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6E129-2A10-D048-36B6-75D8F6AD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966F-CEC5-AC41-6675-0A383C77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49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22DC-735D-891D-42C4-EFF4CA2F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D6168-F95D-E0E9-E2DF-C157C70A5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94156-F0D5-1277-682A-86BFD03FB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C9655-156A-D106-1158-64F8E2AD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4058E-8993-4F52-AD25-EBD1B2376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351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E5F3-C668-018F-AA28-615005C1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3280-FEEF-0299-E195-C24C4FE49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9EC40-0B94-169E-32A1-22243FB5C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C990C-265C-1EA9-E41B-9FCF1041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905B3-3812-1AAE-D19C-4D9C3DC7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408F6-E5D4-1A9B-9205-2B994322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72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F096-17F0-9393-9263-577AEC868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AA2F0-E253-8666-05AB-9FB0E7211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4933D-E67B-E22E-8E00-3DA14FFA4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9164-26AC-051B-F5C2-465B7897F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433F5-93D3-7504-B743-23DFF4796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FCDDBE-55FA-D349-A47A-A5F5D4BA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BBE40-A749-F811-C811-D77A681C5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BC14D-B4ED-F7BA-C1D9-6340A370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65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8761-E949-FD06-2461-0AA1D3DE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9A2199-0EA2-C88C-ED78-122821AF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6C464-4952-6BAE-E78E-1837D1DB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EA7CC-EAE8-3E74-5B18-8DD36D6E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33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F3EE1-E5D7-804D-66AA-F93D178B4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8650A-862F-78D0-EF2B-B639A97EC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A007B-B649-3FD2-E9F7-A35CAA21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12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4818-D7F4-6B13-E890-3FE2E2D6B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459F3-7091-6D5E-E133-7444961E6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81ABB-A8C4-E936-97DA-7DBC12019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79148-66A3-297C-6136-25BC36C73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53F4E-4B22-26B9-7050-E56986C3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72C6F-AE50-112A-9949-4BA89BF8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8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17293-9487-A173-E965-59C31949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C66348-489A-C70F-07E9-BDB380EC6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522ED-E890-4200-56D2-C0D1916C3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ACEE9-98B1-1DF2-083E-59E449DD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825E0-BB4A-C892-1469-541C005F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3BBD2-3548-BDD5-22A4-50D8664A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42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9FBD-796F-DDA7-7241-B2E1AE49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5BCB5-DB81-E784-D424-FD3AFF35E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24BB5-A37D-4AF7-4590-C990AAF5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558AF-986C-EA5C-9B88-837073EC3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A81E4-5CAA-C933-BF4D-DC48E4F1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83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90A75-F2FD-E195-6A40-629273E09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682CB-1E25-2374-1E64-11BBCB5C7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1C7ED-23ED-D8A4-7180-5986D974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F975D-1210-33DE-9D87-A898F7724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448FD-5D47-918D-2258-9F27B2DC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50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FAFF8-37AC-A895-060C-8C9F63A1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068EB-E86F-73FB-6E88-12838AA19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31810-8326-9DF9-B98C-F73AF202F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82ED8-3341-4580-9536-0B6BBA1662E2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C98BD-75FC-5A03-4440-82A1E6577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FCEA7-42FA-A837-D84D-02C09FFE1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4A365-8CBB-4083-B191-63038DE5D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5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0922AD-7DAC-A2B9-5A97-B51C2B364BBB}"/>
              </a:ext>
            </a:extLst>
          </p:cNvPr>
          <p:cNvSpPr/>
          <p:nvPr/>
        </p:nvSpPr>
        <p:spPr>
          <a:xfrm>
            <a:off x="2181984" y="2967335"/>
            <a:ext cx="782804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JAVA 11 FEATURES</a:t>
            </a:r>
          </a:p>
        </p:txBody>
      </p:sp>
    </p:spTree>
    <p:extLst>
      <p:ext uri="{BB962C8B-B14F-4D97-AF65-F5344CB8AC3E}">
        <p14:creationId xmlns:p14="http://schemas.microsoft.com/office/powerpoint/2010/main" val="295470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53A07A-8DE3-D998-7C6E-4CF46767AADC}"/>
              </a:ext>
            </a:extLst>
          </p:cNvPr>
          <p:cNvSpPr txBox="1"/>
          <p:nvPr/>
        </p:nvSpPr>
        <p:spPr>
          <a:xfrm>
            <a:off x="650810" y="389166"/>
            <a:ext cx="86518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000000"/>
                </a:solidFill>
                <a:effectLst/>
                <a:latin typeface="Raleway" pitchFamily="2" charset="0"/>
              </a:rPr>
              <a:t>New String 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3AE2E-B587-8204-AC66-EBC01607FDD6}"/>
              </a:ext>
            </a:extLst>
          </p:cNvPr>
          <p:cNvSpPr txBox="1"/>
          <p:nvPr/>
        </p:nvSpPr>
        <p:spPr>
          <a:xfrm>
            <a:off x="0" y="861536"/>
            <a:ext cx="1179389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 err="1">
                <a:solidFill>
                  <a:srgbClr val="000000"/>
                </a:solidFill>
                <a:effectLst/>
                <a:latin typeface="Raleway" pitchFamily="2" charset="0"/>
              </a:rPr>
              <a:t>isBlank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Raleway" pitchFamily="2" charset="0"/>
              </a:rPr>
              <a:t>(): </a:t>
            </a:r>
            <a:r>
              <a:rPr lang="en-US" sz="1400" i="0" dirty="0">
                <a:solidFill>
                  <a:srgbClr val="000000"/>
                </a:solidFill>
                <a:effectLst/>
                <a:latin typeface="Raleway" pitchFamily="2" charset="0"/>
              </a:rPr>
              <a:t>Returns true if the string is empty or contains only whitespace.</a:t>
            </a:r>
          </a:p>
          <a:p>
            <a:pPr algn="l"/>
            <a:r>
              <a:rPr lang="en-US" sz="1400" b="1" i="0" dirty="0">
                <a:solidFill>
                  <a:srgbClr val="000000"/>
                </a:solidFill>
                <a:effectLst/>
                <a:latin typeface="Raleway" pitchFamily="2" charset="0"/>
              </a:rPr>
              <a:t>lines(): </a:t>
            </a:r>
            <a:r>
              <a:rPr lang="en-US" sz="1400" i="0" dirty="0">
                <a:solidFill>
                  <a:srgbClr val="000000"/>
                </a:solidFill>
                <a:effectLst/>
                <a:latin typeface="Raleway" pitchFamily="2" charset="0"/>
              </a:rPr>
              <a:t>Returns a Stream of lines extracted from the string, separated by line terminators.</a:t>
            </a:r>
          </a:p>
          <a:p>
            <a:pPr algn="l"/>
            <a:r>
              <a:rPr lang="en-US" sz="1400" b="1" i="0" dirty="0">
                <a:solidFill>
                  <a:srgbClr val="000000"/>
                </a:solidFill>
                <a:effectLst/>
                <a:latin typeface="Raleway" pitchFamily="2" charset="0"/>
              </a:rPr>
              <a:t>strip(): </a:t>
            </a:r>
            <a:r>
              <a:rPr lang="en-US" sz="1400" i="0" dirty="0">
                <a:solidFill>
                  <a:srgbClr val="000000"/>
                </a:solidFill>
                <a:effectLst/>
                <a:latin typeface="Raleway" pitchFamily="2" charset="0"/>
              </a:rPr>
              <a:t>Returns a copy of the string with leading and trailing whitespace removed.</a:t>
            </a:r>
          </a:p>
          <a:p>
            <a:pPr algn="l"/>
            <a:r>
              <a:rPr lang="en-US" sz="1400" b="1" i="0" dirty="0" err="1">
                <a:solidFill>
                  <a:srgbClr val="000000"/>
                </a:solidFill>
                <a:effectLst/>
                <a:latin typeface="Raleway" pitchFamily="2" charset="0"/>
              </a:rPr>
              <a:t>stripLeading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Raleway" pitchFamily="2" charset="0"/>
              </a:rPr>
              <a:t>(): </a:t>
            </a:r>
            <a:r>
              <a:rPr lang="en-US" sz="1400" i="0" dirty="0">
                <a:solidFill>
                  <a:srgbClr val="000000"/>
                </a:solidFill>
                <a:effectLst/>
                <a:latin typeface="Raleway" pitchFamily="2" charset="0"/>
              </a:rPr>
              <a:t>Returns a copy of the string with leading whitespace removed.</a:t>
            </a:r>
          </a:p>
          <a:p>
            <a:pPr algn="l"/>
            <a:r>
              <a:rPr lang="en-US" sz="1400" b="1" i="0" dirty="0" err="1">
                <a:solidFill>
                  <a:srgbClr val="000000"/>
                </a:solidFill>
                <a:effectLst/>
                <a:latin typeface="Raleway" pitchFamily="2" charset="0"/>
              </a:rPr>
              <a:t>stripTrailing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Raleway" pitchFamily="2" charset="0"/>
              </a:rPr>
              <a:t>(): </a:t>
            </a:r>
            <a:r>
              <a:rPr lang="en-US" sz="1400" i="0" dirty="0">
                <a:solidFill>
                  <a:srgbClr val="000000"/>
                </a:solidFill>
                <a:effectLst/>
                <a:latin typeface="Raleway" pitchFamily="2" charset="0"/>
              </a:rPr>
              <a:t>Returns a copy of the string with trailing whitespace removed.</a:t>
            </a:r>
          </a:p>
          <a:p>
            <a:pPr algn="l"/>
            <a:r>
              <a:rPr lang="en-US" sz="1400" b="1" i="0" dirty="0">
                <a:solidFill>
                  <a:srgbClr val="000000"/>
                </a:solidFill>
                <a:effectLst/>
                <a:latin typeface="Raleway" pitchFamily="2" charset="0"/>
              </a:rPr>
              <a:t>repeat(): </a:t>
            </a:r>
            <a:r>
              <a:rPr lang="en-US" sz="1400" i="0" dirty="0">
                <a:solidFill>
                  <a:srgbClr val="000000"/>
                </a:solidFill>
                <a:effectLst/>
                <a:latin typeface="Raleway" pitchFamily="2" charset="0"/>
              </a:rPr>
              <a:t>Returns a new string that consists of the string repeated n times.</a:t>
            </a:r>
          </a:p>
          <a:p>
            <a:pPr algn="l"/>
            <a:endParaRPr lang="en-US" sz="1400" dirty="0">
              <a:solidFill>
                <a:srgbClr val="000000"/>
              </a:solidFill>
              <a:latin typeface="Raleway" pitchFamily="2" charset="0"/>
            </a:endParaRPr>
          </a:p>
          <a:p>
            <a:pPr algn="l"/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String str = </a:t>
            </a:r>
            <a:r>
              <a:rPr lang="en-US" sz="14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 Hello, world! "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Check if the string is empty or contains only whitespace.</a:t>
            </a:r>
            <a:br>
              <a:rPr lang="en-US" sz="1400" dirty="0"/>
            </a:br>
            <a:r>
              <a:rPr lang="en-US" sz="1400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boolean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isBlank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str.isBlank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Get a stream of lines from the string.</a:t>
            </a:r>
            <a:br>
              <a:rPr lang="en-US" sz="1400" dirty="0"/>
            </a:b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Stream&lt;String&gt; lines =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str.lines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Remove leading and trailing whitespace from the string.</a:t>
            </a:r>
            <a:br>
              <a:rPr lang="en-US" sz="1400" dirty="0"/>
            </a:b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String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trimmedString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str.strip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Remove leading whitespace from the string.</a:t>
            </a:r>
            <a:br>
              <a:rPr lang="en-US" sz="1400" dirty="0"/>
            </a:b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String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leadingTrimmedString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str.stripLeading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Remove trailing whitespace from the string.</a:t>
            </a:r>
            <a:br>
              <a:rPr lang="en-US" sz="1400" dirty="0"/>
            </a:b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String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trailingTrimmedString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str.stripTrailing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Repeat the string 3 times.</a:t>
            </a:r>
            <a:br>
              <a:rPr lang="en-US" sz="1400" dirty="0"/>
            </a:b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String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repeatedString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str.repeat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sz="1400" i="0" dirty="0">
              <a:solidFill>
                <a:srgbClr val="000000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3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A013-50DE-019F-9556-88947E91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358A25-3C7C-E19A-DF66-94CFCAD76B31}"/>
              </a:ext>
            </a:extLst>
          </p:cNvPr>
          <p:cNvSpPr txBox="1"/>
          <p:nvPr/>
        </p:nvSpPr>
        <p:spPr>
          <a:xfrm>
            <a:off x="137626" y="461866"/>
            <a:ext cx="11637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Raleway" pitchFamily="2" charset="0"/>
              </a:rPr>
              <a:t>New File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31BA0-24B1-4A9C-00CE-63323E6DADCD}"/>
              </a:ext>
            </a:extLst>
          </p:cNvPr>
          <p:cNvSpPr txBox="1"/>
          <p:nvPr/>
        </p:nvSpPr>
        <p:spPr>
          <a:xfrm>
            <a:off x="0" y="1192974"/>
            <a:ext cx="110124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Raleway" pitchFamily="2" charset="0"/>
              </a:rPr>
              <a:t>We can use the new </a:t>
            </a:r>
            <a:r>
              <a:rPr lang="en-US" i="1" dirty="0" err="1">
                <a:solidFill>
                  <a:srgbClr val="000000"/>
                </a:solidFill>
                <a:effectLst/>
                <a:latin typeface="Raleway" pitchFamily="2" charset="0"/>
              </a:rPr>
              <a:t>readString</a:t>
            </a:r>
            <a:r>
              <a:rPr lang="en-US" i="0" dirty="0">
                <a:solidFill>
                  <a:srgbClr val="000000"/>
                </a:solidFill>
                <a:effectLst/>
                <a:latin typeface="Raleway" pitchFamily="2" charset="0"/>
              </a:rPr>
              <a:t> and </a:t>
            </a:r>
            <a:r>
              <a:rPr lang="en-US" i="1" dirty="0" err="1">
                <a:solidFill>
                  <a:srgbClr val="000000"/>
                </a:solidFill>
                <a:effectLst/>
                <a:latin typeface="Raleway" pitchFamily="2" charset="0"/>
              </a:rPr>
              <a:t>writeString</a:t>
            </a:r>
            <a:r>
              <a:rPr lang="en-US" i="0" dirty="0">
                <a:solidFill>
                  <a:srgbClr val="000000"/>
                </a:solidFill>
                <a:effectLst/>
                <a:latin typeface="Raleway" pitchFamily="2" charset="0"/>
              </a:rPr>
              <a:t> static methods from the </a:t>
            </a:r>
            <a:r>
              <a:rPr lang="en-US" i="1" dirty="0">
                <a:solidFill>
                  <a:srgbClr val="000000"/>
                </a:solidFill>
                <a:effectLst/>
                <a:latin typeface="Raleway" pitchFamily="2" charset="0"/>
              </a:rPr>
              <a:t>Files </a:t>
            </a:r>
            <a:r>
              <a:rPr lang="en-US" i="0" dirty="0">
                <a:solidFill>
                  <a:srgbClr val="000000"/>
                </a:solidFill>
                <a:effectLst/>
                <a:latin typeface="Raleway" pitchFamily="2" charset="0"/>
              </a:rPr>
              <a:t>class: </a:t>
            </a:r>
          </a:p>
          <a:p>
            <a:r>
              <a:rPr lang="en-IN" b="1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Path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IN" b="0" i="0" dirty="0" err="1">
                <a:solidFill>
                  <a:srgbClr val="BC6060"/>
                </a:solidFill>
                <a:effectLst/>
                <a:latin typeface="Source Code Pro" panose="020B0509030403020204" pitchFamily="49" charset="0"/>
              </a:rPr>
              <a:t>filePath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Files.writeString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Files.createTempFile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tempDir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lang="en-IN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"demo"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lang="en-IN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".txt"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), </a:t>
            </a:r>
            <a:r>
              <a:rPr lang="en-IN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"Sample text"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</a:p>
          <a:p>
            <a:r>
              <a:rPr lang="en-IN" b="1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String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IN" b="0" i="0" dirty="0" err="1">
                <a:solidFill>
                  <a:srgbClr val="BC6060"/>
                </a:solidFill>
                <a:effectLst/>
                <a:latin typeface="Source Code Pro" panose="020B0509030403020204" pitchFamily="49" charset="0"/>
              </a:rPr>
              <a:t>fileContent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Files.readString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filePath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assertThat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fileContent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).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isEqualTo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IN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"Sample text"</a:t>
            </a:r>
            <a:r>
              <a:rPr lang="en-IN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731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52A2-7AB1-0525-27E2-9C6583BC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Java 11 </a:t>
            </a:r>
            <a:r>
              <a:rPr lang="en-IN" dirty="0"/>
              <a:t>New </a:t>
            </a:r>
            <a:r>
              <a:rPr lang="en-IN" dirty="0" err="1"/>
              <a:t>Collection.toArray</a:t>
            </a:r>
            <a:r>
              <a:rPr lang="en-IN" dirty="0"/>
              <a:t>() Method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E746D-25B6-329F-7676-D3AF7B0B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new default </a:t>
            </a:r>
            <a:r>
              <a:rPr lang="en-US" dirty="0" err="1"/>
              <a:t>toArray</a:t>
            </a:r>
            <a:r>
              <a:rPr lang="en-US" dirty="0"/>
              <a:t>() method is used to easily convert a collection to an array of the correct type.</a:t>
            </a:r>
          </a:p>
          <a:p>
            <a:r>
              <a:rPr lang="en-IN" dirty="0"/>
              <a:t>List&lt;String&gt; list = </a:t>
            </a:r>
            <a:r>
              <a:rPr lang="en-IN" dirty="0" err="1"/>
              <a:t>List.of</a:t>
            </a:r>
            <a:r>
              <a:rPr lang="en-IN" dirty="0"/>
              <a:t>("foo", "bar", "</a:t>
            </a:r>
            <a:r>
              <a:rPr lang="en-IN" dirty="0" err="1"/>
              <a:t>baz</a:t>
            </a:r>
            <a:r>
              <a:rPr lang="en-IN" dirty="0"/>
              <a:t>");</a:t>
            </a:r>
          </a:p>
          <a:p>
            <a:endParaRPr lang="en-IN" dirty="0"/>
          </a:p>
          <a:p>
            <a:r>
              <a:rPr lang="en-IN" dirty="0"/>
              <a:t>Object[] strings1 = </a:t>
            </a:r>
            <a:r>
              <a:rPr lang="en-IN" dirty="0" err="1"/>
              <a:t>list.toArray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String[] strings2a = </a:t>
            </a:r>
            <a:r>
              <a:rPr lang="en-IN" dirty="0" err="1"/>
              <a:t>list.toArray</a:t>
            </a:r>
            <a:r>
              <a:rPr lang="en-IN" dirty="0"/>
              <a:t>(new String[</a:t>
            </a:r>
            <a:r>
              <a:rPr lang="en-IN" dirty="0" err="1"/>
              <a:t>list.size</a:t>
            </a:r>
            <a:r>
              <a:rPr lang="en-IN" dirty="0"/>
              <a:t>()]);</a:t>
            </a:r>
          </a:p>
          <a:p>
            <a:r>
              <a:rPr lang="en-IN" dirty="0"/>
              <a:t>String[] strings2b = </a:t>
            </a:r>
            <a:r>
              <a:rPr lang="en-IN" dirty="0" err="1"/>
              <a:t>list.toArray</a:t>
            </a:r>
            <a:r>
              <a:rPr lang="en-IN" dirty="0"/>
              <a:t>(new String[0]);</a:t>
            </a:r>
          </a:p>
        </p:txBody>
      </p:sp>
    </p:spTree>
    <p:extLst>
      <p:ext uri="{BB962C8B-B14F-4D97-AF65-F5344CB8AC3E}">
        <p14:creationId xmlns:p14="http://schemas.microsoft.com/office/powerpoint/2010/main" val="1620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52A2-7AB1-0525-27E2-9C6583BC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Java 11 </a:t>
            </a:r>
            <a:r>
              <a:rPr lang="en-IN" dirty="0"/>
              <a:t>New </a:t>
            </a:r>
            <a:r>
              <a:rPr lang="en-IN" dirty="0" err="1"/>
              <a:t>Collection.toArray</a:t>
            </a:r>
            <a:r>
              <a:rPr lang="en-IN" dirty="0"/>
              <a:t>() Method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E746D-25B6-329F-7676-D3AF7B0B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first </a:t>
            </a:r>
            <a:r>
              <a:rPr lang="en-US" dirty="0" err="1"/>
              <a:t>toArray</a:t>
            </a:r>
            <a:r>
              <a:rPr lang="en-US" dirty="0"/>
              <a:t>() method (without parameters) returns an Object array, because due to Type Erasure, the type information of list is no longer known at runtime.</a:t>
            </a:r>
          </a:p>
          <a:p>
            <a:endParaRPr lang="en-US" dirty="0"/>
          </a:p>
          <a:p>
            <a:r>
              <a:rPr lang="en-US" dirty="0"/>
              <a:t>The second </a:t>
            </a:r>
            <a:r>
              <a:rPr lang="en-US" dirty="0" err="1"/>
              <a:t>toArray</a:t>
            </a:r>
            <a:r>
              <a:rPr lang="en-US" dirty="0"/>
              <a:t>() method expects an array of the requested type. If this array is at least as large as the collection, the elements are stored in this array (strings2a). Otherwise, a new array of the needed size is created (strings2b)</a:t>
            </a:r>
          </a:p>
          <a:p>
            <a:r>
              <a:rPr lang="en-IN" dirty="0"/>
              <a:t>Integer[] </a:t>
            </a:r>
            <a:r>
              <a:rPr lang="en-IN" dirty="0" err="1"/>
              <a:t>intArr</a:t>
            </a:r>
            <a:r>
              <a:rPr lang="en-IN" dirty="0"/>
              <a:t> = </a:t>
            </a:r>
            <a:r>
              <a:rPr lang="en-IN" dirty="0" err="1"/>
              <a:t>list.toArray</a:t>
            </a:r>
            <a:r>
              <a:rPr lang="en-IN" dirty="0"/>
              <a:t>(Integer[]::new);</a:t>
            </a:r>
          </a:p>
        </p:txBody>
      </p:sp>
    </p:spTree>
    <p:extLst>
      <p:ext uri="{BB962C8B-B14F-4D97-AF65-F5344CB8AC3E}">
        <p14:creationId xmlns:p14="http://schemas.microsoft.com/office/powerpoint/2010/main" val="68529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52A2-7AB1-0525-27E2-9C6583BCE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Java 11 </a:t>
            </a:r>
            <a:r>
              <a:rPr lang="en-IN" dirty="0" err="1"/>
              <a:t>Path.of</a:t>
            </a:r>
            <a:r>
              <a:rPr lang="en-IN" dirty="0"/>
              <a:t>()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E746D-25B6-329F-7676-D3AF7B0B6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302"/>
            <a:ext cx="10515600" cy="492666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Up to now, we had to create Path objects via </a:t>
            </a:r>
            <a:r>
              <a:rPr lang="en-US" sz="2000" dirty="0" err="1"/>
              <a:t>Paths.get</a:t>
            </a:r>
            <a:r>
              <a:rPr lang="en-US" sz="2000" dirty="0"/>
              <a:t>() or </a:t>
            </a:r>
            <a:r>
              <a:rPr lang="en-US" sz="2000" dirty="0" err="1"/>
              <a:t>File.toPath</a:t>
            </a:r>
            <a:r>
              <a:rPr lang="en-US" sz="2000" dirty="0"/>
              <a:t>(). The introduction of interface default methods in Java 8 allowed JDK developers to integrate appropriate factory methods directly into the Path interface.</a:t>
            </a:r>
          </a:p>
          <a:p>
            <a:endParaRPr lang="en-US" sz="2000" dirty="0"/>
          </a:p>
          <a:p>
            <a:r>
              <a:rPr lang="en-US" sz="2000" dirty="0"/>
              <a:t>Since Java 11, you can create path objects as follows, for example:</a:t>
            </a:r>
          </a:p>
          <a:p>
            <a:r>
              <a:rPr lang="en-IN" sz="2000" dirty="0"/>
              <a:t>// Relative path foo/bar/</a:t>
            </a:r>
            <a:r>
              <a:rPr lang="en-IN" sz="2000" dirty="0" err="1"/>
              <a:t>baz</a:t>
            </a:r>
            <a:endParaRPr lang="en-IN" sz="2000" dirty="0"/>
          </a:p>
          <a:p>
            <a:r>
              <a:rPr lang="en-IN" sz="2000" dirty="0" err="1"/>
              <a:t>Path.of</a:t>
            </a:r>
            <a:r>
              <a:rPr lang="en-IN" sz="2000" dirty="0"/>
              <a:t>("foo/bar/</a:t>
            </a:r>
            <a:r>
              <a:rPr lang="en-IN" sz="2000" dirty="0" err="1"/>
              <a:t>baz</a:t>
            </a:r>
            <a:r>
              <a:rPr lang="en-IN" sz="2000" dirty="0"/>
              <a:t>");</a:t>
            </a:r>
          </a:p>
          <a:p>
            <a:r>
              <a:rPr lang="en-IN" sz="2000" dirty="0" err="1"/>
              <a:t>Path.of</a:t>
            </a:r>
            <a:r>
              <a:rPr lang="en-IN" sz="2000" dirty="0"/>
              <a:t>("foo", "bar/</a:t>
            </a:r>
            <a:r>
              <a:rPr lang="en-IN" sz="2000" dirty="0" err="1"/>
              <a:t>baz</a:t>
            </a:r>
            <a:r>
              <a:rPr lang="en-IN" sz="2000" dirty="0"/>
              <a:t>");</a:t>
            </a:r>
          </a:p>
          <a:p>
            <a:r>
              <a:rPr lang="en-IN" sz="2000" dirty="0" err="1"/>
              <a:t>Path.of</a:t>
            </a:r>
            <a:r>
              <a:rPr lang="en-IN" sz="2000" dirty="0"/>
              <a:t>("foo", "bar", "</a:t>
            </a:r>
            <a:r>
              <a:rPr lang="en-IN" sz="2000" dirty="0" err="1"/>
              <a:t>baz</a:t>
            </a:r>
            <a:r>
              <a:rPr lang="en-IN" sz="2000" dirty="0"/>
              <a:t>");</a:t>
            </a:r>
          </a:p>
          <a:p>
            <a:endParaRPr lang="en-IN" sz="2000" dirty="0"/>
          </a:p>
          <a:p>
            <a:r>
              <a:rPr lang="en-IN" sz="2000" dirty="0"/>
              <a:t>// Absolute path /foo/bar/</a:t>
            </a:r>
            <a:r>
              <a:rPr lang="en-IN" sz="2000" dirty="0" err="1"/>
              <a:t>baz</a:t>
            </a:r>
            <a:endParaRPr lang="en-IN" sz="2000" dirty="0"/>
          </a:p>
          <a:p>
            <a:r>
              <a:rPr lang="en-IN" sz="2000" dirty="0" err="1"/>
              <a:t>Path.of</a:t>
            </a:r>
            <a:r>
              <a:rPr lang="en-IN" sz="2000" dirty="0"/>
              <a:t>("/foo/bar/</a:t>
            </a:r>
            <a:r>
              <a:rPr lang="en-IN" sz="2000" dirty="0" err="1"/>
              <a:t>baz</a:t>
            </a:r>
            <a:r>
              <a:rPr lang="en-IN" sz="2000" dirty="0"/>
              <a:t>");</a:t>
            </a:r>
          </a:p>
          <a:p>
            <a:r>
              <a:rPr lang="en-IN" sz="2000" dirty="0" err="1"/>
              <a:t>Path.of</a:t>
            </a:r>
            <a:r>
              <a:rPr lang="en-IN" sz="2000" dirty="0"/>
              <a:t>("/foo", "bar", "</a:t>
            </a:r>
            <a:r>
              <a:rPr lang="en-IN" sz="2000" dirty="0" err="1"/>
              <a:t>baz</a:t>
            </a:r>
            <a:r>
              <a:rPr lang="en-IN" sz="2000" dirty="0"/>
              <a:t>");</a:t>
            </a:r>
          </a:p>
          <a:p>
            <a:r>
              <a:rPr lang="en-IN" sz="2000" dirty="0" err="1"/>
              <a:t>Path.of</a:t>
            </a:r>
            <a:r>
              <a:rPr lang="en-IN" sz="2000" dirty="0"/>
              <a:t>("/", "foo", "bar", "</a:t>
            </a:r>
            <a:r>
              <a:rPr lang="en-IN" sz="2000" dirty="0" err="1"/>
              <a:t>baz</a:t>
            </a:r>
            <a:r>
              <a:rPr lang="en-IN" sz="2000" dirty="0"/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287672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614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Raleway</vt:lpstr>
      <vt:lpstr>Source Code Pro</vt:lpstr>
      <vt:lpstr>Office Theme</vt:lpstr>
      <vt:lpstr>PowerPoint Presentation</vt:lpstr>
      <vt:lpstr>PowerPoint Presentation</vt:lpstr>
      <vt:lpstr>PowerPoint Presentation</vt:lpstr>
      <vt:lpstr>Java 11 New Collection.toArray() Method</vt:lpstr>
      <vt:lpstr>Java 11 New Collection.toArray() Method</vt:lpstr>
      <vt:lpstr>Java 11 Path.of()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1</cp:revision>
  <dcterms:created xsi:type="dcterms:W3CDTF">2024-03-07T11:24:16Z</dcterms:created>
  <dcterms:modified xsi:type="dcterms:W3CDTF">2024-03-07T12:05:05Z</dcterms:modified>
</cp:coreProperties>
</file>