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760566-CBEF-4D1C-8632-DF0BBDC2E290}" v="6" dt="2024-03-07T12:55:51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Sunar" userId="3fa9774ca67c7ab5" providerId="LiveId" clId="{6A760566-CBEF-4D1C-8632-DF0BBDC2E290}"/>
    <pc:docChg chg="undo redo custSel addSld delSld modSld">
      <pc:chgData name="Arun Sunar" userId="3fa9774ca67c7ab5" providerId="LiveId" clId="{6A760566-CBEF-4D1C-8632-DF0BBDC2E290}" dt="2024-03-07T13:06:29.105" v="209" actId="2696"/>
      <pc:docMkLst>
        <pc:docMk/>
      </pc:docMkLst>
      <pc:sldChg chg="addSp delSp modSp new mod">
        <pc:chgData name="Arun Sunar" userId="3fa9774ca67c7ab5" providerId="LiveId" clId="{6A760566-CBEF-4D1C-8632-DF0BBDC2E290}" dt="2024-03-07T12:45:31.462" v="77" actId="20577"/>
        <pc:sldMkLst>
          <pc:docMk/>
          <pc:sldMk cId="4105345794" sldId="257"/>
        </pc:sldMkLst>
        <pc:spChg chg="del">
          <ac:chgData name="Arun Sunar" userId="3fa9774ca67c7ab5" providerId="LiveId" clId="{6A760566-CBEF-4D1C-8632-DF0BBDC2E290}" dt="2024-03-07T12:41:30.539" v="1" actId="478"/>
          <ac:spMkLst>
            <pc:docMk/>
            <pc:sldMk cId="4105345794" sldId="257"/>
            <ac:spMk id="2" creationId="{E0963FDD-7A4D-9346-CD37-D968D105FEC8}"/>
          </ac:spMkLst>
        </pc:spChg>
        <pc:spChg chg="del">
          <ac:chgData name="Arun Sunar" userId="3fa9774ca67c7ab5" providerId="LiveId" clId="{6A760566-CBEF-4D1C-8632-DF0BBDC2E290}" dt="2024-03-07T12:41:30.539" v="1" actId="478"/>
          <ac:spMkLst>
            <pc:docMk/>
            <pc:sldMk cId="4105345794" sldId="257"/>
            <ac:spMk id="3" creationId="{B7C7FC8A-8C5E-4108-A58C-BB1CC8601D27}"/>
          </ac:spMkLst>
        </pc:spChg>
        <pc:spChg chg="add mod">
          <ac:chgData name="Arun Sunar" userId="3fa9774ca67c7ab5" providerId="LiveId" clId="{6A760566-CBEF-4D1C-8632-DF0BBDC2E290}" dt="2024-03-07T12:42:00.148" v="5" actId="255"/>
          <ac:spMkLst>
            <pc:docMk/>
            <pc:sldMk cId="4105345794" sldId="257"/>
            <ac:spMk id="5" creationId="{62857B23-ACEB-254C-2656-69767E136A16}"/>
          </ac:spMkLst>
        </pc:spChg>
        <pc:spChg chg="add mod">
          <ac:chgData name="Arun Sunar" userId="3fa9774ca67c7ab5" providerId="LiveId" clId="{6A760566-CBEF-4D1C-8632-DF0BBDC2E290}" dt="2024-03-07T12:45:31.462" v="77" actId="20577"/>
          <ac:spMkLst>
            <pc:docMk/>
            <pc:sldMk cId="4105345794" sldId="257"/>
            <ac:spMk id="7" creationId="{F47CAE0E-0FEC-37A7-ED94-0F23634FA7F1}"/>
          </ac:spMkLst>
        </pc:spChg>
        <pc:spChg chg="add mod">
          <ac:chgData name="Arun Sunar" userId="3fa9774ca67c7ab5" providerId="LiveId" clId="{6A760566-CBEF-4D1C-8632-DF0BBDC2E290}" dt="2024-03-07T12:44:20.510" v="60" actId="20577"/>
          <ac:spMkLst>
            <pc:docMk/>
            <pc:sldMk cId="4105345794" sldId="257"/>
            <ac:spMk id="9" creationId="{EE1F3CD5-6139-B52C-2B38-18BDCE25704F}"/>
          </ac:spMkLst>
        </pc:spChg>
      </pc:sldChg>
      <pc:sldChg chg="addSp delSp modSp new mod">
        <pc:chgData name="Arun Sunar" userId="3fa9774ca67c7ab5" providerId="LiveId" clId="{6A760566-CBEF-4D1C-8632-DF0BBDC2E290}" dt="2024-03-07T12:47:52.399" v="94" actId="20577"/>
        <pc:sldMkLst>
          <pc:docMk/>
          <pc:sldMk cId="517584067" sldId="258"/>
        </pc:sldMkLst>
        <pc:spChg chg="mod">
          <ac:chgData name="Arun Sunar" userId="3fa9774ca67c7ab5" providerId="LiveId" clId="{6A760566-CBEF-4D1C-8632-DF0BBDC2E290}" dt="2024-03-07T12:45:57.910" v="80" actId="20577"/>
          <ac:spMkLst>
            <pc:docMk/>
            <pc:sldMk cId="517584067" sldId="258"/>
            <ac:spMk id="2" creationId="{2FB94E2C-AFDE-C921-052A-AD72F5E61F76}"/>
          </ac:spMkLst>
        </pc:spChg>
        <pc:spChg chg="del">
          <ac:chgData name="Arun Sunar" userId="3fa9774ca67c7ab5" providerId="LiveId" clId="{6A760566-CBEF-4D1C-8632-DF0BBDC2E290}" dt="2024-03-07T12:47:20.145" v="81" actId="478"/>
          <ac:spMkLst>
            <pc:docMk/>
            <pc:sldMk cId="517584067" sldId="258"/>
            <ac:spMk id="3" creationId="{17E5BA33-DAC8-9E21-F70F-C2B67D7BD7B2}"/>
          </ac:spMkLst>
        </pc:spChg>
        <pc:spChg chg="add mod">
          <ac:chgData name="Arun Sunar" userId="3fa9774ca67c7ab5" providerId="LiveId" clId="{6A760566-CBEF-4D1C-8632-DF0BBDC2E290}" dt="2024-03-07T12:47:52.399" v="94" actId="20577"/>
          <ac:spMkLst>
            <pc:docMk/>
            <pc:sldMk cId="517584067" sldId="258"/>
            <ac:spMk id="5" creationId="{B4939836-5A7C-85B7-D7E1-06916B73002C}"/>
          </ac:spMkLst>
        </pc:spChg>
      </pc:sldChg>
      <pc:sldChg chg="addSp delSp modSp new mod">
        <pc:chgData name="Arun Sunar" userId="3fa9774ca67c7ab5" providerId="LiveId" clId="{6A760566-CBEF-4D1C-8632-DF0BBDC2E290}" dt="2024-03-07T12:52:13.831" v="117" actId="1076"/>
        <pc:sldMkLst>
          <pc:docMk/>
          <pc:sldMk cId="3631695604" sldId="259"/>
        </pc:sldMkLst>
        <pc:spChg chg="del">
          <ac:chgData name="Arun Sunar" userId="3fa9774ca67c7ab5" providerId="LiveId" clId="{6A760566-CBEF-4D1C-8632-DF0BBDC2E290}" dt="2024-03-07T12:50:19.042" v="96" actId="478"/>
          <ac:spMkLst>
            <pc:docMk/>
            <pc:sldMk cId="3631695604" sldId="259"/>
            <ac:spMk id="2" creationId="{B6530165-EE4F-324B-B8C9-CD2E4ABF911B}"/>
          </ac:spMkLst>
        </pc:spChg>
        <pc:spChg chg="del">
          <ac:chgData name="Arun Sunar" userId="3fa9774ca67c7ab5" providerId="LiveId" clId="{6A760566-CBEF-4D1C-8632-DF0BBDC2E290}" dt="2024-03-07T12:50:21.037" v="97" actId="478"/>
          <ac:spMkLst>
            <pc:docMk/>
            <pc:sldMk cId="3631695604" sldId="259"/>
            <ac:spMk id="3" creationId="{EBBFF15C-CB13-49F2-6656-20CB29E105BB}"/>
          </ac:spMkLst>
        </pc:spChg>
        <pc:spChg chg="add mod">
          <ac:chgData name="Arun Sunar" userId="3fa9774ca67c7ab5" providerId="LiveId" clId="{6A760566-CBEF-4D1C-8632-DF0BBDC2E290}" dt="2024-03-07T12:52:10.855" v="116" actId="1076"/>
          <ac:spMkLst>
            <pc:docMk/>
            <pc:sldMk cId="3631695604" sldId="259"/>
            <ac:spMk id="5" creationId="{48422E8C-1D9C-9585-D750-3638CC2C06C8}"/>
          </ac:spMkLst>
        </pc:spChg>
        <pc:spChg chg="add mod">
          <ac:chgData name="Arun Sunar" userId="3fa9774ca67c7ab5" providerId="LiveId" clId="{6A760566-CBEF-4D1C-8632-DF0BBDC2E290}" dt="2024-03-07T12:52:13.831" v="117" actId="1076"/>
          <ac:spMkLst>
            <pc:docMk/>
            <pc:sldMk cId="3631695604" sldId="259"/>
            <ac:spMk id="7" creationId="{373AA0A6-61B8-B313-847C-32555CB1C0B3}"/>
          </ac:spMkLst>
        </pc:spChg>
      </pc:sldChg>
      <pc:sldChg chg="addSp delSp modSp new mod">
        <pc:chgData name="Arun Sunar" userId="3fa9774ca67c7ab5" providerId="LiveId" clId="{6A760566-CBEF-4D1C-8632-DF0BBDC2E290}" dt="2024-03-07T12:56:03.889" v="146" actId="255"/>
        <pc:sldMkLst>
          <pc:docMk/>
          <pc:sldMk cId="3112393216" sldId="260"/>
        </pc:sldMkLst>
        <pc:spChg chg="del">
          <ac:chgData name="Arun Sunar" userId="3fa9774ca67c7ab5" providerId="LiveId" clId="{6A760566-CBEF-4D1C-8632-DF0BBDC2E290}" dt="2024-03-07T12:53:19.389" v="119" actId="478"/>
          <ac:spMkLst>
            <pc:docMk/>
            <pc:sldMk cId="3112393216" sldId="260"/>
            <ac:spMk id="2" creationId="{EB80C82E-6036-84F4-2B41-2F457BCF7208}"/>
          </ac:spMkLst>
        </pc:spChg>
        <pc:spChg chg="del">
          <ac:chgData name="Arun Sunar" userId="3fa9774ca67c7ab5" providerId="LiveId" clId="{6A760566-CBEF-4D1C-8632-DF0BBDC2E290}" dt="2024-03-07T12:53:22.619" v="120" actId="478"/>
          <ac:spMkLst>
            <pc:docMk/>
            <pc:sldMk cId="3112393216" sldId="260"/>
            <ac:spMk id="3" creationId="{4D83183D-F916-8CED-F503-163945B0CB6F}"/>
          </ac:spMkLst>
        </pc:spChg>
        <pc:spChg chg="add mod">
          <ac:chgData name="Arun Sunar" userId="3fa9774ca67c7ab5" providerId="LiveId" clId="{6A760566-CBEF-4D1C-8632-DF0BBDC2E290}" dt="2024-03-07T12:53:34.236" v="128" actId="14100"/>
          <ac:spMkLst>
            <pc:docMk/>
            <pc:sldMk cId="3112393216" sldId="260"/>
            <ac:spMk id="5" creationId="{0F8EECEB-833E-90FD-0FAF-D95577F1F09E}"/>
          </ac:spMkLst>
        </pc:spChg>
        <pc:spChg chg="add mod">
          <ac:chgData name="Arun Sunar" userId="3fa9774ca67c7ab5" providerId="LiveId" clId="{6A760566-CBEF-4D1C-8632-DF0BBDC2E290}" dt="2024-03-07T12:56:03.889" v="146" actId="255"/>
          <ac:spMkLst>
            <pc:docMk/>
            <pc:sldMk cId="3112393216" sldId="260"/>
            <ac:spMk id="7" creationId="{5561DA05-3F92-DD68-A51E-480F399E5B3C}"/>
          </ac:spMkLst>
        </pc:spChg>
        <pc:spChg chg="add">
          <ac:chgData name="Arun Sunar" userId="3fa9774ca67c7ab5" providerId="LiveId" clId="{6A760566-CBEF-4D1C-8632-DF0BBDC2E290}" dt="2024-03-07T12:55:21.749" v="137"/>
          <ac:spMkLst>
            <pc:docMk/>
            <pc:sldMk cId="3112393216" sldId="260"/>
            <ac:spMk id="8" creationId="{7DD24BBD-341C-C303-B62D-16C6F68877FE}"/>
          </ac:spMkLst>
        </pc:spChg>
        <pc:spChg chg="add mod">
          <ac:chgData name="Arun Sunar" userId="3fa9774ca67c7ab5" providerId="LiveId" clId="{6A760566-CBEF-4D1C-8632-DF0BBDC2E290}" dt="2024-03-07T12:55:50.284" v="144" actId="20577"/>
          <ac:spMkLst>
            <pc:docMk/>
            <pc:sldMk cId="3112393216" sldId="260"/>
            <ac:spMk id="9" creationId="{0DE19D28-C8E0-E465-1180-7289CA340020}"/>
          </ac:spMkLst>
        </pc:spChg>
      </pc:sldChg>
      <pc:sldChg chg="modSp add mod">
        <pc:chgData name="Arun Sunar" userId="3fa9774ca67c7ab5" providerId="LiveId" clId="{6A760566-CBEF-4D1C-8632-DF0BBDC2E290}" dt="2024-03-07T13:00:33.696" v="186" actId="113"/>
        <pc:sldMkLst>
          <pc:docMk/>
          <pc:sldMk cId="1827444733" sldId="261"/>
        </pc:sldMkLst>
        <pc:spChg chg="mod">
          <ac:chgData name="Arun Sunar" userId="3fa9774ca67c7ab5" providerId="LiveId" clId="{6A760566-CBEF-4D1C-8632-DF0BBDC2E290}" dt="2024-03-07T12:56:18.246" v="157" actId="20577"/>
          <ac:spMkLst>
            <pc:docMk/>
            <pc:sldMk cId="1827444733" sldId="261"/>
            <ac:spMk id="5" creationId="{06FCE639-71B8-382C-C38E-3B611C35A437}"/>
          </ac:spMkLst>
        </pc:spChg>
        <pc:spChg chg="mod">
          <ac:chgData name="Arun Sunar" userId="3fa9774ca67c7ab5" providerId="LiveId" clId="{6A760566-CBEF-4D1C-8632-DF0BBDC2E290}" dt="2024-03-07T13:00:33.696" v="186" actId="113"/>
          <ac:spMkLst>
            <pc:docMk/>
            <pc:sldMk cId="1827444733" sldId="261"/>
            <ac:spMk id="7" creationId="{41C047AC-09FF-F247-5E21-788EF9CFCA28}"/>
          </ac:spMkLst>
        </pc:spChg>
      </pc:sldChg>
      <pc:sldChg chg="modSp add mod">
        <pc:chgData name="Arun Sunar" userId="3fa9774ca67c7ab5" providerId="LiveId" clId="{6A760566-CBEF-4D1C-8632-DF0BBDC2E290}" dt="2024-03-07T12:59:03.482" v="176" actId="113"/>
        <pc:sldMkLst>
          <pc:docMk/>
          <pc:sldMk cId="1267273227" sldId="262"/>
        </pc:sldMkLst>
        <pc:spChg chg="mod">
          <ac:chgData name="Arun Sunar" userId="3fa9774ca67c7ab5" providerId="LiveId" clId="{6A760566-CBEF-4D1C-8632-DF0BBDC2E290}" dt="2024-03-07T12:58:18.298" v="168" actId="255"/>
          <ac:spMkLst>
            <pc:docMk/>
            <pc:sldMk cId="1267273227" sldId="262"/>
            <ac:spMk id="5" creationId="{C2FC250F-6362-D657-57B1-D326268E00C2}"/>
          </ac:spMkLst>
        </pc:spChg>
        <pc:spChg chg="mod">
          <ac:chgData name="Arun Sunar" userId="3fa9774ca67c7ab5" providerId="LiveId" clId="{6A760566-CBEF-4D1C-8632-DF0BBDC2E290}" dt="2024-03-07T12:59:03.482" v="176" actId="113"/>
          <ac:spMkLst>
            <pc:docMk/>
            <pc:sldMk cId="1267273227" sldId="262"/>
            <ac:spMk id="7" creationId="{0BC20493-B479-D177-7D6D-0392A5324ED3}"/>
          </ac:spMkLst>
        </pc:spChg>
      </pc:sldChg>
      <pc:sldChg chg="modSp add mod">
        <pc:chgData name="Arun Sunar" userId="3fa9774ca67c7ab5" providerId="LiveId" clId="{6A760566-CBEF-4D1C-8632-DF0BBDC2E290}" dt="2024-03-07T13:04:26.070" v="199" actId="20577"/>
        <pc:sldMkLst>
          <pc:docMk/>
          <pc:sldMk cId="2164565438" sldId="263"/>
        </pc:sldMkLst>
        <pc:spChg chg="mod">
          <ac:chgData name="Arun Sunar" userId="3fa9774ca67c7ab5" providerId="LiveId" clId="{6A760566-CBEF-4D1C-8632-DF0BBDC2E290}" dt="2024-03-07T13:02:30.144" v="192" actId="1076"/>
          <ac:spMkLst>
            <pc:docMk/>
            <pc:sldMk cId="2164565438" sldId="263"/>
            <ac:spMk id="5" creationId="{4CADA0AB-375A-0C46-0D85-B207D6BBA178}"/>
          </ac:spMkLst>
        </pc:spChg>
        <pc:spChg chg="mod">
          <ac:chgData name="Arun Sunar" userId="3fa9774ca67c7ab5" providerId="LiveId" clId="{6A760566-CBEF-4D1C-8632-DF0BBDC2E290}" dt="2024-03-07T13:04:26.070" v="199" actId="20577"/>
          <ac:spMkLst>
            <pc:docMk/>
            <pc:sldMk cId="2164565438" sldId="263"/>
            <ac:spMk id="7" creationId="{645F192F-7DEB-3DDC-59B9-14B9DF0E23FD}"/>
          </ac:spMkLst>
        </pc:spChg>
      </pc:sldChg>
      <pc:sldChg chg="modSp add del mod">
        <pc:chgData name="Arun Sunar" userId="3fa9774ca67c7ab5" providerId="LiveId" clId="{6A760566-CBEF-4D1C-8632-DF0BBDC2E290}" dt="2024-03-07T13:06:29.105" v="209" actId="2696"/>
        <pc:sldMkLst>
          <pc:docMk/>
          <pc:sldMk cId="1436567544" sldId="264"/>
        </pc:sldMkLst>
        <pc:spChg chg="mod">
          <ac:chgData name="Arun Sunar" userId="3fa9774ca67c7ab5" providerId="LiveId" clId="{6A760566-CBEF-4D1C-8632-DF0BBDC2E290}" dt="2024-03-07T13:05:13.791" v="205"/>
          <ac:spMkLst>
            <pc:docMk/>
            <pc:sldMk cId="1436567544" sldId="264"/>
            <ac:spMk id="5" creationId="{FC8AA689-6881-6093-A115-CBC5815C7596}"/>
          </ac:spMkLst>
        </pc:spChg>
        <pc:spChg chg="mod">
          <ac:chgData name="Arun Sunar" userId="3fa9774ca67c7ab5" providerId="LiveId" clId="{6A760566-CBEF-4D1C-8632-DF0BBDC2E290}" dt="2024-03-07T13:05:20.916" v="206" actId="20577"/>
          <ac:spMkLst>
            <pc:docMk/>
            <pc:sldMk cId="1436567544" sldId="264"/>
            <ac:spMk id="7" creationId="{D3B90428-12E3-FA14-6E24-80721EE75FE4}"/>
          </ac:spMkLst>
        </pc:spChg>
      </pc:sldChg>
      <pc:sldChg chg="add del">
        <pc:chgData name="Arun Sunar" userId="3fa9774ca67c7ab5" providerId="LiveId" clId="{6A760566-CBEF-4D1C-8632-DF0BBDC2E290}" dt="2024-03-07T13:06:26.822" v="208" actId="2696"/>
        <pc:sldMkLst>
          <pc:docMk/>
          <pc:sldMk cId="257147334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BD17-7FC6-50DD-C6E4-1A08F9EBA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D82C1-0A0E-8AD1-4BA0-DFEA23C9B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65B23-0825-8C27-84CC-B404B7BC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F83D-6D0F-4BBE-B467-E592829D4141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15DB4-FF40-5406-E323-E7F41D8E1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BE4B7-B804-B1A3-86E8-65B07F19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C9D8-4653-4AA5-9763-687612C74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951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4A328-B348-0D37-C56F-D99009A9E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185AA-5F46-F17F-DC1B-CDB625620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E29A9-4E02-0143-0B6C-8A00D70E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F83D-6D0F-4BBE-B467-E592829D4141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37030-5D5A-B850-48C0-CCA2A81F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AC250-B699-E377-BE77-3CF91838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C9D8-4653-4AA5-9763-687612C74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729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15CF-57CB-F27D-3109-5C81BD5A7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57875-2E49-7D7F-3582-95F6C1EDF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ECFCF-F1CD-3FFB-E3B4-127A0BF7E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F83D-6D0F-4BBE-B467-E592829D4141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315BC-B49F-B612-78C2-DF2A34637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2F38F-4554-727D-95FC-A6A23F434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C9D8-4653-4AA5-9763-687612C74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822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FD07E-E105-ECB8-9641-91E4EDEE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2A2B4-DB7B-ED31-16EB-65D3ABB45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DF44F-18B2-F6DF-9551-02757BA4D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5F014-F24C-ABE3-6127-27987CAA1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F83D-6D0F-4BBE-B467-E592829D4141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47543-76FD-DBD9-2B8C-8B44A406F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49E7F-318C-120F-CFAE-F369003C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C9D8-4653-4AA5-9763-687612C74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346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C8150-11AA-05ED-590F-99ED38F5B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8008D-6979-39AD-C913-EF20F4169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8CA26-48EC-0F47-7F03-E21CC7255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6DEF65-6F6C-6899-8A87-F128317F3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488BBF-7D94-E301-3CA0-F8E4647A7E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2A074B-834D-DF0D-2D53-329381C0A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F83D-6D0F-4BBE-B467-E592829D4141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092C91-78F6-7671-3DB6-A91482E37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BCB526-2A9A-4C31-B3F1-D4F50587F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C9D8-4653-4AA5-9763-687612C74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8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EC39C-1268-217A-3383-A18B765B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40A51-95D9-829B-392C-C95AA053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F83D-6D0F-4BBE-B467-E592829D4141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A926F-08E4-4533-36CB-F2EE7D1BD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E086F0-273F-74E5-A1EC-50CC9067E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C9D8-4653-4AA5-9763-687612C74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457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ED52E-B54F-C608-8520-C5FB8687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F83D-6D0F-4BBE-B467-E592829D4141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D2AF00-8D21-95BA-12F6-700CAEF7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A94A9-D9A8-F8E6-5DA7-78CAB3D44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C9D8-4653-4AA5-9763-687612C74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46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37202-8360-A725-D5B2-FFD1BD9EC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8ACAA-3111-D518-6792-ACBCA0A52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BD7C1-BD96-42C5-6BE0-CB1DF950D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7EB03-23A6-B5BB-4A9E-82E07BF7C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F83D-6D0F-4BBE-B467-E592829D4141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E5789-C860-F287-A54F-4371911DB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DADAE-EFCD-6C9E-981A-3A64D7E7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C9D8-4653-4AA5-9763-687612C74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858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5831F-42D8-2E4B-D4E9-152D78095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F857B3-B3F1-319F-5FB9-CCBDA66E4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E7DD7-8EF9-5EF5-2E58-DBBA26E62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8B584-65DD-2DB9-3E80-F6D0D74B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F83D-6D0F-4BBE-B467-E592829D4141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093C3-EF08-A1FD-0847-636208E7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CD094-2FA6-3018-771D-9F95A371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C9D8-4653-4AA5-9763-687612C74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8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7EAB4-671A-A09D-0F56-F7C45394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0A817-2D01-A687-EEE1-3003FE7C5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5DF4B-64B8-9A4A-A8E3-C4DBEBD6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F83D-6D0F-4BBE-B467-E592829D4141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98CBB-6303-0CE9-F3B1-394A5F698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1AB2B-592B-6E1D-0D1B-3BC0CFA2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C9D8-4653-4AA5-9763-687612C74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16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A7318B-CDCB-A872-B606-4A248B5A96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7CF08-1786-FDDA-E0AA-9A58CCBE4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13A25-7BC4-2095-58E0-68CE53D0B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F83D-6D0F-4BBE-B467-E592829D4141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38D32-4638-C9C8-3DB4-2F81B4530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4771E-D32C-CF74-FA33-B68E79C3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C9D8-4653-4AA5-9763-687612C74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37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979393-A340-3945-848C-A1587D4F2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6A1B4-BE25-3660-3439-458237ADD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803D7-32E5-40DF-F4E2-FAFF6DED47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7F83D-6D0F-4BBE-B467-E592829D4141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025ED-34B7-5D4B-30B3-E16604E0E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C3EDA-2BCB-05BD-BDCA-E72FD1EDB7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CC9D8-4653-4AA5-9763-687612C74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204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1D5246-76CA-6EBA-B8A9-8FDE69DC3811}"/>
              </a:ext>
            </a:extLst>
          </p:cNvPr>
          <p:cNvSpPr/>
          <p:nvPr/>
        </p:nvSpPr>
        <p:spPr>
          <a:xfrm>
            <a:off x="1735494" y="2967335"/>
            <a:ext cx="7679094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JAVA 14 FEATURE</a:t>
            </a:r>
          </a:p>
        </p:txBody>
      </p:sp>
    </p:spTree>
    <p:extLst>
      <p:ext uri="{BB962C8B-B14F-4D97-AF65-F5344CB8AC3E}">
        <p14:creationId xmlns:p14="http://schemas.microsoft.com/office/powerpoint/2010/main" val="13184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857B23-ACEB-254C-2656-69767E136A16}"/>
              </a:ext>
            </a:extLst>
          </p:cNvPr>
          <p:cNvSpPr txBox="1"/>
          <p:nvPr/>
        </p:nvSpPr>
        <p:spPr>
          <a:xfrm>
            <a:off x="613488" y="519796"/>
            <a:ext cx="9528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000000"/>
                </a:solidFill>
                <a:effectLst/>
                <a:latin typeface="Raleway" pitchFamily="2" charset="0"/>
              </a:rPr>
              <a:t>Switch Expressions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CAE0E-0FEC-37A7-ED94-0F23634FA7F1}"/>
              </a:ext>
            </a:extLst>
          </p:cNvPr>
          <p:cNvSpPr txBox="1"/>
          <p:nvPr/>
        </p:nvSpPr>
        <p:spPr>
          <a:xfrm>
            <a:off x="6094446" y="1217474"/>
            <a:ext cx="550350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Java 14</a:t>
            </a:r>
          </a:p>
          <a:p>
            <a:r>
              <a:rPr lang="en-US" sz="2000" b="1" i="0" dirty="0" err="1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boolean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000" b="0" i="0" dirty="0" err="1">
                <a:solidFill>
                  <a:srgbClr val="BC6060"/>
                </a:solidFill>
                <a:effectLst/>
                <a:latin typeface="Source Code Pro" panose="020B0509030403020204" pitchFamily="49" charset="0"/>
              </a:rPr>
              <a:t>isTodayHoliday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 </a:t>
            </a:r>
          </a:p>
          <a:p>
            <a:r>
              <a:rPr lang="en-US" sz="20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switch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(day) 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 </a:t>
            </a:r>
          </a:p>
          <a:p>
            <a:r>
              <a:rPr lang="en-US" sz="20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case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000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"MONDAY"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lang="en-US" sz="2000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"TUESDAY"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lang="en-US" sz="2000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"WEDNESDAY"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lang="en-US" sz="2000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"THURSDAY"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lang="en-US" sz="2000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"FRIDAY"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-&gt; </a:t>
            </a:r>
            <a:r>
              <a:rPr lang="en-US" sz="2000" b="0" i="0" dirty="0">
                <a:solidFill>
                  <a:srgbClr val="78A960"/>
                </a:solidFill>
                <a:effectLst/>
                <a:latin typeface="Source Code Pro" panose="020B0509030403020204" pitchFamily="49" charset="0"/>
              </a:rPr>
              <a:t>false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0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case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000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"SATURDAY"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lang="en-US" sz="2000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"SUNDAY"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-&gt; </a:t>
            </a:r>
            <a:r>
              <a:rPr lang="en-US" sz="2000" b="0" i="0" dirty="0">
                <a:solidFill>
                  <a:srgbClr val="78A960"/>
                </a:solidFill>
                <a:effectLst/>
                <a:latin typeface="Source Code Pro" panose="020B0509030403020204" pitchFamily="49" charset="0"/>
              </a:rPr>
              <a:t>true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 </a:t>
            </a:r>
          </a:p>
          <a:p>
            <a:r>
              <a:rPr lang="en-US" sz="20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default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-&gt; </a:t>
            </a:r>
            <a:r>
              <a:rPr lang="en-US" sz="20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throw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0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new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000" b="1" i="0" dirty="0" err="1">
                <a:solidFill>
                  <a:srgbClr val="267438"/>
                </a:solidFill>
                <a:effectLst/>
                <a:latin typeface="Source Code Pro" panose="020B0509030403020204" pitchFamily="49" charset="0"/>
              </a:rPr>
              <a:t>IllegalArgumentException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sz="2000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"What's a 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+ day); 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};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F3CD5-6139-B52C-2B38-18BDCE25704F}"/>
              </a:ext>
            </a:extLst>
          </p:cNvPr>
          <p:cNvSpPr txBox="1"/>
          <p:nvPr/>
        </p:nvSpPr>
        <p:spPr>
          <a:xfrm>
            <a:off x="352231" y="1562706"/>
            <a:ext cx="60975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Old Style </a:t>
            </a:r>
            <a:br>
              <a:rPr lang="en-US" b="1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</a:br>
            <a:r>
              <a:rPr lang="en-US" b="1" i="0" dirty="0" err="1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boolean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isTodayHoliday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 </a:t>
            </a:r>
          </a:p>
          <a:p>
            <a:r>
              <a:rPr lang="en-US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switch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(day)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case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"MONDAY"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</a:t>
            </a:r>
          </a:p>
          <a:p>
            <a:r>
              <a:rPr lang="en-US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 case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"TUESDAY"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case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"WEDNESDAY"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case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"THURSDAY"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</a:t>
            </a:r>
          </a:p>
          <a:p>
            <a:r>
              <a:rPr lang="en-US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 case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"FRIDAY"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isTodayHoliday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 </a:t>
            </a:r>
            <a:r>
              <a:rPr lang="en-US" b="0" i="0" dirty="0">
                <a:solidFill>
                  <a:srgbClr val="78A960"/>
                </a:solidFill>
                <a:effectLst/>
                <a:latin typeface="Source Code Pro" panose="020B0509030403020204" pitchFamily="49" charset="0"/>
              </a:rPr>
              <a:t>false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        </a:t>
            </a:r>
            <a:b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lang="en-US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break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 </a:t>
            </a:r>
          </a:p>
          <a:p>
            <a:r>
              <a:rPr lang="en-US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 case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"SATURDAY"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</a:t>
            </a:r>
          </a:p>
          <a:p>
            <a:r>
              <a:rPr lang="en-US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 case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"SUNDAY"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isTodayHoliday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 </a:t>
            </a:r>
            <a:r>
              <a:rPr lang="en-US" b="0" i="0" dirty="0">
                <a:solidFill>
                  <a:srgbClr val="78A960"/>
                </a:solidFill>
                <a:effectLst/>
                <a:latin typeface="Source Code Pro" panose="020B0509030403020204" pitchFamily="49" charset="0"/>
              </a:rPr>
              <a:t>true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 </a:t>
            </a:r>
            <a:b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</a:t>
            </a:r>
            <a:r>
              <a:rPr lang="en-US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break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 </a:t>
            </a:r>
          </a:p>
          <a:p>
            <a:r>
              <a:rPr lang="en-US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default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</a:t>
            </a:r>
            <a:r>
              <a:rPr lang="en-US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throw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1" i="0" dirty="0" err="1">
                <a:solidFill>
                  <a:srgbClr val="267438"/>
                </a:solidFill>
                <a:effectLst/>
                <a:latin typeface="Source Code Pro" panose="020B0509030403020204" pitchFamily="49" charset="0"/>
              </a:rPr>
              <a:t>IllegalArgumentException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"What's a "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+day);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5345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94E2C-AFDE-C921-052A-AD72F5E61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000000"/>
                </a:solidFill>
                <a:effectLst/>
                <a:latin typeface="Raleway" pitchFamily="2" charset="0"/>
              </a:rPr>
              <a:t>Text Blocks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939836-5A7C-85B7-D7E1-06916B73002C}"/>
              </a:ext>
            </a:extLst>
          </p:cNvPr>
          <p:cNvSpPr txBox="1"/>
          <p:nvPr/>
        </p:nvSpPr>
        <p:spPr>
          <a:xfrm>
            <a:off x="753447" y="1614397"/>
            <a:ext cx="109937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2110"/>
                </a:solidFill>
                <a:effectLst/>
                <a:latin typeface="Google Sans"/>
              </a:rPr>
              <a:t>Text blocks are multi-line string literals that can be used in Java 14 and above. They are a new feature that makes it easier to write and format multi-line strings.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String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textBlock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</a:p>
          <a:p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""" </a:t>
            </a:r>
          </a:p>
          <a:p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    This is a text block. It can span multiple lines. </a:t>
            </a:r>
          </a:p>
          <a:p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"""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7584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422E8C-1D9C-9585-D750-3638CC2C06C8}"/>
              </a:ext>
            </a:extLst>
          </p:cNvPr>
          <p:cNvSpPr txBox="1"/>
          <p:nvPr/>
        </p:nvSpPr>
        <p:spPr>
          <a:xfrm>
            <a:off x="492190" y="127910"/>
            <a:ext cx="9519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Pattern Matching for </a:t>
            </a:r>
            <a:r>
              <a:rPr lang="en-IN" sz="2400" dirty="0" err="1"/>
              <a:t>instanceof</a:t>
            </a:r>
            <a:r>
              <a:rPr lang="en-IN" sz="2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AA0A6-61B8-B313-847C-32555CB1C0B3}"/>
              </a:ext>
            </a:extLst>
          </p:cNvPr>
          <p:cNvSpPr txBox="1"/>
          <p:nvPr/>
        </p:nvSpPr>
        <p:spPr>
          <a:xfrm>
            <a:off x="251926" y="746393"/>
            <a:ext cx="1131803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java.util.List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br>
              <a:rPr lang="en-IN" dirty="0"/>
            </a:br>
            <a:br>
              <a:rPr lang="en-IN" dirty="0"/>
            </a:b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{</a:t>
            </a:r>
            <a:br>
              <a:rPr lang="en-IN" dirty="0"/>
            </a:b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en-IN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{</a:t>
            </a:r>
            <a:br>
              <a:rPr lang="en-IN" dirty="0"/>
            </a:b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IN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objects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List.of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"Hello"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 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Integer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 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Double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20.0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));</a:t>
            </a:r>
            <a:br>
              <a:rPr lang="en-IN" dirty="0"/>
            </a:br>
            <a:br>
              <a:rPr lang="en-IN" dirty="0"/>
            </a:b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: </a:t>
            </a:r>
            <a:r>
              <a:rPr lang="en-IN" b="0" i="0" dirty="0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objects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{</a:t>
            </a:r>
            <a:br>
              <a:rPr lang="en-IN" dirty="0"/>
            </a:b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IN" b="0" i="0" dirty="0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 err="1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instanceof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String s) {</a:t>
            </a:r>
            <a:br>
              <a:rPr lang="en-IN" dirty="0"/>
            </a:br>
            <a:r>
              <a:rPr lang="en-IN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"String: "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s);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 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IN" b="0" i="0" dirty="0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 err="1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instanceof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Integer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{</a:t>
            </a:r>
            <a:br>
              <a:rPr lang="en-IN" dirty="0"/>
            </a:br>
            <a:r>
              <a:rPr lang="en-IN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"Integer: "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);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 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IN" b="0" i="0" dirty="0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 err="1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instanceof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Double d) {</a:t>
            </a:r>
            <a:br>
              <a:rPr lang="en-IN" dirty="0"/>
            </a:br>
            <a:r>
              <a:rPr lang="en-IN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"Double: "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d);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 </a:t>
            </a:r>
            <a:r>
              <a:rPr lang="en-IN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{</a:t>
            </a:r>
            <a:br>
              <a:rPr lang="en-IN" dirty="0"/>
            </a:br>
            <a:r>
              <a:rPr lang="en-IN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"Unknown type: "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IN" b="0" i="0" dirty="0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object</a:t>
            </a: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);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The pattern matching for </a:t>
            </a:r>
            <a:r>
              <a:rPr lang="en-US" b="0" i="0" dirty="0" err="1">
                <a:solidFill>
                  <a:srgbClr val="001D35"/>
                </a:solidFill>
                <a:effectLst/>
                <a:latin typeface="Google Sans"/>
              </a:rPr>
              <a:t>instanceof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feature in Java 14 is a new way to check the type of an object and assign it to a variable in a single step. This can make your code more concise and easier to read.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1695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8EECEB-833E-90FD-0FAF-D95577F1F09E}"/>
              </a:ext>
            </a:extLst>
          </p:cNvPr>
          <p:cNvSpPr txBox="1"/>
          <p:nvPr/>
        </p:nvSpPr>
        <p:spPr>
          <a:xfrm>
            <a:off x="734785" y="314522"/>
            <a:ext cx="9650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 Records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1DA05-3F92-DD68-A51E-480F399E5B3C}"/>
              </a:ext>
            </a:extLst>
          </p:cNvPr>
          <p:cNvSpPr txBox="1"/>
          <p:nvPr/>
        </p:nvSpPr>
        <p:spPr>
          <a:xfrm>
            <a:off x="597160" y="1307946"/>
            <a:ext cx="113553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370E00"/>
                </a:solidFill>
                <a:effectLst/>
                <a:latin typeface="Google Sans"/>
              </a:rPr>
              <a:t>Java Records is a feature that was introduced in Java 14 as a preview feature. It's designed to simplify the creation of immutable classes by automatically generating code for data fields, constructors, accessors, and other common methods. </a:t>
            </a:r>
          </a:p>
          <a:p>
            <a:r>
              <a:rPr lang="en-US" sz="24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record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Person(</a:t>
            </a:r>
            <a:r>
              <a:rPr lang="en-US" sz="24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4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age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4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occupation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{}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Google Sans"/>
              </a:rPr>
              <a:t>A constructor that takes the values for all of the fields as arguments.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Google Sans"/>
              </a:rPr>
              <a:t>Accessor methods for each of the fields.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Google Sans"/>
              </a:rPr>
              <a:t>An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equals()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Google Sans"/>
              </a:rPr>
              <a:t> method that returns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Google Sans"/>
              </a:rPr>
              <a:t> if two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Google Sans"/>
              </a:rPr>
              <a:t> objects have the same values for all of their fields.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Google Sans"/>
              </a:rPr>
              <a:t>A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70E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hashCode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Google Sans"/>
              </a:rPr>
              <a:t> method that returns a hash code based 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Google Sans"/>
              </a:rPr>
              <a:t>the values of all of the fields.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Google Sans"/>
              </a:rPr>
              <a:t>A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70E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Google Sans"/>
              </a:rPr>
              <a:t> method that returns a string representation of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0E00"/>
                </a:solidFill>
                <a:effectLst/>
                <a:latin typeface="Google Sans"/>
              </a:rPr>
              <a:t> object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12393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059F1-2F62-0CE1-0C39-E5B6DE441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FC250F-6362-D657-57B1-D326268E00C2}"/>
              </a:ext>
            </a:extLst>
          </p:cNvPr>
          <p:cNvSpPr txBox="1"/>
          <p:nvPr/>
        </p:nvSpPr>
        <p:spPr>
          <a:xfrm>
            <a:off x="734785" y="314522"/>
            <a:ext cx="11105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 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Raleway" pitchFamily="2" charset="0"/>
              </a:rPr>
              <a:t>Records can be used in a variety of situations, including:</a:t>
            </a:r>
            <a:endParaRPr lang="en-IN" sz="2800" b="1" i="0" dirty="0">
              <a:solidFill>
                <a:srgbClr val="000000"/>
              </a:solidFill>
              <a:effectLst/>
              <a:latin typeface="Raleway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20493-B479-D177-7D6D-0392A5324ED3}"/>
              </a:ext>
            </a:extLst>
          </p:cNvPr>
          <p:cNvSpPr txBox="1"/>
          <p:nvPr/>
        </p:nvSpPr>
        <p:spPr>
          <a:xfrm>
            <a:off x="597160" y="1307946"/>
            <a:ext cx="1135535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70E00"/>
                </a:solidFill>
                <a:effectLst/>
                <a:latin typeface="Google Sans"/>
              </a:rPr>
              <a:t>Data transfer objects (DTOs)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70E00"/>
                </a:solidFill>
                <a:effectLst/>
                <a:latin typeface="Google Sans"/>
              </a:rPr>
              <a:t>: Records can be used to declare simple data transfer objects that hold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70E00"/>
                </a:solidFill>
                <a:effectLst/>
                <a:latin typeface="Google Sans"/>
              </a:rPr>
              <a:t>Configuration objects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70E00"/>
                </a:solidFill>
                <a:effectLst/>
                <a:latin typeface="Google Sans"/>
              </a:rPr>
              <a:t>: Records can be used to declare configuration objects that hold a set of configuration properties for an application or a module.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70E00"/>
                </a:solidFill>
                <a:effectLst/>
                <a:latin typeface="Google Sans"/>
              </a:rPr>
              <a:t>Immutable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70E00"/>
                </a:solidFill>
                <a:effectLst/>
                <a:latin typeface="Google Sans"/>
              </a:rPr>
              <a:t>: Records can be used to create immutable types, which are types that cannot be changed once they are created.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370E00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370E00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26727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ADD9A-2F1C-5E76-2871-7DEAF7168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FCE639-71B8-382C-C38E-3B611C35A437}"/>
              </a:ext>
            </a:extLst>
          </p:cNvPr>
          <p:cNvSpPr txBox="1"/>
          <p:nvPr/>
        </p:nvSpPr>
        <p:spPr>
          <a:xfrm>
            <a:off x="734785" y="314522"/>
            <a:ext cx="9650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 Records Drawbacks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C047AC-09FF-F247-5E21-788EF9CFCA28}"/>
              </a:ext>
            </a:extLst>
          </p:cNvPr>
          <p:cNvSpPr txBox="1"/>
          <p:nvPr/>
        </p:nvSpPr>
        <p:spPr>
          <a:xfrm>
            <a:off x="597160" y="1307946"/>
            <a:ext cx="1135535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1D35"/>
                </a:solidFill>
                <a:effectLst/>
                <a:latin typeface="Google Sans"/>
              </a:rPr>
              <a:t>Immutability: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1D35"/>
                </a:solidFill>
                <a:effectLst/>
                <a:latin typeface="Google Sans"/>
              </a:rPr>
              <a:t>Records are immutable by default, which means that once a record is created, its values cannot be changed. This can be a disadvantage in some cases, such as when you need to update the values of a record.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1D35"/>
                </a:solidFill>
                <a:effectLst/>
                <a:latin typeface="Google Sans"/>
              </a:rPr>
              <a:t>Lack of inheritance: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1D35"/>
                </a:solidFill>
                <a:effectLst/>
                <a:latin typeface="Google Sans"/>
              </a:rPr>
              <a:t>Records cannot extend other classes. This can be a disadvantage if you need to create a record that inherits from an existing class.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1D35"/>
                </a:solidFill>
                <a:effectLst/>
                <a:latin typeface="Google Sans"/>
              </a:rPr>
              <a:t>Limited constructors: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1D35"/>
                </a:solidFill>
                <a:effectLst/>
                <a:latin typeface="Google Sans"/>
              </a:rPr>
              <a:t>Records only have a default constructor. This can be a disadvantage if you need to create a record with specific values.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1D35"/>
                </a:solidFill>
                <a:effectLst/>
                <a:latin typeface="Google Sans"/>
              </a:rPr>
              <a:t>Limited visibility: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1D35"/>
                </a:solidFill>
                <a:effectLst/>
                <a:latin typeface="Google Sans"/>
              </a:rPr>
              <a:t>Records can only have public fields. This can be a disadvantage if you need to create a record with private or protected fields.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1D35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827444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30272-4378-6CB0-D40B-5F55675D6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ADA0AB-375A-0C46-0D85-B207D6BBA178}"/>
              </a:ext>
            </a:extLst>
          </p:cNvPr>
          <p:cNvSpPr txBox="1"/>
          <p:nvPr/>
        </p:nvSpPr>
        <p:spPr>
          <a:xfrm>
            <a:off x="597160" y="109248"/>
            <a:ext cx="9650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000000"/>
                </a:solidFill>
                <a:effectLst/>
                <a:latin typeface="Raleway" pitchFamily="2" charset="0"/>
              </a:rPr>
              <a:t>why records in java does not support inheritance</a:t>
            </a:r>
            <a:endParaRPr lang="en-IN" sz="3200" b="1" i="0" dirty="0">
              <a:solidFill>
                <a:srgbClr val="000000"/>
              </a:solidFill>
              <a:effectLst/>
              <a:latin typeface="Raleway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5F192F-7DEB-3DDC-59B9-14B9DF0E23FD}"/>
              </a:ext>
            </a:extLst>
          </p:cNvPr>
          <p:cNvSpPr txBox="1"/>
          <p:nvPr/>
        </p:nvSpPr>
        <p:spPr>
          <a:xfrm>
            <a:off x="597160" y="1307946"/>
            <a:ext cx="1135535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1D35"/>
                </a:solidFill>
                <a:effectLst/>
                <a:latin typeface="Google Sans"/>
              </a:rPr>
              <a:t>Immutability: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1D35"/>
                </a:solidFill>
                <a:effectLst/>
                <a:latin typeface="Google Sans"/>
              </a:rPr>
              <a:t>Records are designed to be immutable, meaning that their state cannot be changed after they are created. Inheritance would allow subclasses to change the state of a record, which would violate its immutability.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1D35"/>
                </a:solidFill>
                <a:effectLst/>
                <a:latin typeface="Google Sans"/>
              </a:rPr>
              <a:t>Simplicity: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1D35"/>
                </a:solidFill>
                <a:effectLst/>
                <a:latin typeface="Google Sans"/>
              </a:rPr>
              <a:t>Records are designed to be lightweight and simple to use. Inheritance would add complexity to a record, making it more difficult to understand and maintain.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1D35"/>
                </a:solidFill>
                <a:effectLst/>
                <a:latin typeface="Google Sans"/>
              </a:rPr>
              <a:t>Encapsulation: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1D35"/>
                </a:solidFill>
                <a:effectLst/>
                <a:latin typeface="Google Sans"/>
              </a:rPr>
              <a:t>Records encapsulate their data, meaning that they control how their data is accessed and modified. Inheritance would allow subclasses to access and modify the data of a record, which would violate its encapsulation.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1D35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164565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850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Google Sans</vt:lpstr>
      <vt:lpstr>Raleway</vt:lpstr>
      <vt:lpstr>Source Code Pro</vt:lpstr>
      <vt:lpstr>Office Theme</vt:lpstr>
      <vt:lpstr>PowerPoint Presentation</vt:lpstr>
      <vt:lpstr>PowerPoint Presentation</vt:lpstr>
      <vt:lpstr>Text Blocks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 Sunar</dc:creator>
  <cp:lastModifiedBy>Arun Sunar</cp:lastModifiedBy>
  <cp:revision>1</cp:revision>
  <dcterms:created xsi:type="dcterms:W3CDTF">2024-03-07T12:41:14Z</dcterms:created>
  <dcterms:modified xsi:type="dcterms:W3CDTF">2024-03-07T13:06:30Z</dcterms:modified>
</cp:coreProperties>
</file>