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213E52-DE81-45D5-8D1B-D2D074658DFE}" v="3" dt="2024-03-07T12:13:30.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1E213E52-DE81-45D5-8D1B-D2D074658DFE}"/>
    <pc:docChg chg="undo custSel addSld delSld modSld sldOrd">
      <pc:chgData name="Arun Sunar" userId="3fa9774ca67c7ab5" providerId="LiveId" clId="{1E213E52-DE81-45D5-8D1B-D2D074658DFE}" dt="2024-03-07T12:46:12.288" v="116" actId="2696"/>
      <pc:docMkLst>
        <pc:docMk/>
      </pc:docMkLst>
      <pc:sldChg chg="modSp mod">
        <pc:chgData name="Arun Sunar" userId="3fa9774ca67c7ab5" providerId="LiveId" clId="{1E213E52-DE81-45D5-8D1B-D2D074658DFE}" dt="2024-03-07T12:30:58.272" v="90" actId="20577"/>
        <pc:sldMkLst>
          <pc:docMk/>
          <pc:sldMk cId="2427952370" sldId="256"/>
        </pc:sldMkLst>
        <pc:spChg chg="mod">
          <ac:chgData name="Arun Sunar" userId="3fa9774ca67c7ab5" providerId="LiveId" clId="{1E213E52-DE81-45D5-8D1B-D2D074658DFE}" dt="2024-03-07T12:30:58.272" v="90" actId="20577"/>
          <ac:spMkLst>
            <pc:docMk/>
            <pc:sldMk cId="2427952370" sldId="256"/>
            <ac:spMk id="4" creationId="{FA29D999-17C8-F75D-C5FA-C7365983E548}"/>
          </ac:spMkLst>
        </pc:spChg>
      </pc:sldChg>
      <pc:sldChg chg="modSp new mod">
        <pc:chgData name="Arun Sunar" userId="3fa9774ca67c7ab5" providerId="LiveId" clId="{1E213E52-DE81-45D5-8D1B-D2D074658DFE}" dt="2024-03-07T12:09:06.302" v="18" actId="113"/>
        <pc:sldMkLst>
          <pc:docMk/>
          <pc:sldMk cId="2240956237" sldId="257"/>
        </pc:sldMkLst>
        <pc:spChg chg="mod">
          <ac:chgData name="Arun Sunar" userId="3fa9774ca67c7ab5" providerId="LiveId" clId="{1E213E52-DE81-45D5-8D1B-D2D074658DFE}" dt="2024-03-07T12:07:27.157" v="9" actId="14100"/>
          <ac:spMkLst>
            <pc:docMk/>
            <pc:sldMk cId="2240956237" sldId="257"/>
            <ac:spMk id="2" creationId="{9A5353FC-3594-EE95-30E6-6223ABB545FA}"/>
          </ac:spMkLst>
        </pc:spChg>
        <pc:spChg chg="mod">
          <ac:chgData name="Arun Sunar" userId="3fa9774ca67c7ab5" providerId="LiveId" clId="{1E213E52-DE81-45D5-8D1B-D2D074658DFE}" dt="2024-03-07T12:09:06.302" v="18" actId="113"/>
          <ac:spMkLst>
            <pc:docMk/>
            <pc:sldMk cId="2240956237" sldId="257"/>
            <ac:spMk id="3" creationId="{175BCD81-7A3C-9EEB-3385-E3F03EEFE410}"/>
          </ac:spMkLst>
        </pc:spChg>
      </pc:sldChg>
      <pc:sldChg chg="addSp delSp modSp add mod">
        <pc:chgData name="Arun Sunar" userId="3fa9774ca67c7ab5" providerId="LiveId" clId="{1E213E52-DE81-45D5-8D1B-D2D074658DFE}" dt="2024-03-07T12:09:49.141" v="35" actId="1076"/>
        <pc:sldMkLst>
          <pc:docMk/>
          <pc:sldMk cId="2428781009" sldId="258"/>
        </pc:sldMkLst>
        <pc:spChg chg="del">
          <ac:chgData name="Arun Sunar" userId="3fa9774ca67c7ab5" providerId="LiveId" clId="{1E213E52-DE81-45D5-8D1B-D2D074658DFE}" dt="2024-03-07T12:09:13.952" v="20" actId="478"/>
          <ac:spMkLst>
            <pc:docMk/>
            <pc:sldMk cId="2428781009" sldId="258"/>
            <ac:spMk id="2" creationId="{83E8F6FB-A36F-EBF5-6259-10DE3D6869CB}"/>
          </ac:spMkLst>
        </pc:spChg>
        <pc:spChg chg="del">
          <ac:chgData name="Arun Sunar" userId="3fa9774ca67c7ab5" providerId="LiveId" clId="{1E213E52-DE81-45D5-8D1B-D2D074658DFE}" dt="2024-03-07T12:09:17.673" v="22" actId="478"/>
          <ac:spMkLst>
            <pc:docMk/>
            <pc:sldMk cId="2428781009" sldId="258"/>
            <ac:spMk id="3" creationId="{51F19270-9A17-2C1C-5A72-0154FE9929F7}"/>
          </ac:spMkLst>
        </pc:spChg>
        <pc:spChg chg="add del mod">
          <ac:chgData name="Arun Sunar" userId="3fa9774ca67c7ab5" providerId="LiveId" clId="{1E213E52-DE81-45D5-8D1B-D2D074658DFE}" dt="2024-03-07T12:09:16.095" v="21" actId="478"/>
          <ac:spMkLst>
            <pc:docMk/>
            <pc:sldMk cId="2428781009" sldId="258"/>
            <ac:spMk id="5" creationId="{41475C3B-D7AD-A9EF-4A80-29492049B16B}"/>
          </ac:spMkLst>
        </pc:spChg>
        <pc:spChg chg="add del mod">
          <ac:chgData name="Arun Sunar" userId="3fa9774ca67c7ab5" providerId="LiveId" clId="{1E213E52-DE81-45D5-8D1B-D2D074658DFE}" dt="2024-03-07T12:09:19.090" v="23" actId="478"/>
          <ac:spMkLst>
            <pc:docMk/>
            <pc:sldMk cId="2428781009" sldId="258"/>
            <ac:spMk id="7" creationId="{374EEE39-37D7-5AFC-F347-454C9DE01FEC}"/>
          </ac:spMkLst>
        </pc:spChg>
        <pc:spChg chg="add mod">
          <ac:chgData name="Arun Sunar" userId="3fa9774ca67c7ab5" providerId="LiveId" clId="{1E213E52-DE81-45D5-8D1B-D2D074658DFE}" dt="2024-03-07T12:09:49.141" v="35" actId="1076"/>
          <ac:spMkLst>
            <pc:docMk/>
            <pc:sldMk cId="2428781009" sldId="258"/>
            <ac:spMk id="9" creationId="{4E88706A-40A1-3CC7-65D2-9E54D0EAD105}"/>
          </ac:spMkLst>
        </pc:spChg>
      </pc:sldChg>
      <pc:sldChg chg="addSp modSp add mod ord setBg">
        <pc:chgData name="Arun Sunar" userId="3fa9774ca67c7ab5" providerId="LiveId" clId="{1E213E52-DE81-45D5-8D1B-D2D074658DFE}" dt="2024-03-07T12:13:30.372" v="59" actId="27636"/>
        <pc:sldMkLst>
          <pc:docMk/>
          <pc:sldMk cId="3047208718" sldId="259"/>
        </pc:sldMkLst>
        <pc:spChg chg="mod">
          <ac:chgData name="Arun Sunar" userId="3fa9774ca67c7ab5" providerId="LiveId" clId="{1E213E52-DE81-45D5-8D1B-D2D074658DFE}" dt="2024-03-07T12:12:41.773" v="51" actId="6549"/>
          <ac:spMkLst>
            <pc:docMk/>
            <pc:sldMk cId="3047208718" sldId="259"/>
            <ac:spMk id="2" creationId="{D30C4062-BAE0-033C-BFBA-B7062AF0AF52}"/>
          </ac:spMkLst>
        </pc:spChg>
        <pc:spChg chg="mod">
          <ac:chgData name="Arun Sunar" userId="3fa9774ca67c7ab5" providerId="LiveId" clId="{1E213E52-DE81-45D5-8D1B-D2D074658DFE}" dt="2024-03-07T12:13:30.372" v="59" actId="27636"/>
          <ac:spMkLst>
            <pc:docMk/>
            <pc:sldMk cId="3047208718" sldId="259"/>
            <ac:spMk id="3" creationId="{10751AF2-BD34-4C8A-C7C7-0538A01D0E7B}"/>
          </ac:spMkLst>
        </pc:spChg>
        <pc:spChg chg="add">
          <ac:chgData name="Arun Sunar" userId="3fa9774ca67c7ab5" providerId="LiveId" clId="{1E213E52-DE81-45D5-8D1B-D2D074658DFE}" dt="2024-03-07T12:13:27.432" v="55"/>
          <ac:spMkLst>
            <pc:docMk/>
            <pc:sldMk cId="3047208718" sldId="259"/>
            <ac:spMk id="4" creationId="{59D8A54B-4489-DC74-8683-8F5E2724F0B6}"/>
          </ac:spMkLst>
        </pc:spChg>
      </pc:sldChg>
      <pc:sldChg chg="addSp delSp modSp new mod">
        <pc:chgData name="Arun Sunar" userId="3fa9774ca67c7ab5" providerId="LiveId" clId="{1E213E52-DE81-45D5-8D1B-D2D074658DFE}" dt="2024-03-07T12:15:52.002" v="71" actId="1076"/>
        <pc:sldMkLst>
          <pc:docMk/>
          <pc:sldMk cId="646237766" sldId="260"/>
        </pc:sldMkLst>
        <pc:spChg chg="mod">
          <ac:chgData name="Arun Sunar" userId="3fa9774ca67c7ab5" providerId="LiveId" clId="{1E213E52-DE81-45D5-8D1B-D2D074658DFE}" dt="2024-03-07T12:15:24.763" v="64" actId="255"/>
          <ac:spMkLst>
            <pc:docMk/>
            <pc:sldMk cId="646237766" sldId="260"/>
            <ac:spMk id="2" creationId="{D46F1975-FD7B-595B-5F5D-E5CB9459529B}"/>
          </ac:spMkLst>
        </pc:spChg>
        <pc:spChg chg="del mod">
          <ac:chgData name="Arun Sunar" userId="3fa9774ca67c7ab5" providerId="LiveId" clId="{1E213E52-DE81-45D5-8D1B-D2D074658DFE}" dt="2024-03-07T12:15:30.635" v="67" actId="478"/>
          <ac:spMkLst>
            <pc:docMk/>
            <pc:sldMk cId="646237766" sldId="260"/>
            <ac:spMk id="3" creationId="{BCC6E22D-30B8-9073-77A6-EFB254A49A75}"/>
          </ac:spMkLst>
        </pc:spChg>
        <pc:spChg chg="add mod">
          <ac:chgData name="Arun Sunar" userId="3fa9774ca67c7ab5" providerId="LiveId" clId="{1E213E52-DE81-45D5-8D1B-D2D074658DFE}" dt="2024-03-07T12:15:52.002" v="71" actId="1076"/>
          <ac:spMkLst>
            <pc:docMk/>
            <pc:sldMk cId="646237766" sldId="260"/>
            <ac:spMk id="5" creationId="{D3170331-18B4-D7E2-F8CA-52206AA10A5E}"/>
          </ac:spMkLst>
        </pc:spChg>
      </pc:sldChg>
      <pc:sldChg chg="addSp delSp modSp add mod">
        <pc:chgData name="Arun Sunar" userId="3fa9774ca67c7ab5" providerId="LiveId" clId="{1E213E52-DE81-45D5-8D1B-D2D074658DFE}" dt="2024-03-07T12:17:09.617" v="83" actId="1076"/>
        <pc:sldMkLst>
          <pc:docMk/>
          <pc:sldMk cId="1712348499" sldId="261"/>
        </pc:sldMkLst>
        <pc:spChg chg="del">
          <ac:chgData name="Arun Sunar" userId="3fa9774ca67c7ab5" providerId="LiveId" clId="{1E213E52-DE81-45D5-8D1B-D2D074658DFE}" dt="2024-03-07T12:16:19.204" v="74" actId="478"/>
          <ac:spMkLst>
            <pc:docMk/>
            <pc:sldMk cId="1712348499" sldId="261"/>
            <ac:spMk id="2" creationId="{EE225416-D648-4681-663E-946DE6961DB3}"/>
          </ac:spMkLst>
        </pc:spChg>
        <pc:spChg chg="add del mod">
          <ac:chgData name="Arun Sunar" userId="3fa9774ca67c7ab5" providerId="LiveId" clId="{1E213E52-DE81-45D5-8D1B-D2D074658DFE}" dt="2024-03-07T12:16:21.194" v="75" actId="478"/>
          <ac:spMkLst>
            <pc:docMk/>
            <pc:sldMk cId="1712348499" sldId="261"/>
            <ac:spMk id="4" creationId="{57854CD4-0918-C86C-ED43-55C77E868EFA}"/>
          </ac:spMkLst>
        </pc:spChg>
        <pc:spChg chg="del">
          <ac:chgData name="Arun Sunar" userId="3fa9774ca67c7ab5" providerId="LiveId" clId="{1E213E52-DE81-45D5-8D1B-D2D074658DFE}" dt="2024-03-07T12:16:17.635" v="73" actId="478"/>
          <ac:spMkLst>
            <pc:docMk/>
            <pc:sldMk cId="1712348499" sldId="261"/>
            <ac:spMk id="5" creationId="{3921800F-13E9-20C5-ADD4-046F398B177D}"/>
          </ac:spMkLst>
        </pc:spChg>
        <pc:spChg chg="add mod">
          <ac:chgData name="Arun Sunar" userId="3fa9774ca67c7ab5" providerId="LiveId" clId="{1E213E52-DE81-45D5-8D1B-D2D074658DFE}" dt="2024-03-07T12:17:09.617" v="83" actId="1076"/>
          <ac:spMkLst>
            <pc:docMk/>
            <pc:sldMk cId="1712348499" sldId="261"/>
            <ac:spMk id="7" creationId="{6D019D83-31AB-118A-AAFD-8677B6A19D39}"/>
          </ac:spMkLst>
        </pc:spChg>
      </pc:sldChg>
      <pc:sldChg chg="addSp delSp modSp new del mod">
        <pc:chgData name="Arun Sunar" userId="3fa9774ca67c7ab5" providerId="LiveId" clId="{1E213E52-DE81-45D5-8D1B-D2D074658DFE}" dt="2024-03-07T12:46:12.288" v="116" actId="2696"/>
        <pc:sldMkLst>
          <pc:docMk/>
          <pc:sldMk cId="3503779897" sldId="262"/>
        </pc:sldMkLst>
        <pc:spChg chg="del mod">
          <ac:chgData name="Arun Sunar" userId="3fa9774ca67c7ab5" providerId="LiveId" clId="{1E213E52-DE81-45D5-8D1B-D2D074658DFE}" dt="2024-03-07T12:40:05.593" v="114" actId="478"/>
          <ac:spMkLst>
            <pc:docMk/>
            <pc:sldMk cId="3503779897" sldId="262"/>
            <ac:spMk id="2" creationId="{41A71DB2-61B4-9A99-FD9E-10E45EDBE38C}"/>
          </ac:spMkLst>
        </pc:spChg>
        <pc:spChg chg="del mod">
          <ac:chgData name="Arun Sunar" userId="3fa9774ca67c7ab5" providerId="LiveId" clId="{1E213E52-DE81-45D5-8D1B-D2D074658DFE}" dt="2024-03-07T12:40:03.331" v="113" actId="478"/>
          <ac:spMkLst>
            <pc:docMk/>
            <pc:sldMk cId="3503779897" sldId="262"/>
            <ac:spMk id="3" creationId="{80A6B878-1047-CE9E-8BEE-8475B6B168FB}"/>
          </ac:spMkLst>
        </pc:spChg>
        <pc:spChg chg="add del mod">
          <ac:chgData name="Arun Sunar" userId="3fa9774ca67c7ab5" providerId="LiveId" clId="{1E213E52-DE81-45D5-8D1B-D2D074658DFE}" dt="2024-03-07T12:40:08.657" v="115" actId="478"/>
          <ac:spMkLst>
            <pc:docMk/>
            <pc:sldMk cId="3503779897" sldId="262"/>
            <ac:spMk id="5" creationId="{266A2A5F-DB81-CE70-5D96-97FB906B3C1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2D33-A8B3-1846-4D8B-23443E855E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B749D4-5341-F7A3-5A80-1F9645E1A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31E8F7-4154-4885-F016-0C79F1078D08}"/>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B5228D21-7C3C-4D78-6C1B-0095760281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418787-C9BC-1FAB-7229-96F802DE4801}"/>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365995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65122-340F-92E1-60AC-D96BCFAE36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28A5E7-6535-1075-02C9-0F7F34317B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D3FA74-20FA-AFAD-F50D-9007B332350F}"/>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3CA6E64E-0712-1656-87F7-0E77F35AE8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74F05C-F1C0-06E9-20E7-F2CDD97A31AC}"/>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785103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6732-BA37-B4B9-5D16-7D57950A06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5B8BA7-6060-18D5-A9F4-357DBF9134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09A2A9-3A69-3E01-5BA8-AE20EE8F9F41}"/>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FBACB232-1F73-B25D-55B3-91540367A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ADDC88-8BDC-E6EF-F0F3-3F5618B93CA2}"/>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66666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53592-F412-B026-8F2A-0397DFD9DA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164ED5-0AEF-6E5C-C56A-96AB29144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AD7028-C7B5-1C3D-5E1A-E163F1EF48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1E71ED-E370-3A1F-313D-571B9DD67F5E}"/>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6" name="Footer Placeholder 5">
            <a:extLst>
              <a:ext uri="{FF2B5EF4-FFF2-40B4-BE49-F238E27FC236}">
                <a16:creationId xmlns:a16="http://schemas.microsoft.com/office/drawing/2014/main" id="{63C8C1D3-EB87-35ED-B24B-5E4BD3FE96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FA430C-02F6-8FAB-4E9A-ABAA66A80F7D}"/>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229580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E10F-5CEE-84C5-975F-1EF4116B17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F1126C-C9B7-988B-9D35-38298C81D3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B57EEF-E806-DDE6-D2F4-5654703804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A75C0F-2A6B-5D4B-EFB8-60DA9584D7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23EB6-FE22-D353-46C2-EF1AFFD3CB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1F9E81-A5D5-CA7A-31D1-F6FB2B21D7CC}"/>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8" name="Footer Placeholder 7">
            <a:extLst>
              <a:ext uri="{FF2B5EF4-FFF2-40B4-BE49-F238E27FC236}">
                <a16:creationId xmlns:a16="http://schemas.microsoft.com/office/drawing/2014/main" id="{933EF158-53DB-26C3-16BB-2621F7EB03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19BF93-2588-6819-9D8F-D430AEDF4131}"/>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1456056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B09ED-26C6-C654-61C3-DCF2D3C714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8EAC6F-878E-8CB6-3501-4D551906140B}"/>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4" name="Footer Placeholder 3">
            <a:extLst>
              <a:ext uri="{FF2B5EF4-FFF2-40B4-BE49-F238E27FC236}">
                <a16:creationId xmlns:a16="http://schemas.microsoft.com/office/drawing/2014/main" id="{79DEA6DC-3662-8605-3851-BD8A6FFF3E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6ED2CC-812F-ECFF-BEF0-CEFA258DB1E3}"/>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226345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D709BE-399D-21C9-9391-947AD1F6327C}"/>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3" name="Footer Placeholder 2">
            <a:extLst>
              <a:ext uri="{FF2B5EF4-FFF2-40B4-BE49-F238E27FC236}">
                <a16:creationId xmlns:a16="http://schemas.microsoft.com/office/drawing/2014/main" id="{26A45B18-A9E3-3AC0-FDF0-08B0EA441E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5BB1BC-1FBB-E706-0B9F-C885F25DC145}"/>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166968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F602-4B60-1829-7DC0-2895D500BA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3663102-EF27-24FF-7D44-FA9097509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91F62D-3BEB-3FC1-10DF-24713CB7A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755A74-63F3-CF6A-BE6E-5F369ACE384A}"/>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6" name="Footer Placeholder 5">
            <a:extLst>
              <a:ext uri="{FF2B5EF4-FFF2-40B4-BE49-F238E27FC236}">
                <a16:creationId xmlns:a16="http://schemas.microsoft.com/office/drawing/2014/main" id="{AE7240EA-E416-C986-ED44-A12994F8DD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FE53DC-90F3-6A3B-2254-C6389E60425A}"/>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4079579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A345B-D7A9-3F5E-A5F5-A553D5F2F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561B73-6D38-9E01-7821-04537B8836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18CE78-FC17-7638-F9BF-3DF3BFBE9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7AFD0-6BC4-DF1D-2F16-BA0A86ED3D6C}"/>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6" name="Footer Placeholder 5">
            <a:extLst>
              <a:ext uri="{FF2B5EF4-FFF2-40B4-BE49-F238E27FC236}">
                <a16:creationId xmlns:a16="http://schemas.microsoft.com/office/drawing/2014/main" id="{BB898664-32BA-ABAE-CA88-59D266A9B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A40792-F3C8-500A-FAE7-ADDBEC5D6D8B}"/>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2963590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356A6-B16A-09D8-DBF7-F8DFA6EFED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252A23-625B-CFFE-E03A-21BF44F665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7E2A8-6270-12DC-112B-68D5599F17C7}"/>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DE27CADB-0145-E598-93E9-F702EEE93B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49F6F1-1766-C575-175B-4636C1D2E27B}"/>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602920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50059-0F0F-95B0-9DD6-11E52FBEE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450C4-DD5D-C676-E561-76A385AA11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CAA38-5277-C3E2-053E-9541C569F01C}"/>
              </a:ext>
            </a:extLst>
          </p:cNvPr>
          <p:cNvSpPr>
            <a:spLocks noGrp="1"/>
          </p:cNvSpPr>
          <p:nvPr>
            <p:ph type="dt" sz="half" idx="10"/>
          </p:nvPr>
        </p:nvSpPr>
        <p:spPr/>
        <p:txBody>
          <a:body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2ABAAE5B-EE75-0B72-6034-801B77E6FD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5C5F4-F1B1-F5DE-7F22-BD7386F662F1}"/>
              </a:ext>
            </a:extLst>
          </p:cNvPr>
          <p:cNvSpPr>
            <a:spLocks noGrp="1"/>
          </p:cNvSpPr>
          <p:nvPr>
            <p:ph type="sldNum" sz="quarter" idx="12"/>
          </p:nvPr>
        </p:nvSpPr>
        <p:spPr/>
        <p:txBody>
          <a:bodyPr/>
          <a:lstStyle/>
          <a:p>
            <a:fld id="{E7D4F6EC-77DA-4A59-9FB8-3D8B9690AFC0}" type="slidenum">
              <a:rPr lang="en-IN" smtClean="0"/>
              <a:t>‹#›</a:t>
            </a:fld>
            <a:endParaRPr lang="en-IN"/>
          </a:p>
        </p:txBody>
      </p:sp>
    </p:spTree>
    <p:extLst>
      <p:ext uri="{BB962C8B-B14F-4D97-AF65-F5344CB8AC3E}">
        <p14:creationId xmlns:p14="http://schemas.microsoft.com/office/powerpoint/2010/main" val="8953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96483E-8FDE-22AB-7879-0E64DAC19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B9D3C9-98A6-3FF3-A35C-A7A3F19BE0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E28B16-7FFD-BDB0-7D5A-1222453FE8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B05B85-280C-4098-AADE-1C76A723098E}" type="datetimeFigureOut">
              <a:rPr lang="en-IN" smtClean="0"/>
              <a:t>07-03-2024</a:t>
            </a:fld>
            <a:endParaRPr lang="en-IN"/>
          </a:p>
        </p:txBody>
      </p:sp>
      <p:sp>
        <p:nvSpPr>
          <p:cNvPr id="5" name="Footer Placeholder 4">
            <a:extLst>
              <a:ext uri="{FF2B5EF4-FFF2-40B4-BE49-F238E27FC236}">
                <a16:creationId xmlns:a16="http://schemas.microsoft.com/office/drawing/2014/main" id="{ED60FFEE-64F6-B1FA-CC95-5769E2CF6B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4B98B7B-13F9-E4FD-922F-E2A3499F1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D4F6EC-77DA-4A59-9FB8-3D8B9690AFC0}" type="slidenum">
              <a:rPr lang="en-IN" smtClean="0"/>
              <a:t>‹#›</a:t>
            </a:fld>
            <a:endParaRPr lang="en-IN"/>
          </a:p>
        </p:txBody>
      </p:sp>
    </p:spTree>
    <p:extLst>
      <p:ext uri="{BB962C8B-B14F-4D97-AF65-F5344CB8AC3E}">
        <p14:creationId xmlns:p14="http://schemas.microsoft.com/office/powerpoint/2010/main" val="1643447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9D999-17C8-F75D-C5FA-C7365983E548}"/>
              </a:ext>
            </a:extLst>
          </p:cNvPr>
          <p:cNvSpPr/>
          <p:nvPr/>
        </p:nvSpPr>
        <p:spPr>
          <a:xfrm>
            <a:off x="486810" y="2967335"/>
            <a:ext cx="11218392" cy="1323439"/>
          </a:xfrm>
          <a:prstGeom prst="rect">
            <a:avLst/>
          </a:prstGeom>
          <a:noFill/>
        </p:spPr>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JAVA 12 AND 13 FEATURES</a:t>
            </a:r>
          </a:p>
        </p:txBody>
      </p:sp>
    </p:spTree>
    <p:extLst>
      <p:ext uri="{BB962C8B-B14F-4D97-AF65-F5344CB8AC3E}">
        <p14:creationId xmlns:p14="http://schemas.microsoft.com/office/powerpoint/2010/main" val="2427952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53FC-3594-EE95-30E6-6223ABB545FA}"/>
              </a:ext>
            </a:extLst>
          </p:cNvPr>
          <p:cNvSpPr>
            <a:spLocks noGrp="1"/>
          </p:cNvSpPr>
          <p:nvPr>
            <p:ph type="title"/>
          </p:nvPr>
        </p:nvSpPr>
        <p:spPr>
          <a:xfrm>
            <a:off x="838200" y="365125"/>
            <a:ext cx="10515600" cy="670573"/>
          </a:xfrm>
        </p:spPr>
        <p:txBody>
          <a:bodyPr>
            <a:normAutofit fontScale="90000"/>
          </a:bodyPr>
          <a:lstStyle/>
          <a:p>
            <a:br>
              <a:rPr lang="en-US" dirty="0"/>
            </a:br>
            <a:r>
              <a:rPr lang="en-US" sz="3600" dirty="0"/>
              <a:t>String class new methods 12</a:t>
            </a:r>
            <a:br>
              <a:rPr lang="en-US" dirty="0"/>
            </a:br>
            <a:endParaRPr lang="en-IN" dirty="0"/>
          </a:p>
        </p:txBody>
      </p:sp>
      <p:sp>
        <p:nvSpPr>
          <p:cNvPr id="3" name="Content Placeholder 2">
            <a:extLst>
              <a:ext uri="{FF2B5EF4-FFF2-40B4-BE49-F238E27FC236}">
                <a16:creationId xmlns:a16="http://schemas.microsoft.com/office/drawing/2014/main" id="{175BCD81-7A3C-9EEB-3385-E3F03EEFE410}"/>
              </a:ext>
            </a:extLst>
          </p:cNvPr>
          <p:cNvSpPr>
            <a:spLocks noGrp="1"/>
          </p:cNvSpPr>
          <p:nvPr>
            <p:ph idx="1"/>
          </p:nvPr>
        </p:nvSpPr>
        <p:spPr>
          <a:xfrm>
            <a:off x="242595" y="1202320"/>
            <a:ext cx="11541967" cy="5290555"/>
          </a:xfrm>
        </p:spPr>
        <p:txBody>
          <a:bodyPr/>
          <a:lstStyle/>
          <a:p>
            <a:pPr algn="l"/>
            <a:r>
              <a:rPr lang="en-US" b="0" i="0" dirty="0">
                <a:solidFill>
                  <a:srgbClr val="001D35"/>
                </a:solidFill>
                <a:effectLst/>
                <a:latin typeface="Google Sans"/>
              </a:rPr>
              <a:t>Here are the new methods of the String class in Java 12:</a:t>
            </a:r>
          </a:p>
          <a:p>
            <a:pPr algn="l">
              <a:buFont typeface="Arial" panose="020B0604020202020204" pitchFamily="34" charset="0"/>
              <a:buChar char="•"/>
            </a:pPr>
            <a:r>
              <a:rPr lang="en-US" b="1" i="0" dirty="0">
                <a:solidFill>
                  <a:srgbClr val="001D35"/>
                </a:solidFill>
                <a:effectLst/>
                <a:latin typeface="Google Sans"/>
              </a:rPr>
              <a:t>indent(int n)</a:t>
            </a:r>
            <a:r>
              <a:rPr lang="en-US" b="0" i="0" dirty="0">
                <a:solidFill>
                  <a:srgbClr val="001D35"/>
                </a:solidFill>
                <a:effectLst/>
                <a:latin typeface="Google Sans"/>
              </a:rPr>
              <a:t>: : Adjusts the indentation of each line of the string based on the argument passed.</a:t>
            </a:r>
          </a:p>
          <a:p>
            <a:pPr algn="l">
              <a:buFont typeface="Arial" panose="020B0604020202020204" pitchFamily="34" charset="0"/>
              <a:buChar char="•"/>
            </a:pPr>
            <a:r>
              <a:rPr lang="en-US" b="1" i="0" dirty="0">
                <a:solidFill>
                  <a:srgbClr val="001D35"/>
                </a:solidFill>
                <a:effectLst/>
                <a:latin typeface="Google Sans"/>
              </a:rPr>
              <a:t>transform(Function&lt;? super String, ? extends R&gt; f): </a:t>
            </a:r>
            <a:r>
              <a:rPr lang="en-US" b="0" i="0" dirty="0">
                <a:solidFill>
                  <a:srgbClr val="001D35"/>
                </a:solidFill>
                <a:effectLst/>
                <a:latin typeface="Google Sans"/>
              </a:rPr>
              <a:t>: Transforms a string to a result of type R.</a:t>
            </a:r>
          </a:p>
          <a:p>
            <a:pPr algn="l">
              <a:buFont typeface="Arial" panose="020B0604020202020204" pitchFamily="34" charset="0"/>
              <a:buChar char="•"/>
            </a:pPr>
            <a:r>
              <a:rPr lang="en-US" b="1" i="0" dirty="0" err="1">
                <a:solidFill>
                  <a:srgbClr val="001D35"/>
                </a:solidFill>
                <a:effectLst/>
                <a:latin typeface="Google Sans"/>
              </a:rPr>
              <a:t>describeConstable</a:t>
            </a:r>
            <a:r>
              <a:rPr lang="en-US" b="1" i="0" dirty="0">
                <a:solidFill>
                  <a:srgbClr val="001D35"/>
                </a:solidFill>
                <a:effectLst/>
                <a:latin typeface="Google Sans"/>
              </a:rPr>
              <a:t>(): : </a:t>
            </a:r>
            <a:r>
              <a:rPr lang="en-US" b="0" i="0" dirty="0">
                <a:solidFill>
                  <a:srgbClr val="001D35"/>
                </a:solidFill>
                <a:effectLst/>
                <a:latin typeface="Google Sans"/>
              </a:rPr>
              <a:t>Returns an Optional object containing a description of the String instance.</a:t>
            </a:r>
          </a:p>
          <a:p>
            <a:pPr algn="l">
              <a:buFont typeface="Arial" panose="020B0604020202020204" pitchFamily="34" charset="0"/>
              <a:buChar char="•"/>
            </a:pPr>
            <a:r>
              <a:rPr lang="en-US" b="1" i="0" dirty="0" err="1">
                <a:solidFill>
                  <a:srgbClr val="001D35"/>
                </a:solidFill>
                <a:effectLst/>
                <a:latin typeface="Google Sans"/>
              </a:rPr>
              <a:t>resolveConstantDesc</a:t>
            </a:r>
            <a:r>
              <a:rPr lang="en-US" b="1" i="0" dirty="0">
                <a:solidFill>
                  <a:srgbClr val="001D35"/>
                </a:solidFill>
                <a:effectLst/>
                <a:latin typeface="Google Sans"/>
              </a:rPr>
              <a:t>(String descriptor): : </a:t>
            </a:r>
            <a:r>
              <a:rPr lang="en-US" b="0" i="0" dirty="0">
                <a:solidFill>
                  <a:srgbClr val="001D35"/>
                </a:solidFill>
                <a:effectLst/>
                <a:latin typeface="Google Sans"/>
              </a:rPr>
              <a:t>Returns a descriptor instance string of the given string.</a:t>
            </a:r>
          </a:p>
          <a:p>
            <a:endParaRPr lang="en-IN" dirty="0"/>
          </a:p>
        </p:txBody>
      </p:sp>
    </p:spTree>
    <p:extLst>
      <p:ext uri="{BB962C8B-B14F-4D97-AF65-F5344CB8AC3E}">
        <p14:creationId xmlns:p14="http://schemas.microsoft.com/office/powerpoint/2010/main" val="224095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5AED5-8D7E-AFD2-FAC7-D1544CAF7F8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E88706A-40A1-3CC7-65D2-9E54D0EAD105}"/>
              </a:ext>
            </a:extLst>
          </p:cNvPr>
          <p:cNvSpPr txBox="1"/>
          <p:nvPr/>
        </p:nvSpPr>
        <p:spPr>
          <a:xfrm>
            <a:off x="544286" y="751344"/>
            <a:ext cx="11103428" cy="5355312"/>
          </a:xfrm>
          <a:prstGeom prst="rect">
            <a:avLst/>
          </a:prstGeom>
          <a:noFill/>
        </p:spPr>
        <p:txBody>
          <a:bodyPr wrap="square">
            <a:spAutoFit/>
          </a:bodyPr>
          <a:lstStyle/>
          <a:p>
            <a:r>
              <a:rPr lang="en-IN" b="0" i="1" dirty="0">
                <a:solidFill>
                  <a:srgbClr val="80868B"/>
                </a:solidFill>
                <a:effectLst/>
                <a:latin typeface="Courier New" panose="02070309020205020404" pitchFamily="49" charset="0"/>
              </a:rPr>
              <a:t>// Indent each line of the string by 2 spaces.</a:t>
            </a:r>
            <a:br>
              <a:rPr lang="en-IN" dirty="0"/>
            </a:br>
            <a:r>
              <a:rPr lang="en-IN" b="0" i="0" dirty="0">
                <a:solidFill>
                  <a:srgbClr val="000000"/>
                </a:solidFill>
                <a:effectLst/>
                <a:latin typeface="Courier New" panose="02070309020205020404" pitchFamily="49" charset="0"/>
              </a:rPr>
              <a:t>String </a:t>
            </a:r>
            <a:r>
              <a:rPr lang="en-IN" b="0" i="0" dirty="0" err="1">
                <a:solidFill>
                  <a:srgbClr val="000000"/>
                </a:solidFill>
                <a:effectLst/>
                <a:latin typeface="Courier New" panose="02070309020205020404" pitchFamily="49" charset="0"/>
              </a:rPr>
              <a:t>indentedString</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myString.indent</a:t>
            </a:r>
            <a:r>
              <a:rPr lang="en-IN" b="0" i="0" dirty="0">
                <a:solidFill>
                  <a:srgbClr val="000000"/>
                </a:solidFill>
                <a:effectLst/>
                <a:latin typeface="Courier New" panose="02070309020205020404" pitchFamily="49" charset="0"/>
              </a:rPr>
              <a:t>(</a:t>
            </a:r>
            <a:r>
              <a:rPr lang="en-IN" b="0" i="0" dirty="0">
                <a:solidFill>
                  <a:srgbClr val="B45908"/>
                </a:solidFill>
                <a:effectLst/>
                <a:latin typeface="Courier New" panose="02070309020205020404" pitchFamily="49" charset="0"/>
              </a:rPr>
              <a:t>2</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Transform the string to uppercase.</a:t>
            </a:r>
            <a:br>
              <a:rPr lang="en-IN" dirty="0"/>
            </a:br>
            <a:r>
              <a:rPr lang="en-IN" b="0" i="0" dirty="0">
                <a:solidFill>
                  <a:srgbClr val="000000"/>
                </a:solidFill>
                <a:effectLst/>
                <a:latin typeface="Courier New" panose="02070309020205020404" pitchFamily="49" charset="0"/>
              </a:rPr>
              <a:t>String </a:t>
            </a:r>
            <a:r>
              <a:rPr lang="en-IN" b="0" i="0" dirty="0" err="1">
                <a:solidFill>
                  <a:srgbClr val="000000"/>
                </a:solidFill>
                <a:effectLst/>
                <a:latin typeface="Courier New" panose="02070309020205020404" pitchFamily="49" charset="0"/>
              </a:rPr>
              <a:t>upperCaseString</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myString.transform</a:t>
            </a:r>
            <a:r>
              <a:rPr lang="en-IN" b="0" i="0" dirty="0">
                <a:solidFill>
                  <a:srgbClr val="000000"/>
                </a:solidFill>
                <a:effectLst/>
                <a:latin typeface="Courier New" panose="02070309020205020404" pitchFamily="49" charset="0"/>
              </a:rPr>
              <a:t>(String::</a:t>
            </a:r>
            <a:r>
              <a:rPr lang="en-IN" b="0" i="0" dirty="0" err="1">
                <a:solidFill>
                  <a:srgbClr val="000000"/>
                </a:solidFill>
                <a:effectLst/>
                <a:latin typeface="Courier New" panose="02070309020205020404" pitchFamily="49" charset="0"/>
              </a:rPr>
              <a:t>toUpperCase</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Get a description of the String instance.</a:t>
            </a:r>
            <a:br>
              <a:rPr lang="en-IN" dirty="0"/>
            </a:br>
            <a:r>
              <a:rPr lang="en-IN" b="0" i="0" dirty="0">
                <a:solidFill>
                  <a:srgbClr val="000000"/>
                </a:solidFill>
                <a:effectLst/>
                <a:latin typeface="Courier New" panose="02070309020205020404" pitchFamily="49" charset="0"/>
              </a:rPr>
              <a:t>Optional&lt;</a:t>
            </a:r>
            <a:r>
              <a:rPr lang="en-IN" b="0" i="0" dirty="0" err="1">
                <a:solidFill>
                  <a:srgbClr val="000000"/>
                </a:solidFill>
                <a:effectLst/>
                <a:latin typeface="Courier New" panose="02070309020205020404" pitchFamily="49" charset="0"/>
              </a:rPr>
              <a:t>StringDescriptor</a:t>
            </a:r>
            <a:r>
              <a:rPr lang="en-IN" b="0" i="0" dirty="0">
                <a:solidFill>
                  <a:srgbClr val="000000"/>
                </a:solidFill>
                <a:effectLst/>
                <a:latin typeface="Courier New" panose="02070309020205020404" pitchFamily="49" charset="0"/>
              </a:rPr>
              <a:t>&gt; descriptor = </a:t>
            </a:r>
            <a:r>
              <a:rPr lang="en-IN" b="0" i="0" dirty="0" err="1">
                <a:solidFill>
                  <a:srgbClr val="000000"/>
                </a:solidFill>
                <a:effectLst/>
                <a:latin typeface="Courier New" panose="02070309020205020404" pitchFamily="49" charset="0"/>
              </a:rPr>
              <a:t>myString.describeConstable</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Resolve a descriptor instance string to a String instance.</a:t>
            </a:r>
            <a:br>
              <a:rPr lang="en-IN" dirty="0"/>
            </a:br>
            <a:r>
              <a:rPr lang="en-IN" b="0" i="0" dirty="0">
                <a:solidFill>
                  <a:srgbClr val="000000"/>
                </a:solidFill>
                <a:effectLst/>
                <a:latin typeface="Courier New" panose="02070309020205020404" pitchFamily="49" charset="0"/>
              </a:rPr>
              <a:t>String </a:t>
            </a:r>
            <a:r>
              <a:rPr lang="en-IN" b="0" i="0" dirty="0" err="1">
                <a:solidFill>
                  <a:srgbClr val="000000"/>
                </a:solidFill>
                <a:effectLst/>
                <a:latin typeface="Courier New" panose="02070309020205020404" pitchFamily="49" charset="0"/>
              </a:rPr>
              <a:t>resolvedString</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String.resolveConstantDesc</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descriptor.get</a:t>
            </a:r>
            <a:r>
              <a:rPr lang="en-IN" b="0" i="0" dirty="0">
                <a:solidFill>
                  <a:srgbClr val="000000"/>
                </a:solidFill>
                <a:effectLst/>
                <a:latin typeface="Courier New" panose="02070309020205020404" pitchFamily="49" charset="0"/>
              </a:rPr>
              <a:t>());</a:t>
            </a: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solidFill>
                <a:srgbClr val="000000"/>
              </a:solidFill>
              <a:latin typeface="Courier New" panose="02070309020205020404" pitchFamily="49" charset="0"/>
            </a:endParaRPr>
          </a:p>
          <a:p>
            <a:endParaRPr lang="en-IN" dirty="0"/>
          </a:p>
        </p:txBody>
      </p:sp>
    </p:spTree>
    <p:extLst>
      <p:ext uri="{BB962C8B-B14F-4D97-AF65-F5344CB8AC3E}">
        <p14:creationId xmlns:p14="http://schemas.microsoft.com/office/powerpoint/2010/main" val="2428781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F7165-0860-456E-BE20-6DC3C9364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4062-BAE0-033C-BFBA-B7062AF0AF52}"/>
              </a:ext>
            </a:extLst>
          </p:cNvPr>
          <p:cNvSpPr>
            <a:spLocks noGrp="1"/>
          </p:cNvSpPr>
          <p:nvPr>
            <p:ph type="title"/>
          </p:nvPr>
        </p:nvSpPr>
        <p:spPr>
          <a:xfrm>
            <a:off x="838200" y="365125"/>
            <a:ext cx="10515600" cy="670573"/>
          </a:xfrm>
        </p:spPr>
        <p:txBody>
          <a:bodyPr>
            <a:normAutofit fontScale="90000"/>
          </a:bodyPr>
          <a:lstStyle/>
          <a:p>
            <a:br>
              <a:rPr lang="en-US" dirty="0"/>
            </a:br>
            <a:r>
              <a:rPr lang="en-US" sz="3600" dirty="0"/>
              <a:t>Comparing files with </a:t>
            </a:r>
            <a:r>
              <a:rPr lang="en-US" sz="3600" dirty="0" err="1"/>
              <a:t>Files.mismatch</a:t>
            </a:r>
            <a:r>
              <a:rPr lang="en-US" sz="3600" dirty="0"/>
              <a:t>() Java 12</a:t>
            </a:r>
            <a:br>
              <a:rPr lang="en-US" dirty="0"/>
            </a:br>
            <a:endParaRPr lang="en-IN" dirty="0"/>
          </a:p>
        </p:txBody>
      </p:sp>
      <p:sp>
        <p:nvSpPr>
          <p:cNvPr id="3" name="Content Placeholder 2">
            <a:extLst>
              <a:ext uri="{FF2B5EF4-FFF2-40B4-BE49-F238E27FC236}">
                <a16:creationId xmlns:a16="http://schemas.microsoft.com/office/drawing/2014/main" id="{10751AF2-BD34-4C8A-C7C7-0538A01D0E7B}"/>
              </a:ext>
            </a:extLst>
          </p:cNvPr>
          <p:cNvSpPr>
            <a:spLocks noGrp="1"/>
          </p:cNvSpPr>
          <p:nvPr>
            <p:ph idx="1"/>
          </p:nvPr>
        </p:nvSpPr>
        <p:spPr>
          <a:xfrm>
            <a:off x="242595" y="1202320"/>
            <a:ext cx="11541967" cy="5290555"/>
          </a:xfrm>
        </p:spPr>
        <p:txBody>
          <a:bodyPr>
            <a:normAutofit fontScale="85000" lnSpcReduction="20000"/>
          </a:bodyPr>
          <a:lstStyle/>
          <a:p>
            <a:pPr algn="l"/>
            <a:r>
              <a:rPr lang="en-US" sz="2400" b="1" i="0" dirty="0">
                <a:solidFill>
                  <a:srgbClr val="273239"/>
                </a:solidFill>
                <a:effectLst/>
                <a:latin typeface="Nunito" pitchFamily="2" charset="0"/>
              </a:rPr>
              <a:t>mismatch() method</a:t>
            </a:r>
            <a:r>
              <a:rPr lang="en-US" sz="2400" b="0" i="0" dirty="0">
                <a:solidFill>
                  <a:srgbClr val="273239"/>
                </a:solidFill>
                <a:effectLst/>
                <a:latin typeface="Nunito" pitchFamily="2" charset="0"/>
              </a:rPr>
              <a:t> is newly added in java jdk-12 in the </a:t>
            </a:r>
            <a:r>
              <a:rPr lang="en-US" sz="2400" b="1" i="0" dirty="0" err="1">
                <a:solidFill>
                  <a:srgbClr val="273239"/>
                </a:solidFill>
                <a:effectLst/>
                <a:latin typeface="Nunito" pitchFamily="2" charset="0"/>
              </a:rPr>
              <a:t>java.nio.file.Files</a:t>
            </a:r>
            <a:r>
              <a:rPr lang="en-US" sz="2400" b="1" i="0" dirty="0">
                <a:solidFill>
                  <a:srgbClr val="273239"/>
                </a:solidFill>
                <a:effectLst/>
                <a:latin typeface="Nunito" pitchFamily="2" charset="0"/>
              </a:rPr>
              <a:t> class</a:t>
            </a:r>
            <a:r>
              <a:rPr lang="en-US" sz="2400" b="0" i="0" dirty="0">
                <a:solidFill>
                  <a:srgbClr val="273239"/>
                </a:solidFill>
                <a:effectLst/>
                <a:latin typeface="Nunito" pitchFamily="2" charset="0"/>
              </a:rPr>
              <a:t>. This method is mainly used to compare each byte of data of two files from start and return the point at which the bit differs. If the bit doesn’t differ at any point then it returns “-1L” indicating that files are the same and exact copies of each other.</a:t>
            </a:r>
          </a:p>
          <a:p>
            <a:pPr algn="l"/>
            <a:r>
              <a:rPr lang="en-IN" sz="2400" dirty="0"/>
              <a:t> Path filePath1 = </a:t>
            </a:r>
            <a:r>
              <a:rPr lang="en-IN" sz="2400" dirty="0" err="1"/>
              <a:t>Path.of</a:t>
            </a:r>
            <a:r>
              <a:rPr lang="en-IN" sz="2400" dirty="0"/>
              <a:t>("C:\\Users\\Dipak\\Desktop\\gfg.txt");</a:t>
            </a:r>
          </a:p>
          <a:p>
            <a:pPr algn="l"/>
            <a:r>
              <a:rPr lang="en-IN" sz="2400" dirty="0"/>
              <a:t>        Path filePath2 = </a:t>
            </a:r>
            <a:r>
              <a:rPr lang="en-IN" sz="2400" dirty="0" err="1"/>
              <a:t>Path.of</a:t>
            </a:r>
            <a:r>
              <a:rPr lang="en-IN" sz="2400" dirty="0"/>
              <a:t>("c:\\Users\\Dipak\\Desktop\\gfg2.txt");</a:t>
            </a:r>
          </a:p>
          <a:p>
            <a:pPr algn="l"/>
            <a:r>
              <a:rPr lang="en-IN" sz="2400" dirty="0"/>
              <a:t>       </a:t>
            </a:r>
          </a:p>
          <a:p>
            <a:pPr algn="l"/>
            <a:r>
              <a:rPr lang="en-IN" sz="2400" dirty="0"/>
              <a:t>        // calling the </a:t>
            </a:r>
            <a:r>
              <a:rPr lang="en-IN" sz="2400" dirty="0" err="1"/>
              <a:t>mismatchfunction</a:t>
            </a:r>
            <a:endParaRPr lang="en-IN" sz="2400" dirty="0"/>
          </a:p>
          <a:p>
            <a:pPr algn="l"/>
            <a:r>
              <a:rPr lang="en-IN" sz="2400" dirty="0"/>
              <a:t>        long </a:t>
            </a:r>
            <a:r>
              <a:rPr lang="en-IN" sz="2400" dirty="0" err="1"/>
              <a:t>mis_match</a:t>
            </a:r>
            <a:r>
              <a:rPr lang="en-IN" sz="2400" dirty="0"/>
              <a:t> = </a:t>
            </a:r>
            <a:r>
              <a:rPr lang="en-IN" sz="2400" dirty="0" err="1"/>
              <a:t>Files.mismatch</a:t>
            </a:r>
            <a:r>
              <a:rPr lang="en-IN" sz="2400" dirty="0"/>
              <a:t>(filePath1, filePath2);</a:t>
            </a:r>
          </a:p>
          <a:p>
            <a:pPr algn="l"/>
            <a:r>
              <a:rPr lang="en-IN" sz="2400" dirty="0"/>
              <a:t>       </a:t>
            </a:r>
          </a:p>
          <a:p>
            <a:pPr algn="l"/>
            <a:r>
              <a:rPr lang="en-IN" sz="2400" dirty="0"/>
              <a:t>        // printing the output result.</a:t>
            </a:r>
          </a:p>
          <a:p>
            <a:pPr algn="l"/>
            <a:r>
              <a:rPr lang="en-IN" sz="2400" dirty="0"/>
              <a:t>        if (</a:t>
            </a:r>
            <a:r>
              <a:rPr lang="en-IN" sz="2400" dirty="0" err="1"/>
              <a:t>mis_match</a:t>
            </a:r>
            <a:r>
              <a:rPr lang="en-IN" sz="2400" dirty="0"/>
              <a:t> == -1)</a:t>
            </a:r>
          </a:p>
          <a:p>
            <a:pPr algn="l"/>
            <a:r>
              <a:rPr lang="en-IN" sz="2400" dirty="0"/>
              <a:t>            </a:t>
            </a:r>
            <a:r>
              <a:rPr lang="en-IN" sz="2400" dirty="0" err="1"/>
              <a:t>System.out.println</a:t>
            </a:r>
            <a:r>
              <a:rPr lang="en-IN" sz="2400" dirty="0"/>
              <a:t>("No mismatch found in the files");</a:t>
            </a:r>
          </a:p>
          <a:p>
            <a:pPr algn="l"/>
            <a:r>
              <a:rPr lang="en-IN" sz="2400" dirty="0"/>
              <a:t>        else</a:t>
            </a:r>
          </a:p>
          <a:p>
            <a:pPr algn="l"/>
            <a:r>
              <a:rPr lang="en-IN" sz="2400" dirty="0"/>
              <a:t>            </a:t>
            </a:r>
            <a:r>
              <a:rPr lang="en-IN" sz="2400" dirty="0" err="1"/>
              <a:t>System.out.println</a:t>
            </a:r>
            <a:r>
              <a:rPr lang="en-IN" sz="2400" dirty="0"/>
              <a:t>("mismatch found");</a:t>
            </a:r>
          </a:p>
          <a:p>
            <a:pPr algn="l"/>
            <a:r>
              <a:rPr lang="en-IN" sz="2400" dirty="0"/>
              <a:t>    }</a:t>
            </a:r>
          </a:p>
        </p:txBody>
      </p:sp>
    </p:spTree>
    <p:extLst>
      <p:ext uri="{BB962C8B-B14F-4D97-AF65-F5344CB8AC3E}">
        <p14:creationId xmlns:p14="http://schemas.microsoft.com/office/powerpoint/2010/main" val="3047208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1975-FD7B-595B-5F5D-E5CB9459529B}"/>
              </a:ext>
            </a:extLst>
          </p:cNvPr>
          <p:cNvSpPr>
            <a:spLocks noGrp="1"/>
          </p:cNvSpPr>
          <p:nvPr>
            <p:ph type="title"/>
          </p:nvPr>
        </p:nvSpPr>
        <p:spPr>
          <a:xfrm>
            <a:off x="838200" y="365125"/>
            <a:ext cx="10515600" cy="586597"/>
          </a:xfrm>
        </p:spPr>
        <p:txBody>
          <a:bodyPr>
            <a:normAutofit fontScale="90000"/>
          </a:bodyPr>
          <a:lstStyle/>
          <a:p>
            <a:r>
              <a:rPr lang="en-IN" dirty="0"/>
              <a:t> </a:t>
            </a:r>
            <a:r>
              <a:rPr lang="en-IN" sz="3600" dirty="0"/>
              <a:t>teeing collector</a:t>
            </a:r>
          </a:p>
        </p:txBody>
      </p:sp>
      <p:sp>
        <p:nvSpPr>
          <p:cNvPr id="5" name="TextBox 4">
            <a:extLst>
              <a:ext uri="{FF2B5EF4-FFF2-40B4-BE49-F238E27FC236}">
                <a16:creationId xmlns:a16="http://schemas.microsoft.com/office/drawing/2014/main" id="{D3170331-18B4-D7E2-F8CA-52206AA10A5E}"/>
              </a:ext>
            </a:extLst>
          </p:cNvPr>
          <p:cNvSpPr txBox="1"/>
          <p:nvPr/>
        </p:nvSpPr>
        <p:spPr>
          <a:xfrm>
            <a:off x="177281" y="1063319"/>
            <a:ext cx="11420670" cy="2031325"/>
          </a:xfrm>
          <a:prstGeom prst="rect">
            <a:avLst/>
          </a:prstGeom>
          <a:noFill/>
        </p:spPr>
        <p:txBody>
          <a:bodyPr wrap="square">
            <a:spAutoFit/>
          </a:bodyPr>
          <a:lstStyle/>
          <a:p>
            <a:pPr algn="l"/>
            <a:r>
              <a:rPr lang="en-US" b="0" i="0" dirty="0">
                <a:solidFill>
                  <a:srgbClr val="2D1600"/>
                </a:solidFill>
                <a:effectLst/>
                <a:latin typeface="Google Sans"/>
              </a:rPr>
              <a:t>The Java 12 teeing collector is a new method that allows you to perform two different operations on a collection and then merge the results. This can be useful for a variety of tasks, such as filtering a list of objects into two different lists, or counting and summing a stream of integers.</a:t>
            </a:r>
          </a:p>
          <a:p>
            <a:pPr algn="l"/>
            <a:r>
              <a:rPr lang="en-US" b="1" i="0" dirty="0">
                <a:solidFill>
                  <a:srgbClr val="2D1600"/>
                </a:solidFill>
                <a:effectLst/>
                <a:latin typeface="Google Sans"/>
              </a:rPr>
              <a:t>The teeing collector takes three parameters:</a:t>
            </a:r>
          </a:p>
          <a:p>
            <a:pPr algn="l">
              <a:buFont typeface="Arial" panose="020B0604020202020204" pitchFamily="34" charset="0"/>
              <a:buChar char="•"/>
            </a:pPr>
            <a:r>
              <a:rPr lang="en-US" b="0" i="0" dirty="0">
                <a:solidFill>
                  <a:srgbClr val="2D1600"/>
                </a:solidFill>
                <a:effectLst/>
                <a:latin typeface="Google Sans"/>
              </a:rPr>
              <a:t>downstream1: - The first downstream collector.</a:t>
            </a:r>
          </a:p>
          <a:p>
            <a:pPr algn="l">
              <a:buFont typeface="Arial" panose="020B0604020202020204" pitchFamily="34" charset="0"/>
              <a:buChar char="•"/>
            </a:pPr>
            <a:r>
              <a:rPr lang="en-US" b="0" i="0" dirty="0">
                <a:solidFill>
                  <a:srgbClr val="2D1600"/>
                </a:solidFill>
                <a:effectLst/>
                <a:latin typeface="Google Sans"/>
              </a:rPr>
              <a:t>downstream2: - The second downstream collector.</a:t>
            </a:r>
          </a:p>
          <a:p>
            <a:pPr algn="l">
              <a:buFont typeface="Arial" panose="020B0604020202020204" pitchFamily="34" charset="0"/>
              <a:buChar char="•"/>
            </a:pPr>
            <a:r>
              <a:rPr lang="en-US" b="0" i="0" dirty="0">
                <a:solidFill>
                  <a:srgbClr val="2D1600"/>
                </a:solidFill>
                <a:effectLst/>
                <a:latin typeface="Google Sans"/>
              </a:rPr>
              <a:t>merger: - The function that merges the two results into one</a:t>
            </a:r>
          </a:p>
        </p:txBody>
      </p:sp>
    </p:spTree>
    <p:extLst>
      <p:ext uri="{BB962C8B-B14F-4D97-AF65-F5344CB8AC3E}">
        <p14:creationId xmlns:p14="http://schemas.microsoft.com/office/powerpoint/2010/main" val="64623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0CF64-2882-BC06-053F-CA13185AEE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D019D83-31AB-118A-AAFD-8677B6A19D39}"/>
              </a:ext>
            </a:extLst>
          </p:cNvPr>
          <p:cNvSpPr txBox="1"/>
          <p:nvPr/>
        </p:nvSpPr>
        <p:spPr>
          <a:xfrm>
            <a:off x="335902" y="117693"/>
            <a:ext cx="11856098" cy="6740307"/>
          </a:xfrm>
          <a:prstGeom prst="rect">
            <a:avLst/>
          </a:prstGeom>
          <a:noFill/>
        </p:spPr>
        <p:txBody>
          <a:bodyPr wrap="square">
            <a:spAutoFit/>
          </a:bodyPr>
          <a:lstStyle/>
          <a:p>
            <a:r>
              <a:rPr lang="en-IN" b="0" i="0" dirty="0">
                <a:solidFill>
                  <a:srgbClr val="000000"/>
                </a:solidFill>
                <a:effectLst/>
                <a:latin typeface="Courier New" panose="02070309020205020404" pitchFamily="49" charset="0"/>
              </a:rPr>
              <a:t>List&lt;String&gt; names = </a:t>
            </a:r>
            <a:r>
              <a:rPr lang="en-IN" b="0" i="0" dirty="0" err="1">
                <a:solidFill>
                  <a:srgbClr val="000000"/>
                </a:solidFill>
                <a:effectLst/>
                <a:latin typeface="Courier New" panose="02070309020205020404" pitchFamily="49" charset="0"/>
              </a:rPr>
              <a:t>Arrays.asList</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"John"</a:t>
            </a:r>
            <a:r>
              <a:rPr lang="en-IN" b="0" i="0" dirty="0">
                <a:solidFill>
                  <a:srgbClr val="000000"/>
                </a:solidFill>
                <a:effectLst/>
                <a:latin typeface="Courier New" panose="02070309020205020404" pitchFamily="49" charset="0"/>
              </a:rPr>
              <a:t>, </a:t>
            </a:r>
            <a:r>
              <a:rPr lang="en-IN" b="0" i="0" dirty="0">
                <a:solidFill>
                  <a:srgbClr val="188038"/>
                </a:solidFill>
                <a:effectLst/>
                <a:latin typeface="Courier New" panose="02070309020205020404" pitchFamily="49" charset="0"/>
              </a:rPr>
              <a:t>"Mary"</a:t>
            </a:r>
            <a:r>
              <a:rPr lang="en-IN" b="0" i="0" dirty="0">
                <a:solidFill>
                  <a:srgbClr val="000000"/>
                </a:solidFill>
                <a:effectLst/>
                <a:latin typeface="Courier New" panose="02070309020205020404" pitchFamily="49" charset="0"/>
              </a:rPr>
              <a:t>, </a:t>
            </a:r>
            <a:r>
              <a:rPr lang="en-IN" b="0" i="0" dirty="0">
                <a:solidFill>
                  <a:srgbClr val="188038"/>
                </a:solidFill>
                <a:effectLst/>
                <a:latin typeface="Courier New" panose="02070309020205020404" pitchFamily="49" charset="0"/>
              </a:rPr>
              <a:t>"Bob"</a:t>
            </a:r>
            <a:r>
              <a:rPr lang="en-IN" b="0" i="0" dirty="0">
                <a:solidFill>
                  <a:srgbClr val="000000"/>
                </a:solidFill>
                <a:effectLst/>
                <a:latin typeface="Courier New" panose="02070309020205020404" pitchFamily="49" charset="0"/>
              </a:rPr>
              <a:t>, </a:t>
            </a:r>
            <a:r>
              <a:rPr lang="en-IN" b="0" i="0" dirty="0">
                <a:solidFill>
                  <a:srgbClr val="188038"/>
                </a:solidFill>
                <a:effectLst/>
                <a:latin typeface="Courier New" panose="02070309020205020404" pitchFamily="49" charset="0"/>
              </a:rPr>
              <a:t>"Alice"</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Create two collectors: one to filter names that start with the letter 'J', and one to filter names that start with the letter 'M'.</a:t>
            </a:r>
            <a:br>
              <a:rPr lang="en-IN" dirty="0"/>
            </a:br>
            <a:r>
              <a:rPr lang="en-IN" b="0" i="0" dirty="0">
                <a:solidFill>
                  <a:srgbClr val="000000"/>
                </a:solidFill>
                <a:effectLst/>
                <a:latin typeface="Courier New" panose="02070309020205020404" pitchFamily="49" charset="0"/>
              </a:rPr>
              <a:t>Collector&lt;String, ?, List&lt;String&gt;&gt; </a:t>
            </a:r>
            <a:r>
              <a:rPr lang="en-IN" b="0" i="0" dirty="0" err="1">
                <a:solidFill>
                  <a:srgbClr val="000000"/>
                </a:solidFill>
                <a:effectLst/>
                <a:latin typeface="Courier New" panose="02070309020205020404" pitchFamily="49" charset="0"/>
              </a:rPr>
              <a:t>jCollector</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Collectors.filtering</a:t>
            </a:r>
            <a:r>
              <a:rPr lang="en-IN" b="0" i="0" dirty="0">
                <a:solidFill>
                  <a:srgbClr val="000000"/>
                </a:solidFill>
                <a:effectLst/>
                <a:latin typeface="Courier New" panose="02070309020205020404" pitchFamily="49" charset="0"/>
              </a:rPr>
              <a:t>(name -&gt; </a:t>
            </a:r>
            <a:r>
              <a:rPr lang="en-IN" b="0" i="0" dirty="0" err="1">
                <a:solidFill>
                  <a:srgbClr val="000000"/>
                </a:solidFill>
                <a:effectLst/>
                <a:latin typeface="Courier New" panose="02070309020205020404" pitchFamily="49" charset="0"/>
              </a:rPr>
              <a:t>name.startsWith</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"J"</a:t>
            </a:r>
            <a:r>
              <a:rPr lang="en-IN" b="0" i="0" dirty="0">
                <a:solidFill>
                  <a:srgbClr val="000000"/>
                </a:solidFill>
                <a:effectLst/>
                <a:latin typeface="Courier New" panose="02070309020205020404" pitchFamily="49" charset="0"/>
              </a:rPr>
              <a:t>));</a:t>
            </a:r>
            <a:br>
              <a:rPr lang="en-IN" dirty="0"/>
            </a:br>
            <a:r>
              <a:rPr lang="en-IN" b="0" i="0" dirty="0">
                <a:solidFill>
                  <a:srgbClr val="000000"/>
                </a:solidFill>
                <a:effectLst/>
                <a:latin typeface="Courier New" panose="02070309020205020404" pitchFamily="49" charset="0"/>
              </a:rPr>
              <a:t>Collector&lt;String, ?, List&lt;String&gt;&gt; </a:t>
            </a:r>
            <a:r>
              <a:rPr lang="en-IN" b="0" i="0" dirty="0" err="1">
                <a:solidFill>
                  <a:srgbClr val="000000"/>
                </a:solidFill>
                <a:effectLst/>
                <a:latin typeface="Courier New" panose="02070309020205020404" pitchFamily="49" charset="0"/>
              </a:rPr>
              <a:t>mCollector</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Collectors.filtering</a:t>
            </a:r>
            <a:r>
              <a:rPr lang="en-IN" b="0" i="0" dirty="0">
                <a:solidFill>
                  <a:srgbClr val="000000"/>
                </a:solidFill>
                <a:effectLst/>
                <a:latin typeface="Courier New" panose="02070309020205020404" pitchFamily="49" charset="0"/>
              </a:rPr>
              <a:t>(name -&gt; </a:t>
            </a:r>
            <a:r>
              <a:rPr lang="en-IN" b="0" i="0" dirty="0" err="1">
                <a:solidFill>
                  <a:srgbClr val="000000"/>
                </a:solidFill>
                <a:effectLst/>
                <a:latin typeface="Courier New" panose="02070309020205020404" pitchFamily="49" charset="0"/>
              </a:rPr>
              <a:t>name.startsWith</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"M"</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Create a teeing collector that merges the results of the two downstream collectors.</a:t>
            </a:r>
            <a:br>
              <a:rPr lang="en-IN" dirty="0"/>
            </a:br>
            <a:r>
              <a:rPr lang="en-IN" b="0" i="0" dirty="0">
                <a:solidFill>
                  <a:srgbClr val="000000"/>
                </a:solidFill>
                <a:effectLst/>
                <a:latin typeface="Courier New" panose="02070309020205020404" pitchFamily="49" charset="0"/>
              </a:rPr>
              <a:t>Collector&lt;String, ?, List&lt;String&gt;&gt; </a:t>
            </a:r>
            <a:r>
              <a:rPr lang="en-IN" b="0" i="0" dirty="0" err="1">
                <a:solidFill>
                  <a:srgbClr val="000000"/>
                </a:solidFill>
                <a:effectLst/>
                <a:latin typeface="Courier New" panose="02070309020205020404" pitchFamily="49" charset="0"/>
              </a:rPr>
              <a:t>teeingCollector</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Collectors.teeing</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jCollector</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mCollector</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jNames</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mNames</a:t>
            </a:r>
            <a:r>
              <a:rPr lang="en-IN" b="0" i="0" dirty="0">
                <a:solidFill>
                  <a:srgbClr val="000000"/>
                </a:solidFill>
                <a:effectLst/>
                <a:latin typeface="Courier New" panose="02070309020205020404" pitchFamily="49" charset="0"/>
              </a:rPr>
              <a:t>) -&gt; {</a:t>
            </a:r>
            <a:br>
              <a:rPr lang="en-IN" dirty="0"/>
            </a:br>
            <a:r>
              <a:rPr lang="en-IN" b="0" i="0" dirty="0">
                <a:solidFill>
                  <a:srgbClr val="000000"/>
                </a:solidFill>
                <a:effectLst/>
                <a:latin typeface="Courier New" panose="02070309020205020404" pitchFamily="49" charset="0"/>
              </a:rPr>
              <a:t>List&lt;String&gt; </a:t>
            </a:r>
            <a:r>
              <a:rPr lang="en-IN" b="0" i="0" dirty="0" err="1">
                <a:solidFill>
                  <a:srgbClr val="000000"/>
                </a:solidFill>
                <a:effectLst/>
                <a:latin typeface="Courier New" panose="02070309020205020404" pitchFamily="49" charset="0"/>
              </a:rPr>
              <a:t>allNames</a:t>
            </a:r>
            <a:r>
              <a:rPr lang="en-IN" b="0" i="0" dirty="0">
                <a:solidFill>
                  <a:srgbClr val="000000"/>
                </a:solidFill>
                <a:effectLst/>
                <a:latin typeface="Courier New" panose="02070309020205020404" pitchFamily="49" charset="0"/>
              </a:rPr>
              <a:t> =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ArrayList</a:t>
            </a:r>
            <a:r>
              <a:rPr lang="en-IN" b="0" i="0" dirty="0">
                <a:solidFill>
                  <a:srgbClr val="000000"/>
                </a:solidFill>
                <a:effectLst/>
                <a:latin typeface="Courier New" panose="02070309020205020404" pitchFamily="49" charset="0"/>
              </a:rPr>
              <a:t>&lt;&gt;();</a:t>
            </a:r>
            <a:br>
              <a:rPr lang="en-IN" dirty="0"/>
            </a:br>
            <a:r>
              <a:rPr lang="en-IN" b="0" i="0" dirty="0" err="1">
                <a:solidFill>
                  <a:srgbClr val="000000"/>
                </a:solidFill>
                <a:effectLst/>
                <a:latin typeface="Courier New" panose="02070309020205020404" pitchFamily="49" charset="0"/>
              </a:rPr>
              <a:t>allNames.addAll</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jNames</a:t>
            </a:r>
            <a:r>
              <a:rPr lang="en-IN" b="0" i="0" dirty="0">
                <a:solidFill>
                  <a:srgbClr val="000000"/>
                </a:solidFill>
                <a:effectLst/>
                <a:latin typeface="Courier New" panose="02070309020205020404" pitchFamily="49" charset="0"/>
              </a:rPr>
              <a:t>);</a:t>
            </a:r>
            <a:br>
              <a:rPr lang="en-IN" dirty="0"/>
            </a:br>
            <a:r>
              <a:rPr lang="en-IN" b="0" i="0" dirty="0" err="1">
                <a:solidFill>
                  <a:srgbClr val="000000"/>
                </a:solidFill>
                <a:effectLst/>
                <a:latin typeface="Courier New" panose="02070309020205020404" pitchFamily="49" charset="0"/>
              </a:rPr>
              <a:t>allNames.addAll</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mNames</a:t>
            </a:r>
            <a:r>
              <a:rPr lang="en-IN" b="0" i="0" dirty="0">
                <a:solidFill>
                  <a:srgbClr val="000000"/>
                </a:solidFill>
                <a:effectLst/>
                <a:latin typeface="Courier New" panose="02070309020205020404" pitchFamily="49" charset="0"/>
              </a:rPr>
              <a:t>);</a:t>
            </a:r>
            <a:br>
              <a:rPr lang="en-IN" dirty="0"/>
            </a:br>
            <a:r>
              <a:rPr lang="en-IN" b="0" i="0" dirty="0">
                <a:solidFill>
                  <a:srgbClr val="9334E6"/>
                </a:solidFill>
                <a:effectLst/>
                <a:latin typeface="Courier New" panose="02070309020205020404" pitchFamily="49" charset="0"/>
              </a:rPr>
              <a:t>return</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allNames</a:t>
            </a:r>
            <a:r>
              <a:rPr lang="en-IN" b="0" i="0" dirty="0">
                <a:solidFill>
                  <a:srgbClr val="000000"/>
                </a:solidFill>
                <a:effectLst/>
                <a:latin typeface="Courier New" panose="02070309020205020404" pitchFamily="49" charset="0"/>
              </a:rPr>
              <a:t>;</a:t>
            </a:r>
            <a:br>
              <a:rPr lang="en-IN" dirty="0"/>
            </a:b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Collect the results of the teeing collector.</a:t>
            </a:r>
            <a:br>
              <a:rPr lang="en-IN" dirty="0"/>
            </a:br>
            <a:r>
              <a:rPr lang="en-IN" b="0" i="0" dirty="0">
                <a:solidFill>
                  <a:srgbClr val="000000"/>
                </a:solidFill>
                <a:effectLst/>
                <a:latin typeface="Courier New" panose="02070309020205020404" pitchFamily="49" charset="0"/>
              </a:rPr>
              <a:t>List&lt;String&gt; </a:t>
            </a:r>
            <a:r>
              <a:rPr lang="en-IN" b="0" i="0" dirty="0" err="1">
                <a:solidFill>
                  <a:srgbClr val="000000"/>
                </a:solidFill>
                <a:effectLst/>
                <a:latin typeface="Courier New" panose="02070309020205020404" pitchFamily="49" charset="0"/>
              </a:rPr>
              <a:t>allNames</a:t>
            </a:r>
            <a:r>
              <a:rPr lang="en-IN" b="0" i="0" dirty="0">
                <a:solidFill>
                  <a:srgbClr val="000000"/>
                </a:solidFill>
                <a:effectLst/>
                <a:latin typeface="Courier New" panose="02070309020205020404" pitchFamily="49" charset="0"/>
              </a:rPr>
              <a:t> = </a:t>
            </a:r>
            <a:r>
              <a:rPr lang="en-IN" b="0" i="0" dirty="0" err="1">
                <a:solidFill>
                  <a:srgbClr val="000000"/>
                </a:solidFill>
                <a:effectLst/>
                <a:latin typeface="Courier New" panose="02070309020205020404" pitchFamily="49" charset="0"/>
              </a:rPr>
              <a:t>names.stream</a:t>
            </a:r>
            <a:r>
              <a:rPr lang="en-IN" b="0" i="0" dirty="0">
                <a:solidFill>
                  <a:srgbClr val="000000"/>
                </a:solidFill>
                <a:effectLst/>
                <a:latin typeface="Courier New" panose="02070309020205020404" pitchFamily="49" charset="0"/>
              </a:rPr>
              <a:t>().collect(</a:t>
            </a:r>
            <a:r>
              <a:rPr lang="en-IN" b="0" i="0" dirty="0" err="1">
                <a:solidFill>
                  <a:srgbClr val="000000"/>
                </a:solidFill>
                <a:effectLst/>
                <a:latin typeface="Courier New" panose="02070309020205020404" pitchFamily="49" charset="0"/>
              </a:rPr>
              <a:t>teeingCollector</a:t>
            </a:r>
            <a:r>
              <a:rPr lang="en-IN" b="0" i="0" dirty="0">
                <a:solidFill>
                  <a:srgbClr val="000000"/>
                </a:solidFill>
                <a:effectLst/>
                <a:latin typeface="Courier New" panose="02070309020205020404" pitchFamily="49" charset="0"/>
              </a:rPr>
              <a:t>);</a:t>
            </a:r>
            <a:br>
              <a:rPr lang="en-IN" dirty="0"/>
            </a:br>
            <a:br>
              <a:rPr lang="en-IN" dirty="0"/>
            </a:br>
            <a:r>
              <a:rPr lang="en-IN" b="0" i="1" dirty="0">
                <a:solidFill>
                  <a:srgbClr val="80868B"/>
                </a:solidFill>
                <a:effectLst/>
                <a:latin typeface="Courier New" panose="02070309020205020404" pitchFamily="49" charset="0"/>
              </a:rPr>
              <a:t>// Print the results.</a:t>
            </a:r>
            <a:br>
              <a:rPr lang="en-IN" dirty="0"/>
            </a:br>
            <a:r>
              <a:rPr lang="en-IN" b="0" i="0" dirty="0" err="1">
                <a:solidFill>
                  <a:srgbClr val="000000"/>
                </a:solidFill>
                <a:effectLst/>
                <a:latin typeface="Courier New" panose="02070309020205020404" pitchFamily="49" charset="0"/>
              </a:rPr>
              <a:t>System.out.println</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allNames</a:t>
            </a:r>
            <a:r>
              <a:rPr lang="en-IN" b="0" i="0" dirty="0">
                <a:solidFill>
                  <a:srgbClr val="000000"/>
                </a:solidFill>
                <a:effectLst/>
                <a:latin typeface="Courier New" panose="02070309020205020404" pitchFamily="49" charset="0"/>
              </a:rPr>
              <a:t>);</a:t>
            </a:r>
            <a:endParaRPr lang="en-IN" dirty="0"/>
          </a:p>
        </p:txBody>
      </p:sp>
    </p:spTree>
    <p:extLst>
      <p:ext uri="{BB962C8B-B14F-4D97-AF65-F5344CB8AC3E}">
        <p14:creationId xmlns:p14="http://schemas.microsoft.com/office/powerpoint/2010/main" val="1712348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690</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Courier New</vt:lpstr>
      <vt:lpstr>Google Sans</vt:lpstr>
      <vt:lpstr>Nunito</vt:lpstr>
      <vt:lpstr>Office Theme</vt:lpstr>
      <vt:lpstr>PowerPoint Presentation</vt:lpstr>
      <vt:lpstr> String class new methods 12 </vt:lpstr>
      <vt:lpstr>PowerPoint Presentation</vt:lpstr>
      <vt:lpstr> Comparing files with Files.mismatch() Java 12 </vt:lpstr>
      <vt:lpstr> teeing collector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2024-03-07T12:06:03Z</dcterms:created>
  <dcterms:modified xsi:type="dcterms:W3CDTF">2024-03-07T12:46:14Z</dcterms:modified>
</cp:coreProperties>
</file>