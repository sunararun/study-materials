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C30FE6B-C2D9-4FAD-B864-27C2EF44831C}" v="2" dt="2024-05-10T05:07:14.01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31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un Sunar" userId="3fa9774ca67c7ab5" providerId="LiveId" clId="{0C30FE6B-C2D9-4FAD-B864-27C2EF44831C}"/>
    <pc:docChg chg="custSel addSld modSld modMainMaster">
      <pc:chgData name="Arun Sunar" userId="3fa9774ca67c7ab5" providerId="LiveId" clId="{0C30FE6B-C2D9-4FAD-B864-27C2EF44831C}" dt="2024-05-10T05:08:07.751" v="28" actId="13926"/>
      <pc:docMkLst>
        <pc:docMk/>
      </pc:docMkLst>
      <pc:sldChg chg="delSp modSp new mod">
        <pc:chgData name="Arun Sunar" userId="3fa9774ca67c7ab5" providerId="LiveId" clId="{0C30FE6B-C2D9-4FAD-B864-27C2EF44831C}" dt="2024-05-10T05:07:53.184" v="25" actId="13926"/>
        <pc:sldMkLst>
          <pc:docMk/>
          <pc:sldMk cId="1918783391" sldId="257"/>
        </pc:sldMkLst>
        <pc:spChg chg="del">
          <ac:chgData name="Arun Sunar" userId="3fa9774ca67c7ab5" providerId="LiveId" clId="{0C30FE6B-C2D9-4FAD-B864-27C2EF44831C}" dt="2024-05-10T02:33:11.668" v="1" actId="478"/>
          <ac:spMkLst>
            <pc:docMk/>
            <pc:sldMk cId="1918783391" sldId="257"/>
            <ac:spMk id="2" creationId="{9E414A09-0FD8-6D07-6BF7-001C71E56D4F}"/>
          </ac:spMkLst>
        </pc:spChg>
        <pc:spChg chg="mod">
          <ac:chgData name="Arun Sunar" userId="3fa9774ca67c7ab5" providerId="LiveId" clId="{0C30FE6B-C2D9-4FAD-B864-27C2EF44831C}" dt="2024-05-10T05:07:53.184" v="25" actId="13926"/>
          <ac:spMkLst>
            <pc:docMk/>
            <pc:sldMk cId="1918783391" sldId="257"/>
            <ac:spMk id="3" creationId="{9815D19E-1362-20C8-30C1-E8B6D454F789}"/>
          </ac:spMkLst>
        </pc:spChg>
      </pc:sldChg>
      <pc:sldChg chg="modSp add mod">
        <pc:chgData name="Arun Sunar" userId="3fa9774ca67c7ab5" providerId="LiveId" clId="{0C30FE6B-C2D9-4FAD-B864-27C2EF44831C}" dt="2024-05-10T05:08:04.010" v="27" actId="13926"/>
        <pc:sldMkLst>
          <pc:docMk/>
          <pc:sldMk cId="2864984919" sldId="258"/>
        </pc:sldMkLst>
        <pc:spChg chg="mod">
          <ac:chgData name="Arun Sunar" userId="3fa9774ca67c7ab5" providerId="LiveId" clId="{0C30FE6B-C2D9-4FAD-B864-27C2EF44831C}" dt="2024-05-10T05:08:04.010" v="27" actId="13926"/>
          <ac:spMkLst>
            <pc:docMk/>
            <pc:sldMk cId="2864984919" sldId="258"/>
            <ac:spMk id="3" creationId="{9815D19E-1362-20C8-30C1-E8B6D454F789}"/>
          </ac:spMkLst>
        </pc:spChg>
      </pc:sldChg>
      <pc:sldChg chg="modSp add mod">
        <pc:chgData name="Arun Sunar" userId="3fa9774ca67c7ab5" providerId="LiveId" clId="{0C30FE6B-C2D9-4FAD-B864-27C2EF44831C}" dt="2024-05-10T05:08:07.751" v="28" actId="13926"/>
        <pc:sldMkLst>
          <pc:docMk/>
          <pc:sldMk cId="3295076595" sldId="259"/>
        </pc:sldMkLst>
        <pc:spChg chg="mod">
          <ac:chgData name="Arun Sunar" userId="3fa9774ca67c7ab5" providerId="LiveId" clId="{0C30FE6B-C2D9-4FAD-B864-27C2EF44831C}" dt="2024-05-10T05:08:07.751" v="28" actId="13926"/>
          <ac:spMkLst>
            <pc:docMk/>
            <pc:sldMk cId="3295076595" sldId="259"/>
            <ac:spMk id="3" creationId="{9815D19E-1362-20C8-30C1-E8B6D454F789}"/>
          </ac:spMkLst>
        </pc:spChg>
      </pc:sldChg>
      <pc:sldChg chg="modSp add mod setBg">
        <pc:chgData name="Arun Sunar" userId="3fa9774ca67c7ab5" providerId="LiveId" clId="{0C30FE6B-C2D9-4FAD-B864-27C2EF44831C}" dt="2024-05-10T05:07:49.211" v="24" actId="13926"/>
        <pc:sldMkLst>
          <pc:docMk/>
          <pc:sldMk cId="175939220" sldId="260"/>
        </pc:sldMkLst>
        <pc:spChg chg="mod">
          <ac:chgData name="Arun Sunar" userId="3fa9774ca67c7ab5" providerId="LiveId" clId="{0C30FE6B-C2D9-4FAD-B864-27C2EF44831C}" dt="2024-05-10T05:07:49.211" v="24" actId="13926"/>
          <ac:spMkLst>
            <pc:docMk/>
            <pc:sldMk cId="175939220" sldId="260"/>
            <ac:spMk id="3" creationId="{9815D19E-1362-20C8-30C1-E8B6D454F789}"/>
          </ac:spMkLst>
        </pc:spChg>
      </pc:sldChg>
      <pc:sldMasterChg chg="setBg modSldLayout">
        <pc:chgData name="Arun Sunar" userId="3fa9774ca67c7ab5" providerId="LiveId" clId="{0C30FE6B-C2D9-4FAD-B864-27C2EF44831C}" dt="2024-05-10T05:07:14.018" v="20"/>
        <pc:sldMasterMkLst>
          <pc:docMk/>
          <pc:sldMasterMk cId="2287398701" sldId="2147483648"/>
        </pc:sldMasterMkLst>
        <pc:sldLayoutChg chg="setBg">
          <pc:chgData name="Arun Sunar" userId="3fa9774ca67c7ab5" providerId="LiveId" clId="{0C30FE6B-C2D9-4FAD-B864-27C2EF44831C}" dt="2024-05-10T05:07:14.018" v="20"/>
          <pc:sldLayoutMkLst>
            <pc:docMk/>
            <pc:sldMasterMk cId="2287398701" sldId="2147483648"/>
            <pc:sldLayoutMk cId="1977784139" sldId="2147483649"/>
          </pc:sldLayoutMkLst>
        </pc:sldLayoutChg>
        <pc:sldLayoutChg chg="setBg">
          <pc:chgData name="Arun Sunar" userId="3fa9774ca67c7ab5" providerId="LiveId" clId="{0C30FE6B-C2D9-4FAD-B864-27C2EF44831C}" dt="2024-05-10T05:07:14.018" v="20"/>
          <pc:sldLayoutMkLst>
            <pc:docMk/>
            <pc:sldMasterMk cId="2287398701" sldId="2147483648"/>
            <pc:sldLayoutMk cId="931944924" sldId="2147483650"/>
          </pc:sldLayoutMkLst>
        </pc:sldLayoutChg>
        <pc:sldLayoutChg chg="setBg">
          <pc:chgData name="Arun Sunar" userId="3fa9774ca67c7ab5" providerId="LiveId" clId="{0C30FE6B-C2D9-4FAD-B864-27C2EF44831C}" dt="2024-05-10T05:07:14.018" v="20"/>
          <pc:sldLayoutMkLst>
            <pc:docMk/>
            <pc:sldMasterMk cId="2287398701" sldId="2147483648"/>
            <pc:sldLayoutMk cId="3350566987" sldId="2147483651"/>
          </pc:sldLayoutMkLst>
        </pc:sldLayoutChg>
        <pc:sldLayoutChg chg="setBg">
          <pc:chgData name="Arun Sunar" userId="3fa9774ca67c7ab5" providerId="LiveId" clId="{0C30FE6B-C2D9-4FAD-B864-27C2EF44831C}" dt="2024-05-10T05:07:14.018" v="20"/>
          <pc:sldLayoutMkLst>
            <pc:docMk/>
            <pc:sldMasterMk cId="2287398701" sldId="2147483648"/>
            <pc:sldLayoutMk cId="659922283" sldId="2147483652"/>
          </pc:sldLayoutMkLst>
        </pc:sldLayoutChg>
        <pc:sldLayoutChg chg="setBg">
          <pc:chgData name="Arun Sunar" userId="3fa9774ca67c7ab5" providerId="LiveId" clId="{0C30FE6B-C2D9-4FAD-B864-27C2EF44831C}" dt="2024-05-10T05:07:14.018" v="20"/>
          <pc:sldLayoutMkLst>
            <pc:docMk/>
            <pc:sldMasterMk cId="2287398701" sldId="2147483648"/>
            <pc:sldLayoutMk cId="90128849" sldId="2147483653"/>
          </pc:sldLayoutMkLst>
        </pc:sldLayoutChg>
        <pc:sldLayoutChg chg="setBg">
          <pc:chgData name="Arun Sunar" userId="3fa9774ca67c7ab5" providerId="LiveId" clId="{0C30FE6B-C2D9-4FAD-B864-27C2EF44831C}" dt="2024-05-10T05:07:14.018" v="20"/>
          <pc:sldLayoutMkLst>
            <pc:docMk/>
            <pc:sldMasterMk cId="2287398701" sldId="2147483648"/>
            <pc:sldLayoutMk cId="819317454" sldId="2147483654"/>
          </pc:sldLayoutMkLst>
        </pc:sldLayoutChg>
        <pc:sldLayoutChg chg="setBg">
          <pc:chgData name="Arun Sunar" userId="3fa9774ca67c7ab5" providerId="LiveId" clId="{0C30FE6B-C2D9-4FAD-B864-27C2EF44831C}" dt="2024-05-10T05:07:14.018" v="20"/>
          <pc:sldLayoutMkLst>
            <pc:docMk/>
            <pc:sldMasterMk cId="2287398701" sldId="2147483648"/>
            <pc:sldLayoutMk cId="140455590" sldId="2147483655"/>
          </pc:sldLayoutMkLst>
        </pc:sldLayoutChg>
        <pc:sldLayoutChg chg="setBg">
          <pc:chgData name="Arun Sunar" userId="3fa9774ca67c7ab5" providerId="LiveId" clId="{0C30FE6B-C2D9-4FAD-B864-27C2EF44831C}" dt="2024-05-10T05:07:14.018" v="20"/>
          <pc:sldLayoutMkLst>
            <pc:docMk/>
            <pc:sldMasterMk cId="2287398701" sldId="2147483648"/>
            <pc:sldLayoutMk cId="286799944" sldId="2147483656"/>
          </pc:sldLayoutMkLst>
        </pc:sldLayoutChg>
        <pc:sldLayoutChg chg="setBg">
          <pc:chgData name="Arun Sunar" userId="3fa9774ca67c7ab5" providerId="LiveId" clId="{0C30FE6B-C2D9-4FAD-B864-27C2EF44831C}" dt="2024-05-10T05:07:14.018" v="20"/>
          <pc:sldLayoutMkLst>
            <pc:docMk/>
            <pc:sldMasterMk cId="2287398701" sldId="2147483648"/>
            <pc:sldLayoutMk cId="2646026208" sldId="2147483657"/>
          </pc:sldLayoutMkLst>
        </pc:sldLayoutChg>
        <pc:sldLayoutChg chg="setBg">
          <pc:chgData name="Arun Sunar" userId="3fa9774ca67c7ab5" providerId="LiveId" clId="{0C30FE6B-C2D9-4FAD-B864-27C2EF44831C}" dt="2024-05-10T05:07:14.018" v="20"/>
          <pc:sldLayoutMkLst>
            <pc:docMk/>
            <pc:sldMasterMk cId="2287398701" sldId="2147483648"/>
            <pc:sldLayoutMk cId="916220330" sldId="2147483658"/>
          </pc:sldLayoutMkLst>
        </pc:sldLayoutChg>
        <pc:sldLayoutChg chg="setBg">
          <pc:chgData name="Arun Sunar" userId="3fa9774ca67c7ab5" providerId="LiveId" clId="{0C30FE6B-C2D9-4FAD-B864-27C2EF44831C}" dt="2024-05-10T05:07:14.018" v="20"/>
          <pc:sldLayoutMkLst>
            <pc:docMk/>
            <pc:sldMasterMk cId="2287398701" sldId="2147483648"/>
            <pc:sldLayoutMk cId="2327182532" sldId="2147483659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D9DAB4-D27B-CC93-514B-7984043205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8ABB39-32C3-B171-76F8-09E2455225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0CF00C-F8C4-A6D2-C015-43FFF35BEE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68723B-5315-4912-B41E-95A7496FDDD6}" type="datetimeFigureOut">
              <a:rPr lang="en-IN" smtClean="0"/>
              <a:t>10-05-2024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F0423B-816E-5E43-2BC4-8D6D4DBD58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5C62F4-B6EB-7506-559B-9F4264CC6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BE565C-F193-4929-9A28-9BCC99F7F7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77841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A7080C-3BCF-F53B-E65A-1B92E5075A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AFD19A-C4C8-02D7-5B1F-1645DBF46D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34351E-DE9B-3D7C-5F6D-97CD1465B8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68723B-5315-4912-B41E-95A7496FDDD6}" type="datetimeFigureOut">
              <a:rPr lang="en-IN" smtClean="0"/>
              <a:t>10-05-2024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7FE7C9-777F-397A-2A47-9DF81CC9B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43A539-AB32-9DCC-AEFE-E3F7A216EF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BE565C-F193-4929-9A28-9BCC99F7F7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19449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F944A2-D87E-D9FB-D091-0725AE25B2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128AE5-F325-DD29-E643-E5965F7A0C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DCD886-2D12-39BE-FBC0-BCD4525C4F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68723B-5315-4912-B41E-95A7496FDDD6}" type="datetimeFigureOut">
              <a:rPr lang="en-IN" smtClean="0"/>
              <a:t>10-05-2024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CA9324-2F95-469D-C653-2577F5EB57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0C2ABB-5202-1989-4CF8-76E1B50018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BE565C-F193-4929-9A28-9BCC99F7F7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05669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F9BD12-6051-913F-032A-ABA05B700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B25489-D5C5-BE6A-5B9D-ABFA7C7F1B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47E736-F4C9-9DFD-62E8-E1D0EB4268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DA5089-8446-8A54-E61E-96600DE02B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68723B-5315-4912-B41E-95A7496FDDD6}" type="datetimeFigureOut">
              <a:rPr lang="en-IN" smtClean="0"/>
              <a:t>10-05-2024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868595-E012-28D2-48B5-5D82134E50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A8146A-7766-83F1-5D8B-18CC220E1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BE565C-F193-4929-9A28-9BCC99F7F7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99222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3205AD-0F81-CC0F-7831-D13DDB5E76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04BB8A-F5C8-879B-4745-C5DEA506CA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A02D14-0430-2393-CD24-6EEED8FDF3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8749004-AFDF-2CAA-74E8-F522F9C89A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45A903-0A14-DBD5-ECBD-1F2750C3CCE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BFD348A-62B4-120D-482F-57E0E56DBF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68723B-5315-4912-B41E-95A7496FDDD6}" type="datetimeFigureOut">
              <a:rPr lang="en-IN" smtClean="0"/>
              <a:t>10-05-2024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A67CB06-809F-23E6-BD7C-0542FB470D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5E58E1-2523-652C-5790-6D3CB9823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BE565C-F193-4929-9A28-9BCC99F7F7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128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14617C-A004-A230-C0A4-982EE9725F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77F1ECE-C984-E13D-EC4B-97638EE349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68723B-5315-4912-B41E-95A7496FDDD6}" type="datetimeFigureOut">
              <a:rPr lang="en-IN" smtClean="0"/>
              <a:t>10-05-2024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A0B6E8-56A1-C3AC-A9BD-AE3007B9BC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1EC16F-85E0-482C-D25D-DF33E421FC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BE565C-F193-4929-9A28-9BCC99F7F7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93174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C441E66-1F74-E12D-40F7-A825874664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68723B-5315-4912-B41E-95A7496FDDD6}" type="datetimeFigureOut">
              <a:rPr lang="en-IN" smtClean="0"/>
              <a:t>10-05-2024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4B250E1-75C5-C45C-828B-ED0FAB63D8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E81D4B-F8B4-091B-8EF8-614C2FCC99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BE565C-F193-4929-9A28-9BCC99F7F7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4555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9EAD3-A57B-FD62-2151-EE4075D335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20876F-E0F8-736E-6C1E-5F76F72662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A36933-0E9C-3A32-D7D4-B449CF45B5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98F438-7097-3C1B-30F8-FBCA537D5D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68723B-5315-4912-B41E-95A7496FDDD6}" type="datetimeFigureOut">
              <a:rPr lang="en-IN" smtClean="0"/>
              <a:t>10-05-2024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C01FB8-7D94-803A-3FDD-AA90DC12B4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E78948-31D3-FBE9-3264-E9B3EBEC01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BE565C-F193-4929-9A28-9BCC99F7F7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7999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72CB9B-B44E-2289-F6B6-031D1EEE4E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C7CA0A0-1C51-4BCD-9974-1DCCFB7EB8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A28344-24C6-0965-72D2-7D65F1313F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C8B347-3F89-7671-7A05-89382DFEA1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68723B-5315-4912-B41E-95A7496FDDD6}" type="datetimeFigureOut">
              <a:rPr lang="en-IN" smtClean="0"/>
              <a:t>10-05-2024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31B2E2-C9BD-9B5F-6E16-FB9154D114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2C1505-3921-748E-B445-E24FBEBC5F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BE565C-F193-4929-9A28-9BCC99F7F7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60262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C525E1-4ABA-C5BC-EB8A-B7B5E55BB4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4349F2-4051-7436-F30E-F61399F287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71A51F-1C97-071D-4618-995E0D0252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68723B-5315-4912-B41E-95A7496FDDD6}" type="datetimeFigureOut">
              <a:rPr lang="en-IN" smtClean="0"/>
              <a:t>10-05-2024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C2D7B7-7247-8876-9B07-407CFD0382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4330B2-DC2E-4817-4766-365885094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BE565C-F193-4929-9A28-9BCC99F7F7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6220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BFD94C7-946B-6333-7EE6-675B1513FC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300128-7EA1-3A5E-6F93-66F3D0B44B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64193A-7B47-84D7-1C08-7D20302253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68723B-5315-4912-B41E-95A7496FDDD6}" type="datetimeFigureOut">
              <a:rPr lang="en-IN" smtClean="0"/>
              <a:t>10-05-2024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0046EF-30DF-4AC7-2DFF-39BC0E0D0D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AC2251-1EEE-3F4C-A038-7342507B1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BE565C-F193-4929-9A28-9BCC99F7F7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71825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5DE6EF5-9470-0CF3-C227-AB2D5552A2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D6A7B7-B526-6A47-7C0E-7930704D0B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F95D24-0D31-492A-F8D3-F977F6BD302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68723B-5315-4912-B41E-95A7496FDDD6}" type="datetimeFigureOut">
              <a:rPr lang="en-IN" smtClean="0"/>
              <a:t>10-05-2024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AA165C-7D24-77FB-15B0-C5F2434E61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6F5061-FFCE-F45B-B908-24004ABB36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BE565C-F193-4929-9A28-9BCC99F7F7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73987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037FFEF-7DED-B214-3824-B8875B600B01}"/>
              </a:ext>
            </a:extLst>
          </p:cNvPr>
          <p:cNvSpPr/>
          <p:nvPr/>
        </p:nvSpPr>
        <p:spPr>
          <a:xfrm>
            <a:off x="5187738" y="2967335"/>
            <a:ext cx="181652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OOPS</a:t>
            </a:r>
          </a:p>
        </p:txBody>
      </p:sp>
    </p:spTree>
    <p:extLst>
      <p:ext uri="{BB962C8B-B14F-4D97-AF65-F5344CB8AC3E}">
        <p14:creationId xmlns:p14="http://schemas.microsoft.com/office/powerpoint/2010/main" val="24966160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15D19E-1362-20C8-30C1-E8B6D454F7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6310" y="353960"/>
            <a:ext cx="11454580" cy="6410633"/>
          </a:xfrm>
        </p:spPr>
        <p:txBody>
          <a:bodyPr/>
          <a:lstStyle/>
          <a:p>
            <a:pPr algn="l"/>
            <a:r>
              <a:rPr lang="en-US" b="0" i="0" dirty="0">
                <a:solidFill>
                  <a:srgbClr val="272C37"/>
                </a:solidFill>
                <a:effectLst/>
                <a:latin typeface="Roboto" panose="02000000000000000000" pitchFamily="2" charset="0"/>
              </a:rPr>
              <a:t>What is the difference between a base class and a superclass?</a:t>
            </a:r>
          </a:p>
          <a:p>
            <a:pPr algn="l"/>
            <a:r>
              <a:rPr lang="en-US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The base class is the root class- the most generalized class. At the same time, the superclass is the immediate parent class from which the other class inherits.</a:t>
            </a:r>
          </a:p>
          <a:p>
            <a:pPr algn="l"/>
            <a:r>
              <a:rPr lang="en-US" b="0" i="0" dirty="0">
                <a:solidFill>
                  <a:srgbClr val="272C37"/>
                </a:solidFill>
                <a:effectLst/>
                <a:latin typeface="Roboto" panose="02000000000000000000" pitchFamily="2" charset="0"/>
              </a:rPr>
              <a:t>How is encapsulation different from data abstraction?</a:t>
            </a:r>
          </a:p>
          <a:p>
            <a:pPr algn="l"/>
            <a:r>
              <a:rPr lang="en-US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Data abstraction refers to the ability to hide unwanted information. At the same time, encapsulation refers to hiding data as well as the method together.</a:t>
            </a:r>
          </a:p>
          <a:p>
            <a:pPr algn="l"/>
            <a:r>
              <a:rPr lang="en-US" b="0" i="0" dirty="0">
                <a:solidFill>
                  <a:srgbClr val="272C37"/>
                </a:solidFill>
                <a:effectLst/>
                <a:latin typeface="Roboto" panose="02000000000000000000" pitchFamily="2" charset="0"/>
              </a:rPr>
              <a:t>What is an abstract function?</a:t>
            </a:r>
          </a:p>
          <a:p>
            <a:pPr algn="l"/>
            <a:r>
              <a:rPr lang="en-US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An abstract function is a function declared only in the base class. It is redefined in the subclass as it does not contain any definition in the base class.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187833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15D19E-1362-20C8-30C1-E8B6D454F7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010" y="416863"/>
            <a:ext cx="11454580" cy="6410633"/>
          </a:xfrm>
        </p:spPr>
        <p:txBody>
          <a:bodyPr/>
          <a:lstStyle/>
          <a:p>
            <a:pPr algn="l"/>
            <a:r>
              <a:rPr lang="en-US" b="0" i="0" dirty="0">
                <a:solidFill>
                  <a:srgbClr val="272C37"/>
                </a:solidFill>
                <a:effectLst/>
                <a:latin typeface="Roboto" panose="02000000000000000000" pitchFamily="2" charset="0"/>
              </a:rPr>
              <a:t>What is compile time polymorphism?</a:t>
            </a:r>
          </a:p>
          <a:p>
            <a:pPr algn="l"/>
            <a:r>
              <a:rPr lang="en-US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When a polymorphic call is made, and the compiler knows which function is to be called; this is known as compile-time polymorphism. The features like function default arguments, overloading, and templates in C++ support compile-time polymorphism. </a:t>
            </a:r>
          </a:p>
          <a:p>
            <a:pPr algn="l"/>
            <a:r>
              <a:rPr lang="en-US" b="0" i="0" dirty="0">
                <a:solidFill>
                  <a:srgbClr val="272C37"/>
                </a:solidFill>
                <a:effectLst/>
                <a:latin typeface="Roboto" panose="02000000000000000000" pitchFamily="2" charset="0"/>
              </a:rPr>
              <a:t>What is the function of a super keyword?</a:t>
            </a:r>
          </a:p>
          <a:p>
            <a:pPr algn="l"/>
            <a:r>
              <a:rPr lang="en-US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The super keyword </a:t>
            </a:r>
            <a:r>
              <a:rPr lang="en-US" b="0" i="0" dirty="0" err="1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keyword</a:t>
            </a:r>
            <a:r>
              <a:rPr lang="en-US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 is used to forward a constructor’s call to a constructor in the superclass. It invokes the overridden method that allows access to these methods and the superclass’s hidden members.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649849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15D19E-1362-20C8-30C1-E8B6D454F7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6310" y="353960"/>
            <a:ext cx="11454580" cy="6410633"/>
          </a:xfrm>
        </p:spPr>
        <p:txBody>
          <a:bodyPr/>
          <a:lstStyle/>
          <a:p>
            <a:pPr algn="l"/>
            <a:r>
              <a:rPr lang="en-US" b="1" i="0" dirty="0">
                <a:solidFill>
                  <a:srgbClr val="4A4A4A"/>
                </a:solidFill>
                <a:effectLst/>
                <a:latin typeface="Open Sans" panose="020B0606030504020204" pitchFamily="34" charset="0"/>
              </a:rPr>
              <a:t>What is encapsulation?</a:t>
            </a:r>
            <a:endParaRPr lang="en-US" b="0" i="0" dirty="0">
              <a:solidFill>
                <a:srgbClr val="4A4A4A"/>
              </a:solidFill>
              <a:effectLst/>
              <a:latin typeface="Open Sans" panose="020B0606030504020204" pitchFamily="34" charset="0"/>
            </a:endParaRPr>
          </a:p>
          <a:p>
            <a:pPr algn="l"/>
            <a:r>
              <a:rPr lang="en-US" b="0" i="0" dirty="0">
                <a:solidFill>
                  <a:srgbClr val="4A4A4A"/>
                </a:solidFill>
                <a:effectLst/>
                <a:latin typeface="Open Sans" panose="020B0606030504020204" pitchFamily="34" charset="0"/>
              </a:rPr>
              <a:t>Encapsulation refers to binding the data and the code that works on that together in a single unit. For example, a class. Encapsulation also allows data-hiding as the data specified in one class is hidden from other classes.</a:t>
            </a:r>
          </a:p>
          <a:p>
            <a:r>
              <a:rPr lang="en-US" b="0" i="0" dirty="0">
                <a:solidFill>
                  <a:srgbClr val="45485F"/>
                </a:solidFill>
                <a:effectLst/>
                <a:latin typeface="Lato" panose="020F0502020204030203" pitchFamily="34" charset="0"/>
              </a:rPr>
              <a:t>The encapsulation implementation involves declaring variables as private and providing public setter and getter methods for modifying and retrieving variable values. This approach renders the fields of a class either read-only or write-only, fostering control and restricting direct access.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950765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15D19E-1362-20C8-30C1-E8B6D454F7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6310" y="353960"/>
            <a:ext cx="11454580" cy="6410633"/>
          </a:xfrm>
        </p:spPr>
        <p:txBody>
          <a:bodyPr/>
          <a:lstStyle/>
          <a:p>
            <a:pPr algn="l"/>
            <a:r>
              <a:rPr lang="en-US" b="1" i="0" dirty="0">
                <a:solidFill>
                  <a:srgbClr val="242424"/>
                </a:solidFill>
                <a:effectLst/>
                <a:latin typeface="sohne"/>
              </a:rPr>
              <a:t>Specialization</a:t>
            </a:r>
          </a:p>
          <a:p>
            <a:pPr algn="l"/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Specialization is the process of creating a new class that inherits from an existing class. The new class, also known as a subclass, inherits all of the properties and methods of the parent class, but can also add new properties and methods or override the existing ones.</a:t>
            </a:r>
          </a:p>
          <a:p>
            <a:pPr algn="l"/>
            <a:r>
              <a:rPr lang="en-US" b="1" i="0" dirty="0">
                <a:solidFill>
                  <a:srgbClr val="242424"/>
                </a:solidFill>
                <a:effectLst/>
                <a:latin typeface="sohne"/>
              </a:rPr>
              <a:t>Generalization</a:t>
            </a:r>
          </a:p>
          <a:p>
            <a:pPr algn="l"/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Generalization is the opposite of specialization. It is the process of creating a more general class that can be used as a base for other more specific classes. In other words, generalization allows us to create a superclass that has common properties and methods shared by multiple subclasses.</a:t>
            </a:r>
          </a:p>
          <a:p>
            <a:pPr algn="l"/>
            <a:endParaRPr lang="en-US" b="0" i="0" dirty="0">
              <a:solidFill>
                <a:srgbClr val="242424"/>
              </a:solidFill>
              <a:effectLst/>
              <a:highlight>
                <a:srgbClr val="FFFFFF"/>
              </a:highlight>
              <a:latin typeface="source-serif-pro"/>
            </a:endParaRPr>
          </a:p>
        </p:txBody>
      </p:sp>
    </p:spTree>
    <p:extLst>
      <p:ext uri="{BB962C8B-B14F-4D97-AF65-F5344CB8AC3E}">
        <p14:creationId xmlns:p14="http://schemas.microsoft.com/office/powerpoint/2010/main" val="1759392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</TotalTime>
  <Words>404</Words>
  <Application>Microsoft Office PowerPoint</Application>
  <PresentationFormat>Widescreen</PresentationFormat>
  <Paragraphs>18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4" baseType="lpstr">
      <vt:lpstr>Arial</vt:lpstr>
      <vt:lpstr>Calibri</vt:lpstr>
      <vt:lpstr>Calibri Light</vt:lpstr>
      <vt:lpstr>Lato</vt:lpstr>
      <vt:lpstr>Open Sans</vt:lpstr>
      <vt:lpstr>Roboto</vt:lpstr>
      <vt:lpstr>sohne</vt:lpstr>
      <vt:lpstr>source-serif-pro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Arun Sunar</dc:creator>
  <cp:lastModifiedBy>Arun Sunar</cp:lastModifiedBy>
  <cp:revision>1</cp:revision>
  <dcterms:created xsi:type="dcterms:W3CDTF">2024-05-10T02:33:04Z</dcterms:created>
  <dcterms:modified xsi:type="dcterms:W3CDTF">2024-05-10T05:08:10Z</dcterms:modified>
</cp:coreProperties>
</file>