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37B3AC-94C6-439D-98CF-F9332E2F3414}" v="18" dt="2024-05-15T02:59:23.3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54" y="6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3137B3AC-94C6-439D-98CF-F9332E2F3414}"/>
    <pc:docChg chg="undo redo custSel addSld delSld modSld modMainMaster">
      <pc:chgData name="Arun Sunar" userId="3fa9774ca67c7ab5" providerId="LiveId" clId="{3137B3AC-94C6-439D-98CF-F9332E2F3414}" dt="2024-05-15T02:59:23.343" v="219"/>
      <pc:docMkLst>
        <pc:docMk/>
      </pc:docMkLst>
      <pc:sldChg chg="setBg">
        <pc:chgData name="Arun Sunar" userId="3fa9774ca67c7ab5" providerId="LiveId" clId="{3137B3AC-94C6-439D-98CF-F9332E2F3414}" dt="2024-05-15T02:59:23.343" v="219"/>
        <pc:sldMkLst>
          <pc:docMk/>
          <pc:sldMk cId="1298665097" sldId="256"/>
        </pc:sldMkLst>
      </pc:sldChg>
      <pc:sldChg chg="new del">
        <pc:chgData name="Arun Sunar" userId="3fa9774ca67c7ab5" providerId="LiveId" clId="{3137B3AC-94C6-439D-98CF-F9332E2F3414}" dt="2024-05-10T03:30:17.526" v="1" actId="680"/>
        <pc:sldMkLst>
          <pc:docMk/>
          <pc:sldMk cId="2915738838" sldId="258"/>
        </pc:sldMkLst>
      </pc:sldChg>
      <pc:sldChg chg="modSp add del mod">
        <pc:chgData name="Arun Sunar" userId="3fa9774ca67c7ab5" providerId="LiveId" clId="{3137B3AC-94C6-439D-98CF-F9332E2F3414}" dt="2024-05-10T03:32:46.779" v="35" actId="2696"/>
        <pc:sldMkLst>
          <pc:docMk/>
          <pc:sldMk cId="3924443009" sldId="258"/>
        </pc:sldMkLst>
        <pc:spChg chg="mod">
          <ac:chgData name="Arun Sunar" userId="3fa9774ca67c7ab5" providerId="LiveId" clId="{3137B3AC-94C6-439D-98CF-F9332E2F3414}" dt="2024-05-10T03:32:41.741" v="34" actId="20577"/>
          <ac:spMkLst>
            <pc:docMk/>
            <pc:sldMk cId="3924443009" sldId="258"/>
            <ac:spMk id="3" creationId="{52B18504-A597-63BC-CD97-03E56C08A063}"/>
          </ac:spMkLst>
        </pc:spChg>
      </pc:sldChg>
      <pc:sldChg chg="delSp modSp new mod">
        <pc:chgData name="Arun Sunar" userId="3fa9774ca67c7ab5" providerId="LiveId" clId="{3137B3AC-94C6-439D-98CF-F9332E2F3414}" dt="2024-05-10T03:34:47.628" v="68" actId="20577"/>
        <pc:sldMkLst>
          <pc:docMk/>
          <pc:sldMk cId="4159501187" sldId="258"/>
        </pc:sldMkLst>
        <pc:spChg chg="del">
          <ac:chgData name="Arun Sunar" userId="3fa9774ca67c7ab5" providerId="LiveId" clId="{3137B3AC-94C6-439D-98CF-F9332E2F3414}" dt="2024-05-10T03:32:56.193" v="37" actId="478"/>
          <ac:spMkLst>
            <pc:docMk/>
            <pc:sldMk cId="4159501187" sldId="258"/>
            <ac:spMk id="2" creationId="{8B2599BA-7E8A-BC0C-7C09-9A9604C77E9A}"/>
          </ac:spMkLst>
        </pc:spChg>
        <pc:spChg chg="mod">
          <ac:chgData name="Arun Sunar" userId="3fa9774ca67c7ab5" providerId="LiveId" clId="{3137B3AC-94C6-439D-98CF-F9332E2F3414}" dt="2024-05-10T03:34:47.628" v="68" actId="20577"/>
          <ac:spMkLst>
            <pc:docMk/>
            <pc:sldMk cId="4159501187" sldId="258"/>
            <ac:spMk id="3" creationId="{8176423A-4147-E16D-C581-C29706BEAB65}"/>
          </ac:spMkLst>
        </pc:spChg>
      </pc:sldChg>
      <pc:sldChg chg="addSp modSp new mod">
        <pc:chgData name="Arun Sunar" userId="3fa9774ca67c7ab5" providerId="LiveId" clId="{3137B3AC-94C6-439D-98CF-F9332E2F3414}" dt="2024-05-10T04:23:30.347" v="99" actId="1076"/>
        <pc:sldMkLst>
          <pc:docMk/>
          <pc:sldMk cId="70625520" sldId="259"/>
        </pc:sldMkLst>
        <pc:spChg chg="mod">
          <ac:chgData name="Arun Sunar" userId="3fa9774ca67c7ab5" providerId="LiveId" clId="{3137B3AC-94C6-439D-98CF-F9332E2F3414}" dt="2024-05-10T04:21:51.999" v="76" actId="255"/>
          <ac:spMkLst>
            <pc:docMk/>
            <pc:sldMk cId="70625520" sldId="259"/>
            <ac:spMk id="2" creationId="{F8633040-BCF3-9308-5485-2E6395EEFF27}"/>
          </ac:spMkLst>
        </pc:spChg>
        <pc:spChg chg="mod">
          <ac:chgData name="Arun Sunar" userId="3fa9774ca67c7ab5" providerId="LiveId" clId="{3137B3AC-94C6-439D-98CF-F9332E2F3414}" dt="2024-05-10T04:23:27.602" v="98" actId="108"/>
          <ac:spMkLst>
            <pc:docMk/>
            <pc:sldMk cId="70625520" sldId="259"/>
            <ac:spMk id="3" creationId="{0DC92136-1E09-E425-7675-DE4869DB7462}"/>
          </ac:spMkLst>
        </pc:spChg>
        <pc:picChg chg="add mod">
          <ac:chgData name="Arun Sunar" userId="3fa9774ca67c7ab5" providerId="LiveId" clId="{3137B3AC-94C6-439D-98CF-F9332E2F3414}" dt="2024-05-10T04:23:30.347" v="99" actId="1076"/>
          <ac:picMkLst>
            <pc:docMk/>
            <pc:sldMk cId="70625520" sldId="259"/>
            <ac:picMk id="4" creationId="{AD2E7B6F-572C-45B2-6671-45E45CD47E61}"/>
          </ac:picMkLst>
        </pc:picChg>
        <pc:picChg chg="add">
          <ac:chgData name="Arun Sunar" userId="3fa9774ca67c7ab5" providerId="LiveId" clId="{3137B3AC-94C6-439D-98CF-F9332E2F3414}" dt="2024-05-10T04:22:28.082" v="84"/>
          <ac:picMkLst>
            <pc:docMk/>
            <pc:sldMk cId="70625520" sldId="259"/>
            <ac:picMk id="1026" creationId="{CFA47263-8FB2-3404-9158-B3AD4CCF0A99}"/>
          </ac:picMkLst>
        </pc:picChg>
      </pc:sldChg>
      <pc:sldChg chg="addSp delSp modSp add mod">
        <pc:chgData name="Arun Sunar" userId="3fa9774ca67c7ab5" providerId="LiveId" clId="{3137B3AC-94C6-439D-98CF-F9332E2F3414}" dt="2024-05-10T04:26:49.370" v="126" actId="14100"/>
        <pc:sldMkLst>
          <pc:docMk/>
          <pc:sldMk cId="3188546035" sldId="260"/>
        </pc:sldMkLst>
        <pc:spChg chg="mod">
          <ac:chgData name="Arun Sunar" userId="3fa9774ca67c7ab5" providerId="LiveId" clId="{3137B3AC-94C6-439D-98CF-F9332E2F3414}" dt="2024-05-10T04:24:45.671" v="103"/>
          <ac:spMkLst>
            <pc:docMk/>
            <pc:sldMk cId="3188546035" sldId="260"/>
            <ac:spMk id="2" creationId="{F8633040-BCF3-9308-5485-2E6395EEFF27}"/>
          </ac:spMkLst>
        </pc:spChg>
        <pc:spChg chg="mod">
          <ac:chgData name="Arun Sunar" userId="3fa9774ca67c7ab5" providerId="LiveId" clId="{3137B3AC-94C6-439D-98CF-F9332E2F3414}" dt="2024-05-10T04:26:05.698" v="116"/>
          <ac:spMkLst>
            <pc:docMk/>
            <pc:sldMk cId="3188546035" sldId="260"/>
            <ac:spMk id="3" creationId="{0DC92136-1E09-E425-7675-DE4869DB7462}"/>
          </ac:spMkLst>
        </pc:spChg>
        <pc:picChg chg="del mod">
          <ac:chgData name="Arun Sunar" userId="3fa9774ca67c7ab5" providerId="LiveId" clId="{3137B3AC-94C6-439D-98CF-F9332E2F3414}" dt="2024-05-10T04:25:25.804" v="108" actId="478"/>
          <ac:picMkLst>
            <pc:docMk/>
            <pc:sldMk cId="3188546035" sldId="260"/>
            <ac:picMk id="4" creationId="{AD2E7B6F-572C-45B2-6671-45E45CD47E61}"/>
          </ac:picMkLst>
        </pc:picChg>
        <pc:picChg chg="add mod">
          <ac:chgData name="Arun Sunar" userId="3fa9774ca67c7ab5" providerId="LiveId" clId="{3137B3AC-94C6-439D-98CF-F9332E2F3414}" dt="2024-05-10T04:26:49.370" v="126" actId="14100"/>
          <ac:picMkLst>
            <pc:docMk/>
            <pc:sldMk cId="3188546035" sldId="260"/>
            <ac:picMk id="5" creationId="{4C33407A-4D43-0F97-5E05-5389A6E0A2DF}"/>
          </ac:picMkLst>
        </pc:picChg>
        <pc:picChg chg="add">
          <ac:chgData name="Arun Sunar" userId="3fa9774ca67c7ab5" providerId="LiveId" clId="{3137B3AC-94C6-439D-98CF-F9332E2F3414}" dt="2024-05-10T04:26:16.302" v="117"/>
          <ac:picMkLst>
            <pc:docMk/>
            <pc:sldMk cId="3188546035" sldId="260"/>
            <ac:picMk id="2050" creationId="{9925754A-B0DA-2652-4270-9DAEF591CABD}"/>
          </ac:picMkLst>
        </pc:picChg>
      </pc:sldChg>
      <pc:sldChg chg="addSp delSp modSp add mod">
        <pc:chgData name="Arun Sunar" userId="3fa9774ca67c7ab5" providerId="LiveId" clId="{3137B3AC-94C6-439D-98CF-F9332E2F3414}" dt="2024-05-10T04:30:48.553" v="155"/>
        <pc:sldMkLst>
          <pc:docMk/>
          <pc:sldMk cId="609361498" sldId="261"/>
        </pc:sldMkLst>
        <pc:spChg chg="mod">
          <ac:chgData name="Arun Sunar" userId="3fa9774ca67c7ab5" providerId="LiveId" clId="{3137B3AC-94C6-439D-98CF-F9332E2F3414}" dt="2024-05-10T04:28:09.592" v="130"/>
          <ac:spMkLst>
            <pc:docMk/>
            <pc:sldMk cId="609361498" sldId="261"/>
            <ac:spMk id="2" creationId="{F8633040-BCF3-9308-5485-2E6395EEFF27}"/>
          </ac:spMkLst>
        </pc:spChg>
        <pc:spChg chg="mod">
          <ac:chgData name="Arun Sunar" userId="3fa9774ca67c7ab5" providerId="LiveId" clId="{3137B3AC-94C6-439D-98CF-F9332E2F3414}" dt="2024-05-10T04:30:48.553" v="155"/>
          <ac:spMkLst>
            <pc:docMk/>
            <pc:sldMk cId="609361498" sldId="261"/>
            <ac:spMk id="3" creationId="{0DC92136-1E09-E425-7675-DE4869DB7462}"/>
          </ac:spMkLst>
        </pc:spChg>
        <pc:picChg chg="add mod">
          <ac:chgData name="Arun Sunar" userId="3fa9774ca67c7ab5" providerId="LiveId" clId="{3137B3AC-94C6-439D-98CF-F9332E2F3414}" dt="2024-05-10T04:30:07.856" v="151" actId="1076"/>
          <ac:picMkLst>
            <pc:docMk/>
            <pc:sldMk cId="609361498" sldId="261"/>
            <ac:picMk id="4" creationId="{E8FA4883-EEC7-82CC-942B-14367A22968A}"/>
          </ac:picMkLst>
        </pc:picChg>
        <pc:picChg chg="del">
          <ac:chgData name="Arun Sunar" userId="3fa9774ca67c7ab5" providerId="LiveId" clId="{3137B3AC-94C6-439D-98CF-F9332E2F3414}" dt="2024-05-10T04:29:46.824" v="144" actId="478"/>
          <ac:picMkLst>
            <pc:docMk/>
            <pc:sldMk cId="609361498" sldId="261"/>
            <ac:picMk id="5" creationId="{4C33407A-4D43-0F97-5E05-5389A6E0A2DF}"/>
          </ac:picMkLst>
        </pc:picChg>
        <pc:picChg chg="add">
          <ac:chgData name="Arun Sunar" userId="3fa9774ca67c7ab5" providerId="LiveId" clId="{3137B3AC-94C6-439D-98CF-F9332E2F3414}" dt="2024-05-10T04:29:49.756" v="145"/>
          <ac:picMkLst>
            <pc:docMk/>
            <pc:sldMk cId="609361498" sldId="261"/>
            <ac:picMk id="3074" creationId="{5A4137DE-00C0-2923-C39B-509E1CED831D}"/>
          </ac:picMkLst>
        </pc:picChg>
      </pc:sldChg>
      <pc:sldChg chg="delSp modSp add mod">
        <pc:chgData name="Arun Sunar" userId="3fa9774ca67c7ab5" providerId="LiveId" clId="{3137B3AC-94C6-439D-98CF-F9332E2F3414}" dt="2024-05-10T04:29:22.283" v="143"/>
        <pc:sldMkLst>
          <pc:docMk/>
          <pc:sldMk cId="2703341599" sldId="262"/>
        </pc:sldMkLst>
        <pc:spChg chg="mod">
          <ac:chgData name="Arun Sunar" userId="3fa9774ca67c7ab5" providerId="LiveId" clId="{3137B3AC-94C6-439D-98CF-F9332E2F3414}" dt="2024-05-10T04:29:22.283" v="143"/>
          <ac:spMkLst>
            <pc:docMk/>
            <pc:sldMk cId="2703341599" sldId="262"/>
            <ac:spMk id="2" creationId="{F8633040-BCF3-9308-5485-2E6395EEFF27}"/>
          </ac:spMkLst>
        </pc:spChg>
        <pc:spChg chg="mod">
          <ac:chgData name="Arun Sunar" userId="3fa9774ca67c7ab5" providerId="LiveId" clId="{3137B3AC-94C6-439D-98CF-F9332E2F3414}" dt="2024-05-10T04:29:12.267" v="140"/>
          <ac:spMkLst>
            <pc:docMk/>
            <pc:sldMk cId="2703341599" sldId="262"/>
            <ac:spMk id="3" creationId="{0DC92136-1E09-E425-7675-DE4869DB7462}"/>
          </ac:spMkLst>
        </pc:spChg>
        <pc:picChg chg="del">
          <ac:chgData name="Arun Sunar" userId="3fa9774ca67c7ab5" providerId="LiveId" clId="{3137B3AC-94C6-439D-98CF-F9332E2F3414}" dt="2024-05-10T04:29:06.325" v="135" actId="478"/>
          <ac:picMkLst>
            <pc:docMk/>
            <pc:sldMk cId="2703341599" sldId="262"/>
            <ac:picMk id="5" creationId="{4C33407A-4D43-0F97-5E05-5389A6E0A2DF}"/>
          </ac:picMkLst>
        </pc:picChg>
      </pc:sldChg>
      <pc:sldChg chg="addSp delSp modSp add mod">
        <pc:chgData name="Arun Sunar" userId="3fa9774ca67c7ab5" providerId="LiveId" clId="{3137B3AC-94C6-439D-98CF-F9332E2F3414}" dt="2024-05-10T04:49:32.661" v="177" actId="1076"/>
        <pc:sldMkLst>
          <pc:docMk/>
          <pc:sldMk cId="1612718052" sldId="263"/>
        </pc:sldMkLst>
        <pc:spChg chg="mod">
          <ac:chgData name="Arun Sunar" userId="3fa9774ca67c7ab5" providerId="LiveId" clId="{3137B3AC-94C6-439D-98CF-F9332E2F3414}" dt="2024-05-10T04:46:51.310" v="160"/>
          <ac:spMkLst>
            <pc:docMk/>
            <pc:sldMk cId="1612718052" sldId="263"/>
            <ac:spMk id="2" creationId="{F8633040-BCF3-9308-5485-2E6395EEFF27}"/>
          </ac:spMkLst>
        </pc:spChg>
        <pc:spChg chg="mod">
          <ac:chgData name="Arun Sunar" userId="3fa9774ca67c7ab5" providerId="LiveId" clId="{3137B3AC-94C6-439D-98CF-F9332E2F3414}" dt="2024-05-10T04:48:55.588" v="167"/>
          <ac:spMkLst>
            <pc:docMk/>
            <pc:sldMk cId="1612718052" sldId="263"/>
            <ac:spMk id="3" creationId="{0DC92136-1E09-E425-7675-DE4869DB7462}"/>
          </ac:spMkLst>
        </pc:spChg>
        <pc:picChg chg="del">
          <ac:chgData name="Arun Sunar" userId="3fa9774ca67c7ab5" providerId="LiveId" clId="{3137B3AC-94C6-439D-98CF-F9332E2F3414}" dt="2024-05-10T04:46:58.091" v="162" actId="478"/>
          <ac:picMkLst>
            <pc:docMk/>
            <pc:sldMk cId="1612718052" sldId="263"/>
            <ac:picMk id="4" creationId="{E8FA4883-EEC7-82CC-942B-14367A22968A}"/>
          </ac:picMkLst>
        </pc:picChg>
        <pc:picChg chg="add mod">
          <ac:chgData name="Arun Sunar" userId="3fa9774ca67c7ab5" providerId="LiveId" clId="{3137B3AC-94C6-439D-98CF-F9332E2F3414}" dt="2024-05-10T04:49:32.661" v="177" actId="1076"/>
          <ac:picMkLst>
            <pc:docMk/>
            <pc:sldMk cId="1612718052" sldId="263"/>
            <ac:picMk id="5" creationId="{642DADC9-655B-66A5-9276-257377647146}"/>
          </ac:picMkLst>
        </pc:picChg>
        <pc:picChg chg="add">
          <ac:chgData name="Arun Sunar" userId="3fa9774ca67c7ab5" providerId="LiveId" clId="{3137B3AC-94C6-439D-98CF-F9332E2F3414}" dt="2024-05-10T04:49:18.498" v="169"/>
          <ac:picMkLst>
            <pc:docMk/>
            <pc:sldMk cId="1612718052" sldId="263"/>
            <ac:picMk id="4098" creationId="{69C37238-D03C-FD12-46AD-1A879CD798EF}"/>
          </ac:picMkLst>
        </pc:picChg>
      </pc:sldChg>
      <pc:sldChg chg="modSp add mod">
        <pc:chgData name="Arun Sunar" userId="3fa9774ca67c7ab5" providerId="LiveId" clId="{3137B3AC-94C6-439D-98CF-F9332E2F3414}" dt="2024-05-10T04:51:31.078" v="190" actId="27636"/>
        <pc:sldMkLst>
          <pc:docMk/>
          <pc:sldMk cId="2749755601" sldId="264"/>
        </pc:sldMkLst>
        <pc:spChg chg="mod">
          <ac:chgData name="Arun Sunar" userId="3fa9774ca67c7ab5" providerId="LiveId" clId="{3137B3AC-94C6-439D-98CF-F9332E2F3414}" dt="2024-05-10T04:51:31.078" v="190" actId="27636"/>
          <ac:spMkLst>
            <pc:docMk/>
            <pc:sldMk cId="2749755601" sldId="264"/>
            <ac:spMk id="3" creationId="{0DC92136-1E09-E425-7675-DE4869DB7462}"/>
          </ac:spMkLst>
        </pc:spChg>
      </pc:sldChg>
      <pc:sldChg chg="modSp add mod">
        <pc:chgData name="Arun Sunar" userId="3fa9774ca67c7ab5" providerId="LiveId" clId="{3137B3AC-94C6-439D-98CF-F9332E2F3414}" dt="2024-05-10T04:52:53.993" v="194"/>
        <pc:sldMkLst>
          <pc:docMk/>
          <pc:sldMk cId="2380124446" sldId="265"/>
        </pc:sldMkLst>
        <pc:spChg chg="mod">
          <ac:chgData name="Arun Sunar" userId="3fa9774ca67c7ab5" providerId="LiveId" clId="{3137B3AC-94C6-439D-98CF-F9332E2F3414}" dt="2024-05-10T04:52:53.993" v="194"/>
          <ac:spMkLst>
            <pc:docMk/>
            <pc:sldMk cId="2380124446" sldId="265"/>
            <ac:spMk id="3" creationId="{0DC92136-1E09-E425-7675-DE4869DB7462}"/>
          </ac:spMkLst>
        </pc:spChg>
      </pc:sldChg>
      <pc:sldChg chg="modSp add mod">
        <pc:chgData name="Arun Sunar" userId="3fa9774ca67c7ab5" providerId="LiveId" clId="{3137B3AC-94C6-439D-98CF-F9332E2F3414}" dt="2024-05-10T04:53:21.748" v="196"/>
        <pc:sldMkLst>
          <pc:docMk/>
          <pc:sldMk cId="257820287" sldId="266"/>
        </pc:sldMkLst>
        <pc:spChg chg="mod">
          <ac:chgData name="Arun Sunar" userId="3fa9774ca67c7ab5" providerId="LiveId" clId="{3137B3AC-94C6-439D-98CF-F9332E2F3414}" dt="2024-05-10T04:53:21.748" v="196"/>
          <ac:spMkLst>
            <pc:docMk/>
            <pc:sldMk cId="257820287" sldId="266"/>
            <ac:spMk id="3" creationId="{0DC92136-1E09-E425-7675-DE4869DB7462}"/>
          </ac:spMkLst>
        </pc:spChg>
      </pc:sldChg>
      <pc:sldChg chg="modSp add mod">
        <pc:chgData name="Arun Sunar" userId="3fa9774ca67c7ab5" providerId="LiveId" clId="{3137B3AC-94C6-439D-98CF-F9332E2F3414}" dt="2024-05-10T04:59:23.291" v="210"/>
        <pc:sldMkLst>
          <pc:docMk/>
          <pc:sldMk cId="3517338152" sldId="267"/>
        </pc:sldMkLst>
        <pc:spChg chg="mod">
          <ac:chgData name="Arun Sunar" userId="3fa9774ca67c7ab5" providerId="LiveId" clId="{3137B3AC-94C6-439D-98CF-F9332E2F3414}" dt="2024-05-10T04:57:32.280" v="200"/>
          <ac:spMkLst>
            <pc:docMk/>
            <pc:sldMk cId="3517338152" sldId="267"/>
            <ac:spMk id="2" creationId="{F8633040-BCF3-9308-5485-2E6395EEFF27}"/>
          </ac:spMkLst>
        </pc:spChg>
        <pc:spChg chg="mod">
          <ac:chgData name="Arun Sunar" userId="3fa9774ca67c7ab5" providerId="LiveId" clId="{3137B3AC-94C6-439D-98CF-F9332E2F3414}" dt="2024-05-10T04:59:23.291" v="210"/>
          <ac:spMkLst>
            <pc:docMk/>
            <pc:sldMk cId="3517338152" sldId="267"/>
            <ac:spMk id="3" creationId="{0DC92136-1E09-E425-7675-DE4869DB7462}"/>
          </ac:spMkLst>
        </pc:spChg>
      </pc:sldChg>
      <pc:sldChg chg="modSp add mod">
        <pc:chgData name="Arun Sunar" userId="3fa9774ca67c7ab5" providerId="LiveId" clId="{3137B3AC-94C6-439D-98CF-F9332E2F3414}" dt="2024-05-10T05:01:57.761" v="213"/>
        <pc:sldMkLst>
          <pc:docMk/>
          <pc:sldMk cId="368175950" sldId="268"/>
        </pc:sldMkLst>
        <pc:spChg chg="mod">
          <ac:chgData name="Arun Sunar" userId="3fa9774ca67c7ab5" providerId="LiveId" clId="{3137B3AC-94C6-439D-98CF-F9332E2F3414}" dt="2024-05-10T05:01:44.543" v="212"/>
          <ac:spMkLst>
            <pc:docMk/>
            <pc:sldMk cId="368175950" sldId="268"/>
            <ac:spMk id="2" creationId="{F8633040-BCF3-9308-5485-2E6395EEFF27}"/>
          </ac:spMkLst>
        </pc:spChg>
        <pc:spChg chg="mod">
          <ac:chgData name="Arun Sunar" userId="3fa9774ca67c7ab5" providerId="LiveId" clId="{3137B3AC-94C6-439D-98CF-F9332E2F3414}" dt="2024-05-10T05:01:57.761" v="213"/>
          <ac:spMkLst>
            <pc:docMk/>
            <pc:sldMk cId="368175950" sldId="268"/>
            <ac:spMk id="3" creationId="{0DC92136-1E09-E425-7675-DE4869DB7462}"/>
          </ac:spMkLst>
        </pc:spChg>
      </pc:sldChg>
      <pc:sldChg chg="modSp add mod">
        <pc:chgData name="Arun Sunar" userId="3fa9774ca67c7ab5" providerId="LiveId" clId="{3137B3AC-94C6-439D-98CF-F9332E2F3414}" dt="2024-05-10T05:04:32.959" v="217"/>
        <pc:sldMkLst>
          <pc:docMk/>
          <pc:sldMk cId="2883847623" sldId="269"/>
        </pc:sldMkLst>
        <pc:spChg chg="mod">
          <ac:chgData name="Arun Sunar" userId="3fa9774ca67c7ab5" providerId="LiveId" clId="{3137B3AC-94C6-439D-98CF-F9332E2F3414}" dt="2024-05-10T05:03:51.619" v="215"/>
          <ac:spMkLst>
            <pc:docMk/>
            <pc:sldMk cId="2883847623" sldId="269"/>
            <ac:spMk id="2" creationId="{F8633040-BCF3-9308-5485-2E6395EEFF27}"/>
          </ac:spMkLst>
        </pc:spChg>
        <pc:spChg chg="mod">
          <ac:chgData name="Arun Sunar" userId="3fa9774ca67c7ab5" providerId="LiveId" clId="{3137B3AC-94C6-439D-98CF-F9332E2F3414}" dt="2024-05-10T05:04:32.959" v="217"/>
          <ac:spMkLst>
            <pc:docMk/>
            <pc:sldMk cId="2883847623" sldId="269"/>
            <ac:spMk id="3" creationId="{0DC92136-1E09-E425-7675-DE4869DB7462}"/>
          </ac:spMkLst>
        </pc:spChg>
      </pc:sldChg>
      <pc:sldMasterChg chg="setBg modSldLayout">
        <pc:chgData name="Arun Sunar" userId="3fa9774ca67c7ab5" providerId="LiveId" clId="{3137B3AC-94C6-439D-98CF-F9332E2F3414}" dt="2024-05-15T02:59:23.343" v="219"/>
        <pc:sldMasterMkLst>
          <pc:docMk/>
          <pc:sldMasterMk cId="3715341479" sldId="2147483648"/>
        </pc:sldMasterMkLst>
        <pc:sldLayoutChg chg="setBg">
          <pc:chgData name="Arun Sunar" userId="3fa9774ca67c7ab5" providerId="LiveId" clId="{3137B3AC-94C6-439D-98CF-F9332E2F3414}" dt="2024-05-15T02:59:23.343" v="219"/>
          <pc:sldLayoutMkLst>
            <pc:docMk/>
            <pc:sldMasterMk cId="3715341479" sldId="2147483648"/>
            <pc:sldLayoutMk cId="719248601" sldId="2147483649"/>
          </pc:sldLayoutMkLst>
        </pc:sldLayoutChg>
        <pc:sldLayoutChg chg="setBg">
          <pc:chgData name="Arun Sunar" userId="3fa9774ca67c7ab5" providerId="LiveId" clId="{3137B3AC-94C6-439D-98CF-F9332E2F3414}" dt="2024-05-15T02:59:23.343" v="219"/>
          <pc:sldLayoutMkLst>
            <pc:docMk/>
            <pc:sldMasterMk cId="3715341479" sldId="2147483648"/>
            <pc:sldLayoutMk cId="3668052662" sldId="2147483650"/>
          </pc:sldLayoutMkLst>
        </pc:sldLayoutChg>
        <pc:sldLayoutChg chg="setBg">
          <pc:chgData name="Arun Sunar" userId="3fa9774ca67c7ab5" providerId="LiveId" clId="{3137B3AC-94C6-439D-98CF-F9332E2F3414}" dt="2024-05-15T02:59:23.343" v="219"/>
          <pc:sldLayoutMkLst>
            <pc:docMk/>
            <pc:sldMasterMk cId="3715341479" sldId="2147483648"/>
            <pc:sldLayoutMk cId="3553444996" sldId="2147483651"/>
          </pc:sldLayoutMkLst>
        </pc:sldLayoutChg>
        <pc:sldLayoutChg chg="setBg">
          <pc:chgData name="Arun Sunar" userId="3fa9774ca67c7ab5" providerId="LiveId" clId="{3137B3AC-94C6-439D-98CF-F9332E2F3414}" dt="2024-05-15T02:59:23.343" v="219"/>
          <pc:sldLayoutMkLst>
            <pc:docMk/>
            <pc:sldMasterMk cId="3715341479" sldId="2147483648"/>
            <pc:sldLayoutMk cId="2047836418" sldId="2147483652"/>
          </pc:sldLayoutMkLst>
        </pc:sldLayoutChg>
        <pc:sldLayoutChg chg="setBg">
          <pc:chgData name="Arun Sunar" userId="3fa9774ca67c7ab5" providerId="LiveId" clId="{3137B3AC-94C6-439D-98CF-F9332E2F3414}" dt="2024-05-15T02:59:23.343" v="219"/>
          <pc:sldLayoutMkLst>
            <pc:docMk/>
            <pc:sldMasterMk cId="3715341479" sldId="2147483648"/>
            <pc:sldLayoutMk cId="4147749575" sldId="2147483653"/>
          </pc:sldLayoutMkLst>
        </pc:sldLayoutChg>
        <pc:sldLayoutChg chg="setBg">
          <pc:chgData name="Arun Sunar" userId="3fa9774ca67c7ab5" providerId="LiveId" clId="{3137B3AC-94C6-439D-98CF-F9332E2F3414}" dt="2024-05-15T02:59:23.343" v="219"/>
          <pc:sldLayoutMkLst>
            <pc:docMk/>
            <pc:sldMasterMk cId="3715341479" sldId="2147483648"/>
            <pc:sldLayoutMk cId="2232753769" sldId="2147483654"/>
          </pc:sldLayoutMkLst>
        </pc:sldLayoutChg>
        <pc:sldLayoutChg chg="setBg">
          <pc:chgData name="Arun Sunar" userId="3fa9774ca67c7ab5" providerId="LiveId" clId="{3137B3AC-94C6-439D-98CF-F9332E2F3414}" dt="2024-05-15T02:59:23.343" v="219"/>
          <pc:sldLayoutMkLst>
            <pc:docMk/>
            <pc:sldMasterMk cId="3715341479" sldId="2147483648"/>
            <pc:sldLayoutMk cId="1192070112" sldId="2147483655"/>
          </pc:sldLayoutMkLst>
        </pc:sldLayoutChg>
        <pc:sldLayoutChg chg="setBg">
          <pc:chgData name="Arun Sunar" userId="3fa9774ca67c7ab5" providerId="LiveId" clId="{3137B3AC-94C6-439D-98CF-F9332E2F3414}" dt="2024-05-15T02:59:23.343" v="219"/>
          <pc:sldLayoutMkLst>
            <pc:docMk/>
            <pc:sldMasterMk cId="3715341479" sldId="2147483648"/>
            <pc:sldLayoutMk cId="3373155990" sldId="2147483656"/>
          </pc:sldLayoutMkLst>
        </pc:sldLayoutChg>
        <pc:sldLayoutChg chg="setBg">
          <pc:chgData name="Arun Sunar" userId="3fa9774ca67c7ab5" providerId="LiveId" clId="{3137B3AC-94C6-439D-98CF-F9332E2F3414}" dt="2024-05-15T02:59:23.343" v="219"/>
          <pc:sldLayoutMkLst>
            <pc:docMk/>
            <pc:sldMasterMk cId="3715341479" sldId="2147483648"/>
            <pc:sldLayoutMk cId="3121416725" sldId="2147483657"/>
          </pc:sldLayoutMkLst>
        </pc:sldLayoutChg>
        <pc:sldLayoutChg chg="setBg">
          <pc:chgData name="Arun Sunar" userId="3fa9774ca67c7ab5" providerId="LiveId" clId="{3137B3AC-94C6-439D-98CF-F9332E2F3414}" dt="2024-05-15T02:59:23.343" v="219"/>
          <pc:sldLayoutMkLst>
            <pc:docMk/>
            <pc:sldMasterMk cId="3715341479" sldId="2147483648"/>
            <pc:sldLayoutMk cId="2402447006" sldId="2147483658"/>
          </pc:sldLayoutMkLst>
        </pc:sldLayoutChg>
        <pc:sldLayoutChg chg="setBg">
          <pc:chgData name="Arun Sunar" userId="3fa9774ca67c7ab5" providerId="LiveId" clId="{3137B3AC-94C6-439D-98CF-F9332E2F3414}" dt="2024-05-15T02:59:23.343" v="219"/>
          <pc:sldLayoutMkLst>
            <pc:docMk/>
            <pc:sldMasterMk cId="3715341479" sldId="2147483648"/>
            <pc:sldLayoutMk cId="1316036408"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4DBA0-9004-9786-A905-E02AB9E096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193C4C4-AC83-FDB0-C217-7F7E163483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1FF97F-0422-D1EA-8024-385671626314}"/>
              </a:ext>
            </a:extLst>
          </p:cNvPr>
          <p:cNvSpPr>
            <a:spLocks noGrp="1"/>
          </p:cNvSpPr>
          <p:nvPr>
            <p:ph type="dt" sz="half" idx="10"/>
          </p:nvPr>
        </p:nvSpPr>
        <p:spPr/>
        <p:txBody>
          <a:bodyPr/>
          <a:lstStyle/>
          <a:p>
            <a:fld id="{245F8E87-86B8-4D1F-A296-A14177FD2470}" type="datetimeFigureOut">
              <a:rPr lang="en-IN" smtClean="0"/>
              <a:t>15-05-2024</a:t>
            </a:fld>
            <a:endParaRPr lang="en-IN"/>
          </a:p>
        </p:txBody>
      </p:sp>
      <p:sp>
        <p:nvSpPr>
          <p:cNvPr id="5" name="Footer Placeholder 4">
            <a:extLst>
              <a:ext uri="{FF2B5EF4-FFF2-40B4-BE49-F238E27FC236}">
                <a16:creationId xmlns:a16="http://schemas.microsoft.com/office/drawing/2014/main" id="{EFA7F173-5EB2-CDE0-9F1C-E9E70A42AB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F8281F-77D2-6E35-0C81-CB7D2BEEE2A6}"/>
              </a:ext>
            </a:extLst>
          </p:cNvPr>
          <p:cNvSpPr>
            <a:spLocks noGrp="1"/>
          </p:cNvSpPr>
          <p:nvPr>
            <p:ph type="sldNum" sz="quarter" idx="12"/>
          </p:nvPr>
        </p:nvSpPr>
        <p:spPr/>
        <p:txBody>
          <a:bodyPr/>
          <a:lstStyle/>
          <a:p>
            <a:fld id="{6AF8D4D2-B28A-4A81-AC58-3A45CD0B9C0B}" type="slidenum">
              <a:rPr lang="en-IN" smtClean="0"/>
              <a:t>‹#›</a:t>
            </a:fld>
            <a:endParaRPr lang="en-IN"/>
          </a:p>
        </p:txBody>
      </p:sp>
    </p:spTree>
    <p:extLst>
      <p:ext uri="{BB962C8B-B14F-4D97-AF65-F5344CB8AC3E}">
        <p14:creationId xmlns:p14="http://schemas.microsoft.com/office/powerpoint/2010/main" val="719248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B0D2C-88B5-D34A-631F-4D725FE5B0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368188-4E39-EC3E-3CDB-5FCF4767B8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BD962E-5216-4146-4E13-6AA086A92D61}"/>
              </a:ext>
            </a:extLst>
          </p:cNvPr>
          <p:cNvSpPr>
            <a:spLocks noGrp="1"/>
          </p:cNvSpPr>
          <p:nvPr>
            <p:ph type="dt" sz="half" idx="10"/>
          </p:nvPr>
        </p:nvSpPr>
        <p:spPr/>
        <p:txBody>
          <a:bodyPr/>
          <a:lstStyle/>
          <a:p>
            <a:fld id="{245F8E87-86B8-4D1F-A296-A14177FD2470}" type="datetimeFigureOut">
              <a:rPr lang="en-IN" smtClean="0"/>
              <a:t>15-05-2024</a:t>
            </a:fld>
            <a:endParaRPr lang="en-IN"/>
          </a:p>
        </p:txBody>
      </p:sp>
      <p:sp>
        <p:nvSpPr>
          <p:cNvPr id="5" name="Footer Placeholder 4">
            <a:extLst>
              <a:ext uri="{FF2B5EF4-FFF2-40B4-BE49-F238E27FC236}">
                <a16:creationId xmlns:a16="http://schemas.microsoft.com/office/drawing/2014/main" id="{CCCCC562-C77D-D291-D74B-A0BF72FAFF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529C12-B844-5EAE-5D0F-46F632697D9B}"/>
              </a:ext>
            </a:extLst>
          </p:cNvPr>
          <p:cNvSpPr>
            <a:spLocks noGrp="1"/>
          </p:cNvSpPr>
          <p:nvPr>
            <p:ph type="sldNum" sz="quarter" idx="12"/>
          </p:nvPr>
        </p:nvSpPr>
        <p:spPr/>
        <p:txBody>
          <a:bodyPr/>
          <a:lstStyle/>
          <a:p>
            <a:fld id="{6AF8D4D2-B28A-4A81-AC58-3A45CD0B9C0B}" type="slidenum">
              <a:rPr lang="en-IN" smtClean="0"/>
              <a:t>‹#›</a:t>
            </a:fld>
            <a:endParaRPr lang="en-IN"/>
          </a:p>
        </p:txBody>
      </p:sp>
    </p:spTree>
    <p:extLst>
      <p:ext uri="{BB962C8B-B14F-4D97-AF65-F5344CB8AC3E}">
        <p14:creationId xmlns:p14="http://schemas.microsoft.com/office/powerpoint/2010/main" val="3668052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AC1F9-3585-E119-0DD8-3815BB5911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FFC2273-4F89-7DEA-82E6-9A8070830A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08532A-8284-3542-889F-32355DD79587}"/>
              </a:ext>
            </a:extLst>
          </p:cNvPr>
          <p:cNvSpPr>
            <a:spLocks noGrp="1"/>
          </p:cNvSpPr>
          <p:nvPr>
            <p:ph type="dt" sz="half" idx="10"/>
          </p:nvPr>
        </p:nvSpPr>
        <p:spPr/>
        <p:txBody>
          <a:bodyPr/>
          <a:lstStyle/>
          <a:p>
            <a:fld id="{245F8E87-86B8-4D1F-A296-A14177FD2470}" type="datetimeFigureOut">
              <a:rPr lang="en-IN" smtClean="0"/>
              <a:t>15-05-2024</a:t>
            </a:fld>
            <a:endParaRPr lang="en-IN"/>
          </a:p>
        </p:txBody>
      </p:sp>
      <p:sp>
        <p:nvSpPr>
          <p:cNvPr id="5" name="Footer Placeholder 4">
            <a:extLst>
              <a:ext uri="{FF2B5EF4-FFF2-40B4-BE49-F238E27FC236}">
                <a16:creationId xmlns:a16="http://schemas.microsoft.com/office/drawing/2014/main" id="{0C565A7B-D719-4E05-238D-0F48E71037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5EC7B5-3565-967D-56FC-5206754DFDD1}"/>
              </a:ext>
            </a:extLst>
          </p:cNvPr>
          <p:cNvSpPr>
            <a:spLocks noGrp="1"/>
          </p:cNvSpPr>
          <p:nvPr>
            <p:ph type="sldNum" sz="quarter" idx="12"/>
          </p:nvPr>
        </p:nvSpPr>
        <p:spPr/>
        <p:txBody>
          <a:bodyPr/>
          <a:lstStyle/>
          <a:p>
            <a:fld id="{6AF8D4D2-B28A-4A81-AC58-3A45CD0B9C0B}" type="slidenum">
              <a:rPr lang="en-IN" smtClean="0"/>
              <a:t>‹#›</a:t>
            </a:fld>
            <a:endParaRPr lang="en-IN"/>
          </a:p>
        </p:txBody>
      </p:sp>
    </p:spTree>
    <p:extLst>
      <p:ext uri="{BB962C8B-B14F-4D97-AF65-F5344CB8AC3E}">
        <p14:creationId xmlns:p14="http://schemas.microsoft.com/office/powerpoint/2010/main" val="355344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F14C-FF30-12D4-9539-05EE598119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35FF17-8E7E-D5E0-EF38-5669E7F01E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5489C2-93FA-A2BD-9232-B82406F1DE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98EF197-7113-AD73-FEEB-29475D95F8DE}"/>
              </a:ext>
            </a:extLst>
          </p:cNvPr>
          <p:cNvSpPr>
            <a:spLocks noGrp="1"/>
          </p:cNvSpPr>
          <p:nvPr>
            <p:ph type="dt" sz="half" idx="10"/>
          </p:nvPr>
        </p:nvSpPr>
        <p:spPr/>
        <p:txBody>
          <a:bodyPr/>
          <a:lstStyle/>
          <a:p>
            <a:fld id="{245F8E87-86B8-4D1F-A296-A14177FD2470}" type="datetimeFigureOut">
              <a:rPr lang="en-IN" smtClean="0"/>
              <a:t>15-05-2024</a:t>
            </a:fld>
            <a:endParaRPr lang="en-IN"/>
          </a:p>
        </p:txBody>
      </p:sp>
      <p:sp>
        <p:nvSpPr>
          <p:cNvPr id="6" name="Footer Placeholder 5">
            <a:extLst>
              <a:ext uri="{FF2B5EF4-FFF2-40B4-BE49-F238E27FC236}">
                <a16:creationId xmlns:a16="http://schemas.microsoft.com/office/drawing/2014/main" id="{FA124EAB-C926-AE3C-632A-0B72F4BDD8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EB8A50-83EE-6DE9-C655-02AEB7472A34}"/>
              </a:ext>
            </a:extLst>
          </p:cNvPr>
          <p:cNvSpPr>
            <a:spLocks noGrp="1"/>
          </p:cNvSpPr>
          <p:nvPr>
            <p:ph type="sldNum" sz="quarter" idx="12"/>
          </p:nvPr>
        </p:nvSpPr>
        <p:spPr/>
        <p:txBody>
          <a:bodyPr/>
          <a:lstStyle/>
          <a:p>
            <a:fld id="{6AF8D4D2-B28A-4A81-AC58-3A45CD0B9C0B}" type="slidenum">
              <a:rPr lang="en-IN" smtClean="0"/>
              <a:t>‹#›</a:t>
            </a:fld>
            <a:endParaRPr lang="en-IN"/>
          </a:p>
        </p:txBody>
      </p:sp>
    </p:spTree>
    <p:extLst>
      <p:ext uri="{BB962C8B-B14F-4D97-AF65-F5344CB8AC3E}">
        <p14:creationId xmlns:p14="http://schemas.microsoft.com/office/powerpoint/2010/main" val="2047836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A491-FF0D-BEB8-0E6A-C84D93D8A95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048264-32C5-E729-59FE-4BD41EEA8E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C4F9E5-96E0-39B2-B9D3-1FF57FA1B8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34DE2B-6EB6-1350-C87F-0CB99B3D4C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790822-B030-21D7-D50F-A866026C84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90E2B70-2210-A6A9-B43D-53E797BE33BF}"/>
              </a:ext>
            </a:extLst>
          </p:cNvPr>
          <p:cNvSpPr>
            <a:spLocks noGrp="1"/>
          </p:cNvSpPr>
          <p:nvPr>
            <p:ph type="dt" sz="half" idx="10"/>
          </p:nvPr>
        </p:nvSpPr>
        <p:spPr/>
        <p:txBody>
          <a:bodyPr/>
          <a:lstStyle/>
          <a:p>
            <a:fld id="{245F8E87-86B8-4D1F-A296-A14177FD2470}" type="datetimeFigureOut">
              <a:rPr lang="en-IN" smtClean="0"/>
              <a:t>15-05-2024</a:t>
            </a:fld>
            <a:endParaRPr lang="en-IN"/>
          </a:p>
        </p:txBody>
      </p:sp>
      <p:sp>
        <p:nvSpPr>
          <p:cNvPr id="8" name="Footer Placeholder 7">
            <a:extLst>
              <a:ext uri="{FF2B5EF4-FFF2-40B4-BE49-F238E27FC236}">
                <a16:creationId xmlns:a16="http://schemas.microsoft.com/office/drawing/2014/main" id="{DF6EB166-3C6D-03F0-832A-E8F1849394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23E70BE-4956-35D1-3E8D-6DDF4FCBB46A}"/>
              </a:ext>
            </a:extLst>
          </p:cNvPr>
          <p:cNvSpPr>
            <a:spLocks noGrp="1"/>
          </p:cNvSpPr>
          <p:nvPr>
            <p:ph type="sldNum" sz="quarter" idx="12"/>
          </p:nvPr>
        </p:nvSpPr>
        <p:spPr/>
        <p:txBody>
          <a:bodyPr/>
          <a:lstStyle/>
          <a:p>
            <a:fld id="{6AF8D4D2-B28A-4A81-AC58-3A45CD0B9C0B}" type="slidenum">
              <a:rPr lang="en-IN" smtClean="0"/>
              <a:t>‹#›</a:t>
            </a:fld>
            <a:endParaRPr lang="en-IN"/>
          </a:p>
        </p:txBody>
      </p:sp>
    </p:spTree>
    <p:extLst>
      <p:ext uri="{BB962C8B-B14F-4D97-AF65-F5344CB8AC3E}">
        <p14:creationId xmlns:p14="http://schemas.microsoft.com/office/powerpoint/2010/main" val="4147749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A20D2-0458-C1D0-2A7B-C2A55ED9E99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02FAC80-7CF3-5DEB-210F-5C9AC40E2172}"/>
              </a:ext>
            </a:extLst>
          </p:cNvPr>
          <p:cNvSpPr>
            <a:spLocks noGrp="1"/>
          </p:cNvSpPr>
          <p:nvPr>
            <p:ph type="dt" sz="half" idx="10"/>
          </p:nvPr>
        </p:nvSpPr>
        <p:spPr/>
        <p:txBody>
          <a:bodyPr/>
          <a:lstStyle/>
          <a:p>
            <a:fld id="{245F8E87-86B8-4D1F-A296-A14177FD2470}" type="datetimeFigureOut">
              <a:rPr lang="en-IN" smtClean="0"/>
              <a:t>15-05-2024</a:t>
            </a:fld>
            <a:endParaRPr lang="en-IN"/>
          </a:p>
        </p:txBody>
      </p:sp>
      <p:sp>
        <p:nvSpPr>
          <p:cNvPr id="4" name="Footer Placeholder 3">
            <a:extLst>
              <a:ext uri="{FF2B5EF4-FFF2-40B4-BE49-F238E27FC236}">
                <a16:creationId xmlns:a16="http://schemas.microsoft.com/office/drawing/2014/main" id="{2A28A1A3-BF64-7C66-B4D4-FD28DA96137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3FE0FF-4CCC-63E1-04A0-11CD87F741A5}"/>
              </a:ext>
            </a:extLst>
          </p:cNvPr>
          <p:cNvSpPr>
            <a:spLocks noGrp="1"/>
          </p:cNvSpPr>
          <p:nvPr>
            <p:ph type="sldNum" sz="quarter" idx="12"/>
          </p:nvPr>
        </p:nvSpPr>
        <p:spPr/>
        <p:txBody>
          <a:bodyPr/>
          <a:lstStyle/>
          <a:p>
            <a:fld id="{6AF8D4D2-B28A-4A81-AC58-3A45CD0B9C0B}" type="slidenum">
              <a:rPr lang="en-IN" smtClean="0"/>
              <a:t>‹#›</a:t>
            </a:fld>
            <a:endParaRPr lang="en-IN"/>
          </a:p>
        </p:txBody>
      </p:sp>
    </p:spTree>
    <p:extLst>
      <p:ext uri="{BB962C8B-B14F-4D97-AF65-F5344CB8AC3E}">
        <p14:creationId xmlns:p14="http://schemas.microsoft.com/office/powerpoint/2010/main" val="2232753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8D4D5F-FE91-76A1-0926-9B0D06D69A6D}"/>
              </a:ext>
            </a:extLst>
          </p:cNvPr>
          <p:cNvSpPr>
            <a:spLocks noGrp="1"/>
          </p:cNvSpPr>
          <p:nvPr>
            <p:ph type="dt" sz="half" idx="10"/>
          </p:nvPr>
        </p:nvSpPr>
        <p:spPr/>
        <p:txBody>
          <a:bodyPr/>
          <a:lstStyle/>
          <a:p>
            <a:fld id="{245F8E87-86B8-4D1F-A296-A14177FD2470}" type="datetimeFigureOut">
              <a:rPr lang="en-IN" smtClean="0"/>
              <a:t>15-05-2024</a:t>
            </a:fld>
            <a:endParaRPr lang="en-IN"/>
          </a:p>
        </p:txBody>
      </p:sp>
      <p:sp>
        <p:nvSpPr>
          <p:cNvPr id="3" name="Footer Placeholder 2">
            <a:extLst>
              <a:ext uri="{FF2B5EF4-FFF2-40B4-BE49-F238E27FC236}">
                <a16:creationId xmlns:a16="http://schemas.microsoft.com/office/drawing/2014/main" id="{2FB14A25-9DA0-C01C-21A9-92DE7C04305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4FA1E0-CFB8-CA8A-CE9B-CF434FB2716B}"/>
              </a:ext>
            </a:extLst>
          </p:cNvPr>
          <p:cNvSpPr>
            <a:spLocks noGrp="1"/>
          </p:cNvSpPr>
          <p:nvPr>
            <p:ph type="sldNum" sz="quarter" idx="12"/>
          </p:nvPr>
        </p:nvSpPr>
        <p:spPr/>
        <p:txBody>
          <a:bodyPr/>
          <a:lstStyle/>
          <a:p>
            <a:fld id="{6AF8D4D2-B28A-4A81-AC58-3A45CD0B9C0B}" type="slidenum">
              <a:rPr lang="en-IN" smtClean="0"/>
              <a:t>‹#›</a:t>
            </a:fld>
            <a:endParaRPr lang="en-IN"/>
          </a:p>
        </p:txBody>
      </p:sp>
    </p:spTree>
    <p:extLst>
      <p:ext uri="{BB962C8B-B14F-4D97-AF65-F5344CB8AC3E}">
        <p14:creationId xmlns:p14="http://schemas.microsoft.com/office/powerpoint/2010/main" val="1192070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FA0C5-4BB0-C1BD-F26A-708D895663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8320AE-C2AB-92C1-F7A9-75092E345B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7BF377F-C842-89D9-C09A-B0DD9E99A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D5B79B-04D6-30C1-A639-3DBB19EE8682}"/>
              </a:ext>
            </a:extLst>
          </p:cNvPr>
          <p:cNvSpPr>
            <a:spLocks noGrp="1"/>
          </p:cNvSpPr>
          <p:nvPr>
            <p:ph type="dt" sz="half" idx="10"/>
          </p:nvPr>
        </p:nvSpPr>
        <p:spPr/>
        <p:txBody>
          <a:bodyPr/>
          <a:lstStyle/>
          <a:p>
            <a:fld id="{245F8E87-86B8-4D1F-A296-A14177FD2470}" type="datetimeFigureOut">
              <a:rPr lang="en-IN" smtClean="0"/>
              <a:t>15-05-2024</a:t>
            </a:fld>
            <a:endParaRPr lang="en-IN"/>
          </a:p>
        </p:txBody>
      </p:sp>
      <p:sp>
        <p:nvSpPr>
          <p:cNvPr id="6" name="Footer Placeholder 5">
            <a:extLst>
              <a:ext uri="{FF2B5EF4-FFF2-40B4-BE49-F238E27FC236}">
                <a16:creationId xmlns:a16="http://schemas.microsoft.com/office/drawing/2014/main" id="{B2270393-DC44-FEE1-8BB5-E1AB6F514E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2EE6F6-96F5-A50E-1D87-06B18B1AD180}"/>
              </a:ext>
            </a:extLst>
          </p:cNvPr>
          <p:cNvSpPr>
            <a:spLocks noGrp="1"/>
          </p:cNvSpPr>
          <p:nvPr>
            <p:ph type="sldNum" sz="quarter" idx="12"/>
          </p:nvPr>
        </p:nvSpPr>
        <p:spPr/>
        <p:txBody>
          <a:bodyPr/>
          <a:lstStyle/>
          <a:p>
            <a:fld id="{6AF8D4D2-B28A-4A81-AC58-3A45CD0B9C0B}" type="slidenum">
              <a:rPr lang="en-IN" smtClean="0"/>
              <a:t>‹#›</a:t>
            </a:fld>
            <a:endParaRPr lang="en-IN"/>
          </a:p>
        </p:txBody>
      </p:sp>
    </p:spTree>
    <p:extLst>
      <p:ext uri="{BB962C8B-B14F-4D97-AF65-F5344CB8AC3E}">
        <p14:creationId xmlns:p14="http://schemas.microsoft.com/office/powerpoint/2010/main" val="3373155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D3A6D-8842-D18C-B1F2-42110A0FF2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AC68D72-E334-2D4A-5E8C-F23CD7AAEC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FAF401-769D-16E5-FA98-6F5447FD81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7C66D7-58EB-DD30-8DF7-38D018C6BC90}"/>
              </a:ext>
            </a:extLst>
          </p:cNvPr>
          <p:cNvSpPr>
            <a:spLocks noGrp="1"/>
          </p:cNvSpPr>
          <p:nvPr>
            <p:ph type="dt" sz="half" idx="10"/>
          </p:nvPr>
        </p:nvSpPr>
        <p:spPr/>
        <p:txBody>
          <a:bodyPr/>
          <a:lstStyle/>
          <a:p>
            <a:fld id="{245F8E87-86B8-4D1F-A296-A14177FD2470}" type="datetimeFigureOut">
              <a:rPr lang="en-IN" smtClean="0"/>
              <a:t>15-05-2024</a:t>
            </a:fld>
            <a:endParaRPr lang="en-IN"/>
          </a:p>
        </p:txBody>
      </p:sp>
      <p:sp>
        <p:nvSpPr>
          <p:cNvPr id="6" name="Footer Placeholder 5">
            <a:extLst>
              <a:ext uri="{FF2B5EF4-FFF2-40B4-BE49-F238E27FC236}">
                <a16:creationId xmlns:a16="http://schemas.microsoft.com/office/drawing/2014/main" id="{68205DF6-0855-5633-0DBA-3A4764BAC3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7E7368-DF3C-D727-46F8-6BE2847DBEB2}"/>
              </a:ext>
            </a:extLst>
          </p:cNvPr>
          <p:cNvSpPr>
            <a:spLocks noGrp="1"/>
          </p:cNvSpPr>
          <p:nvPr>
            <p:ph type="sldNum" sz="quarter" idx="12"/>
          </p:nvPr>
        </p:nvSpPr>
        <p:spPr/>
        <p:txBody>
          <a:bodyPr/>
          <a:lstStyle/>
          <a:p>
            <a:fld id="{6AF8D4D2-B28A-4A81-AC58-3A45CD0B9C0B}" type="slidenum">
              <a:rPr lang="en-IN" smtClean="0"/>
              <a:t>‹#›</a:t>
            </a:fld>
            <a:endParaRPr lang="en-IN"/>
          </a:p>
        </p:txBody>
      </p:sp>
    </p:spTree>
    <p:extLst>
      <p:ext uri="{BB962C8B-B14F-4D97-AF65-F5344CB8AC3E}">
        <p14:creationId xmlns:p14="http://schemas.microsoft.com/office/powerpoint/2010/main" val="3121416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DA7B-6138-E9D8-FB4F-0A64ABC473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559F27-88B2-69E0-585F-F7E3D09889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35218-A475-33EB-36CB-3EDC321C8197}"/>
              </a:ext>
            </a:extLst>
          </p:cNvPr>
          <p:cNvSpPr>
            <a:spLocks noGrp="1"/>
          </p:cNvSpPr>
          <p:nvPr>
            <p:ph type="dt" sz="half" idx="10"/>
          </p:nvPr>
        </p:nvSpPr>
        <p:spPr/>
        <p:txBody>
          <a:bodyPr/>
          <a:lstStyle/>
          <a:p>
            <a:fld id="{245F8E87-86B8-4D1F-A296-A14177FD2470}" type="datetimeFigureOut">
              <a:rPr lang="en-IN" smtClean="0"/>
              <a:t>15-05-2024</a:t>
            </a:fld>
            <a:endParaRPr lang="en-IN"/>
          </a:p>
        </p:txBody>
      </p:sp>
      <p:sp>
        <p:nvSpPr>
          <p:cNvPr id="5" name="Footer Placeholder 4">
            <a:extLst>
              <a:ext uri="{FF2B5EF4-FFF2-40B4-BE49-F238E27FC236}">
                <a16:creationId xmlns:a16="http://schemas.microsoft.com/office/drawing/2014/main" id="{C3147031-5958-543E-0D91-C6533AABAE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927D31-08F7-0189-47E9-76B0679735FC}"/>
              </a:ext>
            </a:extLst>
          </p:cNvPr>
          <p:cNvSpPr>
            <a:spLocks noGrp="1"/>
          </p:cNvSpPr>
          <p:nvPr>
            <p:ph type="sldNum" sz="quarter" idx="12"/>
          </p:nvPr>
        </p:nvSpPr>
        <p:spPr/>
        <p:txBody>
          <a:bodyPr/>
          <a:lstStyle/>
          <a:p>
            <a:fld id="{6AF8D4D2-B28A-4A81-AC58-3A45CD0B9C0B}" type="slidenum">
              <a:rPr lang="en-IN" smtClean="0"/>
              <a:t>‹#›</a:t>
            </a:fld>
            <a:endParaRPr lang="en-IN"/>
          </a:p>
        </p:txBody>
      </p:sp>
    </p:spTree>
    <p:extLst>
      <p:ext uri="{BB962C8B-B14F-4D97-AF65-F5344CB8AC3E}">
        <p14:creationId xmlns:p14="http://schemas.microsoft.com/office/powerpoint/2010/main" val="2402447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F8F73B-02AC-06F3-EB30-04CD7C655F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3798F5-7AF8-F74F-0013-6E2AD51AD6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26B2C3-918C-1971-87A5-FE8C863CD9A2}"/>
              </a:ext>
            </a:extLst>
          </p:cNvPr>
          <p:cNvSpPr>
            <a:spLocks noGrp="1"/>
          </p:cNvSpPr>
          <p:nvPr>
            <p:ph type="dt" sz="half" idx="10"/>
          </p:nvPr>
        </p:nvSpPr>
        <p:spPr/>
        <p:txBody>
          <a:bodyPr/>
          <a:lstStyle/>
          <a:p>
            <a:fld id="{245F8E87-86B8-4D1F-A296-A14177FD2470}" type="datetimeFigureOut">
              <a:rPr lang="en-IN" smtClean="0"/>
              <a:t>15-05-2024</a:t>
            </a:fld>
            <a:endParaRPr lang="en-IN"/>
          </a:p>
        </p:txBody>
      </p:sp>
      <p:sp>
        <p:nvSpPr>
          <p:cNvPr id="5" name="Footer Placeholder 4">
            <a:extLst>
              <a:ext uri="{FF2B5EF4-FFF2-40B4-BE49-F238E27FC236}">
                <a16:creationId xmlns:a16="http://schemas.microsoft.com/office/drawing/2014/main" id="{6992448D-8010-4A9A-410C-0A90C7304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E150A2-5DD5-A8B7-58E0-F108E7559E50}"/>
              </a:ext>
            </a:extLst>
          </p:cNvPr>
          <p:cNvSpPr>
            <a:spLocks noGrp="1"/>
          </p:cNvSpPr>
          <p:nvPr>
            <p:ph type="sldNum" sz="quarter" idx="12"/>
          </p:nvPr>
        </p:nvSpPr>
        <p:spPr/>
        <p:txBody>
          <a:bodyPr/>
          <a:lstStyle/>
          <a:p>
            <a:fld id="{6AF8D4D2-B28A-4A81-AC58-3A45CD0B9C0B}" type="slidenum">
              <a:rPr lang="en-IN" smtClean="0"/>
              <a:t>‹#›</a:t>
            </a:fld>
            <a:endParaRPr lang="en-IN"/>
          </a:p>
        </p:txBody>
      </p:sp>
    </p:spTree>
    <p:extLst>
      <p:ext uri="{BB962C8B-B14F-4D97-AF65-F5344CB8AC3E}">
        <p14:creationId xmlns:p14="http://schemas.microsoft.com/office/powerpoint/2010/main" val="1316036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6D7B14-854D-51AD-5FC6-E6D08B8684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29DA89-3DBA-39FD-838F-95C8721205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753DBA-5A19-36A8-DCED-FF9D447CD2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5F8E87-86B8-4D1F-A296-A14177FD2470}" type="datetimeFigureOut">
              <a:rPr lang="en-IN" smtClean="0"/>
              <a:t>15-05-2024</a:t>
            </a:fld>
            <a:endParaRPr lang="en-IN"/>
          </a:p>
        </p:txBody>
      </p:sp>
      <p:sp>
        <p:nvSpPr>
          <p:cNvPr id="5" name="Footer Placeholder 4">
            <a:extLst>
              <a:ext uri="{FF2B5EF4-FFF2-40B4-BE49-F238E27FC236}">
                <a16:creationId xmlns:a16="http://schemas.microsoft.com/office/drawing/2014/main" id="{45F47419-2027-713F-BD4B-9DA9A21EAE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644756A-6687-BB2E-F6CC-3088784A16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F8D4D2-B28A-4A81-AC58-3A45CD0B9C0B}" type="slidenum">
              <a:rPr lang="en-IN" smtClean="0"/>
              <a:t>‹#›</a:t>
            </a:fld>
            <a:endParaRPr lang="en-IN"/>
          </a:p>
        </p:txBody>
      </p:sp>
    </p:spTree>
    <p:extLst>
      <p:ext uri="{BB962C8B-B14F-4D97-AF65-F5344CB8AC3E}">
        <p14:creationId xmlns:p14="http://schemas.microsoft.com/office/powerpoint/2010/main" val="3715341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76A707-C9B8-671C-75CC-719BC6EFCF56}"/>
              </a:ext>
            </a:extLst>
          </p:cNvPr>
          <p:cNvSpPr/>
          <p:nvPr/>
        </p:nvSpPr>
        <p:spPr>
          <a:xfrm>
            <a:off x="2625438" y="2967335"/>
            <a:ext cx="6941132"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GARBAGE COLLECTIONS</a:t>
            </a:r>
          </a:p>
        </p:txBody>
      </p:sp>
    </p:spTree>
    <p:extLst>
      <p:ext uri="{BB962C8B-B14F-4D97-AF65-F5344CB8AC3E}">
        <p14:creationId xmlns:p14="http://schemas.microsoft.com/office/powerpoint/2010/main" val="1298665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B18504-A597-63BC-CD97-03E56C08A063}"/>
              </a:ext>
            </a:extLst>
          </p:cNvPr>
          <p:cNvSpPr>
            <a:spLocks noGrp="1"/>
          </p:cNvSpPr>
          <p:nvPr>
            <p:ph idx="1"/>
          </p:nvPr>
        </p:nvSpPr>
        <p:spPr>
          <a:xfrm>
            <a:off x="206477" y="403123"/>
            <a:ext cx="11838039" cy="6263148"/>
          </a:xfrm>
        </p:spPr>
        <p:txBody>
          <a:bodyPr>
            <a:normAutofit/>
          </a:bodyPr>
          <a:lstStyle/>
          <a:p>
            <a:r>
              <a:rPr lang="en-US" b="1" dirty="0"/>
              <a:t>What is Garbage Collection process in java?</a:t>
            </a:r>
          </a:p>
          <a:p>
            <a:pPr lvl="1"/>
            <a:r>
              <a:rPr lang="en-US" b="0" i="0" dirty="0">
                <a:solidFill>
                  <a:srgbClr val="000000"/>
                </a:solidFill>
                <a:effectLst/>
                <a:highlight>
                  <a:srgbClr val="F6FBFF"/>
                </a:highlight>
                <a:latin typeface="arial" panose="020B0604020202020204" pitchFamily="34" charset="0"/>
              </a:rPr>
              <a:t>GC (Garbage collection) is the process by which JVM cleans objects (unused objects) from heap to reclaim heap space in java.</a:t>
            </a:r>
          </a:p>
          <a:p>
            <a:r>
              <a:rPr lang="en-US" dirty="0"/>
              <a:t> </a:t>
            </a:r>
            <a:r>
              <a:rPr lang="en-US" b="1" dirty="0"/>
              <a:t>What is Automatic Garbage Collection in JVM heap memory in java?</a:t>
            </a:r>
          </a:p>
          <a:p>
            <a:pPr lvl="1"/>
            <a:r>
              <a:rPr lang="en-US" dirty="0"/>
              <a:t>Automatic garbage collection is the process of </a:t>
            </a:r>
          </a:p>
          <a:p>
            <a:pPr lvl="1"/>
            <a:r>
              <a:rPr lang="en-US" dirty="0"/>
              <a:t>Identifying objects which are in use in java heap memory and </a:t>
            </a:r>
          </a:p>
          <a:p>
            <a:pPr lvl="1"/>
            <a:r>
              <a:rPr lang="en-US" dirty="0"/>
              <a:t>Which objects are not in use in java heap memory and </a:t>
            </a:r>
          </a:p>
          <a:p>
            <a:pPr lvl="1"/>
            <a:r>
              <a:rPr lang="en-US" dirty="0"/>
              <a:t>deleting the unused objects in java heap memory. </a:t>
            </a:r>
          </a:p>
          <a:p>
            <a:r>
              <a:rPr lang="en-US" b="1" dirty="0"/>
              <a:t>What is Throughput in </a:t>
            </a:r>
            <a:r>
              <a:rPr lang="en-US" b="1" dirty="0" err="1"/>
              <a:t>gc</a:t>
            </a:r>
            <a:r>
              <a:rPr lang="en-US" b="1" dirty="0"/>
              <a:t>(garbage collection) in java ?</a:t>
            </a:r>
          </a:p>
          <a:p>
            <a:r>
              <a:rPr lang="en-US" dirty="0"/>
              <a:t> Throughput is the time not spent in garbage collection (GC) ( in percent).</a:t>
            </a:r>
          </a:p>
          <a:p>
            <a:r>
              <a:rPr lang="en-US" dirty="0"/>
              <a:t>Examples of how throughput might be measured include &gt;</a:t>
            </a:r>
          </a:p>
          <a:p>
            <a:pPr lvl="1"/>
            <a:r>
              <a:rPr lang="en-US" dirty="0"/>
              <a:t>The number of transactions completed in a given time.</a:t>
            </a:r>
          </a:p>
          <a:p>
            <a:pPr lvl="1"/>
            <a:r>
              <a:rPr lang="en-US" dirty="0"/>
              <a:t>The number of jobs that a batch program can complete in an hour.</a:t>
            </a:r>
          </a:p>
          <a:p>
            <a:pPr lvl="1"/>
            <a:r>
              <a:rPr lang="en-US" dirty="0"/>
              <a:t>The number of database queries that can be completed in an hour.</a:t>
            </a:r>
            <a:endParaRPr lang="en-IN" dirty="0"/>
          </a:p>
        </p:txBody>
      </p:sp>
    </p:spTree>
    <p:extLst>
      <p:ext uri="{BB962C8B-B14F-4D97-AF65-F5344CB8AC3E}">
        <p14:creationId xmlns:p14="http://schemas.microsoft.com/office/powerpoint/2010/main" val="3792965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76423A-4147-E16D-C581-C29706BEAB65}"/>
              </a:ext>
            </a:extLst>
          </p:cNvPr>
          <p:cNvSpPr>
            <a:spLocks noGrp="1"/>
          </p:cNvSpPr>
          <p:nvPr>
            <p:ph idx="1"/>
          </p:nvPr>
        </p:nvSpPr>
        <p:spPr>
          <a:xfrm>
            <a:off x="108155" y="108154"/>
            <a:ext cx="11906864" cy="6499123"/>
          </a:xfrm>
        </p:spPr>
        <p:txBody>
          <a:bodyPr/>
          <a:lstStyle/>
          <a:p>
            <a:r>
              <a:rPr lang="en-US" dirty="0"/>
              <a:t>What is Stop the World Event?</a:t>
            </a:r>
          </a:p>
          <a:p>
            <a:pPr lvl="1"/>
            <a:r>
              <a:rPr lang="en-US" i="0" u="none" strike="noStrike" dirty="0">
                <a:solidFill>
                  <a:srgbClr val="000000"/>
                </a:solidFill>
                <a:effectLst/>
                <a:latin typeface="arial" panose="020B0604020202020204" pitchFamily="34" charset="0"/>
              </a:rPr>
              <a:t>All the non-daemon threads running in application are stopped during minor garbage collections (i.e. the application stops for while). </a:t>
            </a:r>
            <a:r>
              <a:rPr lang="en-US" dirty="0"/>
              <a:t> </a:t>
            </a:r>
          </a:p>
          <a:p>
            <a:r>
              <a:rPr lang="en-US" dirty="0"/>
              <a:t>Major garbage collection occurs in Old Generation</a:t>
            </a:r>
            <a:endParaRPr lang="en-IN" dirty="0"/>
          </a:p>
        </p:txBody>
      </p:sp>
    </p:spTree>
    <p:extLst>
      <p:ext uri="{BB962C8B-B14F-4D97-AF65-F5344CB8AC3E}">
        <p14:creationId xmlns:p14="http://schemas.microsoft.com/office/powerpoint/2010/main" val="4159501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3040-BCF3-9308-5485-2E6395EEFF27}"/>
              </a:ext>
            </a:extLst>
          </p:cNvPr>
          <p:cNvSpPr>
            <a:spLocks noGrp="1"/>
          </p:cNvSpPr>
          <p:nvPr>
            <p:ph type="title"/>
          </p:nvPr>
        </p:nvSpPr>
        <p:spPr>
          <a:xfrm>
            <a:off x="838200" y="365125"/>
            <a:ext cx="10515600" cy="775417"/>
          </a:xfrm>
        </p:spPr>
        <p:txBody>
          <a:bodyPr>
            <a:normAutofit/>
          </a:bodyPr>
          <a:lstStyle/>
          <a:p>
            <a:r>
              <a:rPr lang="en-IN" sz="3600" b="1" i="0" dirty="0">
                <a:effectLst/>
                <a:highlight>
                  <a:srgbClr val="FFFFFF"/>
                </a:highlight>
                <a:latin typeface="-apple-system"/>
              </a:rPr>
              <a:t>Serial GC</a:t>
            </a:r>
            <a:endParaRPr lang="en-IN" sz="3600" dirty="0"/>
          </a:p>
        </p:txBody>
      </p:sp>
      <p:sp>
        <p:nvSpPr>
          <p:cNvPr id="3" name="Content Placeholder 2">
            <a:extLst>
              <a:ext uri="{FF2B5EF4-FFF2-40B4-BE49-F238E27FC236}">
                <a16:creationId xmlns:a16="http://schemas.microsoft.com/office/drawing/2014/main" id="{0DC92136-1E09-E425-7675-DE4869DB7462}"/>
              </a:ext>
            </a:extLst>
          </p:cNvPr>
          <p:cNvSpPr>
            <a:spLocks noGrp="1"/>
          </p:cNvSpPr>
          <p:nvPr>
            <p:ph idx="1"/>
          </p:nvPr>
        </p:nvSpPr>
        <p:spPr>
          <a:xfrm>
            <a:off x="167148" y="1140542"/>
            <a:ext cx="11857704" cy="5466735"/>
          </a:xfrm>
        </p:spPr>
        <p:txBody>
          <a:bodyPr/>
          <a:lstStyle/>
          <a:p>
            <a:r>
              <a:rPr lang="en-US" dirty="0"/>
              <a:t> All garbage collection events are conducted serially in one thread. Compaction is executed after each garbage collection.</a:t>
            </a:r>
            <a:r>
              <a:rPr lang="en-US" b="0" i="0" dirty="0">
                <a:solidFill>
                  <a:srgbClr val="0A0A23"/>
                </a:solidFill>
                <a:effectLst/>
                <a:highlight>
                  <a:srgbClr val="FFFFFF"/>
                </a:highlight>
                <a:latin typeface="Lato" panose="020F0502020204030203" pitchFamily="34" charset="0"/>
              </a:rPr>
              <a:t> </a:t>
            </a:r>
          </a:p>
          <a:p>
            <a:r>
              <a:rPr lang="en-US" dirty="0"/>
              <a:t>When it runs, it leads to a "stop the world" event where the entire application is paused. Since the entire application is frozen during garbage collection, it is not recommended in a real world scenario where low latencies are required.</a:t>
            </a:r>
            <a:endParaRPr lang="en-IN" dirty="0"/>
          </a:p>
        </p:txBody>
      </p:sp>
      <p:pic>
        <p:nvPicPr>
          <p:cNvPr id="4" name="Picture 3">
            <a:extLst>
              <a:ext uri="{FF2B5EF4-FFF2-40B4-BE49-F238E27FC236}">
                <a16:creationId xmlns:a16="http://schemas.microsoft.com/office/drawing/2014/main" id="{AD2E7B6F-572C-45B2-6671-45E45CD47E61}"/>
              </a:ext>
            </a:extLst>
          </p:cNvPr>
          <p:cNvPicPr>
            <a:picLocks noChangeAspect="1"/>
          </p:cNvPicPr>
          <p:nvPr/>
        </p:nvPicPr>
        <p:blipFill>
          <a:blip r:embed="rId2"/>
          <a:stretch>
            <a:fillRect/>
          </a:stretch>
        </p:blipFill>
        <p:spPr>
          <a:xfrm>
            <a:off x="973393" y="3677264"/>
            <a:ext cx="5919020" cy="2241009"/>
          </a:xfrm>
          <a:prstGeom prst="rect">
            <a:avLst/>
          </a:prstGeom>
        </p:spPr>
      </p:pic>
    </p:spTree>
    <p:extLst>
      <p:ext uri="{BB962C8B-B14F-4D97-AF65-F5344CB8AC3E}">
        <p14:creationId xmlns:p14="http://schemas.microsoft.com/office/powerpoint/2010/main" val="70625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3040-BCF3-9308-5485-2E6395EEFF27}"/>
              </a:ext>
            </a:extLst>
          </p:cNvPr>
          <p:cNvSpPr>
            <a:spLocks noGrp="1"/>
          </p:cNvSpPr>
          <p:nvPr>
            <p:ph type="title"/>
          </p:nvPr>
        </p:nvSpPr>
        <p:spPr>
          <a:xfrm>
            <a:off x="838200" y="365125"/>
            <a:ext cx="10515600" cy="775417"/>
          </a:xfrm>
        </p:spPr>
        <p:txBody>
          <a:bodyPr>
            <a:normAutofit/>
          </a:bodyPr>
          <a:lstStyle/>
          <a:p>
            <a:r>
              <a:rPr lang="en-IN" sz="3600" b="1" i="0" dirty="0">
                <a:effectLst/>
                <a:highlight>
                  <a:srgbClr val="FFFFFF"/>
                </a:highlight>
                <a:latin typeface="-apple-system"/>
              </a:rPr>
              <a:t>Parallel GC</a:t>
            </a:r>
            <a:endParaRPr lang="en-IN" sz="3600" dirty="0"/>
          </a:p>
        </p:txBody>
      </p:sp>
      <p:sp>
        <p:nvSpPr>
          <p:cNvPr id="3" name="Content Placeholder 2">
            <a:extLst>
              <a:ext uri="{FF2B5EF4-FFF2-40B4-BE49-F238E27FC236}">
                <a16:creationId xmlns:a16="http://schemas.microsoft.com/office/drawing/2014/main" id="{0DC92136-1E09-E425-7675-DE4869DB7462}"/>
              </a:ext>
            </a:extLst>
          </p:cNvPr>
          <p:cNvSpPr>
            <a:spLocks noGrp="1"/>
          </p:cNvSpPr>
          <p:nvPr>
            <p:ph idx="1"/>
          </p:nvPr>
        </p:nvSpPr>
        <p:spPr>
          <a:xfrm>
            <a:off x="167148" y="1140542"/>
            <a:ext cx="11857704" cy="5466735"/>
          </a:xfrm>
        </p:spPr>
        <p:txBody>
          <a:bodyPr/>
          <a:lstStyle/>
          <a:p>
            <a:r>
              <a:rPr lang="en-US" dirty="0"/>
              <a:t> The parallel collector is intended for applications with medium-sized to large-sized data sets that are run on multiprocessor or multithreaded hardware. This is the default implementation of GC in the JVM and is also known as Throughput Collector.</a:t>
            </a:r>
          </a:p>
          <a:p>
            <a:r>
              <a:rPr lang="en-US" dirty="0"/>
              <a:t>Multiple threads are used for minor garbage collection in the Young Generation. A single thread is used for major garbage collection in the Old Generation.</a:t>
            </a:r>
          </a:p>
          <a:p>
            <a:r>
              <a:rPr lang="en-US" dirty="0"/>
              <a:t>Running the Parallel GC also causes a "stop the world event" and the application freezes.</a:t>
            </a:r>
            <a:endParaRPr lang="en-IN" dirty="0"/>
          </a:p>
        </p:txBody>
      </p:sp>
      <p:pic>
        <p:nvPicPr>
          <p:cNvPr id="5" name="Picture 4">
            <a:extLst>
              <a:ext uri="{FF2B5EF4-FFF2-40B4-BE49-F238E27FC236}">
                <a16:creationId xmlns:a16="http://schemas.microsoft.com/office/drawing/2014/main" id="{4C33407A-4D43-0F97-5E05-5389A6E0A2DF}"/>
              </a:ext>
            </a:extLst>
          </p:cNvPr>
          <p:cNvPicPr>
            <a:picLocks noChangeAspect="1"/>
          </p:cNvPicPr>
          <p:nvPr/>
        </p:nvPicPr>
        <p:blipFill>
          <a:blip r:embed="rId2"/>
          <a:stretch>
            <a:fillRect/>
          </a:stretch>
        </p:blipFill>
        <p:spPr>
          <a:xfrm>
            <a:off x="3588774" y="4817805"/>
            <a:ext cx="7688826" cy="1582995"/>
          </a:xfrm>
          <a:prstGeom prst="rect">
            <a:avLst/>
          </a:prstGeom>
        </p:spPr>
      </p:pic>
    </p:spTree>
    <p:extLst>
      <p:ext uri="{BB962C8B-B14F-4D97-AF65-F5344CB8AC3E}">
        <p14:creationId xmlns:p14="http://schemas.microsoft.com/office/powerpoint/2010/main" val="3188546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3040-BCF3-9308-5485-2E6395EEFF27}"/>
              </a:ext>
            </a:extLst>
          </p:cNvPr>
          <p:cNvSpPr>
            <a:spLocks noGrp="1"/>
          </p:cNvSpPr>
          <p:nvPr>
            <p:ph type="title"/>
          </p:nvPr>
        </p:nvSpPr>
        <p:spPr>
          <a:xfrm>
            <a:off x="838200" y="365125"/>
            <a:ext cx="10515600" cy="775417"/>
          </a:xfrm>
        </p:spPr>
        <p:txBody>
          <a:bodyPr>
            <a:normAutofit/>
          </a:bodyPr>
          <a:lstStyle/>
          <a:p>
            <a:r>
              <a:rPr lang="en-IN" sz="3600" b="1" i="0" dirty="0">
                <a:effectLst/>
                <a:highlight>
                  <a:srgbClr val="FFFFFF"/>
                </a:highlight>
                <a:latin typeface="-apple-system"/>
              </a:rPr>
              <a:t>Parallel Old GC</a:t>
            </a:r>
            <a:endParaRPr lang="en-IN" sz="3600" dirty="0"/>
          </a:p>
        </p:txBody>
      </p:sp>
      <p:sp>
        <p:nvSpPr>
          <p:cNvPr id="3" name="Content Placeholder 2">
            <a:extLst>
              <a:ext uri="{FF2B5EF4-FFF2-40B4-BE49-F238E27FC236}">
                <a16:creationId xmlns:a16="http://schemas.microsoft.com/office/drawing/2014/main" id="{0DC92136-1E09-E425-7675-DE4869DB7462}"/>
              </a:ext>
            </a:extLst>
          </p:cNvPr>
          <p:cNvSpPr>
            <a:spLocks noGrp="1"/>
          </p:cNvSpPr>
          <p:nvPr>
            <p:ph idx="1"/>
          </p:nvPr>
        </p:nvSpPr>
        <p:spPr>
          <a:xfrm>
            <a:off x="167148" y="1140542"/>
            <a:ext cx="11857704" cy="5466735"/>
          </a:xfrm>
        </p:spPr>
        <p:txBody>
          <a:bodyPr/>
          <a:lstStyle/>
          <a:p>
            <a:r>
              <a:rPr lang="en-US" dirty="0"/>
              <a:t> This is the default version of Parallel GC since Java 7u4. It is same as Parallel GC except that it uses multiple threads for both Young Generation and Old Generation.</a:t>
            </a:r>
            <a:endParaRPr lang="en-IN" dirty="0"/>
          </a:p>
        </p:txBody>
      </p:sp>
    </p:spTree>
    <p:extLst>
      <p:ext uri="{BB962C8B-B14F-4D97-AF65-F5344CB8AC3E}">
        <p14:creationId xmlns:p14="http://schemas.microsoft.com/office/powerpoint/2010/main" val="2703341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3040-BCF3-9308-5485-2E6395EEFF27}"/>
              </a:ext>
            </a:extLst>
          </p:cNvPr>
          <p:cNvSpPr>
            <a:spLocks noGrp="1"/>
          </p:cNvSpPr>
          <p:nvPr>
            <p:ph type="title"/>
          </p:nvPr>
        </p:nvSpPr>
        <p:spPr>
          <a:xfrm>
            <a:off x="838200" y="365125"/>
            <a:ext cx="10515600" cy="775417"/>
          </a:xfrm>
        </p:spPr>
        <p:txBody>
          <a:bodyPr>
            <a:normAutofit/>
          </a:bodyPr>
          <a:lstStyle/>
          <a:p>
            <a:r>
              <a:rPr lang="en-IN" sz="3600" b="1" i="0" dirty="0">
                <a:effectLst/>
                <a:highlight>
                  <a:srgbClr val="FFFFFF"/>
                </a:highlight>
                <a:latin typeface="-apple-system"/>
              </a:rPr>
              <a:t>CMS (Concurrent Mark Sweep) GC</a:t>
            </a:r>
            <a:endParaRPr lang="en-IN" sz="3600" dirty="0"/>
          </a:p>
        </p:txBody>
      </p:sp>
      <p:sp>
        <p:nvSpPr>
          <p:cNvPr id="3" name="Content Placeholder 2">
            <a:extLst>
              <a:ext uri="{FF2B5EF4-FFF2-40B4-BE49-F238E27FC236}">
                <a16:creationId xmlns:a16="http://schemas.microsoft.com/office/drawing/2014/main" id="{0DC92136-1E09-E425-7675-DE4869DB7462}"/>
              </a:ext>
            </a:extLst>
          </p:cNvPr>
          <p:cNvSpPr>
            <a:spLocks noGrp="1"/>
          </p:cNvSpPr>
          <p:nvPr>
            <p:ph idx="1"/>
          </p:nvPr>
        </p:nvSpPr>
        <p:spPr>
          <a:xfrm>
            <a:off x="167148" y="1140542"/>
            <a:ext cx="11857704" cy="5466735"/>
          </a:xfrm>
        </p:spPr>
        <p:txBody>
          <a:bodyPr/>
          <a:lstStyle/>
          <a:p>
            <a:r>
              <a:rPr lang="en-US" dirty="0"/>
              <a:t> This is also known as the concurrent low pause collector. Multiple threads are used for minor garbage collection using the same algorithm as Parallel. Major garbage collection is multi-threaded, like Parallel Old GC, but CMS runs concurrently alongside application processes to minimize “stop the world” events.</a:t>
            </a:r>
          </a:p>
          <a:p>
            <a:r>
              <a:rPr lang="en-US" dirty="0"/>
              <a:t>Because of this, the CMS collector uses more CPU than other GCs. If you can allocate more CPU for better performance, then the CMS garbage collector is a better choice than the parallel collector. No compaction is performed in CMS GC.</a:t>
            </a:r>
            <a:endParaRPr lang="en-IN" dirty="0"/>
          </a:p>
        </p:txBody>
      </p:sp>
      <p:pic>
        <p:nvPicPr>
          <p:cNvPr id="4" name="Picture 3">
            <a:extLst>
              <a:ext uri="{FF2B5EF4-FFF2-40B4-BE49-F238E27FC236}">
                <a16:creationId xmlns:a16="http://schemas.microsoft.com/office/drawing/2014/main" id="{E8FA4883-EEC7-82CC-942B-14367A22968A}"/>
              </a:ext>
            </a:extLst>
          </p:cNvPr>
          <p:cNvPicPr>
            <a:picLocks noChangeAspect="1"/>
          </p:cNvPicPr>
          <p:nvPr/>
        </p:nvPicPr>
        <p:blipFill>
          <a:blip r:embed="rId2"/>
          <a:stretch>
            <a:fillRect/>
          </a:stretch>
        </p:blipFill>
        <p:spPr>
          <a:xfrm>
            <a:off x="167148" y="5171767"/>
            <a:ext cx="9438968" cy="1435510"/>
          </a:xfrm>
          <a:prstGeom prst="rect">
            <a:avLst/>
          </a:prstGeom>
        </p:spPr>
      </p:pic>
    </p:spTree>
    <p:extLst>
      <p:ext uri="{BB962C8B-B14F-4D97-AF65-F5344CB8AC3E}">
        <p14:creationId xmlns:p14="http://schemas.microsoft.com/office/powerpoint/2010/main" val="609361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3040-BCF3-9308-5485-2E6395EEFF27}"/>
              </a:ext>
            </a:extLst>
          </p:cNvPr>
          <p:cNvSpPr>
            <a:spLocks noGrp="1"/>
          </p:cNvSpPr>
          <p:nvPr>
            <p:ph type="title"/>
          </p:nvPr>
        </p:nvSpPr>
        <p:spPr>
          <a:xfrm>
            <a:off x="838200" y="365125"/>
            <a:ext cx="10515600" cy="775417"/>
          </a:xfrm>
        </p:spPr>
        <p:txBody>
          <a:bodyPr>
            <a:normAutofit/>
          </a:bodyPr>
          <a:lstStyle/>
          <a:p>
            <a:r>
              <a:rPr lang="en-IN" sz="3600" b="1" i="0" dirty="0">
                <a:effectLst/>
                <a:highlight>
                  <a:srgbClr val="FFFFFF"/>
                </a:highlight>
                <a:latin typeface="-apple-system"/>
              </a:rPr>
              <a:t>G1 (Garbage First) GC</a:t>
            </a:r>
          </a:p>
        </p:txBody>
      </p:sp>
      <p:sp>
        <p:nvSpPr>
          <p:cNvPr id="3" name="Content Placeholder 2">
            <a:extLst>
              <a:ext uri="{FF2B5EF4-FFF2-40B4-BE49-F238E27FC236}">
                <a16:creationId xmlns:a16="http://schemas.microsoft.com/office/drawing/2014/main" id="{0DC92136-1E09-E425-7675-DE4869DB7462}"/>
              </a:ext>
            </a:extLst>
          </p:cNvPr>
          <p:cNvSpPr>
            <a:spLocks noGrp="1"/>
          </p:cNvSpPr>
          <p:nvPr>
            <p:ph idx="1"/>
          </p:nvPr>
        </p:nvSpPr>
        <p:spPr>
          <a:xfrm>
            <a:off x="167148" y="1140542"/>
            <a:ext cx="11857704" cy="5466735"/>
          </a:xfrm>
        </p:spPr>
        <p:txBody>
          <a:bodyPr/>
          <a:lstStyle/>
          <a:p>
            <a:r>
              <a:rPr lang="en-US" dirty="0"/>
              <a:t>Garbage first (G1) was meant to replace CMS. G1 GC is parallel, concurrent, and incrementally compacting, with low pause-time. G1 uses a different memory layout than CMS, dividing the heap memory into equal sized regions.</a:t>
            </a:r>
          </a:p>
          <a:p>
            <a:pPr algn="l"/>
            <a:r>
              <a:rPr lang="en-US" b="0" i="0" dirty="0">
                <a:solidFill>
                  <a:srgbClr val="242424"/>
                </a:solidFill>
                <a:effectLst/>
                <a:highlight>
                  <a:srgbClr val="FFFFFF"/>
                </a:highlight>
                <a:latin typeface="source-serif-pro"/>
              </a:rPr>
              <a:t>There are three main types of regions in G1:</a:t>
            </a:r>
          </a:p>
          <a:p>
            <a:pPr algn="l">
              <a:buFont typeface="Arial" panose="020B0604020202020204" pitchFamily="34" charset="0"/>
              <a:buChar char="•"/>
            </a:pPr>
            <a:r>
              <a:rPr lang="en-US" b="1" i="0" dirty="0">
                <a:solidFill>
                  <a:srgbClr val="242424"/>
                </a:solidFill>
                <a:effectLst/>
                <a:highlight>
                  <a:srgbClr val="FFFFFF"/>
                </a:highlight>
                <a:latin typeface="source-serif-pro"/>
              </a:rPr>
              <a:t>Eden:</a:t>
            </a:r>
            <a:r>
              <a:rPr lang="en-US" b="0" i="0" dirty="0">
                <a:solidFill>
                  <a:srgbClr val="242424"/>
                </a:solidFill>
                <a:effectLst/>
                <a:highlight>
                  <a:srgbClr val="FFFFFF"/>
                </a:highlight>
                <a:latin typeface="source-serif-pro"/>
              </a:rPr>
              <a:t> This is where newly created objects are allocated.</a:t>
            </a:r>
          </a:p>
          <a:p>
            <a:pPr algn="l">
              <a:buFont typeface="Arial" panose="020B0604020202020204" pitchFamily="34" charset="0"/>
              <a:buChar char="•"/>
            </a:pPr>
            <a:r>
              <a:rPr lang="en-US" b="1" i="0" dirty="0">
                <a:solidFill>
                  <a:srgbClr val="242424"/>
                </a:solidFill>
                <a:effectLst/>
                <a:highlight>
                  <a:srgbClr val="FFFFFF"/>
                </a:highlight>
                <a:latin typeface="source-serif-pro"/>
              </a:rPr>
              <a:t>Survivor: </a:t>
            </a:r>
            <a:r>
              <a:rPr lang="en-US" b="0" i="0" dirty="0">
                <a:solidFill>
                  <a:srgbClr val="242424"/>
                </a:solidFill>
                <a:effectLst/>
                <a:highlight>
                  <a:srgbClr val="FFFFFF"/>
                </a:highlight>
                <a:latin typeface="source-serif-pro"/>
              </a:rPr>
              <a:t>There are typically two Survivor regions (S0 and S1), and they are used to hold objects that have survived one or more garbage collection cycles.</a:t>
            </a:r>
          </a:p>
          <a:p>
            <a:pPr algn="l">
              <a:buFont typeface="Arial" panose="020B0604020202020204" pitchFamily="34" charset="0"/>
              <a:buChar char="•"/>
            </a:pPr>
            <a:r>
              <a:rPr lang="en-US" b="1" i="0" dirty="0">
                <a:solidFill>
                  <a:srgbClr val="242424"/>
                </a:solidFill>
                <a:effectLst/>
                <a:highlight>
                  <a:srgbClr val="FFFFFF"/>
                </a:highlight>
                <a:latin typeface="source-serif-pro"/>
              </a:rPr>
              <a:t>Old Generation: </a:t>
            </a:r>
            <a:r>
              <a:rPr lang="en-US" b="0" i="0" dirty="0">
                <a:solidFill>
                  <a:srgbClr val="242424"/>
                </a:solidFill>
                <a:effectLst/>
                <a:highlight>
                  <a:srgbClr val="FFFFFF"/>
                </a:highlight>
                <a:latin typeface="source-serif-pro"/>
              </a:rPr>
              <a:t>This region is used to hold long-lived objects that have survived multiple garbage collection cycles.</a:t>
            </a:r>
          </a:p>
          <a:p>
            <a:r>
              <a:rPr lang="en-US" dirty="0"/>
              <a:t> </a:t>
            </a:r>
            <a:endParaRPr lang="en-IN" dirty="0"/>
          </a:p>
        </p:txBody>
      </p:sp>
      <p:pic>
        <p:nvPicPr>
          <p:cNvPr id="5" name="Picture 4">
            <a:extLst>
              <a:ext uri="{FF2B5EF4-FFF2-40B4-BE49-F238E27FC236}">
                <a16:creationId xmlns:a16="http://schemas.microsoft.com/office/drawing/2014/main" id="{642DADC9-655B-66A5-9276-257377647146}"/>
              </a:ext>
            </a:extLst>
          </p:cNvPr>
          <p:cNvPicPr>
            <a:picLocks noChangeAspect="1"/>
          </p:cNvPicPr>
          <p:nvPr/>
        </p:nvPicPr>
        <p:blipFill>
          <a:blip r:embed="rId2"/>
          <a:stretch>
            <a:fillRect/>
          </a:stretch>
        </p:blipFill>
        <p:spPr>
          <a:xfrm>
            <a:off x="6990581" y="4930416"/>
            <a:ext cx="4621315" cy="1676861"/>
          </a:xfrm>
          <a:prstGeom prst="rect">
            <a:avLst/>
          </a:prstGeom>
        </p:spPr>
      </p:pic>
    </p:spTree>
    <p:extLst>
      <p:ext uri="{BB962C8B-B14F-4D97-AF65-F5344CB8AC3E}">
        <p14:creationId xmlns:p14="http://schemas.microsoft.com/office/powerpoint/2010/main" val="1612718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3040-BCF3-9308-5485-2E6395EEFF27}"/>
              </a:ext>
            </a:extLst>
          </p:cNvPr>
          <p:cNvSpPr>
            <a:spLocks noGrp="1"/>
          </p:cNvSpPr>
          <p:nvPr>
            <p:ph type="title"/>
          </p:nvPr>
        </p:nvSpPr>
        <p:spPr>
          <a:xfrm>
            <a:off x="838200" y="365125"/>
            <a:ext cx="10515600" cy="775417"/>
          </a:xfrm>
        </p:spPr>
        <p:txBody>
          <a:bodyPr>
            <a:normAutofit/>
          </a:bodyPr>
          <a:lstStyle/>
          <a:p>
            <a:r>
              <a:rPr lang="en-IN" sz="3600" b="1" i="0" dirty="0">
                <a:effectLst/>
                <a:highlight>
                  <a:srgbClr val="FFFFFF"/>
                </a:highlight>
                <a:latin typeface="-apple-system"/>
              </a:rPr>
              <a:t>G1 (Garbage First) GC</a:t>
            </a:r>
          </a:p>
        </p:txBody>
      </p:sp>
      <p:sp>
        <p:nvSpPr>
          <p:cNvPr id="3" name="Content Placeholder 2">
            <a:extLst>
              <a:ext uri="{FF2B5EF4-FFF2-40B4-BE49-F238E27FC236}">
                <a16:creationId xmlns:a16="http://schemas.microsoft.com/office/drawing/2014/main" id="{0DC92136-1E09-E425-7675-DE4869DB7462}"/>
              </a:ext>
            </a:extLst>
          </p:cNvPr>
          <p:cNvSpPr>
            <a:spLocks noGrp="1"/>
          </p:cNvSpPr>
          <p:nvPr>
            <p:ph idx="1"/>
          </p:nvPr>
        </p:nvSpPr>
        <p:spPr>
          <a:xfrm>
            <a:off x="167148" y="1140542"/>
            <a:ext cx="11857704" cy="5466735"/>
          </a:xfrm>
        </p:spPr>
        <p:txBody>
          <a:bodyPr>
            <a:normAutofit fontScale="92500"/>
          </a:bodyPr>
          <a:lstStyle/>
          <a:p>
            <a:r>
              <a:rPr lang="en-IN" b="1" i="0" dirty="0">
                <a:solidFill>
                  <a:srgbClr val="242424"/>
                </a:solidFill>
                <a:effectLst/>
                <a:highlight>
                  <a:srgbClr val="FFFFFF"/>
                </a:highlight>
                <a:latin typeface="source-serif-pro"/>
              </a:rPr>
              <a:t>Initial Mark:</a:t>
            </a:r>
          </a:p>
          <a:p>
            <a:r>
              <a:rPr lang="en-US" b="0" i="0" dirty="0">
                <a:solidFill>
                  <a:srgbClr val="242424"/>
                </a:solidFill>
                <a:effectLst/>
                <a:highlight>
                  <a:srgbClr val="FFFFFF"/>
                </a:highlight>
                <a:latin typeface="source-serif-pro"/>
              </a:rPr>
              <a:t>G1 starts with an initial marking phase. During this phase, it identifies the live objects in the old generation and marks them as such. This phase is done concurrently with the application threads, so it has minimal impact on application performance.</a:t>
            </a:r>
          </a:p>
          <a:p>
            <a:pPr algn="l"/>
            <a:r>
              <a:rPr lang="en-US" dirty="0"/>
              <a:t> </a:t>
            </a:r>
            <a:r>
              <a:rPr lang="en-US" b="1" i="0" dirty="0">
                <a:solidFill>
                  <a:srgbClr val="242424"/>
                </a:solidFill>
                <a:effectLst/>
                <a:highlight>
                  <a:srgbClr val="FFFFFF"/>
                </a:highlight>
                <a:latin typeface="source-serif-pro"/>
              </a:rPr>
              <a:t>Concurrent Marking:</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After the initial mark, G1 performs a concurrent marking phase to identify more live objects in all regions of the heap. This phase runs concurrently with the application threads, allowing the application to continue executing.</a:t>
            </a:r>
          </a:p>
          <a:p>
            <a:pPr algn="l"/>
            <a:r>
              <a:rPr lang="en-US" b="1" i="0" dirty="0">
                <a:solidFill>
                  <a:srgbClr val="242424"/>
                </a:solidFill>
                <a:effectLst/>
                <a:highlight>
                  <a:srgbClr val="FFFFFF"/>
                </a:highlight>
                <a:latin typeface="source-serif-pro"/>
              </a:rPr>
              <a:t>Remark:</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Once concurrent marking is completed, G1 performs a remark phase to identify any objects that may have been modified since the initial marking. This ensures accuracy in determining live objects. This phase may cause a brief pause in application execution.</a:t>
            </a:r>
          </a:p>
          <a:p>
            <a:endParaRPr lang="en-IN" dirty="0"/>
          </a:p>
        </p:txBody>
      </p:sp>
    </p:spTree>
    <p:extLst>
      <p:ext uri="{BB962C8B-B14F-4D97-AF65-F5344CB8AC3E}">
        <p14:creationId xmlns:p14="http://schemas.microsoft.com/office/powerpoint/2010/main" val="2749755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3040-BCF3-9308-5485-2E6395EEFF27}"/>
              </a:ext>
            </a:extLst>
          </p:cNvPr>
          <p:cNvSpPr>
            <a:spLocks noGrp="1"/>
          </p:cNvSpPr>
          <p:nvPr>
            <p:ph type="title"/>
          </p:nvPr>
        </p:nvSpPr>
        <p:spPr>
          <a:xfrm>
            <a:off x="838200" y="365125"/>
            <a:ext cx="10515600" cy="775417"/>
          </a:xfrm>
        </p:spPr>
        <p:txBody>
          <a:bodyPr>
            <a:normAutofit/>
          </a:bodyPr>
          <a:lstStyle/>
          <a:p>
            <a:r>
              <a:rPr lang="en-IN" sz="3600" b="1" i="0" dirty="0">
                <a:effectLst/>
                <a:highlight>
                  <a:srgbClr val="FFFFFF"/>
                </a:highlight>
                <a:latin typeface="-apple-system"/>
              </a:rPr>
              <a:t>G1 (Garbage First) GC</a:t>
            </a:r>
          </a:p>
        </p:txBody>
      </p:sp>
      <p:sp>
        <p:nvSpPr>
          <p:cNvPr id="3" name="Content Placeholder 2">
            <a:extLst>
              <a:ext uri="{FF2B5EF4-FFF2-40B4-BE49-F238E27FC236}">
                <a16:creationId xmlns:a16="http://schemas.microsoft.com/office/drawing/2014/main" id="{0DC92136-1E09-E425-7675-DE4869DB7462}"/>
              </a:ext>
            </a:extLst>
          </p:cNvPr>
          <p:cNvSpPr>
            <a:spLocks noGrp="1"/>
          </p:cNvSpPr>
          <p:nvPr>
            <p:ph idx="1"/>
          </p:nvPr>
        </p:nvSpPr>
        <p:spPr>
          <a:xfrm>
            <a:off x="167148" y="1140542"/>
            <a:ext cx="11857704" cy="5466735"/>
          </a:xfrm>
        </p:spPr>
        <p:txBody>
          <a:bodyPr>
            <a:normAutofit/>
          </a:bodyPr>
          <a:lstStyle/>
          <a:p>
            <a:pPr algn="l"/>
            <a:r>
              <a:rPr lang="en-US" b="1" i="0" dirty="0">
                <a:solidFill>
                  <a:srgbClr val="242424"/>
                </a:solidFill>
                <a:effectLst/>
                <a:highlight>
                  <a:srgbClr val="FFFFFF"/>
                </a:highlight>
                <a:latin typeface="source-serif-pro"/>
              </a:rPr>
              <a:t>Concurrent Cleanup:</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After the remark phase, G1 performs concurrent cleanup, which involves reclaiming memory from regions that are no longer in use. This is done concurrently with the application threads.</a:t>
            </a:r>
          </a:p>
          <a:p>
            <a:pPr algn="l"/>
            <a:r>
              <a:rPr lang="en-US" b="1" i="0" dirty="0">
                <a:solidFill>
                  <a:srgbClr val="242424"/>
                </a:solidFill>
                <a:effectLst/>
                <a:highlight>
                  <a:srgbClr val="FFFFFF"/>
                </a:highlight>
                <a:latin typeface="source-serif-pro"/>
              </a:rPr>
              <a:t>Evacuation:</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G1 uses a process called “evacuation” to move live objects from one region to another. It selects regions with the most garbage (hence the name “Garbage-First”) and prioritizes them for evacuation. The goal is to empty regions with a lot of garbage to minimize fragmentation and improve overall heap utilization.</a:t>
            </a:r>
          </a:p>
          <a:p>
            <a:endParaRPr lang="en-IN" dirty="0"/>
          </a:p>
        </p:txBody>
      </p:sp>
    </p:spTree>
    <p:extLst>
      <p:ext uri="{BB962C8B-B14F-4D97-AF65-F5344CB8AC3E}">
        <p14:creationId xmlns:p14="http://schemas.microsoft.com/office/powerpoint/2010/main" val="2380124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3040-BCF3-9308-5485-2E6395EEFF27}"/>
              </a:ext>
            </a:extLst>
          </p:cNvPr>
          <p:cNvSpPr>
            <a:spLocks noGrp="1"/>
          </p:cNvSpPr>
          <p:nvPr>
            <p:ph type="title"/>
          </p:nvPr>
        </p:nvSpPr>
        <p:spPr>
          <a:xfrm>
            <a:off x="838200" y="365125"/>
            <a:ext cx="10515600" cy="775417"/>
          </a:xfrm>
        </p:spPr>
        <p:txBody>
          <a:bodyPr>
            <a:normAutofit/>
          </a:bodyPr>
          <a:lstStyle/>
          <a:p>
            <a:r>
              <a:rPr lang="en-IN" sz="3600" b="1" i="0" dirty="0">
                <a:effectLst/>
                <a:highlight>
                  <a:srgbClr val="FFFFFF"/>
                </a:highlight>
                <a:latin typeface="-apple-system"/>
              </a:rPr>
              <a:t>G1 (Garbage First) GC</a:t>
            </a:r>
          </a:p>
        </p:txBody>
      </p:sp>
      <p:sp>
        <p:nvSpPr>
          <p:cNvPr id="3" name="Content Placeholder 2">
            <a:extLst>
              <a:ext uri="{FF2B5EF4-FFF2-40B4-BE49-F238E27FC236}">
                <a16:creationId xmlns:a16="http://schemas.microsoft.com/office/drawing/2014/main" id="{0DC92136-1E09-E425-7675-DE4869DB7462}"/>
              </a:ext>
            </a:extLst>
          </p:cNvPr>
          <p:cNvSpPr>
            <a:spLocks noGrp="1"/>
          </p:cNvSpPr>
          <p:nvPr>
            <p:ph idx="1"/>
          </p:nvPr>
        </p:nvSpPr>
        <p:spPr>
          <a:xfrm>
            <a:off x="167148" y="1140542"/>
            <a:ext cx="11857704" cy="5466735"/>
          </a:xfrm>
        </p:spPr>
        <p:txBody>
          <a:bodyPr>
            <a:normAutofit/>
          </a:bodyPr>
          <a:lstStyle/>
          <a:p>
            <a:pPr algn="l"/>
            <a:r>
              <a:rPr lang="en-US" b="1" i="0" dirty="0">
                <a:solidFill>
                  <a:srgbClr val="242424"/>
                </a:solidFill>
                <a:effectLst/>
                <a:highlight>
                  <a:srgbClr val="FFFFFF"/>
                </a:highlight>
                <a:latin typeface="source-serif-pro"/>
              </a:rPr>
              <a:t>Mixed Garbage Collection:</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G1 uses a concept called “mixed garbage collection” to perform garbage collection on both the young generation (Eden and Survivor regions) and the old generation. This allows G1 to achieve better overall heap utilization and avoid long pause times associated with full garbage collections.</a:t>
            </a:r>
          </a:p>
          <a:p>
            <a:endParaRPr lang="en-IN" dirty="0"/>
          </a:p>
        </p:txBody>
      </p:sp>
    </p:spTree>
    <p:extLst>
      <p:ext uri="{BB962C8B-B14F-4D97-AF65-F5344CB8AC3E}">
        <p14:creationId xmlns:p14="http://schemas.microsoft.com/office/powerpoint/2010/main" val="257820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3040-BCF3-9308-5485-2E6395EEFF27}"/>
              </a:ext>
            </a:extLst>
          </p:cNvPr>
          <p:cNvSpPr>
            <a:spLocks noGrp="1"/>
          </p:cNvSpPr>
          <p:nvPr>
            <p:ph type="title"/>
          </p:nvPr>
        </p:nvSpPr>
        <p:spPr>
          <a:xfrm>
            <a:off x="838200" y="365125"/>
            <a:ext cx="10515600" cy="775417"/>
          </a:xfrm>
        </p:spPr>
        <p:txBody>
          <a:bodyPr>
            <a:normAutofit/>
          </a:bodyPr>
          <a:lstStyle/>
          <a:p>
            <a:r>
              <a:rPr lang="en-IN" sz="3600" b="1" i="0" dirty="0">
                <a:effectLst/>
                <a:highlight>
                  <a:srgbClr val="FFFFFF"/>
                </a:highlight>
                <a:latin typeface="-apple-system"/>
              </a:rPr>
              <a:t> Epsilon GC</a:t>
            </a:r>
          </a:p>
        </p:txBody>
      </p:sp>
      <p:sp>
        <p:nvSpPr>
          <p:cNvPr id="3" name="Content Placeholder 2">
            <a:extLst>
              <a:ext uri="{FF2B5EF4-FFF2-40B4-BE49-F238E27FC236}">
                <a16:creationId xmlns:a16="http://schemas.microsoft.com/office/drawing/2014/main" id="{0DC92136-1E09-E425-7675-DE4869DB7462}"/>
              </a:ext>
            </a:extLst>
          </p:cNvPr>
          <p:cNvSpPr>
            <a:spLocks noGrp="1"/>
          </p:cNvSpPr>
          <p:nvPr>
            <p:ph idx="1"/>
          </p:nvPr>
        </p:nvSpPr>
        <p:spPr>
          <a:xfrm>
            <a:off x="167148" y="1140542"/>
            <a:ext cx="11857704" cy="5466735"/>
          </a:xfrm>
        </p:spPr>
        <p:txBody>
          <a:bodyPr>
            <a:normAutofit/>
          </a:bodyPr>
          <a:lstStyle/>
          <a:p>
            <a:pPr algn="l"/>
            <a:r>
              <a:rPr lang="en-US" b="0" i="0" dirty="0">
                <a:solidFill>
                  <a:srgbClr val="271900"/>
                </a:solidFill>
                <a:effectLst/>
                <a:highlight>
                  <a:srgbClr val="FFFFFF"/>
                </a:highlight>
                <a:latin typeface="Google Sans"/>
              </a:rPr>
              <a:t>Epsilon is a no-operation (no-op) garbage collector (GC) that was introduced in Java 11. </a:t>
            </a:r>
            <a:r>
              <a:rPr lang="en-US" b="0" i="0" dirty="0">
                <a:solidFill>
                  <a:srgbClr val="000000"/>
                </a:solidFill>
                <a:effectLst/>
                <a:latin typeface="Red Hat Text"/>
              </a:rPr>
              <a:t>Epsilon just manages memory allocation. It doesn’t do any actual memory reclamation. </a:t>
            </a:r>
            <a:r>
              <a:rPr lang="en-US" b="0" i="0" dirty="0">
                <a:solidFill>
                  <a:srgbClr val="271900"/>
                </a:solidFill>
                <a:effectLst/>
                <a:highlight>
                  <a:srgbClr val="FFFFFF"/>
                </a:highlight>
                <a:latin typeface="Google Sans"/>
              </a:rPr>
              <a:t> This means that once the available Java heap is exhausted, the JVM will shut down.</a:t>
            </a:r>
          </a:p>
          <a:p>
            <a:pPr algn="l"/>
            <a:r>
              <a:rPr lang="en-US" b="0" i="0" dirty="0">
                <a:solidFill>
                  <a:srgbClr val="271900"/>
                </a:solidFill>
                <a:effectLst/>
                <a:highlight>
                  <a:srgbClr val="FFFFFF"/>
                </a:highlight>
                <a:latin typeface="Google Sans"/>
              </a:rPr>
              <a:t>Epsilon GC can be used to measure the performance of other garbage collectors. It can also be used for applications that have very low latency requirements and can tolerate the risk of the JVM shutting down if the heap is exhausted.</a:t>
            </a:r>
            <a:endParaRPr lang="en-US" dirty="0">
              <a:solidFill>
                <a:srgbClr val="271900"/>
              </a:solidFill>
              <a:highlight>
                <a:srgbClr val="FFFFFF"/>
              </a:highlight>
              <a:latin typeface="Google Sans"/>
            </a:endParaRPr>
          </a:p>
          <a:p>
            <a:pPr algn="l"/>
            <a:r>
              <a:rPr lang="en-US" b="0" i="0" dirty="0">
                <a:solidFill>
                  <a:srgbClr val="271900"/>
                </a:solidFill>
                <a:effectLst/>
                <a:highlight>
                  <a:srgbClr val="FFFFFF"/>
                </a:highlight>
                <a:latin typeface="Google Sans"/>
              </a:rPr>
              <a:t>It is important to note that Epsilon GC is still an experimental feature, and it is not recommended for use in production environments.</a:t>
            </a:r>
            <a:endParaRPr lang="en-IN" dirty="0"/>
          </a:p>
        </p:txBody>
      </p:sp>
    </p:spTree>
    <p:extLst>
      <p:ext uri="{BB962C8B-B14F-4D97-AF65-F5344CB8AC3E}">
        <p14:creationId xmlns:p14="http://schemas.microsoft.com/office/powerpoint/2010/main" val="3517338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3040-BCF3-9308-5485-2E6395EEFF27}"/>
              </a:ext>
            </a:extLst>
          </p:cNvPr>
          <p:cNvSpPr>
            <a:spLocks noGrp="1"/>
          </p:cNvSpPr>
          <p:nvPr>
            <p:ph type="title"/>
          </p:nvPr>
        </p:nvSpPr>
        <p:spPr>
          <a:xfrm>
            <a:off x="838200" y="365125"/>
            <a:ext cx="10515600" cy="775417"/>
          </a:xfrm>
        </p:spPr>
        <p:txBody>
          <a:bodyPr>
            <a:normAutofit/>
          </a:bodyPr>
          <a:lstStyle/>
          <a:p>
            <a:r>
              <a:rPr lang="en-IN" sz="3600" b="1" i="0" dirty="0">
                <a:effectLst/>
                <a:highlight>
                  <a:srgbClr val="FFFFFF"/>
                </a:highlight>
                <a:latin typeface="-apple-system"/>
              </a:rPr>
              <a:t> Shenandoah </a:t>
            </a:r>
            <a:r>
              <a:rPr lang="en-IN" sz="3600" b="1" i="0" dirty="0" err="1">
                <a:effectLst/>
                <a:highlight>
                  <a:srgbClr val="FFFFFF"/>
                </a:highlight>
                <a:latin typeface="-apple-system"/>
              </a:rPr>
              <a:t>gc</a:t>
            </a:r>
            <a:endParaRPr lang="en-IN" sz="3600" b="1" i="0" dirty="0">
              <a:effectLst/>
              <a:highlight>
                <a:srgbClr val="FFFFFF"/>
              </a:highlight>
              <a:latin typeface="-apple-system"/>
            </a:endParaRPr>
          </a:p>
        </p:txBody>
      </p:sp>
      <p:sp>
        <p:nvSpPr>
          <p:cNvPr id="3" name="Content Placeholder 2">
            <a:extLst>
              <a:ext uri="{FF2B5EF4-FFF2-40B4-BE49-F238E27FC236}">
                <a16:creationId xmlns:a16="http://schemas.microsoft.com/office/drawing/2014/main" id="{0DC92136-1E09-E425-7675-DE4869DB7462}"/>
              </a:ext>
            </a:extLst>
          </p:cNvPr>
          <p:cNvSpPr>
            <a:spLocks noGrp="1"/>
          </p:cNvSpPr>
          <p:nvPr>
            <p:ph idx="1"/>
          </p:nvPr>
        </p:nvSpPr>
        <p:spPr>
          <a:xfrm>
            <a:off x="167148" y="1140542"/>
            <a:ext cx="11857704" cy="5466735"/>
          </a:xfrm>
        </p:spPr>
        <p:txBody>
          <a:bodyPr>
            <a:normAutofit/>
          </a:bodyPr>
          <a:lstStyle/>
          <a:p>
            <a:pPr algn="l"/>
            <a:r>
              <a:rPr lang="en-US" b="0" i="0" dirty="0">
                <a:solidFill>
                  <a:srgbClr val="191B28"/>
                </a:solidFill>
                <a:effectLst/>
                <a:highlight>
                  <a:srgbClr val="FFFFFF"/>
                </a:highlight>
                <a:latin typeface="Google Sans"/>
              </a:rPr>
              <a:t>Shenandoah is a low-latency garbage collector (GC) that was released in JDK 12. It is designed to reduce GC pause times by performing more garbage collection work concurrently with the running Java program.</a:t>
            </a:r>
            <a:endParaRPr lang="en-IN" dirty="0"/>
          </a:p>
        </p:txBody>
      </p:sp>
    </p:spTree>
    <p:extLst>
      <p:ext uri="{BB962C8B-B14F-4D97-AF65-F5344CB8AC3E}">
        <p14:creationId xmlns:p14="http://schemas.microsoft.com/office/powerpoint/2010/main" val="368175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3040-BCF3-9308-5485-2E6395EEFF27}"/>
              </a:ext>
            </a:extLst>
          </p:cNvPr>
          <p:cNvSpPr>
            <a:spLocks noGrp="1"/>
          </p:cNvSpPr>
          <p:nvPr>
            <p:ph type="title"/>
          </p:nvPr>
        </p:nvSpPr>
        <p:spPr>
          <a:xfrm>
            <a:off x="838200" y="365125"/>
            <a:ext cx="10515600" cy="775417"/>
          </a:xfrm>
        </p:spPr>
        <p:txBody>
          <a:bodyPr>
            <a:normAutofit/>
          </a:bodyPr>
          <a:lstStyle/>
          <a:p>
            <a:r>
              <a:rPr lang="en-IN" sz="3600" b="1" i="0" dirty="0">
                <a:effectLst/>
                <a:highlight>
                  <a:srgbClr val="FFFFFF"/>
                </a:highlight>
                <a:latin typeface="-apple-system"/>
              </a:rPr>
              <a:t> </a:t>
            </a:r>
            <a:r>
              <a:rPr lang="en-IN" sz="3600" b="1" i="0" dirty="0" err="1">
                <a:effectLst/>
                <a:highlight>
                  <a:srgbClr val="FFFFFF"/>
                </a:highlight>
                <a:latin typeface="-apple-system"/>
              </a:rPr>
              <a:t>zgc</a:t>
            </a:r>
            <a:r>
              <a:rPr lang="en-IN" sz="3600" b="1" i="0" dirty="0">
                <a:effectLst/>
                <a:highlight>
                  <a:srgbClr val="FFFFFF"/>
                </a:highlight>
                <a:latin typeface="-apple-system"/>
              </a:rPr>
              <a:t> java</a:t>
            </a:r>
          </a:p>
        </p:txBody>
      </p:sp>
      <p:sp>
        <p:nvSpPr>
          <p:cNvPr id="3" name="Content Placeholder 2">
            <a:extLst>
              <a:ext uri="{FF2B5EF4-FFF2-40B4-BE49-F238E27FC236}">
                <a16:creationId xmlns:a16="http://schemas.microsoft.com/office/drawing/2014/main" id="{0DC92136-1E09-E425-7675-DE4869DB7462}"/>
              </a:ext>
            </a:extLst>
          </p:cNvPr>
          <p:cNvSpPr>
            <a:spLocks noGrp="1"/>
          </p:cNvSpPr>
          <p:nvPr>
            <p:ph idx="1"/>
          </p:nvPr>
        </p:nvSpPr>
        <p:spPr>
          <a:xfrm>
            <a:off x="167148" y="1140542"/>
            <a:ext cx="11857704" cy="5466735"/>
          </a:xfrm>
        </p:spPr>
        <p:txBody>
          <a:bodyPr>
            <a:normAutofit/>
          </a:bodyPr>
          <a:lstStyle/>
          <a:p>
            <a:pPr algn="l"/>
            <a:r>
              <a:rPr lang="en-US" b="0" i="0" dirty="0">
                <a:solidFill>
                  <a:srgbClr val="191B28"/>
                </a:solidFill>
                <a:effectLst/>
                <a:highlight>
                  <a:srgbClr val="FFFFFF"/>
                </a:highlight>
                <a:latin typeface="Google Sans"/>
              </a:rPr>
              <a:t>Shenandoah is a low-latency garbage collector (GC) that was released in JDK 12. It is designed to reduce GC pause times by performing more garbage collection work concurrently with the running Java program.</a:t>
            </a:r>
          </a:p>
          <a:p>
            <a:pPr algn="l"/>
            <a:r>
              <a:rPr lang="en-US" b="0" i="0" dirty="0">
                <a:solidFill>
                  <a:srgbClr val="00201A"/>
                </a:solidFill>
                <a:effectLst/>
                <a:highlight>
                  <a:srgbClr val="FFFFFF"/>
                </a:highlight>
                <a:latin typeface="Google Sans"/>
              </a:rPr>
              <a:t>ZGC, or Z Garbage Collector, is a low-latency garbage collector that was introduced in Java 11. It is designed to be scalable and can handle heaps ranging from 8MB to 16TB in size, with sub-millisecond maximum pause times. ZGC is a concurrent, region-based garbage collector that uses a mark-sweep-compact algorithm. </a:t>
            </a:r>
            <a:r>
              <a:rPr lang="en-US" b="0" i="0">
                <a:solidFill>
                  <a:srgbClr val="00201A"/>
                </a:solidFill>
                <a:effectLst/>
                <a:highlight>
                  <a:srgbClr val="FFFFFF"/>
                </a:highlight>
                <a:latin typeface="Google Sans"/>
              </a:rPr>
              <a:t>It is designed to minimize the impact of garbage collection on application performance by performing most of its work concurrently with the application threads.</a:t>
            </a:r>
            <a:endParaRPr lang="en-IN" dirty="0"/>
          </a:p>
        </p:txBody>
      </p:sp>
    </p:spTree>
    <p:extLst>
      <p:ext uri="{BB962C8B-B14F-4D97-AF65-F5344CB8AC3E}">
        <p14:creationId xmlns:p14="http://schemas.microsoft.com/office/powerpoint/2010/main" val="2883847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1208</Words>
  <Application>Microsoft Office PowerPoint</Application>
  <PresentationFormat>Widescreen</PresentationFormat>
  <Paragraphs>60</Paragraphs>
  <Slides>14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-apple-system</vt:lpstr>
      <vt:lpstr>arial</vt:lpstr>
      <vt:lpstr>arial</vt:lpstr>
      <vt:lpstr>Calibri</vt:lpstr>
      <vt:lpstr>Calibri Light</vt:lpstr>
      <vt:lpstr>Google Sans</vt:lpstr>
      <vt:lpstr>Lato</vt:lpstr>
      <vt:lpstr>Red Hat Text</vt:lpstr>
      <vt:lpstr>source-serif-pro</vt:lpstr>
      <vt:lpstr>Office Theme</vt:lpstr>
      <vt:lpstr>PowerPoint Presentation</vt:lpstr>
      <vt:lpstr>PowerPoint Presentation</vt:lpstr>
      <vt:lpstr>PowerPoint Presentation</vt:lpstr>
      <vt:lpstr>Serial GC</vt:lpstr>
      <vt:lpstr>Parallel GC</vt:lpstr>
      <vt:lpstr>Parallel Old GC</vt:lpstr>
      <vt:lpstr>CMS (Concurrent Mark Sweep) GC</vt:lpstr>
      <vt:lpstr>G1 (Garbage First) GC</vt:lpstr>
      <vt:lpstr>G1 (Garbage First) GC</vt:lpstr>
      <vt:lpstr>G1 (Garbage First) GC</vt:lpstr>
      <vt:lpstr>G1 (Garbage First) GC</vt:lpstr>
      <vt:lpstr> Epsilon GC</vt:lpstr>
      <vt:lpstr> Shenandoah gc</vt:lpstr>
      <vt:lpstr> zgc java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2024-05-10T03:30:00Z</dcterms:created>
  <dcterms:modified xsi:type="dcterms:W3CDTF">2024-05-15T02:59:31Z</dcterms:modified>
</cp:coreProperties>
</file>