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2" r:id="rId5"/>
    <p:sldId id="258"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2AB9AA-52F8-466E-B12D-E20147E0A86E}" v="3" dt="2024-05-02T02:59:11.0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0" d="100"/>
          <a:sy n="80" d="100"/>
        </p:scale>
        <p:origin x="5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E3B89734-C4A2-409D-BFAA-C0940D0F4FB7}"/>
    <pc:docChg chg="undo custSel addSld modSld">
      <pc:chgData name="Arun Sunar" userId="3fa9774ca67c7ab5" providerId="LiveId" clId="{E3B89734-C4A2-409D-BFAA-C0940D0F4FB7}" dt="2024-02-26T08:58:24.890" v="167" actId="27636"/>
      <pc:docMkLst>
        <pc:docMk/>
      </pc:docMkLst>
      <pc:sldChg chg="modSp mod">
        <pc:chgData name="Arun Sunar" userId="3fa9774ca67c7ab5" providerId="LiveId" clId="{E3B89734-C4A2-409D-BFAA-C0940D0F4FB7}" dt="2024-02-26T08:44:32.294" v="5" actId="20577"/>
        <pc:sldMkLst>
          <pc:docMk/>
          <pc:sldMk cId="895182354" sldId="256"/>
        </pc:sldMkLst>
        <pc:spChg chg="mod">
          <ac:chgData name="Arun Sunar" userId="3fa9774ca67c7ab5" providerId="LiveId" clId="{E3B89734-C4A2-409D-BFAA-C0940D0F4FB7}" dt="2024-02-26T08:44:32.294" v="5" actId="20577"/>
          <ac:spMkLst>
            <pc:docMk/>
            <pc:sldMk cId="895182354" sldId="256"/>
            <ac:spMk id="4" creationId="{9FB9AF35-3278-485F-D971-E3524DB0F1AE}"/>
          </ac:spMkLst>
        </pc:spChg>
      </pc:sldChg>
      <pc:sldChg chg="modSp mod">
        <pc:chgData name="Arun Sunar" userId="3fa9774ca67c7ab5" providerId="LiveId" clId="{E3B89734-C4A2-409D-BFAA-C0940D0F4FB7}" dt="2024-02-26T08:57:28.339" v="164" actId="27636"/>
        <pc:sldMkLst>
          <pc:docMk/>
          <pc:sldMk cId="3332357874" sldId="257"/>
        </pc:sldMkLst>
        <pc:spChg chg="mod">
          <ac:chgData name="Arun Sunar" userId="3fa9774ca67c7ab5" providerId="LiveId" clId="{E3B89734-C4A2-409D-BFAA-C0940D0F4FB7}" dt="2024-02-26T08:56:30.357" v="157" actId="1076"/>
          <ac:spMkLst>
            <pc:docMk/>
            <pc:sldMk cId="3332357874" sldId="257"/>
            <ac:spMk id="2" creationId="{4C4B2BE1-3BE3-C213-B59B-E6BA6C0F236A}"/>
          </ac:spMkLst>
        </pc:spChg>
        <pc:spChg chg="mod">
          <ac:chgData name="Arun Sunar" userId="3fa9774ca67c7ab5" providerId="LiveId" clId="{E3B89734-C4A2-409D-BFAA-C0940D0F4FB7}" dt="2024-02-26T08:57:28.339" v="164" actId="27636"/>
          <ac:spMkLst>
            <pc:docMk/>
            <pc:sldMk cId="3332357874" sldId="257"/>
            <ac:spMk id="3" creationId="{13F35383-669D-FD53-B707-A42D117BF8BD}"/>
          </ac:spMkLst>
        </pc:spChg>
      </pc:sldChg>
      <pc:sldChg chg="modSp add mod">
        <pc:chgData name="Arun Sunar" userId="3fa9774ca67c7ab5" providerId="LiveId" clId="{E3B89734-C4A2-409D-BFAA-C0940D0F4FB7}" dt="2024-02-26T08:47:38.206" v="74" actId="113"/>
        <pc:sldMkLst>
          <pc:docMk/>
          <pc:sldMk cId="1963276607" sldId="258"/>
        </pc:sldMkLst>
        <pc:spChg chg="mod">
          <ac:chgData name="Arun Sunar" userId="3fa9774ca67c7ab5" providerId="LiveId" clId="{E3B89734-C4A2-409D-BFAA-C0940D0F4FB7}" dt="2024-02-26T08:46:22.665" v="50" actId="20577"/>
          <ac:spMkLst>
            <pc:docMk/>
            <pc:sldMk cId="1963276607" sldId="258"/>
            <ac:spMk id="2" creationId="{3B59E65C-2329-2B88-135F-0DC6145FDF08}"/>
          </ac:spMkLst>
        </pc:spChg>
        <pc:spChg chg="mod">
          <ac:chgData name="Arun Sunar" userId="3fa9774ca67c7ab5" providerId="LiveId" clId="{E3B89734-C4A2-409D-BFAA-C0940D0F4FB7}" dt="2024-02-26T08:47:38.206" v="74" actId="113"/>
          <ac:spMkLst>
            <pc:docMk/>
            <pc:sldMk cId="1963276607" sldId="258"/>
            <ac:spMk id="3" creationId="{AE50772C-CEF3-C415-C1BB-C17422B60E81}"/>
          </ac:spMkLst>
        </pc:spChg>
      </pc:sldChg>
      <pc:sldChg chg="modSp add mod">
        <pc:chgData name="Arun Sunar" userId="3fa9774ca67c7ab5" providerId="LiveId" clId="{E3B89734-C4A2-409D-BFAA-C0940D0F4FB7}" dt="2024-02-26T08:48:05.739" v="79" actId="113"/>
        <pc:sldMkLst>
          <pc:docMk/>
          <pc:sldMk cId="238238694" sldId="259"/>
        </pc:sldMkLst>
        <pc:spChg chg="mod">
          <ac:chgData name="Arun Sunar" userId="3fa9774ca67c7ab5" providerId="LiveId" clId="{E3B89734-C4A2-409D-BFAA-C0940D0F4FB7}" dt="2024-02-26T08:46:46.383" v="54"/>
          <ac:spMkLst>
            <pc:docMk/>
            <pc:sldMk cId="238238694" sldId="259"/>
            <ac:spMk id="2" creationId="{4C01BB19-0BC1-2CEA-D63D-B9E501058357}"/>
          </ac:spMkLst>
        </pc:spChg>
        <pc:spChg chg="mod">
          <ac:chgData name="Arun Sunar" userId="3fa9774ca67c7ab5" providerId="LiveId" clId="{E3B89734-C4A2-409D-BFAA-C0940D0F4FB7}" dt="2024-02-26T08:48:05.739" v="79" actId="113"/>
          <ac:spMkLst>
            <pc:docMk/>
            <pc:sldMk cId="238238694" sldId="259"/>
            <ac:spMk id="3" creationId="{2681C7DD-A22B-E2D4-6105-98507CF9055C}"/>
          </ac:spMkLst>
        </pc:spChg>
      </pc:sldChg>
      <pc:sldChg chg="modSp add mod">
        <pc:chgData name="Arun Sunar" userId="3fa9774ca67c7ab5" providerId="LiveId" clId="{E3B89734-C4A2-409D-BFAA-C0940D0F4FB7}" dt="2024-02-26T08:49:44.209" v="104" actId="113"/>
        <pc:sldMkLst>
          <pc:docMk/>
          <pc:sldMk cId="29510507" sldId="260"/>
        </pc:sldMkLst>
        <pc:spChg chg="mod">
          <ac:chgData name="Arun Sunar" userId="3fa9774ca67c7ab5" providerId="LiveId" clId="{E3B89734-C4A2-409D-BFAA-C0940D0F4FB7}" dt="2024-02-26T08:48:32.607" v="85" actId="27636"/>
          <ac:spMkLst>
            <pc:docMk/>
            <pc:sldMk cId="29510507" sldId="260"/>
            <ac:spMk id="2" creationId="{4A9835CD-7667-E5F7-BB0A-B6D2EE4D3BF1}"/>
          </ac:spMkLst>
        </pc:spChg>
        <pc:spChg chg="mod">
          <ac:chgData name="Arun Sunar" userId="3fa9774ca67c7ab5" providerId="LiveId" clId="{E3B89734-C4A2-409D-BFAA-C0940D0F4FB7}" dt="2024-02-26T08:49:44.209" v="104" actId="113"/>
          <ac:spMkLst>
            <pc:docMk/>
            <pc:sldMk cId="29510507" sldId="260"/>
            <ac:spMk id="3" creationId="{261B842E-5D10-FB47-4C42-593DD5C9CBDC}"/>
          </ac:spMkLst>
        </pc:spChg>
      </pc:sldChg>
      <pc:sldChg chg="modSp add mod">
        <pc:chgData name="Arun Sunar" userId="3fa9774ca67c7ab5" providerId="LiveId" clId="{E3B89734-C4A2-409D-BFAA-C0940D0F4FB7}" dt="2024-02-26T08:51:15.504" v="126" actId="113"/>
        <pc:sldMkLst>
          <pc:docMk/>
          <pc:sldMk cId="1423090029" sldId="261"/>
        </pc:sldMkLst>
        <pc:spChg chg="mod">
          <ac:chgData name="Arun Sunar" userId="3fa9774ca67c7ab5" providerId="LiveId" clId="{E3B89734-C4A2-409D-BFAA-C0940D0F4FB7}" dt="2024-02-26T08:50:19.584" v="112" actId="20577"/>
          <ac:spMkLst>
            <pc:docMk/>
            <pc:sldMk cId="1423090029" sldId="261"/>
            <ac:spMk id="2" creationId="{D059834E-D2B5-5877-887D-3B9C889ACCB3}"/>
          </ac:spMkLst>
        </pc:spChg>
        <pc:spChg chg="mod">
          <ac:chgData name="Arun Sunar" userId="3fa9774ca67c7ab5" providerId="LiveId" clId="{E3B89734-C4A2-409D-BFAA-C0940D0F4FB7}" dt="2024-02-26T08:51:15.504" v="126" actId="113"/>
          <ac:spMkLst>
            <pc:docMk/>
            <pc:sldMk cId="1423090029" sldId="261"/>
            <ac:spMk id="3" creationId="{4A13528C-3BA7-997D-B801-7ECB086C21A7}"/>
          </ac:spMkLst>
        </pc:spChg>
      </pc:sldChg>
      <pc:sldChg chg="add">
        <pc:chgData name="Arun Sunar" userId="3fa9774ca67c7ab5" providerId="LiveId" clId="{E3B89734-C4A2-409D-BFAA-C0940D0F4FB7}" dt="2024-02-26T08:53:17.442" v="127" actId="2890"/>
        <pc:sldMkLst>
          <pc:docMk/>
          <pc:sldMk cId="2055326994" sldId="262"/>
        </pc:sldMkLst>
      </pc:sldChg>
      <pc:sldChg chg="modSp add mod">
        <pc:chgData name="Arun Sunar" userId="3fa9774ca67c7ab5" providerId="LiveId" clId="{E3B89734-C4A2-409D-BFAA-C0940D0F4FB7}" dt="2024-02-26T08:58:24.890" v="167" actId="27636"/>
        <pc:sldMkLst>
          <pc:docMk/>
          <pc:sldMk cId="1717572637" sldId="263"/>
        </pc:sldMkLst>
        <pc:spChg chg="mod">
          <ac:chgData name="Arun Sunar" userId="3fa9774ca67c7ab5" providerId="LiveId" clId="{E3B89734-C4A2-409D-BFAA-C0940D0F4FB7}" dt="2024-02-26T08:58:24.890" v="167" actId="27636"/>
          <ac:spMkLst>
            <pc:docMk/>
            <pc:sldMk cId="1717572637" sldId="263"/>
            <ac:spMk id="3" creationId="{9B39C45D-A260-EB96-3E53-9C79A0FDBF46}"/>
          </ac:spMkLst>
        </pc:spChg>
      </pc:sldChg>
    </pc:docChg>
  </pc:docChgLst>
  <pc:docChgLst>
    <pc:chgData name="Arun Sunar" userId="3fa9774ca67c7ab5" providerId="LiveId" clId="{88D53C2A-13AB-4D60-9C33-12D1A90D0245}"/>
    <pc:docChg chg="undo redo custSel addSld modSld">
      <pc:chgData name="Arun Sunar" userId="3fa9774ca67c7ab5" providerId="LiveId" clId="{88D53C2A-13AB-4D60-9C33-12D1A90D0245}" dt="2024-02-08T05:59:25.828" v="13" actId="14100"/>
      <pc:docMkLst>
        <pc:docMk/>
      </pc:docMkLst>
      <pc:sldChg chg="modSp new mod">
        <pc:chgData name="Arun Sunar" userId="3fa9774ca67c7ab5" providerId="LiveId" clId="{88D53C2A-13AB-4D60-9C33-12D1A90D0245}" dt="2024-02-08T05:59:25.828" v="13" actId="14100"/>
        <pc:sldMkLst>
          <pc:docMk/>
          <pc:sldMk cId="3332357874" sldId="257"/>
        </pc:sldMkLst>
        <pc:spChg chg="mod">
          <ac:chgData name="Arun Sunar" userId="3fa9774ca67c7ab5" providerId="LiveId" clId="{88D53C2A-13AB-4D60-9C33-12D1A90D0245}" dt="2024-02-08T05:58:36.976" v="9" actId="113"/>
          <ac:spMkLst>
            <pc:docMk/>
            <pc:sldMk cId="3332357874" sldId="257"/>
            <ac:spMk id="2" creationId="{4C4B2BE1-3BE3-C213-B59B-E6BA6C0F236A}"/>
          </ac:spMkLst>
        </pc:spChg>
        <pc:spChg chg="mod">
          <ac:chgData name="Arun Sunar" userId="3fa9774ca67c7ab5" providerId="LiveId" clId="{88D53C2A-13AB-4D60-9C33-12D1A90D0245}" dt="2024-02-08T05:59:25.828" v="13" actId="14100"/>
          <ac:spMkLst>
            <pc:docMk/>
            <pc:sldMk cId="3332357874" sldId="257"/>
            <ac:spMk id="3" creationId="{13F35383-669D-FD53-B707-A42D117BF8BD}"/>
          </ac:spMkLst>
        </pc:spChg>
      </pc:sldChg>
    </pc:docChg>
  </pc:docChgLst>
  <pc:docChgLst>
    <pc:chgData name="Arun Sunar" userId="3fa9774ca67c7ab5" providerId="LiveId" clId="{3F2AB9AA-52F8-466E-B12D-E20147E0A86E}"/>
    <pc:docChg chg="modSld modMainMaster">
      <pc:chgData name="Arun Sunar" userId="3fa9774ca67c7ab5" providerId="LiveId" clId="{3F2AB9AA-52F8-466E-B12D-E20147E0A86E}" dt="2024-05-02T02:59:11.055" v="2"/>
      <pc:docMkLst>
        <pc:docMk/>
      </pc:docMkLst>
      <pc:sldChg chg="setBg">
        <pc:chgData name="Arun Sunar" userId="3fa9774ca67c7ab5" providerId="LiveId" clId="{3F2AB9AA-52F8-466E-B12D-E20147E0A86E}" dt="2024-05-02T02:59:11.055" v="2"/>
        <pc:sldMkLst>
          <pc:docMk/>
          <pc:sldMk cId="895182354" sldId="256"/>
        </pc:sldMkLst>
      </pc:sldChg>
      <pc:sldMasterChg chg="setBg modSldLayout">
        <pc:chgData name="Arun Sunar" userId="3fa9774ca67c7ab5" providerId="LiveId" clId="{3F2AB9AA-52F8-466E-B12D-E20147E0A86E}" dt="2024-05-02T02:59:11.055" v="2"/>
        <pc:sldMasterMkLst>
          <pc:docMk/>
          <pc:sldMasterMk cId="3389644773" sldId="2147483648"/>
        </pc:sldMasterMkLst>
        <pc:sldLayoutChg chg="setBg">
          <pc:chgData name="Arun Sunar" userId="3fa9774ca67c7ab5" providerId="LiveId" clId="{3F2AB9AA-52F8-466E-B12D-E20147E0A86E}" dt="2024-05-02T02:59:11.055" v="2"/>
          <pc:sldLayoutMkLst>
            <pc:docMk/>
            <pc:sldMasterMk cId="3389644773" sldId="2147483648"/>
            <pc:sldLayoutMk cId="1179135351" sldId="2147483649"/>
          </pc:sldLayoutMkLst>
        </pc:sldLayoutChg>
        <pc:sldLayoutChg chg="setBg">
          <pc:chgData name="Arun Sunar" userId="3fa9774ca67c7ab5" providerId="LiveId" clId="{3F2AB9AA-52F8-466E-B12D-E20147E0A86E}" dt="2024-05-02T02:59:11.055" v="2"/>
          <pc:sldLayoutMkLst>
            <pc:docMk/>
            <pc:sldMasterMk cId="3389644773" sldId="2147483648"/>
            <pc:sldLayoutMk cId="1701815133" sldId="2147483650"/>
          </pc:sldLayoutMkLst>
        </pc:sldLayoutChg>
        <pc:sldLayoutChg chg="setBg">
          <pc:chgData name="Arun Sunar" userId="3fa9774ca67c7ab5" providerId="LiveId" clId="{3F2AB9AA-52F8-466E-B12D-E20147E0A86E}" dt="2024-05-02T02:59:11.055" v="2"/>
          <pc:sldLayoutMkLst>
            <pc:docMk/>
            <pc:sldMasterMk cId="3389644773" sldId="2147483648"/>
            <pc:sldLayoutMk cId="916304203" sldId="2147483651"/>
          </pc:sldLayoutMkLst>
        </pc:sldLayoutChg>
        <pc:sldLayoutChg chg="setBg">
          <pc:chgData name="Arun Sunar" userId="3fa9774ca67c7ab5" providerId="LiveId" clId="{3F2AB9AA-52F8-466E-B12D-E20147E0A86E}" dt="2024-05-02T02:59:11.055" v="2"/>
          <pc:sldLayoutMkLst>
            <pc:docMk/>
            <pc:sldMasterMk cId="3389644773" sldId="2147483648"/>
            <pc:sldLayoutMk cId="1037313926" sldId="2147483652"/>
          </pc:sldLayoutMkLst>
        </pc:sldLayoutChg>
        <pc:sldLayoutChg chg="setBg">
          <pc:chgData name="Arun Sunar" userId="3fa9774ca67c7ab5" providerId="LiveId" clId="{3F2AB9AA-52F8-466E-B12D-E20147E0A86E}" dt="2024-05-02T02:59:11.055" v="2"/>
          <pc:sldLayoutMkLst>
            <pc:docMk/>
            <pc:sldMasterMk cId="3389644773" sldId="2147483648"/>
            <pc:sldLayoutMk cId="3866724738" sldId="2147483653"/>
          </pc:sldLayoutMkLst>
        </pc:sldLayoutChg>
        <pc:sldLayoutChg chg="setBg">
          <pc:chgData name="Arun Sunar" userId="3fa9774ca67c7ab5" providerId="LiveId" clId="{3F2AB9AA-52F8-466E-B12D-E20147E0A86E}" dt="2024-05-02T02:59:11.055" v="2"/>
          <pc:sldLayoutMkLst>
            <pc:docMk/>
            <pc:sldMasterMk cId="3389644773" sldId="2147483648"/>
            <pc:sldLayoutMk cId="3389022716" sldId="2147483654"/>
          </pc:sldLayoutMkLst>
        </pc:sldLayoutChg>
        <pc:sldLayoutChg chg="setBg">
          <pc:chgData name="Arun Sunar" userId="3fa9774ca67c7ab5" providerId="LiveId" clId="{3F2AB9AA-52F8-466E-B12D-E20147E0A86E}" dt="2024-05-02T02:59:11.055" v="2"/>
          <pc:sldLayoutMkLst>
            <pc:docMk/>
            <pc:sldMasterMk cId="3389644773" sldId="2147483648"/>
            <pc:sldLayoutMk cId="2005682027" sldId="2147483655"/>
          </pc:sldLayoutMkLst>
        </pc:sldLayoutChg>
        <pc:sldLayoutChg chg="setBg">
          <pc:chgData name="Arun Sunar" userId="3fa9774ca67c7ab5" providerId="LiveId" clId="{3F2AB9AA-52F8-466E-B12D-E20147E0A86E}" dt="2024-05-02T02:59:11.055" v="2"/>
          <pc:sldLayoutMkLst>
            <pc:docMk/>
            <pc:sldMasterMk cId="3389644773" sldId="2147483648"/>
            <pc:sldLayoutMk cId="186948492" sldId="2147483656"/>
          </pc:sldLayoutMkLst>
        </pc:sldLayoutChg>
        <pc:sldLayoutChg chg="setBg">
          <pc:chgData name="Arun Sunar" userId="3fa9774ca67c7ab5" providerId="LiveId" clId="{3F2AB9AA-52F8-466E-B12D-E20147E0A86E}" dt="2024-05-02T02:59:11.055" v="2"/>
          <pc:sldLayoutMkLst>
            <pc:docMk/>
            <pc:sldMasterMk cId="3389644773" sldId="2147483648"/>
            <pc:sldLayoutMk cId="2788794658" sldId="2147483657"/>
          </pc:sldLayoutMkLst>
        </pc:sldLayoutChg>
        <pc:sldLayoutChg chg="setBg">
          <pc:chgData name="Arun Sunar" userId="3fa9774ca67c7ab5" providerId="LiveId" clId="{3F2AB9AA-52F8-466E-B12D-E20147E0A86E}" dt="2024-05-02T02:59:11.055" v="2"/>
          <pc:sldLayoutMkLst>
            <pc:docMk/>
            <pc:sldMasterMk cId="3389644773" sldId="2147483648"/>
            <pc:sldLayoutMk cId="1064934429" sldId="2147483658"/>
          </pc:sldLayoutMkLst>
        </pc:sldLayoutChg>
        <pc:sldLayoutChg chg="setBg">
          <pc:chgData name="Arun Sunar" userId="3fa9774ca67c7ab5" providerId="LiveId" clId="{3F2AB9AA-52F8-466E-B12D-E20147E0A86E}" dt="2024-05-02T02:59:11.055" v="2"/>
          <pc:sldLayoutMkLst>
            <pc:docMk/>
            <pc:sldMasterMk cId="3389644773" sldId="2147483648"/>
            <pc:sldLayoutMk cId="2003448257"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86D84-1F82-04D8-D05F-DE191962E5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AF2EB4-A312-AA8F-E673-25E0E1332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102B4E-E03D-59B2-BF70-B5346BE87713}"/>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5" name="Footer Placeholder 4">
            <a:extLst>
              <a:ext uri="{FF2B5EF4-FFF2-40B4-BE49-F238E27FC236}">
                <a16:creationId xmlns:a16="http://schemas.microsoft.com/office/drawing/2014/main" id="{D021F3E4-3AC8-5407-7250-230B840144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F13964-EC0B-97A6-9775-BD50CAE0F842}"/>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1179135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4D8F0-EC95-2BD4-276B-B6FC45DC68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E580E0-78DC-2D87-A62B-B2083E9FBE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B5E228-1FB9-A928-ACA2-8BCF9F36420B}"/>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5" name="Footer Placeholder 4">
            <a:extLst>
              <a:ext uri="{FF2B5EF4-FFF2-40B4-BE49-F238E27FC236}">
                <a16:creationId xmlns:a16="http://schemas.microsoft.com/office/drawing/2014/main" id="{F814184A-383D-AB84-C585-4E6A7BABD8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E51912-9A8A-26F6-7F81-EC6A49A61A3D}"/>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170181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0C965-D289-DE8B-B4F5-80D5A06D8A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C0F269-28DE-4CBE-4DBE-6DE3DC13EF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655547-0211-3FD6-E470-48908B2D17A3}"/>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5" name="Footer Placeholder 4">
            <a:extLst>
              <a:ext uri="{FF2B5EF4-FFF2-40B4-BE49-F238E27FC236}">
                <a16:creationId xmlns:a16="http://schemas.microsoft.com/office/drawing/2014/main" id="{3955ACCC-F0A8-67EB-C123-1AA33038E8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87F876-00DB-6584-5900-DCB1EDD6495B}"/>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91630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1B46-CD98-644F-C235-C26DB9A463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14A5DB-779A-B27E-8045-0762F90141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EACE4D-C1E6-8CF9-98EE-0AFDB3CB0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42C8BD-0851-48CB-A1E9-A5EB9F7D0DAA}"/>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6" name="Footer Placeholder 5">
            <a:extLst>
              <a:ext uri="{FF2B5EF4-FFF2-40B4-BE49-F238E27FC236}">
                <a16:creationId xmlns:a16="http://schemas.microsoft.com/office/drawing/2014/main" id="{0A0F5D23-2921-13FD-DC98-977F09CDBC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7473F5-9B54-4E2C-4EA6-7C03E9256936}"/>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1037313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C79E-B965-7B39-9A73-E3A3CEB2667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3C0A20-1B8D-3571-6964-590BEC24FA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2DC025-A328-1908-09AC-385D61B8C5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3BB815-8D64-B6C3-3597-15C57B1F5F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F7A986-C451-21B1-F0A4-7AE02EBF9B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2F81CD-BED3-6F16-32FD-F13211BD0BA8}"/>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8" name="Footer Placeholder 7">
            <a:extLst>
              <a:ext uri="{FF2B5EF4-FFF2-40B4-BE49-F238E27FC236}">
                <a16:creationId xmlns:a16="http://schemas.microsoft.com/office/drawing/2014/main" id="{105AE3F4-1D7F-492D-805D-EB239BA9CD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702A29-DD4B-829F-A2B7-280BB6261445}"/>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3866724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83906-E9FA-57D9-ED77-EBD685C098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7B37F7-AC2A-0E04-080A-0F2E410DF69B}"/>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4" name="Footer Placeholder 3">
            <a:extLst>
              <a:ext uri="{FF2B5EF4-FFF2-40B4-BE49-F238E27FC236}">
                <a16:creationId xmlns:a16="http://schemas.microsoft.com/office/drawing/2014/main" id="{72B41A6D-68BA-BC93-C54D-C6CA435A2F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4945FF-C077-25E1-D109-219A43F9CA2A}"/>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338902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A76360-5C1F-A5E4-2BBD-17F24AAF17F6}"/>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3" name="Footer Placeholder 2">
            <a:extLst>
              <a:ext uri="{FF2B5EF4-FFF2-40B4-BE49-F238E27FC236}">
                <a16:creationId xmlns:a16="http://schemas.microsoft.com/office/drawing/2014/main" id="{2BF81514-0AC0-0CAB-2F1E-C4108EF5731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3C7AE9B-0260-311B-0117-C6C5C3BC2CAB}"/>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200568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F9D3-71B1-0CAF-9509-9315C326CB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C160B7-1FA4-06FD-013D-B2F005A44D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E0F8B0-ED21-69B4-ADA7-D05F8FF58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734AD9-C343-A180-FDEA-D6638019BACA}"/>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6" name="Footer Placeholder 5">
            <a:extLst>
              <a:ext uri="{FF2B5EF4-FFF2-40B4-BE49-F238E27FC236}">
                <a16:creationId xmlns:a16="http://schemas.microsoft.com/office/drawing/2014/main" id="{B38B3597-17DC-C2C4-DA2E-17C6994E08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38BA45-C6C0-5639-AF19-FB7D1EB50F38}"/>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18694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EC763-43E8-3F7A-DBFF-0158C079A7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4CF805-87E4-3143-EBC6-8CEC6FD763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F58324C-D65E-7E54-3931-CBE0E236B7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3216CF-4F23-59C9-6A90-BAE9D8AD9F33}"/>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6" name="Footer Placeholder 5">
            <a:extLst>
              <a:ext uri="{FF2B5EF4-FFF2-40B4-BE49-F238E27FC236}">
                <a16:creationId xmlns:a16="http://schemas.microsoft.com/office/drawing/2014/main" id="{C115753D-9C9C-253F-DB6D-A39605382A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E42182-18DE-6B0F-B89F-929546CB2F63}"/>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2788794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0DC1-CAC0-9790-AFA9-29E6459964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070AFE-6412-AC42-21A5-9A83147A7C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1D2E4E-AA2D-585C-9CDE-1A9AB8503F70}"/>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5" name="Footer Placeholder 4">
            <a:extLst>
              <a:ext uri="{FF2B5EF4-FFF2-40B4-BE49-F238E27FC236}">
                <a16:creationId xmlns:a16="http://schemas.microsoft.com/office/drawing/2014/main" id="{A974F9AA-C6F7-4542-AE16-6F2D947AB3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3FB593-EB95-8941-3B58-04F569BF2DCD}"/>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1064934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0A849D-875B-8C20-D009-B6BFC768F4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030A0F-0BF9-BFE7-4BB4-38D1EC4B6B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EB93AA-5D0C-A618-FAE2-7B21A528C8FA}"/>
              </a:ext>
            </a:extLst>
          </p:cNvPr>
          <p:cNvSpPr>
            <a:spLocks noGrp="1"/>
          </p:cNvSpPr>
          <p:nvPr>
            <p:ph type="dt" sz="half" idx="10"/>
          </p:nvPr>
        </p:nvSpPr>
        <p:spPr/>
        <p:txBody>
          <a:bodyPr/>
          <a:lstStyle/>
          <a:p>
            <a:fld id="{DBC53BF8-7324-4D5C-B76A-0720D6968B60}" type="datetimeFigureOut">
              <a:rPr lang="en-IN" smtClean="0"/>
              <a:t>02-05-2024</a:t>
            </a:fld>
            <a:endParaRPr lang="en-IN"/>
          </a:p>
        </p:txBody>
      </p:sp>
      <p:sp>
        <p:nvSpPr>
          <p:cNvPr id="5" name="Footer Placeholder 4">
            <a:extLst>
              <a:ext uri="{FF2B5EF4-FFF2-40B4-BE49-F238E27FC236}">
                <a16:creationId xmlns:a16="http://schemas.microsoft.com/office/drawing/2014/main" id="{9E24594D-6DB0-8BEC-5D9F-4EADB3328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96327F-C67A-ADE8-092D-5EE3C98134D2}"/>
              </a:ext>
            </a:extLst>
          </p:cNvPr>
          <p:cNvSpPr>
            <a:spLocks noGrp="1"/>
          </p:cNvSpPr>
          <p:nvPr>
            <p:ph type="sldNum" sz="quarter" idx="12"/>
          </p:nvPr>
        </p:nvSpPr>
        <p:spPr/>
        <p:txBody>
          <a:bodyPr/>
          <a:lstStyle/>
          <a:p>
            <a:fld id="{17E5F3F1-6EEE-463C-A522-A95008E4E1E1}" type="slidenum">
              <a:rPr lang="en-IN" smtClean="0"/>
              <a:t>‹#›</a:t>
            </a:fld>
            <a:endParaRPr lang="en-IN"/>
          </a:p>
        </p:txBody>
      </p:sp>
    </p:spTree>
    <p:extLst>
      <p:ext uri="{BB962C8B-B14F-4D97-AF65-F5344CB8AC3E}">
        <p14:creationId xmlns:p14="http://schemas.microsoft.com/office/powerpoint/2010/main" val="2003448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8B0D22-B3DE-8895-3E53-D756D9731E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9867EF-30C2-0598-9E64-2275E7CA7B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17BB1D-5344-0446-EA75-CAEBD2708B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C53BF8-7324-4D5C-B76A-0720D6968B60}" type="datetimeFigureOut">
              <a:rPr lang="en-IN" smtClean="0"/>
              <a:t>02-05-2024</a:t>
            </a:fld>
            <a:endParaRPr lang="en-IN"/>
          </a:p>
        </p:txBody>
      </p:sp>
      <p:sp>
        <p:nvSpPr>
          <p:cNvPr id="5" name="Footer Placeholder 4">
            <a:extLst>
              <a:ext uri="{FF2B5EF4-FFF2-40B4-BE49-F238E27FC236}">
                <a16:creationId xmlns:a16="http://schemas.microsoft.com/office/drawing/2014/main" id="{4A7333BC-AFD0-32A1-F90D-273899987F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0EB3D8-00BC-643F-3A93-505B2E31A5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E5F3F1-6EEE-463C-A522-A95008E4E1E1}" type="slidenum">
              <a:rPr lang="en-IN" smtClean="0"/>
              <a:t>‹#›</a:t>
            </a:fld>
            <a:endParaRPr lang="en-IN"/>
          </a:p>
        </p:txBody>
      </p:sp>
    </p:spTree>
    <p:extLst>
      <p:ext uri="{BB962C8B-B14F-4D97-AF65-F5344CB8AC3E}">
        <p14:creationId xmlns:p14="http://schemas.microsoft.com/office/powerpoint/2010/main" val="3389644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B9AF35-3278-485F-D971-E3524DB0F1AE}"/>
              </a:ext>
            </a:extLst>
          </p:cNvPr>
          <p:cNvSpPr/>
          <p:nvPr/>
        </p:nvSpPr>
        <p:spPr>
          <a:xfrm>
            <a:off x="345234" y="2127579"/>
            <a:ext cx="9974424" cy="1200329"/>
          </a:xfrm>
          <a:prstGeom prst="rect">
            <a:avLst/>
          </a:prstGeom>
          <a:noFill/>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M</a:t>
            </a:r>
            <a:r>
              <a:rPr lang="en-US" sz="7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emory leak in java</a:t>
            </a:r>
          </a:p>
        </p:txBody>
      </p:sp>
    </p:spTree>
    <p:extLst>
      <p:ext uri="{BB962C8B-B14F-4D97-AF65-F5344CB8AC3E}">
        <p14:creationId xmlns:p14="http://schemas.microsoft.com/office/powerpoint/2010/main" val="89518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B2BE1-3BE3-C213-B59B-E6BA6C0F236A}"/>
              </a:ext>
            </a:extLst>
          </p:cNvPr>
          <p:cNvSpPr>
            <a:spLocks noGrp="1"/>
          </p:cNvSpPr>
          <p:nvPr>
            <p:ph type="title"/>
          </p:nvPr>
        </p:nvSpPr>
        <p:spPr>
          <a:xfrm>
            <a:off x="688910" y="187845"/>
            <a:ext cx="10515600" cy="782540"/>
          </a:xfrm>
        </p:spPr>
        <p:txBody>
          <a:bodyPr>
            <a:normAutofit/>
          </a:bodyPr>
          <a:lstStyle/>
          <a:p>
            <a:r>
              <a:rPr lang="en-US" sz="2800" b="1" dirty="0"/>
              <a:t>Types of References in Java</a:t>
            </a:r>
            <a:endParaRPr lang="en-IN" sz="2800" b="1" dirty="0"/>
          </a:p>
        </p:txBody>
      </p:sp>
      <p:sp>
        <p:nvSpPr>
          <p:cNvPr id="3" name="Content Placeholder 2">
            <a:extLst>
              <a:ext uri="{FF2B5EF4-FFF2-40B4-BE49-F238E27FC236}">
                <a16:creationId xmlns:a16="http://schemas.microsoft.com/office/drawing/2014/main" id="{13F35383-669D-FD53-B707-A42D117BF8BD}"/>
              </a:ext>
            </a:extLst>
          </p:cNvPr>
          <p:cNvSpPr>
            <a:spLocks noGrp="1"/>
          </p:cNvSpPr>
          <p:nvPr>
            <p:ph idx="1"/>
          </p:nvPr>
        </p:nvSpPr>
        <p:spPr>
          <a:xfrm>
            <a:off x="838200" y="970385"/>
            <a:ext cx="10515600" cy="5598365"/>
          </a:xfrm>
        </p:spPr>
        <p:txBody>
          <a:bodyPr>
            <a:normAutofit fontScale="92500" lnSpcReduction="10000"/>
          </a:bodyPr>
          <a:lstStyle/>
          <a:p>
            <a:pPr algn="l">
              <a:buFont typeface="Arial" panose="020B0604020202020204" pitchFamily="34" charset="0"/>
              <a:buChar char="•"/>
            </a:pPr>
            <a:r>
              <a:rPr lang="en-US" b="1" i="0" dirty="0">
                <a:solidFill>
                  <a:srgbClr val="002021"/>
                </a:solidFill>
                <a:effectLst/>
              </a:rPr>
              <a:t>Strong references: </a:t>
            </a:r>
            <a:r>
              <a:rPr lang="en-US" b="0" i="0" dirty="0">
                <a:solidFill>
                  <a:srgbClr val="002021"/>
                </a:solidFill>
                <a:effectLst/>
              </a:rPr>
              <a:t>are the most common type of reference. When you create a new object, you are creating a strong reference to it. As long as there is a strong reference to an object, the garbage collector will not collect it.</a:t>
            </a:r>
          </a:p>
          <a:p>
            <a:pPr algn="l">
              <a:buFont typeface="Arial" panose="020B0604020202020204" pitchFamily="34" charset="0"/>
              <a:buChar char="•"/>
            </a:pPr>
            <a:r>
              <a:rPr lang="en-US" b="1" i="0" dirty="0">
                <a:solidFill>
                  <a:srgbClr val="002021"/>
                </a:solidFill>
                <a:effectLst/>
              </a:rPr>
              <a:t>Weak references</a:t>
            </a:r>
            <a:r>
              <a:rPr lang="en-US" b="0" i="0" dirty="0">
                <a:solidFill>
                  <a:srgbClr val="002021"/>
                </a:solidFill>
                <a:effectLst/>
              </a:rPr>
              <a:t>: are used to track objects that are no longer being used, but may still be needed in the future. When the garbage collector sees an object with only weak references, it may collect it, but it is not guaranteed to do so.</a:t>
            </a:r>
          </a:p>
          <a:p>
            <a:pPr algn="l">
              <a:buFont typeface="Arial" panose="020B0604020202020204" pitchFamily="34" charset="0"/>
              <a:buChar char="•"/>
            </a:pPr>
            <a:r>
              <a:rPr lang="en-US" b="1" i="0" dirty="0">
                <a:solidFill>
                  <a:srgbClr val="002021"/>
                </a:solidFill>
                <a:effectLst/>
              </a:rPr>
              <a:t>Soft References: </a:t>
            </a:r>
            <a:r>
              <a:rPr lang="en-US" b="0" i="0" dirty="0">
                <a:solidFill>
                  <a:srgbClr val="002021"/>
                </a:solidFill>
                <a:effectLst/>
              </a:rPr>
              <a:t>In Soft reference, even if the object is free for garbage collection then also its not garbage collected, until JVM is in need of memory </a:t>
            </a:r>
            <a:r>
              <a:rPr lang="en-US" b="0" i="0" dirty="0" err="1">
                <a:solidFill>
                  <a:srgbClr val="002021"/>
                </a:solidFill>
                <a:effectLst/>
              </a:rPr>
              <a:t>badly.The</a:t>
            </a:r>
            <a:r>
              <a:rPr lang="en-US" b="0" i="0" dirty="0">
                <a:solidFill>
                  <a:srgbClr val="002021"/>
                </a:solidFill>
                <a:effectLst/>
              </a:rPr>
              <a:t> objects gets cleared from the memory when JVM runs out of </a:t>
            </a:r>
            <a:r>
              <a:rPr lang="en-US" b="0" i="0" dirty="0" err="1">
                <a:solidFill>
                  <a:srgbClr val="002021"/>
                </a:solidFill>
                <a:effectLst/>
              </a:rPr>
              <a:t>memory.To</a:t>
            </a:r>
            <a:r>
              <a:rPr lang="en-US" b="0" i="0" dirty="0">
                <a:solidFill>
                  <a:srgbClr val="002021"/>
                </a:solidFill>
                <a:effectLst/>
              </a:rPr>
              <a:t> create such references.</a:t>
            </a:r>
          </a:p>
          <a:p>
            <a:pPr algn="l">
              <a:buFont typeface="Arial" panose="020B0604020202020204" pitchFamily="34" charset="0"/>
              <a:buChar char="•"/>
            </a:pPr>
            <a:r>
              <a:rPr lang="en-US" b="1" i="0" dirty="0">
                <a:solidFill>
                  <a:srgbClr val="002021"/>
                </a:solidFill>
                <a:effectLst/>
              </a:rPr>
              <a:t>Phantom References: </a:t>
            </a:r>
            <a:r>
              <a:rPr lang="en-US" b="0" i="0" dirty="0">
                <a:solidFill>
                  <a:srgbClr val="002021"/>
                </a:solidFill>
                <a:effectLst/>
              </a:rPr>
              <a:t>The objects which are being referenced by phantom references are eligible for garbage collection. But, before removing them from the memory, JVM puts them in a queue called ‘reference queue’ . They are put in a reference queue after calling finalize() method on them</a:t>
            </a:r>
          </a:p>
          <a:p>
            <a:pPr algn="l">
              <a:buFont typeface="Arial" panose="020B0604020202020204" pitchFamily="34" charset="0"/>
              <a:buChar char="•"/>
            </a:pPr>
            <a:endParaRPr lang="en-US" b="0" i="0" dirty="0">
              <a:solidFill>
                <a:srgbClr val="002021"/>
              </a:solidFill>
              <a:effectLst/>
              <a:latin typeface="Google Sans"/>
            </a:endParaRPr>
          </a:p>
        </p:txBody>
      </p:sp>
    </p:spTree>
    <p:extLst>
      <p:ext uri="{BB962C8B-B14F-4D97-AF65-F5344CB8AC3E}">
        <p14:creationId xmlns:p14="http://schemas.microsoft.com/office/powerpoint/2010/main" val="3332357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D50D0-5C58-AF2A-937C-87F6B5413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C826F-EB10-7986-F727-4742A7AD7E8C}"/>
              </a:ext>
            </a:extLst>
          </p:cNvPr>
          <p:cNvSpPr>
            <a:spLocks noGrp="1"/>
          </p:cNvSpPr>
          <p:nvPr>
            <p:ph type="title"/>
          </p:nvPr>
        </p:nvSpPr>
        <p:spPr>
          <a:xfrm>
            <a:off x="688910" y="187845"/>
            <a:ext cx="10515600" cy="782540"/>
          </a:xfrm>
        </p:spPr>
        <p:txBody>
          <a:bodyPr>
            <a:normAutofit/>
          </a:bodyPr>
          <a:lstStyle/>
          <a:p>
            <a:r>
              <a:rPr lang="en-US" sz="2800" b="1" dirty="0"/>
              <a:t>Types of References in Java</a:t>
            </a:r>
            <a:endParaRPr lang="en-IN" sz="2800" b="1" dirty="0"/>
          </a:p>
        </p:txBody>
      </p:sp>
      <p:sp>
        <p:nvSpPr>
          <p:cNvPr id="3" name="Content Placeholder 2">
            <a:extLst>
              <a:ext uri="{FF2B5EF4-FFF2-40B4-BE49-F238E27FC236}">
                <a16:creationId xmlns:a16="http://schemas.microsoft.com/office/drawing/2014/main" id="{9B39C45D-A260-EB96-3E53-9C79A0FDBF46}"/>
              </a:ext>
            </a:extLst>
          </p:cNvPr>
          <p:cNvSpPr>
            <a:spLocks noGrp="1"/>
          </p:cNvSpPr>
          <p:nvPr>
            <p:ph idx="1"/>
          </p:nvPr>
        </p:nvSpPr>
        <p:spPr>
          <a:xfrm>
            <a:off x="838200" y="970385"/>
            <a:ext cx="10515600" cy="5598365"/>
          </a:xfrm>
        </p:spPr>
        <p:txBody>
          <a:bodyPr>
            <a:normAutofit fontScale="85000" lnSpcReduction="20000"/>
          </a:bodyPr>
          <a:lstStyle/>
          <a:p>
            <a:pPr algn="l">
              <a:buFont typeface="Arial" panose="020B0604020202020204" pitchFamily="34" charset="0"/>
              <a:buChar char="•"/>
            </a:pPr>
            <a:r>
              <a:rPr lang="en-IN" b="0" i="1" dirty="0">
                <a:solidFill>
                  <a:srgbClr val="80868B"/>
                </a:solidFill>
                <a:effectLst/>
                <a:latin typeface="Courier New" panose="02070309020205020404" pitchFamily="49" charset="0"/>
              </a:rPr>
              <a:t>// Strong reference</a:t>
            </a:r>
            <a:br>
              <a:rPr lang="en-IN" dirty="0"/>
            </a:br>
            <a:r>
              <a:rPr lang="en-IN" b="0" i="0" dirty="0">
                <a:solidFill>
                  <a:srgbClr val="000000"/>
                </a:solidFill>
                <a:effectLst/>
                <a:latin typeface="Courier New" panose="02070309020205020404" pitchFamily="49" charset="0"/>
              </a:rPr>
              <a:t>Object </a:t>
            </a:r>
            <a:r>
              <a:rPr lang="en-IN" b="0" i="0" dirty="0" err="1">
                <a:solidFill>
                  <a:srgbClr val="000000"/>
                </a:solidFill>
                <a:effectLst/>
                <a:latin typeface="Courier New" panose="02070309020205020404" pitchFamily="49" charset="0"/>
              </a:rPr>
              <a:t>object</a:t>
            </a:r>
            <a:r>
              <a:rPr lang="en-IN" b="0" i="0" dirty="0">
                <a:solidFill>
                  <a:srgbClr val="000000"/>
                </a:solidFill>
                <a:effectLst/>
                <a:latin typeface="Courier New" panose="02070309020205020404" pitchFamily="49" charset="0"/>
              </a:rPr>
              <a:t> = </a:t>
            </a:r>
            <a:r>
              <a:rPr lang="en-IN" b="0" i="0" dirty="0">
                <a:solidFill>
                  <a:srgbClr val="9334E6"/>
                </a:solidFill>
                <a:effectLst/>
                <a:latin typeface="Courier New" panose="02070309020205020404" pitchFamily="49" charset="0"/>
              </a:rPr>
              <a:t>new</a:t>
            </a:r>
            <a:r>
              <a:rPr lang="en-IN" b="0" i="0" dirty="0">
                <a:solidFill>
                  <a:srgbClr val="000000"/>
                </a:solidFill>
                <a:effectLst/>
                <a:latin typeface="Courier New" panose="02070309020205020404" pitchFamily="49" charset="0"/>
              </a:rPr>
              <a:t> Object();</a:t>
            </a:r>
            <a:br>
              <a:rPr lang="en-IN" dirty="0"/>
            </a:br>
            <a:br>
              <a:rPr lang="en-IN" dirty="0"/>
            </a:br>
            <a:r>
              <a:rPr lang="en-IN" b="0" i="1" dirty="0">
                <a:solidFill>
                  <a:srgbClr val="80868B"/>
                </a:solidFill>
                <a:effectLst/>
                <a:latin typeface="Courier New" panose="02070309020205020404" pitchFamily="49" charset="0"/>
              </a:rPr>
              <a:t>// Weak reference</a:t>
            </a:r>
            <a:br>
              <a:rPr lang="en-IN" dirty="0"/>
            </a:br>
            <a:r>
              <a:rPr lang="en-IN" b="0" i="0" dirty="0" err="1">
                <a:solidFill>
                  <a:srgbClr val="000000"/>
                </a:solidFill>
                <a:effectLst/>
                <a:latin typeface="Courier New" panose="02070309020205020404" pitchFamily="49" charset="0"/>
              </a:rPr>
              <a:t>WeakReference</a:t>
            </a:r>
            <a:r>
              <a:rPr lang="en-IN" b="0" i="0" dirty="0">
                <a:solidFill>
                  <a:srgbClr val="000000"/>
                </a:solidFill>
                <a:effectLst/>
                <a:latin typeface="Courier New" panose="02070309020205020404" pitchFamily="49" charset="0"/>
              </a:rPr>
              <a:t>&lt;Object&gt; </a:t>
            </a:r>
            <a:r>
              <a:rPr lang="en-IN" b="0" i="0" dirty="0" err="1">
                <a:solidFill>
                  <a:srgbClr val="000000"/>
                </a:solidFill>
                <a:effectLst/>
                <a:latin typeface="Courier New" panose="02070309020205020404" pitchFamily="49" charset="0"/>
              </a:rPr>
              <a:t>weakReference</a:t>
            </a:r>
            <a:r>
              <a:rPr lang="en-IN" b="0" i="0" dirty="0">
                <a:solidFill>
                  <a:srgbClr val="000000"/>
                </a:solidFill>
                <a:effectLst/>
                <a:latin typeface="Courier New" panose="02070309020205020404" pitchFamily="49" charset="0"/>
              </a:rPr>
              <a:t> = </a:t>
            </a:r>
            <a:r>
              <a:rPr lang="en-IN" b="0" i="0" dirty="0">
                <a:solidFill>
                  <a:srgbClr val="9334E6"/>
                </a:solidFill>
                <a:effectLst/>
                <a:latin typeface="Courier New" panose="02070309020205020404" pitchFamily="49" charset="0"/>
              </a:rPr>
              <a:t>new</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WeakReference</a:t>
            </a:r>
            <a:r>
              <a:rPr lang="en-IN" b="0" i="0" dirty="0">
                <a:solidFill>
                  <a:srgbClr val="000000"/>
                </a:solidFill>
                <a:effectLst/>
                <a:latin typeface="Courier New" panose="02070309020205020404" pitchFamily="49" charset="0"/>
              </a:rPr>
              <a:t>&lt;&gt;(object);</a:t>
            </a:r>
            <a:br>
              <a:rPr lang="en-IN" dirty="0"/>
            </a:br>
            <a:br>
              <a:rPr lang="en-IN" dirty="0"/>
            </a:br>
            <a:r>
              <a:rPr lang="en-IN" b="0" i="1" dirty="0">
                <a:solidFill>
                  <a:srgbClr val="80868B"/>
                </a:solidFill>
                <a:effectLst/>
                <a:latin typeface="Courier New" panose="02070309020205020404" pitchFamily="49" charset="0"/>
              </a:rPr>
              <a:t>// Soft reference</a:t>
            </a:r>
            <a:br>
              <a:rPr lang="en-IN" dirty="0"/>
            </a:br>
            <a:r>
              <a:rPr lang="en-IN" b="0" i="0" dirty="0" err="1">
                <a:solidFill>
                  <a:srgbClr val="000000"/>
                </a:solidFill>
                <a:effectLst/>
                <a:latin typeface="Courier New" panose="02070309020205020404" pitchFamily="49" charset="0"/>
              </a:rPr>
              <a:t>SoftReference</a:t>
            </a:r>
            <a:r>
              <a:rPr lang="en-IN" b="0" i="0" dirty="0">
                <a:solidFill>
                  <a:srgbClr val="000000"/>
                </a:solidFill>
                <a:effectLst/>
                <a:latin typeface="Courier New" panose="02070309020205020404" pitchFamily="49" charset="0"/>
              </a:rPr>
              <a:t>&lt;Object&gt; </a:t>
            </a:r>
            <a:r>
              <a:rPr lang="en-IN" b="0" i="0" dirty="0" err="1">
                <a:solidFill>
                  <a:srgbClr val="000000"/>
                </a:solidFill>
                <a:effectLst/>
                <a:latin typeface="Courier New" panose="02070309020205020404" pitchFamily="49" charset="0"/>
              </a:rPr>
              <a:t>softReference</a:t>
            </a:r>
            <a:r>
              <a:rPr lang="en-IN" b="0" i="0" dirty="0">
                <a:solidFill>
                  <a:srgbClr val="000000"/>
                </a:solidFill>
                <a:effectLst/>
                <a:latin typeface="Courier New" panose="02070309020205020404" pitchFamily="49" charset="0"/>
              </a:rPr>
              <a:t> = </a:t>
            </a:r>
            <a:r>
              <a:rPr lang="en-IN" b="0" i="0" dirty="0">
                <a:solidFill>
                  <a:srgbClr val="9334E6"/>
                </a:solidFill>
                <a:effectLst/>
                <a:latin typeface="Courier New" panose="02070309020205020404" pitchFamily="49" charset="0"/>
              </a:rPr>
              <a:t>new</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SoftReference</a:t>
            </a:r>
            <a:r>
              <a:rPr lang="en-IN" b="0" i="0" dirty="0">
                <a:solidFill>
                  <a:srgbClr val="000000"/>
                </a:solidFill>
                <a:effectLst/>
                <a:latin typeface="Courier New" panose="02070309020205020404" pitchFamily="49" charset="0"/>
              </a:rPr>
              <a:t>&lt;&gt;(object);</a:t>
            </a:r>
            <a:br>
              <a:rPr lang="en-IN" dirty="0"/>
            </a:br>
            <a:br>
              <a:rPr lang="en-IN" dirty="0"/>
            </a:br>
            <a:r>
              <a:rPr lang="en-IN" b="0" i="1" dirty="0">
                <a:solidFill>
                  <a:srgbClr val="80868B"/>
                </a:solidFill>
                <a:effectLst/>
                <a:latin typeface="Courier New" panose="02070309020205020404" pitchFamily="49" charset="0"/>
              </a:rPr>
              <a:t>// Phantom reference</a:t>
            </a:r>
            <a:br>
              <a:rPr lang="en-IN" dirty="0"/>
            </a:br>
            <a:r>
              <a:rPr lang="en-IN" b="0" i="0" dirty="0" err="1">
                <a:solidFill>
                  <a:srgbClr val="000000"/>
                </a:solidFill>
                <a:effectLst/>
                <a:latin typeface="Courier New" panose="02070309020205020404" pitchFamily="49" charset="0"/>
              </a:rPr>
              <a:t>PhantomReference</a:t>
            </a:r>
            <a:r>
              <a:rPr lang="en-IN" b="0" i="0" dirty="0">
                <a:solidFill>
                  <a:srgbClr val="000000"/>
                </a:solidFill>
                <a:effectLst/>
                <a:latin typeface="Courier New" panose="02070309020205020404" pitchFamily="49" charset="0"/>
              </a:rPr>
              <a:t>&lt;Object&gt; </a:t>
            </a:r>
            <a:r>
              <a:rPr lang="en-IN" b="0" i="0" dirty="0" err="1">
                <a:solidFill>
                  <a:srgbClr val="000000"/>
                </a:solidFill>
                <a:effectLst/>
                <a:latin typeface="Courier New" panose="02070309020205020404" pitchFamily="49" charset="0"/>
              </a:rPr>
              <a:t>phantomReference</a:t>
            </a:r>
            <a:r>
              <a:rPr lang="en-IN" b="0" i="0" dirty="0">
                <a:solidFill>
                  <a:srgbClr val="000000"/>
                </a:solidFill>
                <a:effectLst/>
                <a:latin typeface="Courier New" panose="02070309020205020404" pitchFamily="49" charset="0"/>
              </a:rPr>
              <a:t> = </a:t>
            </a:r>
            <a:r>
              <a:rPr lang="en-IN" b="0" i="0" dirty="0">
                <a:solidFill>
                  <a:srgbClr val="9334E6"/>
                </a:solidFill>
                <a:effectLst/>
                <a:latin typeface="Courier New" panose="02070309020205020404" pitchFamily="49" charset="0"/>
              </a:rPr>
              <a:t>new</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PhantomReference</a:t>
            </a:r>
            <a:r>
              <a:rPr lang="en-IN" b="0" i="0" dirty="0">
                <a:solidFill>
                  <a:srgbClr val="000000"/>
                </a:solidFill>
                <a:effectLst/>
                <a:latin typeface="Courier New" panose="02070309020205020404" pitchFamily="49" charset="0"/>
              </a:rPr>
              <a:t>&lt;&gt;(object, </a:t>
            </a:r>
            <a:r>
              <a:rPr lang="en-IN" b="0" i="0" dirty="0">
                <a:solidFill>
                  <a:srgbClr val="9334E6"/>
                </a:solidFill>
                <a:effectLst/>
                <a:latin typeface="Courier New" panose="02070309020205020404" pitchFamily="49" charset="0"/>
              </a:rPr>
              <a:t>new</a:t>
            </a:r>
            <a:r>
              <a:rPr lang="en-IN" b="0" i="0" dirty="0">
                <a:solidFill>
                  <a:srgbClr val="000000"/>
                </a:solidFill>
                <a:effectLst/>
                <a:latin typeface="Courier New" panose="02070309020205020404" pitchFamily="49" charset="0"/>
              </a:rPr>
              <a:t> Runnable() {</a:t>
            </a:r>
            <a:br>
              <a:rPr lang="en-IN" dirty="0"/>
            </a:br>
            <a:r>
              <a:rPr lang="en-IN" b="0" i="0" dirty="0">
                <a:solidFill>
                  <a:srgbClr val="000000"/>
                </a:solidFill>
                <a:effectLst/>
                <a:latin typeface="Courier New" panose="02070309020205020404" pitchFamily="49" charset="0"/>
              </a:rPr>
              <a:t>@Override</a:t>
            </a:r>
            <a:br>
              <a:rPr lang="en-IN" dirty="0"/>
            </a:br>
            <a:r>
              <a:rPr lang="en-IN" b="0" i="0" dirty="0">
                <a:solidFill>
                  <a:srgbClr val="9334E6"/>
                </a:solidFill>
                <a:effectLst/>
                <a:latin typeface="Courier New" panose="02070309020205020404" pitchFamily="49" charset="0"/>
              </a:rPr>
              <a:t>public</a:t>
            </a:r>
            <a:r>
              <a:rPr lang="en-IN" b="0" i="0" dirty="0">
                <a:solidFill>
                  <a:srgbClr val="000000"/>
                </a:solidFill>
                <a:effectLst/>
                <a:latin typeface="Courier New" panose="02070309020205020404" pitchFamily="49" charset="0"/>
              </a:rPr>
              <a:t> </a:t>
            </a:r>
            <a:r>
              <a:rPr lang="en-IN" b="0" i="0" dirty="0">
                <a:solidFill>
                  <a:srgbClr val="9334E6"/>
                </a:solidFill>
                <a:effectLst/>
                <a:latin typeface="Courier New" panose="02070309020205020404" pitchFamily="49" charset="0"/>
              </a:rPr>
              <a:t>void</a:t>
            </a:r>
            <a:r>
              <a:rPr lang="en-IN" b="0" i="0" dirty="0">
                <a:solidFill>
                  <a:srgbClr val="000000"/>
                </a:solidFill>
                <a:effectLst/>
                <a:latin typeface="Courier New" panose="02070309020205020404" pitchFamily="49" charset="0"/>
              </a:rPr>
              <a:t> run() {</a:t>
            </a:r>
            <a:br>
              <a:rPr lang="en-IN" dirty="0"/>
            </a:br>
            <a:r>
              <a:rPr lang="en-IN" b="0" i="0" dirty="0" err="1">
                <a:solidFill>
                  <a:srgbClr val="000000"/>
                </a:solidFill>
                <a:effectLst/>
                <a:latin typeface="Courier New" panose="02070309020205020404" pitchFamily="49" charset="0"/>
              </a:rPr>
              <a:t>System.out.println</a:t>
            </a:r>
            <a:r>
              <a:rPr lang="en-IN" b="0" i="0">
                <a:solidFill>
                  <a:srgbClr val="000000"/>
                </a:solidFill>
                <a:effectLst/>
                <a:latin typeface="Courier New" panose="02070309020205020404" pitchFamily="49" charset="0"/>
              </a:rPr>
              <a:t>(</a:t>
            </a:r>
            <a:r>
              <a:rPr lang="en-IN" b="0" i="0">
                <a:solidFill>
                  <a:srgbClr val="188038"/>
                </a:solidFill>
                <a:effectLst/>
                <a:latin typeface="Courier New" panose="02070309020205020404" pitchFamily="49" charset="0"/>
              </a:rPr>
              <a:t>"The object has been garbage collected."</a:t>
            </a:r>
            <a:r>
              <a:rPr lang="en-IN" b="0" i="0">
                <a:solidFill>
                  <a:srgbClr val="000000"/>
                </a:solidFill>
                <a:effectLst/>
                <a:latin typeface="Courier New" panose="02070309020205020404" pitchFamily="49" charset="0"/>
              </a:rPr>
              <a:t>);</a:t>
            </a:r>
            <a:br>
              <a:rPr lang="en-IN"/>
            </a:br>
            <a:r>
              <a:rPr lang="en-IN" b="0" i="0">
                <a:solidFill>
                  <a:srgbClr val="000000"/>
                </a:solidFill>
                <a:effectLst/>
                <a:latin typeface="Courier New" panose="02070309020205020404" pitchFamily="49" charset="0"/>
              </a:rPr>
              <a:t>}</a:t>
            </a:r>
            <a:br>
              <a:rPr lang="en-IN"/>
            </a:br>
            <a:r>
              <a:rPr lang="en-IN" b="0" i="0">
                <a:solidFill>
                  <a:srgbClr val="000000"/>
                </a:solidFill>
                <a:effectLst/>
                <a:latin typeface="Courier New" panose="02070309020205020404" pitchFamily="49" charset="0"/>
              </a:rPr>
              <a:t>});</a:t>
            </a:r>
            <a:endParaRPr lang="en-US" b="0" i="0" dirty="0">
              <a:solidFill>
                <a:srgbClr val="002021"/>
              </a:solidFill>
              <a:effectLst/>
              <a:latin typeface="Google Sans"/>
            </a:endParaRPr>
          </a:p>
        </p:txBody>
      </p:sp>
    </p:spTree>
    <p:extLst>
      <p:ext uri="{BB962C8B-B14F-4D97-AF65-F5344CB8AC3E}">
        <p14:creationId xmlns:p14="http://schemas.microsoft.com/office/powerpoint/2010/main" val="1717572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AE3FB-0038-0B3C-63DE-3D45FE044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2D4B6-2DCE-2DD6-B7DB-8CA2685718E5}"/>
              </a:ext>
            </a:extLst>
          </p:cNvPr>
          <p:cNvSpPr>
            <a:spLocks noGrp="1"/>
          </p:cNvSpPr>
          <p:nvPr>
            <p:ph type="title"/>
          </p:nvPr>
        </p:nvSpPr>
        <p:spPr>
          <a:xfrm>
            <a:off x="838200" y="365126"/>
            <a:ext cx="10515600" cy="782540"/>
          </a:xfrm>
        </p:spPr>
        <p:txBody>
          <a:bodyPr>
            <a:normAutofit/>
          </a:bodyPr>
          <a:lstStyle/>
          <a:p>
            <a:r>
              <a:rPr lang="en-IN" sz="2800" b="1" dirty="0"/>
              <a:t>Memory Leak </a:t>
            </a:r>
          </a:p>
        </p:txBody>
      </p:sp>
      <p:sp>
        <p:nvSpPr>
          <p:cNvPr id="3" name="Content Placeholder 2">
            <a:extLst>
              <a:ext uri="{FF2B5EF4-FFF2-40B4-BE49-F238E27FC236}">
                <a16:creationId xmlns:a16="http://schemas.microsoft.com/office/drawing/2014/main" id="{5F2EBE18-3AC1-0F9F-54D2-04C92043C778}"/>
              </a:ext>
            </a:extLst>
          </p:cNvPr>
          <p:cNvSpPr>
            <a:spLocks noGrp="1"/>
          </p:cNvSpPr>
          <p:nvPr>
            <p:ph idx="1"/>
          </p:nvPr>
        </p:nvSpPr>
        <p:spPr>
          <a:xfrm>
            <a:off x="838200" y="1250302"/>
            <a:ext cx="10515600" cy="4926661"/>
          </a:xfrm>
        </p:spPr>
        <p:txBody>
          <a:bodyPr/>
          <a:lstStyle/>
          <a:p>
            <a:r>
              <a:rPr lang="en-US" b="0" i="0" dirty="0">
                <a:solidFill>
                  <a:srgbClr val="001D35"/>
                </a:solidFill>
                <a:effectLst/>
                <a:latin typeface="Google Sans"/>
              </a:rPr>
              <a:t>A memory leak in Java is a type of programming error that occurs when an object is no longer being used by the application, but the garbage collector is unable to remove it from memory. This can happen for a variety of reasons, such as:</a:t>
            </a:r>
          </a:p>
          <a:p>
            <a:r>
              <a:rPr lang="en-IN" b="0" i="0" dirty="0">
                <a:solidFill>
                  <a:srgbClr val="001D35"/>
                </a:solidFill>
                <a:effectLst/>
                <a:latin typeface="Google Sans"/>
              </a:rPr>
              <a:t>Circular references:</a:t>
            </a:r>
            <a:endParaRPr lang="en-US" dirty="0">
              <a:solidFill>
                <a:srgbClr val="001D35"/>
              </a:solidFill>
              <a:latin typeface="Google Sans"/>
            </a:endParaRPr>
          </a:p>
          <a:p>
            <a:r>
              <a:rPr lang="en-IN" b="0" i="0" dirty="0">
                <a:solidFill>
                  <a:srgbClr val="001D35"/>
                </a:solidFill>
                <a:effectLst/>
                <a:latin typeface="Google Sans"/>
              </a:rPr>
              <a:t>Static references:</a:t>
            </a:r>
            <a:endParaRPr lang="en-US" b="0" i="0" dirty="0">
              <a:solidFill>
                <a:srgbClr val="001D35"/>
              </a:solidFill>
              <a:effectLst/>
              <a:latin typeface="Google Sans"/>
            </a:endParaRPr>
          </a:p>
          <a:p>
            <a:r>
              <a:rPr lang="en-IN" b="0" i="0" dirty="0">
                <a:solidFill>
                  <a:srgbClr val="001D35"/>
                </a:solidFill>
                <a:effectLst/>
                <a:latin typeface="Google Sans"/>
              </a:rPr>
              <a:t>Anonymous inner classes:</a:t>
            </a:r>
            <a:endParaRPr lang="en-IN" dirty="0"/>
          </a:p>
        </p:txBody>
      </p:sp>
    </p:spTree>
    <p:extLst>
      <p:ext uri="{BB962C8B-B14F-4D97-AF65-F5344CB8AC3E}">
        <p14:creationId xmlns:p14="http://schemas.microsoft.com/office/powerpoint/2010/main" val="2055326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F7D07-0AC1-5D63-3160-450B68026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9E65C-2329-2B88-135F-0DC6145FDF08}"/>
              </a:ext>
            </a:extLst>
          </p:cNvPr>
          <p:cNvSpPr>
            <a:spLocks noGrp="1"/>
          </p:cNvSpPr>
          <p:nvPr>
            <p:ph type="title"/>
          </p:nvPr>
        </p:nvSpPr>
        <p:spPr>
          <a:xfrm>
            <a:off x="838200" y="365126"/>
            <a:ext cx="10515600" cy="782540"/>
          </a:xfrm>
        </p:spPr>
        <p:txBody>
          <a:bodyPr>
            <a:normAutofit/>
          </a:bodyPr>
          <a:lstStyle/>
          <a:p>
            <a:r>
              <a:rPr lang="en-IN" sz="2800" b="1" dirty="0"/>
              <a:t>Memory Leak  Reasons</a:t>
            </a:r>
          </a:p>
        </p:txBody>
      </p:sp>
      <p:sp>
        <p:nvSpPr>
          <p:cNvPr id="3" name="Content Placeholder 2">
            <a:extLst>
              <a:ext uri="{FF2B5EF4-FFF2-40B4-BE49-F238E27FC236}">
                <a16:creationId xmlns:a16="http://schemas.microsoft.com/office/drawing/2014/main" id="{AE50772C-CEF3-C415-C1BB-C17422B60E81}"/>
              </a:ext>
            </a:extLst>
          </p:cNvPr>
          <p:cNvSpPr>
            <a:spLocks noGrp="1"/>
          </p:cNvSpPr>
          <p:nvPr>
            <p:ph idx="1"/>
          </p:nvPr>
        </p:nvSpPr>
        <p:spPr>
          <a:xfrm>
            <a:off x="838200" y="1250302"/>
            <a:ext cx="10515600" cy="4926661"/>
          </a:xfrm>
        </p:spPr>
        <p:txBody>
          <a:bodyPr>
            <a:normAutofit/>
          </a:bodyPr>
          <a:lstStyle/>
          <a:p>
            <a:pPr algn="l">
              <a:buFont typeface="Arial" panose="020B0604020202020204" pitchFamily="34" charset="0"/>
              <a:buChar char="•"/>
            </a:pPr>
            <a:r>
              <a:rPr lang="en-US" b="1" i="0" dirty="0">
                <a:solidFill>
                  <a:srgbClr val="001D35"/>
                </a:solidFill>
                <a:effectLst/>
                <a:latin typeface="Google Sans"/>
              </a:rPr>
              <a:t>Circular references</a:t>
            </a:r>
            <a:r>
              <a:rPr lang="en-US" b="0" i="0" dirty="0">
                <a:solidFill>
                  <a:srgbClr val="001D35"/>
                </a:solidFill>
                <a:effectLst/>
                <a:latin typeface="Google Sans"/>
              </a:rPr>
              <a:t>: When two or more objects reference each other, and neither object is ever explicitly dereferenced, the garbage collector will be unable to remove either object from memory.</a:t>
            </a:r>
          </a:p>
          <a:p>
            <a:pPr algn="l">
              <a:buFont typeface="Arial" panose="020B0604020202020204" pitchFamily="34" charset="0"/>
              <a:buChar char="•"/>
            </a:pPr>
            <a:r>
              <a:rPr lang="en-US" b="1" i="0" dirty="0">
                <a:solidFill>
                  <a:srgbClr val="001D35"/>
                </a:solidFill>
                <a:effectLst/>
                <a:latin typeface="Google Sans"/>
              </a:rPr>
              <a:t>Static references</a:t>
            </a:r>
            <a:r>
              <a:rPr lang="en-US" b="0" i="0" dirty="0">
                <a:solidFill>
                  <a:srgbClr val="001D35"/>
                </a:solidFill>
                <a:effectLst/>
                <a:latin typeface="Google Sans"/>
              </a:rPr>
              <a:t>: When an object is referenced by a static variable, the garbage collector will be unable to remove the object from memory, even if the static variable is no longer being used.</a:t>
            </a:r>
          </a:p>
          <a:p>
            <a:pPr algn="l">
              <a:buFont typeface="Arial" panose="020B0604020202020204" pitchFamily="34" charset="0"/>
              <a:buChar char="•"/>
            </a:pPr>
            <a:r>
              <a:rPr lang="en-US" b="1" i="0" dirty="0">
                <a:solidFill>
                  <a:srgbClr val="001D35"/>
                </a:solidFill>
                <a:effectLst/>
                <a:latin typeface="Google Sans"/>
              </a:rPr>
              <a:t>Anonymous inner classes</a:t>
            </a:r>
            <a:r>
              <a:rPr lang="en-US" b="0" i="0" dirty="0">
                <a:solidFill>
                  <a:srgbClr val="001D35"/>
                </a:solidFill>
                <a:effectLst/>
                <a:latin typeface="Google Sans"/>
              </a:rPr>
              <a:t>: When an anonymous inner class references an object from its enclosing scope, the garbage collector will be unable to remove the object from memory, even if the anonymous inner class is no longer being used.</a:t>
            </a: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p:txBody>
      </p:sp>
    </p:spTree>
    <p:extLst>
      <p:ext uri="{BB962C8B-B14F-4D97-AF65-F5344CB8AC3E}">
        <p14:creationId xmlns:p14="http://schemas.microsoft.com/office/powerpoint/2010/main" val="1963276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BBAA5-DCFE-0CEF-CBCD-44A84EBBD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1BB19-0BC1-2CEA-D63D-B9E501058357}"/>
              </a:ext>
            </a:extLst>
          </p:cNvPr>
          <p:cNvSpPr>
            <a:spLocks noGrp="1"/>
          </p:cNvSpPr>
          <p:nvPr>
            <p:ph type="title"/>
          </p:nvPr>
        </p:nvSpPr>
        <p:spPr>
          <a:xfrm>
            <a:off x="838200" y="365126"/>
            <a:ext cx="10515600" cy="782540"/>
          </a:xfrm>
        </p:spPr>
        <p:txBody>
          <a:bodyPr>
            <a:normAutofit/>
          </a:bodyPr>
          <a:lstStyle/>
          <a:p>
            <a:r>
              <a:rPr lang="en-US" sz="2800" b="1" dirty="0"/>
              <a:t>Memory leaks can cause a variety of problems, including:</a:t>
            </a:r>
            <a:endParaRPr lang="en-IN" sz="2800" b="1" dirty="0"/>
          </a:p>
        </p:txBody>
      </p:sp>
      <p:sp>
        <p:nvSpPr>
          <p:cNvPr id="3" name="Content Placeholder 2">
            <a:extLst>
              <a:ext uri="{FF2B5EF4-FFF2-40B4-BE49-F238E27FC236}">
                <a16:creationId xmlns:a16="http://schemas.microsoft.com/office/drawing/2014/main" id="{2681C7DD-A22B-E2D4-6105-98507CF9055C}"/>
              </a:ext>
            </a:extLst>
          </p:cNvPr>
          <p:cNvSpPr>
            <a:spLocks noGrp="1"/>
          </p:cNvSpPr>
          <p:nvPr>
            <p:ph idx="1"/>
          </p:nvPr>
        </p:nvSpPr>
        <p:spPr>
          <a:xfrm>
            <a:off x="838200" y="1250302"/>
            <a:ext cx="10515600" cy="4926661"/>
          </a:xfrm>
        </p:spPr>
        <p:txBody>
          <a:bodyPr>
            <a:normAutofit/>
          </a:bodyPr>
          <a:lstStyle/>
          <a:p>
            <a:pPr algn="l">
              <a:buFont typeface="Arial" panose="020B0604020202020204" pitchFamily="34" charset="0"/>
              <a:buChar char="•"/>
            </a:pPr>
            <a:r>
              <a:rPr lang="en-US" b="1" i="0" dirty="0">
                <a:solidFill>
                  <a:srgbClr val="001D35"/>
                </a:solidFill>
                <a:effectLst/>
                <a:latin typeface="Google Sans"/>
              </a:rPr>
              <a:t>Reduced performance</a:t>
            </a:r>
            <a:r>
              <a:rPr lang="en-US" b="0" i="0" dirty="0">
                <a:solidFill>
                  <a:srgbClr val="001D35"/>
                </a:solidFill>
                <a:effectLst/>
                <a:latin typeface="Google Sans"/>
              </a:rPr>
              <a:t>: As the memory usage of an application increases, its performance will decrease.</a:t>
            </a:r>
          </a:p>
          <a:p>
            <a:pPr algn="l">
              <a:buFont typeface="Arial" panose="020B0604020202020204" pitchFamily="34" charset="0"/>
              <a:buChar char="•"/>
            </a:pPr>
            <a:r>
              <a:rPr lang="en-US" b="1" i="0" dirty="0">
                <a:solidFill>
                  <a:srgbClr val="001D35"/>
                </a:solidFill>
                <a:effectLst/>
                <a:latin typeface="Google Sans"/>
              </a:rPr>
              <a:t>Out-of-memory errors</a:t>
            </a:r>
            <a:r>
              <a:rPr lang="en-US" b="0" i="0" dirty="0">
                <a:solidFill>
                  <a:srgbClr val="001D35"/>
                </a:solidFill>
                <a:effectLst/>
                <a:latin typeface="Google Sans"/>
              </a:rPr>
              <a:t>: If an application leaks enough memory, it will eventually run out of memory and crash.</a:t>
            </a:r>
          </a:p>
          <a:p>
            <a:pPr algn="l">
              <a:buFont typeface="Arial" panose="020B0604020202020204" pitchFamily="34" charset="0"/>
              <a:buChar char="•"/>
            </a:pPr>
            <a:r>
              <a:rPr lang="en-US" b="1" i="0" dirty="0">
                <a:solidFill>
                  <a:srgbClr val="001D35"/>
                </a:solidFill>
                <a:effectLst/>
                <a:latin typeface="Google Sans"/>
              </a:rPr>
              <a:t>Security vulnerabilities</a:t>
            </a:r>
            <a:r>
              <a:rPr lang="en-US" b="0" i="0" dirty="0">
                <a:solidFill>
                  <a:srgbClr val="001D35"/>
                </a:solidFill>
                <a:effectLst/>
                <a:latin typeface="Google Sans"/>
              </a:rPr>
              <a:t>: Memory leaks can be exploited by attackers to gain access to sensitive data or to execute arbitrary code.</a:t>
            </a: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p:txBody>
      </p:sp>
    </p:spTree>
    <p:extLst>
      <p:ext uri="{BB962C8B-B14F-4D97-AF65-F5344CB8AC3E}">
        <p14:creationId xmlns:p14="http://schemas.microsoft.com/office/powerpoint/2010/main" val="238238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7243-0184-F57C-B112-7E301F8E9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835CD-7667-E5F7-BB0A-B6D2EE4D3BF1}"/>
              </a:ext>
            </a:extLst>
          </p:cNvPr>
          <p:cNvSpPr>
            <a:spLocks noGrp="1"/>
          </p:cNvSpPr>
          <p:nvPr>
            <p:ph type="title"/>
          </p:nvPr>
        </p:nvSpPr>
        <p:spPr>
          <a:xfrm>
            <a:off x="838200" y="393118"/>
            <a:ext cx="10515600" cy="782540"/>
          </a:xfrm>
        </p:spPr>
        <p:txBody>
          <a:bodyPr>
            <a:normAutofit fontScale="90000"/>
          </a:bodyPr>
          <a:lstStyle/>
          <a:p>
            <a:r>
              <a:rPr lang="en-US" sz="2800" b="1" dirty="0"/>
              <a:t>There are a number of things that can be done to prevent memory leaks in</a:t>
            </a:r>
            <a:endParaRPr lang="en-IN" sz="2800" b="1" dirty="0"/>
          </a:p>
        </p:txBody>
      </p:sp>
      <p:sp>
        <p:nvSpPr>
          <p:cNvPr id="3" name="Content Placeholder 2">
            <a:extLst>
              <a:ext uri="{FF2B5EF4-FFF2-40B4-BE49-F238E27FC236}">
                <a16:creationId xmlns:a16="http://schemas.microsoft.com/office/drawing/2014/main" id="{261B842E-5D10-FB47-4C42-593DD5C9CBDC}"/>
              </a:ext>
            </a:extLst>
          </p:cNvPr>
          <p:cNvSpPr>
            <a:spLocks noGrp="1"/>
          </p:cNvSpPr>
          <p:nvPr>
            <p:ph idx="1"/>
          </p:nvPr>
        </p:nvSpPr>
        <p:spPr>
          <a:xfrm>
            <a:off x="838200" y="1250302"/>
            <a:ext cx="10515600" cy="4926661"/>
          </a:xfrm>
        </p:spPr>
        <p:txBody>
          <a:bodyPr>
            <a:normAutofit/>
          </a:bodyPr>
          <a:lstStyle/>
          <a:p>
            <a:pPr algn="l">
              <a:buFont typeface="Arial" panose="020B0604020202020204" pitchFamily="34" charset="0"/>
              <a:buChar char="•"/>
            </a:pPr>
            <a:r>
              <a:rPr lang="en-US" b="1" i="0" dirty="0">
                <a:solidFill>
                  <a:srgbClr val="001D35"/>
                </a:solidFill>
                <a:effectLst/>
                <a:latin typeface="Google Sans"/>
              </a:rPr>
              <a:t>Avoiding circular references</a:t>
            </a:r>
            <a:r>
              <a:rPr lang="en-US" b="0" i="0" dirty="0">
                <a:solidFill>
                  <a:srgbClr val="001D35"/>
                </a:solidFill>
                <a:effectLst/>
                <a:latin typeface="Google Sans"/>
              </a:rPr>
              <a:t>: Be careful not to create circular references between objects.</a:t>
            </a:r>
          </a:p>
          <a:p>
            <a:pPr algn="l">
              <a:buFont typeface="Arial" panose="020B0604020202020204" pitchFamily="34" charset="0"/>
              <a:buChar char="•"/>
            </a:pPr>
            <a:r>
              <a:rPr lang="en-US" b="1" i="0" dirty="0">
                <a:solidFill>
                  <a:srgbClr val="001D35"/>
                </a:solidFill>
                <a:effectLst/>
                <a:latin typeface="Google Sans"/>
              </a:rPr>
              <a:t>Using weak references</a:t>
            </a:r>
            <a:r>
              <a:rPr lang="en-US" b="0" i="0" dirty="0">
                <a:solidFill>
                  <a:srgbClr val="001D35"/>
                </a:solidFill>
                <a:effectLst/>
                <a:latin typeface="Google Sans"/>
              </a:rPr>
              <a:t>: When an object is no longer being used, but you need to keep a reference to it for some reason, use a weak reference instead of a strong reference.</a:t>
            </a:r>
          </a:p>
          <a:p>
            <a:pPr algn="l">
              <a:buFont typeface="Arial" panose="020B0604020202020204" pitchFamily="34" charset="0"/>
              <a:buChar char="•"/>
            </a:pPr>
            <a:r>
              <a:rPr lang="en-US" b="1" i="0" dirty="0">
                <a:solidFill>
                  <a:srgbClr val="001D35"/>
                </a:solidFill>
                <a:effectLst/>
                <a:latin typeface="Google Sans"/>
              </a:rPr>
              <a:t>Using static variables carefully</a:t>
            </a:r>
            <a:r>
              <a:rPr lang="en-US" b="0" i="0" dirty="0">
                <a:solidFill>
                  <a:srgbClr val="001D35"/>
                </a:solidFill>
                <a:effectLst/>
                <a:latin typeface="Google Sans"/>
              </a:rPr>
              <a:t>: Only use static variables when necessary, and be sure to dereference them when they are no longer being used.</a:t>
            </a:r>
          </a:p>
          <a:p>
            <a:pPr algn="l">
              <a:buFont typeface="Arial" panose="020B0604020202020204" pitchFamily="34" charset="0"/>
              <a:buChar char="•"/>
            </a:pPr>
            <a:r>
              <a:rPr lang="en-US" b="1" i="0" dirty="0">
                <a:solidFill>
                  <a:srgbClr val="001D35"/>
                </a:solidFill>
                <a:effectLst/>
                <a:latin typeface="Google Sans"/>
              </a:rPr>
              <a:t>Using anonymous inner classes carefully: </a:t>
            </a:r>
            <a:r>
              <a:rPr lang="en-US" b="0" i="0" dirty="0">
                <a:solidFill>
                  <a:srgbClr val="001D35"/>
                </a:solidFill>
                <a:effectLst/>
                <a:latin typeface="Google Sans"/>
              </a:rPr>
              <a:t>Avoid creating anonymous inner classes that reference objects from their enclosing scope.</a:t>
            </a: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p:txBody>
      </p:sp>
    </p:spTree>
    <p:extLst>
      <p:ext uri="{BB962C8B-B14F-4D97-AF65-F5344CB8AC3E}">
        <p14:creationId xmlns:p14="http://schemas.microsoft.com/office/powerpoint/2010/main" val="29510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5CF94-EF24-41C5-AF48-2DB5FC26F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9834E-D2B5-5877-887D-3B9C889ACCB3}"/>
              </a:ext>
            </a:extLst>
          </p:cNvPr>
          <p:cNvSpPr>
            <a:spLocks noGrp="1"/>
          </p:cNvSpPr>
          <p:nvPr>
            <p:ph type="title"/>
          </p:nvPr>
        </p:nvSpPr>
        <p:spPr>
          <a:xfrm>
            <a:off x="838200" y="393118"/>
            <a:ext cx="10515600" cy="782540"/>
          </a:xfrm>
        </p:spPr>
        <p:txBody>
          <a:bodyPr>
            <a:normAutofit/>
          </a:bodyPr>
          <a:lstStyle/>
          <a:p>
            <a:r>
              <a:rPr lang="en-US" sz="2800" b="1" dirty="0"/>
              <a:t>Tools that you can use to detect and fix the leaks. </a:t>
            </a:r>
            <a:endParaRPr lang="en-IN" sz="2800" b="1" dirty="0"/>
          </a:p>
        </p:txBody>
      </p:sp>
      <p:sp>
        <p:nvSpPr>
          <p:cNvPr id="3" name="Content Placeholder 2">
            <a:extLst>
              <a:ext uri="{FF2B5EF4-FFF2-40B4-BE49-F238E27FC236}">
                <a16:creationId xmlns:a16="http://schemas.microsoft.com/office/drawing/2014/main" id="{4A13528C-3BA7-997D-B801-7ECB086C21A7}"/>
              </a:ext>
            </a:extLst>
          </p:cNvPr>
          <p:cNvSpPr>
            <a:spLocks noGrp="1"/>
          </p:cNvSpPr>
          <p:nvPr>
            <p:ph idx="1"/>
          </p:nvPr>
        </p:nvSpPr>
        <p:spPr>
          <a:xfrm>
            <a:off x="838200" y="1250302"/>
            <a:ext cx="10515600" cy="4926661"/>
          </a:xfrm>
        </p:spPr>
        <p:txBody>
          <a:bodyPr>
            <a:normAutofit/>
          </a:bodyPr>
          <a:lstStyle/>
          <a:p>
            <a:pPr algn="l">
              <a:buFont typeface="Arial" panose="020B0604020202020204" pitchFamily="34" charset="0"/>
              <a:buChar char="•"/>
            </a:pPr>
            <a:r>
              <a:rPr lang="en-US" b="1" i="0" dirty="0">
                <a:solidFill>
                  <a:srgbClr val="001D35"/>
                </a:solidFill>
                <a:effectLst/>
                <a:latin typeface="Google Sans"/>
              </a:rPr>
              <a:t>Java </a:t>
            </a:r>
            <a:r>
              <a:rPr lang="en-US" b="1" i="0" dirty="0" err="1">
                <a:solidFill>
                  <a:srgbClr val="001D35"/>
                </a:solidFill>
                <a:effectLst/>
                <a:latin typeface="Google Sans"/>
              </a:rPr>
              <a:t>VisualVM</a:t>
            </a:r>
            <a:r>
              <a:rPr lang="en-US" b="1" i="0" dirty="0">
                <a:solidFill>
                  <a:srgbClr val="001D35"/>
                </a:solidFill>
                <a:effectLst/>
                <a:latin typeface="Google Sans"/>
              </a:rPr>
              <a:t>: </a:t>
            </a:r>
            <a:r>
              <a:rPr lang="en-US" b="0" i="0" dirty="0">
                <a:solidFill>
                  <a:srgbClr val="001D35"/>
                </a:solidFill>
                <a:effectLst/>
                <a:latin typeface="Google Sans"/>
              </a:rPr>
              <a:t>Java </a:t>
            </a:r>
            <a:r>
              <a:rPr lang="en-US" b="0" i="0" dirty="0" err="1">
                <a:solidFill>
                  <a:srgbClr val="001D35"/>
                </a:solidFill>
                <a:effectLst/>
                <a:latin typeface="Google Sans"/>
              </a:rPr>
              <a:t>VisualVM</a:t>
            </a:r>
            <a:r>
              <a:rPr lang="en-US" b="0" i="0" dirty="0">
                <a:solidFill>
                  <a:srgbClr val="001D35"/>
                </a:solidFill>
                <a:effectLst/>
                <a:latin typeface="Google Sans"/>
              </a:rPr>
              <a:t> is a graphical tool that can be used to monitor the memory usage of a Java application.</a:t>
            </a:r>
          </a:p>
          <a:p>
            <a:pPr algn="l">
              <a:buFont typeface="Arial" panose="020B0604020202020204" pitchFamily="34" charset="0"/>
              <a:buChar char="•"/>
            </a:pPr>
            <a:r>
              <a:rPr lang="en-US" b="1" i="0" dirty="0">
                <a:solidFill>
                  <a:srgbClr val="001D35"/>
                </a:solidFill>
                <a:effectLst/>
                <a:latin typeface="Google Sans"/>
              </a:rPr>
              <a:t>Eclipse Memory Analyzer (MAT): </a:t>
            </a:r>
            <a:r>
              <a:rPr lang="en-US" b="0" i="0" dirty="0">
                <a:solidFill>
                  <a:srgbClr val="001D35"/>
                </a:solidFill>
                <a:effectLst/>
                <a:latin typeface="Google Sans"/>
              </a:rPr>
              <a:t>MAT is a powerful tool that can be used to analyze the memory usage of a Java application and to identify memory leaks.</a:t>
            </a:r>
          </a:p>
          <a:p>
            <a:pPr algn="l">
              <a:buFont typeface="Arial" panose="020B0604020202020204" pitchFamily="34" charset="0"/>
              <a:buChar char="•"/>
            </a:pPr>
            <a:r>
              <a:rPr lang="en-US" b="1" i="0" dirty="0" err="1">
                <a:solidFill>
                  <a:srgbClr val="001D35"/>
                </a:solidFill>
                <a:effectLst/>
                <a:latin typeface="Google Sans"/>
              </a:rPr>
              <a:t>YourKit</a:t>
            </a:r>
            <a:r>
              <a:rPr lang="en-US" b="1" i="0" dirty="0">
                <a:solidFill>
                  <a:srgbClr val="001D35"/>
                </a:solidFill>
                <a:effectLst/>
                <a:latin typeface="Google Sans"/>
              </a:rPr>
              <a:t> Java Profiler: </a:t>
            </a:r>
            <a:r>
              <a:rPr lang="en-US" b="0" i="0" dirty="0" err="1">
                <a:solidFill>
                  <a:srgbClr val="001D35"/>
                </a:solidFill>
                <a:effectLst/>
                <a:latin typeface="Google Sans"/>
              </a:rPr>
              <a:t>YourKit</a:t>
            </a:r>
            <a:r>
              <a:rPr lang="en-US" b="0" i="0" dirty="0">
                <a:solidFill>
                  <a:srgbClr val="001D35"/>
                </a:solidFill>
                <a:effectLst/>
                <a:latin typeface="Google Sans"/>
              </a:rPr>
              <a:t> Java Profiler is a commercial tool that provides a comprehensive set of features for profiling Java applications, including memory leak detection.</a:t>
            </a: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a:p>
            <a:pPr algn="l">
              <a:buFont typeface="Arial" panose="020B0604020202020204" pitchFamily="34" charset="0"/>
              <a:buChar char="•"/>
            </a:pPr>
            <a:endParaRPr lang="en-US" b="0" i="0" dirty="0">
              <a:solidFill>
                <a:srgbClr val="001D35"/>
              </a:solidFill>
              <a:effectLst/>
              <a:latin typeface="Google Sans"/>
            </a:endParaRPr>
          </a:p>
        </p:txBody>
      </p:sp>
    </p:spTree>
    <p:extLst>
      <p:ext uri="{BB962C8B-B14F-4D97-AF65-F5344CB8AC3E}">
        <p14:creationId xmlns:p14="http://schemas.microsoft.com/office/powerpoint/2010/main" val="1423090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756</Words>
  <Application>Microsoft Office PowerPoint</Application>
  <PresentationFormat>Widescreen</PresentationFormat>
  <Paragraphs>34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Courier New</vt:lpstr>
      <vt:lpstr>Google Sans</vt:lpstr>
      <vt:lpstr>Office Theme</vt:lpstr>
      <vt:lpstr>PowerPoint Presentation</vt:lpstr>
      <vt:lpstr>Types of References in Java</vt:lpstr>
      <vt:lpstr>Types of References in Java</vt:lpstr>
      <vt:lpstr>Memory Leak </vt:lpstr>
      <vt:lpstr>Memory Leak  Reasons</vt:lpstr>
      <vt:lpstr>Memory leaks can cause a variety of problems, including:</vt:lpstr>
      <vt:lpstr>There are a number of things that can be done to prevent memory leaks in</vt:lpstr>
      <vt:lpstr>Tools that you can use to detect and fix the leaks.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2024-02-08T05:58:09Z</dcterms:created>
  <dcterms:modified xsi:type="dcterms:W3CDTF">2024-05-02T02:59:18Z</dcterms:modified>
</cp:coreProperties>
</file>