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8" r:id="rId5"/>
    <p:sldId id="259" r:id="rId6"/>
    <p:sldId id="260" r:id="rId7"/>
    <p:sldId id="261" r:id="rId8"/>
    <p:sldId id="262" r:id="rId9"/>
    <p:sldId id="263" r:id="rId10"/>
    <p:sldId id="264" r:id="rId11"/>
    <p:sldId id="265" r:id="rId12"/>
    <p:sldId id="266" r:id="rId13"/>
    <p:sldId id="269" r:id="rId14"/>
    <p:sldId id="270" r:id="rId15"/>
    <p:sldId id="268"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030301-6B24-48AD-BB74-482C1249DBF0}" v="7" dt="2024-05-02T02:12:01.8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3E030301-6B24-48AD-BB74-482C1249DBF0}"/>
    <pc:docChg chg="undo custSel modSld modMainMaster">
      <pc:chgData name="Arun Sunar" userId="3fa9774ca67c7ab5" providerId="LiveId" clId="{3E030301-6B24-48AD-BB74-482C1249DBF0}" dt="2024-05-31T01:15:05.996" v="9" actId="20577"/>
      <pc:docMkLst>
        <pc:docMk/>
      </pc:docMkLst>
      <pc:sldChg chg="setBg">
        <pc:chgData name="Arun Sunar" userId="3fa9774ca67c7ab5" providerId="LiveId" clId="{3E030301-6B24-48AD-BB74-482C1249DBF0}" dt="2024-05-02T02:12:01.828" v="5"/>
        <pc:sldMkLst>
          <pc:docMk/>
          <pc:sldMk cId="2913385862" sldId="256"/>
        </pc:sldMkLst>
      </pc:sldChg>
      <pc:sldChg chg="modSp mod">
        <pc:chgData name="Arun Sunar" userId="3fa9774ca67c7ab5" providerId="LiveId" clId="{3E030301-6B24-48AD-BB74-482C1249DBF0}" dt="2024-05-31T01:15:05.996" v="9" actId="20577"/>
        <pc:sldMkLst>
          <pc:docMk/>
          <pc:sldMk cId="2765285611" sldId="275"/>
        </pc:sldMkLst>
        <pc:spChg chg="mod">
          <ac:chgData name="Arun Sunar" userId="3fa9774ca67c7ab5" providerId="LiveId" clId="{3E030301-6B24-48AD-BB74-482C1249DBF0}" dt="2024-05-31T01:15:05.996" v="9" actId="20577"/>
          <ac:spMkLst>
            <pc:docMk/>
            <pc:sldMk cId="2765285611" sldId="275"/>
            <ac:spMk id="10" creationId="{2546BAA9-08D7-9EBC-946D-E9F757596110}"/>
          </ac:spMkLst>
        </pc:spChg>
      </pc:sldChg>
      <pc:sldMasterChg chg="setBg modSldLayout">
        <pc:chgData name="Arun Sunar" userId="3fa9774ca67c7ab5" providerId="LiveId" clId="{3E030301-6B24-48AD-BB74-482C1249DBF0}" dt="2024-05-02T02:12:01.828" v="5"/>
        <pc:sldMasterMkLst>
          <pc:docMk/>
          <pc:sldMasterMk cId="4045191724" sldId="2147483648"/>
        </pc:sldMasterMkLst>
        <pc:sldLayoutChg chg="setBg">
          <pc:chgData name="Arun Sunar" userId="3fa9774ca67c7ab5" providerId="LiveId" clId="{3E030301-6B24-48AD-BB74-482C1249DBF0}" dt="2024-05-02T02:12:01.828" v="5"/>
          <pc:sldLayoutMkLst>
            <pc:docMk/>
            <pc:sldMasterMk cId="4045191724" sldId="2147483648"/>
            <pc:sldLayoutMk cId="3098017628" sldId="2147483649"/>
          </pc:sldLayoutMkLst>
        </pc:sldLayoutChg>
        <pc:sldLayoutChg chg="setBg">
          <pc:chgData name="Arun Sunar" userId="3fa9774ca67c7ab5" providerId="LiveId" clId="{3E030301-6B24-48AD-BB74-482C1249DBF0}" dt="2024-05-02T02:12:01.828" v="5"/>
          <pc:sldLayoutMkLst>
            <pc:docMk/>
            <pc:sldMasterMk cId="4045191724" sldId="2147483648"/>
            <pc:sldLayoutMk cId="1845761870" sldId="2147483650"/>
          </pc:sldLayoutMkLst>
        </pc:sldLayoutChg>
        <pc:sldLayoutChg chg="setBg">
          <pc:chgData name="Arun Sunar" userId="3fa9774ca67c7ab5" providerId="LiveId" clId="{3E030301-6B24-48AD-BB74-482C1249DBF0}" dt="2024-05-02T02:12:01.828" v="5"/>
          <pc:sldLayoutMkLst>
            <pc:docMk/>
            <pc:sldMasterMk cId="4045191724" sldId="2147483648"/>
            <pc:sldLayoutMk cId="2314149719" sldId="2147483651"/>
          </pc:sldLayoutMkLst>
        </pc:sldLayoutChg>
        <pc:sldLayoutChg chg="setBg">
          <pc:chgData name="Arun Sunar" userId="3fa9774ca67c7ab5" providerId="LiveId" clId="{3E030301-6B24-48AD-BB74-482C1249DBF0}" dt="2024-05-02T02:12:01.828" v="5"/>
          <pc:sldLayoutMkLst>
            <pc:docMk/>
            <pc:sldMasterMk cId="4045191724" sldId="2147483648"/>
            <pc:sldLayoutMk cId="1070728621" sldId="2147483652"/>
          </pc:sldLayoutMkLst>
        </pc:sldLayoutChg>
        <pc:sldLayoutChg chg="setBg">
          <pc:chgData name="Arun Sunar" userId="3fa9774ca67c7ab5" providerId="LiveId" clId="{3E030301-6B24-48AD-BB74-482C1249DBF0}" dt="2024-05-02T02:12:01.828" v="5"/>
          <pc:sldLayoutMkLst>
            <pc:docMk/>
            <pc:sldMasterMk cId="4045191724" sldId="2147483648"/>
            <pc:sldLayoutMk cId="3277743370" sldId="2147483653"/>
          </pc:sldLayoutMkLst>
        </pc:sldLayoutChg>
        <pc:sldLayoutChg chg="setBg">
          <pc:chgData name="Arun Sunar" userId="3fa9774ca67c7ab5" providerId="LiveId" clId="{3E030301-6B24-48AD-BB74-482C1249DBF0}" dt="2024-05-02T02:12:01.828" v="5"/>
          <pc:sldLayoutMkLst>
            <pc:docMk/>
            <pc:sldMasterMk cId="4045191724" sldId="2147483648"/>
            <pc:sldLayoutMk cId="2410663933" sldId="2147483654"/>
          </pc:sldLayoutMkLst>
        </pc:sldLayoutChg>
        <pc:sldLayoutChg chg="setBg">
          <pc:chgData name="Arun Sunar" userId="3fa9774ca67c7ab5" providerId="LiveId" clId="{3E030301-6B24-48AD-BB74-482C1249DBF0}" dt="2024-05-02T02:12:01.828" v="5"/>
          <pc:sldLayoutMkLst>
            <pc:docMk/>
            <pc:sldMasterMk cId="4045191724" sldId="2147483648"/>
            <pc:sldLayoutMk cId="3885078181" sldId="2147483655"/>
          </pc:sldLayoutMkLst>
        </pc:sldLayoutChg>
        <pc:sldLayoutChg chg="setBg">
          <pc:chgData name="Arun Sunar" userId="3fa9774ca67c7ab5" providerId="LiveId" clId="{3E030301-6B24-48AD-BB74-482C1249DBF0}" dt="2024-05-02T02:12:01.828" v="5"/>
          <pc:sldLayoutMkLst>
            <pc:docMk/>
            <pc:sldMasterMk cId="4045191724" sldId="2147483648"/>
            <pc:sldLayoutMk cId="1301754213" sldId="2147483656"/>
          </pc:sldLayoutMkLst>
        </pc:sldLayoutChg>
        <pc:sldLayoutChg chg="setBg">
          <pc:chgData name="Arun Sunar" userId="3fa9774ca67c7ab5" providerId="LiveId" clId="{3E030301-6B24-48AD-BB74-482C1249DBF0}" dt="2024-05-02T02:12:01.828" v="5"/>
          <pc:sldLayoutMkLst>
            <pc:docMk/>
            <pc:sldMasterMk cId="4045191724" sldId="2147483648"/>
            <pc:sldLayoutMk cId="4004368056" sldId="2147483657"/>
          </pc:sldLayoutMkLst>
        </pc:sldLayoutChg>
        <pc:sldLayoutChg chg="setBg">
          <pc:chgData name="Arun Sunar" userId="3fa9774ca67c7ab5" providerId="LiveId" clId="{3E030301-6B24-48AD-BB74-482C1249DBF0}" dt="2024-05-02T02:12:01.828" v="5"/>
          <pc:sldLayoutMkLst>
            <pc:docMk/>
            <pc:sldMasterMk cId="4045191724" sldId="2147483648"/>
            <pc:sldLayoutMk cId="2546125231" sldId="2147483658"/>
          </pc:sldLayoutMkLst>
        </pc:sldLayoutChg>
        <pc:sldLayoutChg chg="setBg">
          <pc:chgData name="Arun Sunar" userId="3fa9774ca67c7ab5" providerId="LiveId" clId="{3E030301-6B24-48AD-BB74-482C1249DBF0}" dt="2024-05-02T02:12:01.828" v="5"/>
          <pc:sldLayoutMkLst>
            <pc:docMk/>
            <pc:sldMasterMk cId="4045191724" sldId="2147483648"/>
            <pc:sldLayoutMk cId="3679441559" sldId="2147483659"/>
          </pc:sldLayoutMkLst>
        </pc:sldLayoutChg>
      </pc:sldMasterChg>
    </pc:docChg>
  </pc:docChgLst>
  <pc:docChgLst>
    <pc:chgData name="Arun Sunar" userId="3fa9774ca67c7ab5" providerId="LiveId" clId="{D3016A6E-821C-4A9C-AEBF-4D279A5F9A28}"/>
    <pc:docChg chg="undo redo custSel addSld modSld sldOrd">
      <pc:chgData name="Arun Sunar" userId="3fa9774ca67c7ab5" providerId="LiveId" clId="{D3016A6E-821C-4A9C-AEBF-4D279A5F9A28}" dt="2024-02-26T06:38:54.891" v="222"/>
      <pc:docMkLst>
        <pc:docMk/>
      </pc:docMkLst>
      <pc:sldChg chg="modSp add mod ord">
        <pc:chgData name="Arun Sunar" userId="3fa9774ca67c7ab5" providerId="LiveId" clId="{D3016A6E-821C-4A9C-AEBF-4D279A5F9A28}" dt="2024-02-26T05:53:43.487" v="28" actId="20577"/>
        <pc:sldMkLst>
          <pc:docMk/>
          <pc:sldMk cId="1135643636" sldId="264"/>
        </pc:sldMkLst>
        <pc:spChg chg="mod">
          <ac:chgData name="Arun Sunar" userId="3fa9774ca67c7ab5" providerId="LiveId" clId="{D3016A6E-821C-4A9C-AEBF-4D279A5F9A28}" dt="2024-02-26T05:50:27.638" v="5"/>
          <ac:spMkLst>
            <pc:docMk/>
            <pc:sldMk cId="1135643636" sldId="264"/>
            <ac:spMk id="2" creationId="{860B41AD-B9EC-7442-58C6-377E6AFE122B}"/>
          </ac:spMkLst>
        </pc:spChg>
        <pc:spChg chg="mod">
          <ac:chgData name="Arun Sunar" userId="3fa9774ca67c7ab5" providerId="LiveId" clId="{D3016A6E-821C-4A9C-AEBF-4D279A5F9A28}" dt="2024-02-26T05:53:43.487" v="28" actId="20577"/>
          <ac:spMkLst>
            <pc:docMk/>
            <pc:sldMk cId="1135643636" sldId="264"/>
            <ac:spMk id="3" creationId="{118F2097-5F67-E22E-DE85-662BA64A02A4}"/>
          </ac:spMkLst>
        </pc:spChg>
      </pc:sldChg>
      <pc:sldChg chg="addSp delSp modSp add mod">
        <pc:chgData name="Arun Sunar" userId="3fa9774ca67c7ab5" providerId="LiveId" clId="{D3016A6E-821C-4A9C-AEBF-4D279A5F9A28}" dt="2024-02-26T06:00:03.004" v="45" actId="1076"/>
        <pc:sldMkLst>
          <pc:docMk/>
          <pc:sldMk cId="2564769930" sldId="265"/>
        </pc:sldMkLst>
        <pc:spChg chg="mod">
          <ac:chgData name="Arun Sunar" userId="3fa9774ca67c7ab5" providerId="LiveId" clId="{D3016A6E-821C-4A9C-AEBF-4D279A5F9A28}" dt="2024-02-26T05:58:37.878" v="32"/>
          <ac:spMkLst>
            <pc:docMk/>
            <pc:sldMk cId="2564769930" sldId="265"/>
            <ac:spMk id="2" creationId="{91F025A3-2340-3F87-037C-A07D5A4D9818}"/>
          </ac:spMkLst>
        </pc:spChg>
        <pc:spChg chg="del mod">
          <ac:chgData name="Arun Sunar" userId="3fa9774ca67c7ab5" providerId="LiveId" clId="{D3016A6E-821C-4A9C-AEBF-4D279A5F9A28}" dt="2024-02-26T05:59:02.563" v="36" actId="478"/>
          <ac:spMkLst>
            <pc:docMk/>
            <pc:sldMk cId="2564769930" sldId="265"/>
            <ac:spMk id="3" creationId="{9C632048-E77B-A15A-866E-6D2C0B3282D4}"/>
          </ac:spMkLst>
        </pc:spChg>
        <pc:spChg chg="add">
          <ac:chgData name="Arun Sunar" userId="3fa9774ca67c7ab5" providerId="LiveId" clId="{D3016A6E-821C-4A9C-AEBF-4D279A5F9A28}" dt="2024-02-26T05:58:47.006" v="33"/>
          <ac:spMkLst>
            <pc:docMk/>
            <pc:sldMk cId="2564769930" sldId="265"/>
            <ac:spMk id="4" creationId="{FE76AE73-0D93-AF4E-57A7-AE865E6F6EED}"/>
          </ac:spMkLst>
        </pc:spChg>
        <pc:spChg chg="add mod">
          <ac:chgData name="Arun Sunar" userId="3fa9774ca67c7ab5" providerId="LiveId" clId="{D3016A6E-821C-4A9C-AEBF-4D279A5F9A28}" dt="2024-02-26T06:00:03.004" v="45" actId="1076"/>
          <ac:spMkLst>
            <pc:docMk/>
            <pc:sldMk cId="2564769930" sldId="265"/>
            <ac:spMk id="5" creationId="{9B517EA2-8E28-5182-8766-24185E424E65}"/>
          </ac:spMkLst>
        </pc:spChg>
      </pc:sldChg>
      <pc:sldChg chg="addSp delSp modSp add mod">
        <pc:chgData name="Arun Sunar" userId="3fa9774ca67c7ab5" providerId="LiveId" clId="{D3016A6E-821C-4A9C-AEBF-4D279A5F9A28}" dt="2024-02-26T06:09:49.951" v="70" actId="255"/>
        <pc:sldMkLst>
          <pc:docMk/>
          <pc:sldMk cId="3900291492" sldId="266"/>
        </pc:sldMkLst>
        <pc:spChg chg="mod">
          <ac:chgData name="Arun Sunar" userId="3fa9774ca67c7ab5" providerId="LiveId" clId="{D3016A6E-821C-4A9C-AEBF-4D279A5F9A28}" dt="2024-02-26T06:07:08.929" v="50" actId="1076"/>
          <ac:spMkLst>
            <pc:docMk/>
            <pc:sldMk cId="3900291492" sldId="266"/>
            <ac:spMk id="2" creationId="{53A52397-314A-FE6A-DB3E-13B966A03AAE}"/>
          </ac:spMkLst>
        </pc:spChg>
        <pc:spChg chg="add mod">
          <ac:chgData name="Arun Sunar" userId="3fa9774ca67c7ab5" providerId="LiveId" clId="{D3016A6E-821C-4A9C-AEBF-4D279A5F9A28}" dt="2024-02-26T06:09:49.951" v="70" actId="255"/>
          <ac:spMkLst>
            <pc:docMk/>
            <pc:sldMk cId="3900291492" sldId="266"/>
            <ac:spMk id="3" creationId="{D814E04C-29A3-F9B8-76DB-D4A477D5A9B6}"/>
          </ac:spMkLst>
        </pc:spChg>
        <pc:spChg chg="del mod">
          <ac:chgData name="Arun Sunar" userId="3fa9774ca67c7ab5" providerId="LiveId" clId="{D3016A6E-821C-4A9C-AEBF-4D279A5F9A28}" dt="2024-02-26T06:07:14.361" v="52" actId="478"/>
          <ac:spMkLst>
            <pc:docMk/>
            <pc:sldMk cId="3900291492" sldId="266"/>
            <ac:spMk id="5" creationId="{AD81461D-A884-3500-C5DA-54A01D3059A6}"/>
          </ac:spMkLst>
        </pc:spChg>
      </pc:sldChg>
      <pc:sldChg chg="addSp delSp modSp add mod">
        <pc:chgData name="Arun Sunar" userId="3fa9774ca67c7ab5" providerId="LiveId" clId="{D3016A6E-821C-4A9C-AEBF-4D279A5F9A28}" dt="2024-02-26T06:13:46.849" v="76" actId="14100"/>
        <pc:sldMkLst>
          <pc:docMk/>
          <pc:sldMk cId="4166018371" sldId="267"/>
        </pc:sldMkLst>
        <pc:picChg chg="add mod">
          <ac:chgData name="Arun Sunar" userId="3fa9774ca67c7ab5" providerId="LiveId" clId="{D3016A6E-821C-4A9C-AEBF-4D279A5F9A28}" dt="2024-02-26T06:13:46.849" v="76" actId="14100"/>
          <ac:picMkLst>
            <pc:docMk/>
            <pc:sldMk cId="4166018371" sldId="267"/>
            <ac:picMk id="2" creationId="{1C919E0E-E1D7-9A7D-7114-C028D0323299}"/>
          </ac:picMkLst>
        </pc:picChg>
        <pc:picChg chg="del">
          <ac:chgData name="Arun Sunar" userId="3fa9774ca67c7ab5" providerId="LiveId" clId="{D3016A6E-821C-4A9C-AEBF-4D279A5F9A28}" dt="2024-02-26T06:13:35.638" v="72" actId="478"/>
          <ac:picMkLst>
            <pc:docMk/>
            <pc:sldMk cId="4166018371" sldId="267"/>
            <ac:picMk id="1026" creationId="{FD78E862-6F29-3B08-6058-02F37CFB62E1}"/>
          </ac:picMkLst>
        </pc:picChg>
        <pc:picChg chg="add">
          <ac:chgData name="Arun Sunar" userId="3fa9774ca67c7ab5" providerId="LiveId" clId="{D3016A6E-821C-4A9C-AEBF-4D279A5F9A28}" dt="2024-02-26T06:13:38.131" v="73"/>
          <ac:picMkLst>
            <pc:docMk/>
            <pc:sldMk cId="4166018371" sldId="267"/>
            <ac:picMk id="8194" creationId="{4E2F8432-FDEB-0224-EBB2-E05474AAF8E5}"/>
          </ac:picMkLst>
        </pc:picChg>
      </pc:sldChg>
      <pc:sldChg chg="addSp modSp new mod ord">
        <pc:chgData name="Arun Sunar" userId="3fa9774ca67c7ab5" providerId="LiveId" clId="{D3016A6E-821C-4A9C-AEBF-4D279A5F9A28}" dt="2024-02-26T06:22:40.870" v="141" actId="1076"/>
        <pc:sldMkLst>
          <pc:docMk/>
          <pc:sldMk cId="3159017988" sldId="268"/>
        </pc:sldMkLst>
        <pc:spChg chg="mod">
          <ac:chgData name="Arun Sunar" userId="3fa9774ca67c7ab5" providerId="LiveId" clId="{D3016A6E-821C-4A9C-AEBF-4D279A5F9A28}" dt="2024-02-26T06:19:46.651" v="122" actId="207"/>
          <ac:spMkLst>
            <pc:docMk/>
            <pc:sldMk cId="3159017988" sldId="268"/>
            <ac:spMk id="2" creationId="{C8C7C050-A5AB-8062-F0ED-7A46A2F54310}"/>
          </ac:spMkLst>
        </pc:spChg>
        <pc:spChg chg="mod">
          <ac:chgData name="Arun Sunar" userId="3fa9774ca67c7ab5" providerId="LiveId" clId="{D3016A6E-821C-4A9C-AEBF-4D279A5F9A28}" dt="2024-02-26T06:20:52.210" v="128"/>
          <ac:spMkLst>
            <pc:docMk/>
            <pc:sldMk cId="3159017988" sldId="268"/>
            <ac:spMk id="3" creationId="{41C6D2E2-6FF4-3AA2-4498-92CB5DD0FEB8}"/>
          </ac:spMkLst>
        </pc:spChg>
        <pc:picChg chg="add mod">
          <ac:chgData name="Arun Sunar" userId="3fa9774ca67c7ab5" providerId="LiveId" clId="{D3016A6E-821C-4A9C-AEBF-4D279A5F9A28}" dt="2024-02-26T06:22:21.857" v="132" actId="1076"/>
          <ac:picMkLst>
            <pc:docMk/>
            <pc:sldMk cId="3159017988" sldId="268"/>
            <ac:picMk id="5" creationId="{5CA96036-3ABE-131E-C244-661E4C093C30}"/>
          </ac:picMkLst>
        </pc:picChg>
        <pc:picChg chg="add mod">
          <ac:chgData name="Arun Sunar" userId="3fa9774ca67c7ab5" providerId="LiveId" clId="{D3016A6E-821C-4A9C-AEBF-4D279A5F9A28}" dt="2024-02-26T06:22:40.870" v="141" actId="1076"/>
          <ac:picMkLst>
            <pc:docMk/>
            <pc:sldMk cId="3159017988" sldId="268"/>
            <ac:picMk id="6" creationId="{844A3E98-14B4-D134-2EA2-68726EFE2DAA}"/>
          </ac:picMkLst>
        </pc:picChg>
        <pc:picChg chg="add">
          <ac:chgData name="Arun Sunar" userId="3fa9774ca67c7ab5" providerId="LiveId" clId="{D3016A6E-821C-4A9C-AEBF-4D279A5F9A28}" dt="2024-02-26T06:22:23.269" v="133"/>
          <ac:picMkLst>
            <pc:docMk/>
            <pc:sldMk cId="3159017988" sldId="268"/>
            <ac:picMk id="10242" creationId="{F71C44E3-74C0-AF30-F47D-C14F0BC2B115}"/>
          </ac:picMkLst>
        </pc:picChg>
      </pc:sldChg>
      <pc:sldChg chg="addSp modSp add mod">
        <pc:chgData name="Arun Sunar" userId="3fa9774ca67c7ab5" providerId="LiveId" clId="{D3016A6E-821C-4A9C-AEBF-4D279A5F9A28}" dt="2024-02-26T06:18:45.930" v="107" actId="14100"/>
        <pc:sldMkLst>
          <pc:docMk/>
          <pc:sldMk cId="1330981345" sldId="269"/>
        </pc:sldMkLst>
        <pc:spChg chg="mod">
          <ac:chgData name="Arun Sunar" userId="3fa9774ca67c7ab5" providerId="LiveId" clId="{D3016A6E-821C-4A9C-AEBF-4D279A5F9A28}" dt="2024-02-26T06:18:42.162" v="105" actId="255"/>
          <ac:spMkLst>
            <pc:docMk/>
            <pc:sldMk cId="1330981345" sldId="269"/>
            <ac:spMk id="3" creationId="{4463E72A-9D42-E19A-1560-76B8757032FA}"/>
          </ac:spMkLst>
        </pc:spChg>
        <pc:picChg chg="add mod">
          <ac:chgData name="Arun Sunar" userId="3fa9774ca67c7ab5" providerId="LiveId" clId="{D3016A6E-821C-4A9C-AEBF-4D279A5F9A28}" dt="2024-02-26T06:18:45.930" v="107" actId="14100"/>
          <ac:picMkLst>
            <pc:docMk/>
            <pc:sldMk cId="1330981345" sldId="269"/>
            <ac:picMk id="4" creationId="{A62BBA31-2588-284C-4C55-2E6C88D12E31}"/>
          </ac:picMkLst>
        </pc:picChg>
        <pc:picChg chg="add">
          <ac:chgData name="Arun Sunar" userId="3fa9774ca67c7ab5" providerId="LiveId" clId="{D3016A6E-821C-4A9C-AEBF-4D279A5F9A28}" dt="2024-02-26T06:18:19.669" v="99"/>
          <ac:picMkLst>
            <pc:docMk/>
            <pc:sldMk cId="1330981345" sldId="269"/>
            <ac:picMk id="9218" creationId="{B5D5A934-DB5F-60BC-16D8-09E8718260AB}"/>
          </ac:picMkLst>
        </pc:picChg>
      </pc:sldChg>
      <pc:sldChg chg="add">
        <pc:chgData name="Arun Sunar" userId="3fa9774ca67c7ab5" providerId="LiveId" clId="{D3016A6E-821C-4A9C-AEBF-4D279A5F9A28}" dt="2024-02-26T06:19:17.939" v="114" actId="2890"/>
        <pc:sldMkLst>
          <pc:docMk/>
          <pc:sldMk cId="795830144" sldId="270"/>
        </pc:sldMkLst>
      </pc:sldChg>
      <pc:sldChg chg="modSp add mod">
        <pc:chgData name="Arun Sunar" userId="3fa9774ca67c7ab5" providerId="LiveId" clId="{D3016A6E-821C-4A9C-AEBF-4D279A5F9A28}" dt="2024-02-26T06:23:13.259" v="145"/>
        <pc:sldMkLst>
          <pc:docMk/>
          <pc:sldMk cId="69224575" sldId="271"/>
        </pc:sldMkLst>
        <pc:spChg chg="mod">
          <ac:chgData name="Arun Sunar" userId="3fa9774ca67c7ab5" providerId="LiveId" clId="{D3016A6E-821C-4A9C-AEBF-4D279A5F9A28}" dt="2024-02-26T06:22:59.222" v="144"/>
          <ac:spMkLst>
            <pc:docMk/>
            <pc:sldMk cId="69224575" sldId="271"/>
            <ac:spMk id="2" creationId="{D2963C9D-E8D6-5CD1-86F4-CFD85FA6F793}"/>
          </ac:spMkLst>
        </pc:spChg>
        <pc:spChg chg="mod">
          <ac:chgData name="Arun Sunar" userId="3fa9774ca67c7ab5" providerId="LiveId" clId="{D3016A6E-821C-4A9C-AEBF-4D279A5F9A28}" dt="2024-02-26T06:23:13.259" v="145"/>
          <ac:spMkLst>
            <pc:docMk/>
            <pc:sldMk cId="69224575" sldId="271"/>
            <ac:spMk id="3" creationId="{3755CCC5-EDEC-36C5-A4C6-D884ED6C3B8C}"/>
          </ac:spMkLst>
        </pc:spChg>
      </pc:sldChg>
      <pc:sldChg chg="modSp add mod">
        <pc:chgData name="Arun Sunar" userId="3fa9774ca67c7ab5" providerId="LiveId" clId="{D3016A6E-821C-4A9C-AEBF-4D279A5F9A28}" dt="2024-02-26T06:25:36.420" v="152"/>
        <pc:sldMkLst>
          <pc:docMk/>
          <pc:sldMk cId="495490877" sldId="272"/>
        </pc:sldMkLst>
        <pc:spChg chg="mod">
          <ac:chgData name="Arun Sunar" userId="3fa9774ca67c7ab5" providerId="LiveId" clId="{D3016A6E-821C-4A9C-AEBF-4D279A5F9A28}" dt="2024-02-26T06:25:10.640" v="149"/>
          <ac:spMkLst>
            <pc:docMk/>
            <pc:sldMk cId="495490877" sldId="272"/>
            <ac:spMk id="2" creationId="{9DAB1E39-1A61-A58A-F044-EB67ACA69DAB}"/>
          </ac:spMkLst>
        </pc:spChg>
        <pc:spChg chg="mod">
          <ac:chgData name="Arun Sunar" userId="3fa9774ca67c7ab5" providerId="LiveId" clId="{D3016A6E-821C-4A9C-AEBF-4D279A5F9A28}" dt="2024-02-26T06:25:36.420" v="152"/>
          <ac:spMkLst>
            <pc:docMk/>
            <pc:sldMk cId="495490877" sldId="272"/>
            <ac:spMk id="3" creationId="{147D4825-57AD-3FA7-278C-FEF0D2332951}"/>
          </ac:spMkLst>
        </pc:spChg>
      </pc:sldChg>
      <pc:sldChg chg="modSp add mod">
        <pc:chgData name="Arun Sunar" userId="3fa9774ca67c7ab5" providerId="LiveId" clId="{D3016A6E-821C-4A9C-AEBF-4D279A5F9A28}" dt="2024-02-26T06:29:08.927" v="160"/>
        <pc:sldMkLst>
          <pc:docMk/>
          <pc:sldMk cId="3576096397" sldId="273"/>
        </pc:sldMkLst>
        <pc:spChg chg="mod">
          <ac:chgData name="Arun Sunar" userId="3fa9774ca67c7ab5" providerId="LiveId" clId="{D3016A6E-821C-4A9C-AEBF-4D279A5F9A28}" dt="2024-02-26T06:27:56.423" v="157" actId="207"/>
          <ac:spMkLst>
            <pc:docMk/>
            <pc:sldMk cId="3576096397" sldId="273"/>
            <ac:spMk id="2" creationId="{92678B4B-EBC3-613F-B1B0-0D5BC9187654}"/>
          </ac:spMkLst>
        </pc:spChg>
        <pc:spChg chg="mod">
          <ac:chgData name="Arun Sunar" userId="3fa9774ca67c7ab5" providerId="LiveId" clId="{D3016A6E-821C-4A9C-AEBF-4D279A5F9A28}" dt="2024-02-26T06:29:08.927" v="160"/>
          <ac:spMkLst>
            <pc:docMk/>
            <pc:sldMk cId="3576096397" sldId="273"/>
            <ac:spMk id="3" creationId="{95593B81-CC92-9B72-B395-28E13D4E8121}"/>
          </ac:spMkLst>
        </pc:spChg>
      </pc:sldChg>
      <pc:sldChg chg="modSp add mod">
        <pc:chgData name="Arun Sunar" userId="3fa9774ca67c7ab5" providerId="LiveId" clId="{D3016A6E-821C-4A9C-AEBF-4D279A5F9A28}" dt="2024-02-26T06:31:24.271" v="171"/>
        <pc:sldMkLst>
          <pc:docMk/>
          <pc:sldMk cId="1765679023" sldId="274"/>
        </pc:sldMkLst>
        <pc:spChg chg="mod">
          <ac:chgData name="Arun Sunar" userId="3fa9774ca67c7ab5" providerId="LiveId" clId="{D3016A6E-821C-4A9C-AEBF-4D279A5F9A28}" dt="2024-02-26T06:31:02.288" v="168"/>
          <ac:spMkLst>
            <pc:docMk/>
            <pc:sldMk cId="1765679023" sldId="274"/>
            <ac:spMk id="2" creationId="{07543007-B277-0813-BA86-08B86BA50F13}"/>
          </ac:spMkLst>
        </pc:spChg>
        <pc:spChg chg="mod">
          <ac:chgData name="Arun Sunar" userId="3fa9774ca67c7ab5" providerId="LiveId" clId="{D3016A6E-821C-4A9C-AEBF-4D279A5F9A28}" dt="2024-02-26T06:31:24.271" v="171"/>
          <ac:spMkLst>
            <pc:docMk/>
            <pc:sldMk cId="1765679023" sldId="274"/>
            <ac:spMk id="3" creationId="{6CFD5D7C-1372-C52F-59BF-605C9E0EBBD0}"/>
          </ac:spMkLst>
        </pc:spChg>
      </pc:sldChg>
      <pc:sldChg chg="addSp delSp modSp new mod">
        <pc:chgData name="Arun Sunar" userId="3fa9774ca67c7ab5" providerId="LiveId" clId="{D3016A6E-821C-4A9C-AEBF-4D279A5F9A28}" dt="2024-02-26T06:35:38.247" v="193" actId="255"/>
        <pc:sldMkLst>
          <pc:docMk/>
          <pc:sldMk cId="2765285611" sldId="275"/>
        </pc:sldMkLst>
        <pc:spChg chg="del mod">
          <ac:chgData name="Arun Sunar" userId="3fa9774ca67c7ab5" providerId="LiveId" clId="{D3016A6E-821C-4A9C-AEBF-4D279A5F9A28}" dt="2024-02-26T06:34:47.187" v="179" actId="478"/>
          <ac:spMkLst>
            <pc:docMk/>
            <pc:sldMk cId="2765285611" sldId="275"/>
            <ac:spMk id="2" creationId="{5ACB03A1-B708-E715-8AA8-8D930982F8E9}"/>
          </ac:spMkLst>
        </pc:spChg>
        <pc:spChg chg="del">
          <ac:chgData name="Arun Sunar" userId="3fa9774ca67c7ab5" providerId="LiveId" clId="{D3016A6E-821C-4A9C-AEBF-4D279A5F9A28}" dt="2024-02-26T06:34:31.906" v="175" actId="478"/>
          <ac:spMkLst>
            <pc:docMk/>
            <pc:sldMk cId="2765285611" sldId="275"/>
            <ac:spMk id="3" creationId="{0FF79765-BE47-5BD2-C314-E3A45DB0DE7F}"/>
          </ac:spMkLst>
        </pc:spChg>
        <pc:spChg chg="add del mod">
          <ac:chgData name="Arun Sunar" userId="3fa9774ca67c7ab5" providerId="LiveId" clId="{D3016A6E-821C-4A9C-AEBF-4D279A5F9A28}" dt="2024-02-26T06:34:51.938" v="180" actId="478"/>
          <ac:spMkLst>
            <pc:docMk/>
            <pc:sldMk cId="2765285611" sldId="275"/>
            <ac:spMk id="6" creationId="{7B27E646-8A40-9869-0AB3-C69FC1383774}"/>
          </ac:spMkLst>
        </pc:spChg>
        <pc:spChg chg="add del">
          <ac:chgData name="Arun Sunar" userId="3fa9774ca67c7ab5" providerId="LiveId" clId="{D3016A6E-821C-4A9C-AEBF-4D279A5F9A28}" dt="2024-02-26T06:35:25.578" v="189" actId="22"/>
          <ac:spMkLst>
            <pc:docMk/>
            <pc:sldMk cId="2765285611" sldId="275"/>
            <ac:spMk id="8" creationId="{6BBCD0B3-D936-D58A-29D1-FF1F07333BE7}"/>
          </ac:spMkLst>
        </pc:spChg>
        <pc:spChg chg="add mod">
          <ac:chgData name="Arun Sunar" userId="3fa9774ca67c7ab5" providerId="LiveId" clId="{D3016A6E-821C-4A9C-AEBF-4D279A5F9A28}" dt="2024-02-26T06:35:38.247" v="193" actId="255"/>
          <ac:spMkLst>
            <pc:docMk/>
            <pc:sldMk cId="2765285611" sldId="275"/>
            <ac:spMk id="10" creationId="{2546BAA9-08D7-9EBC-946D-E9F757596110}"/>
          </ac:spMkLst>
        </pc:spChg>
        <pc:picChg chg="add mod">
          <ac:chgData name="Arun Sunar" userId="3fa9774ca67c7ab5" providerId="LiveId" clId="{D3016A6E-821C-4A9C-AEBF-4D279A5F9A28}" dt="2024-02-26T06:35:21.260" v="185" actId="14100"/>
          <ac:picMkLst>
            <pc:docMk/>
            <pc:sldMk cId="2765285611" sldId="275"/>
            <ac:picMk id="4" creationId="{254413E6-C334-F530-7FEF-D3ED940560F3}"/>
          </ac:picMkLst>
        </pc:picChg>
        <pc:picChg chg="add">
          <ac:chgData name="Arun Sunar" userId="3fa9774ca67c7ab5" providerId="LiveId" clId="{D3016A6E-821C-4A9C-AEBF-4D279A5F9A28}" dt="2024-02-26T06:34:38.283" v="176"/>
          <ac:picMkLst>
            <pc:docMk/>
            <pc:sldMk cId="2765285611" sldId="275"/>
            <ac:picMk id="11266" creationId="{819D9BBF-BEA7-1ACC-0E4F-9629F5288663}"/>
          </ac:picMkLst>
        </pc:picChg>
      </pc:sldChg>
      <pc:sldChg chg="modSp add mod ord">
        <pc:chgData name="Arun Sunar" userId="3fa9774ca67c7ab5" providerId="LiveId" clId="{D3016A6E-821C-4A9C-AEBF-4D279A5F9A28}" dt="2024-02-26T06:37:52.003" v="211" actId="20577"/>
        <pc:sldMkLst>
          <pc:docMk/>
          <pc:sldMk cId="2186688392" sldId="276"/>
        </pc:sldMkLst>
        <pc:spChg chg="mod">
          <ac:chgData name="Arun Sunar" userId="3fa9774ca67c7ab5" providerId="LiveId" clId="{D3016A6E-821C-4A9C-AEBF-4D279A5F9A28}" dt="2024-02-26T06:37:52.003" v="211" actId="20577"/>
          <ac:spMkLst>
            <pc:docMk/>
            <pc:sldMk cId="2186688392" sldId="276"/>
            <ac:spMk id="2" creationId="{FCCAE7A5-3AA5-11C6-B406-14A35DBDBCA4}"/>
          </ac:spMkLst>
        </pc:spChg>
        <pc:spChg chg="mod">
          <ac:chgData name="Arun Sunar" userId="3fa9774ca67c7ab5" providerId="LiveId" clId="{D3016A6E-821C-4A9C-AEBF-4D279A5F9A28}" dt="2024-02-26T06:37:39.765" v="195" actId="27636"/>
          <ac:spMkLst>
            <pc:docMk/>
            <pc:sldMk cId="2186688392" sldId="276"/>
            <ac:spMk id="3" creationId="{5B55753C-6C5A-70F7-287B-681987B46643}"/>
          </ac:spMkLst>
        </pc:spChg>
      </pc:sldChg>
      <pc:sldChg chg="modSp new mod">
        <pc:chgData name="Arun Sunar" userId="3fa9774ca67c7ab5" providerId="LiveId" clId="{D3016A6E-821C-4A9C-AEBF-4D279A5F9A28}" dt="2024-02-26T06:38:54.891" v="222"/>
        <pc:sldMkLst>
          <pc:docMk/>
          <pc:sldMk cId="4071146063" sldId="277"/>
        </pc:sldMkLst>
        <pc:spChg chg="mod">
          <ac:chgData name="Arun Sunar" userId="3fa9774ca67c7ab5" providerId="LiveId" clId="{D3016A6E-821C-4A9C-AEBF-4D279A5F9A28}" dt="2024-02-26T06:38:37.149" v="221" actId="20577"/>
          <ac:spMkLst>
            <pc:docMk/>
            <pc:sldMk cId="4071146063" sldId="277"/>
            <ac:spMk id="2" creationId="{C0FB3611-3D68-4AEA-B206-126C28FF19EA}"/>
          </ac:spMkLst>
        </pc:spChg>
        <pc:spChg chg="mod">
          <ac:chgData name="Arun Sunar" userId="3fa9774ca67c7ab5" providerId="LiveId" clId="{D3016A6E-821C-4A9C-AEBF-4D279A5F9A28}" dt="2024-02-26T06:38:54.891" v="222"/>
          <ac:spMkLst>
            <pc:docMk/>
            <pc:sldMk cId="4071146063" sldId="277"/>
            <ac:spMk id="3" creationId="{EB1EEDCD-8FCE-D089-546A-1581B292268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ECF1F-50D8-51D3-0B83-88EAEF85C5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9EB840D-8441-878D-CF39-A0A2FFF581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5A5C0B-828F-6F43-7A8F-55F547BE7CD8}"/>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5" name="Footer Placeholder 4">
            <a:extLst>
              <a:ext uri="{FF2B5EF4-FFF2-40B4-BE49-F238E27FC236}">
                <a16:creationId xmlns:a16="http://schemas.microsoft.com/office/drawing/2014/main" id="{95F30B6F-846B-E002-1DAE-3097500A46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AAC4FD-9EDD-18AE-561C-4F928FAE9FB2}"/>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3098017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23D2A-035E-A367-8BF8-C3209DA136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792FD7-6C76-7F4B-6AF0-4946CDF33E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B9E98-4477-CF41-6AB4-4253D59783EE}"/>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5" name="Footer Placeholder 4">
            <a:extLst>
              <a:ext uri="{FF2B5EF4-FFF2-40B4-BE49-F238E27FC236}">
                <a16:creationId xmlns:a16="http://schemas.microsoft.com/office/drawing/2014/main" id="{7F8AC8AA-6F40-197B-BAB9-1CDF66B6B6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7CB400-26F2-0A13-2D26-B68DBA63AEC9}"/>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1845761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81C6E-A075-014E-A888-5B6A6F5F2F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FC445E7-A268-1E8B-784C-6659F92D2C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74773C-D2CA-9B0C-C7C0-836B1B9F54E5}"/>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5" name="Footer Placeholder 4">
            <a:extLst>
              <a:ext uri="{FF2B5EF4-FFF2-40B4-BE49-F238E27FC236}">
                <a16:creationId xmlns:a16="http://schemas.microsoft.com/office/drawing/2014/main" id="{28CBC98B-4E70-7FB7-8329-0040B805F5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A4B41D-72AF-379F-AB2C-FE781B9BCEEE}"/>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2314149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60862-8A87-5273-442B-C33B250838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21EC41-0E75-8835-876A-1B6F546CA8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B25618-1A06-6F30-A677-73026DEC0F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239B15-81E0-5D5E-F547-AF9A2E49CD0D}"/>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6" name="Footer Placeholder 5">
            <a:extLst>
              <a:ext uri="{FF2B5EF4-FFF2-40B4-BE49-F238E27FC236}">
                <a16:creationId xmlns:a16="http://schemas.microsoft.com/office/drawing/2014/main" id="{D3FEC0DE-6AE9-9BE4-5FD7-304A02E657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9F07F4-EFE2-53FE-ECA8-BE058B318EFE}"/>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1070728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3E4EA-E8C7-5E2D-EC80-F84D6019C5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5B93DC-4C75-7C31-9B6D-D00A154495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5F22A1-6BE1-F154-9296-AA6E04C90F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7FBB13A-691D-3BD8-D2BA-C3F717B587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194E16-ECB9-9F03-F7D8-8BC80112F8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D0B610-B209-43E5-EAE7-4553000A100C}"/>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8" name="Footer Placeholder 7">
            <a:extLst>
              <a:ext uri="{FF2B5EF4-FFF2-40B4-BE49-F238E27FC236}">
                <a16:creationId xmlns:a16="http://schemas.microsoft.com/office/drawing/2014/main" id="{EA2FDA15-CD3F-CDD9-A9A9-F9429B73537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B27A56-D967-229C-F636-DED7D626A5F6}"/>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3277743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817A5-63A7-C09F-A764-BEFA03C878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41D803-6E5C-DD0E-23CF-A947391B82DE}"/>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4" name="Footer Placeholder 3">
            <a:extLst>
              <a:ext uri="{FF2B5EF4-FFF2-40B4-BE49-F238E27FC236}">
                <a16:creationId xmlns:a16="http://schemas.microsoft.com/office/drawing/2014/main" id="{AA163772-9EFA-AB97-F26A-4B107256E9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BEFCF5-C4D4-7595-18E1-B9550BF0CFC6}"/>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2410663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BDE24C-8022-DC38-F0DB-9302A22DB484}"/>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3" name="Footer Placeholder 2">
            <a:extLst>
              <a:ext uri="{FF2B5EF4-FFF2-40B4-BE49-F238E27FC236}">
                <a16:creationId xmlns:a16="http://schemas.microsoft.com/office/drawing/2014/main" id="{ECBB2621-1650-4980-7680-7BE4CAE262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F3FFB1-611F-E361-4916-4D955203D9F3}"/>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3885078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9E842-BEBA-C8A9-F574-59A559D7C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8DC8AE-5DA4-2D78-0F04-782C9ADCAC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BEDA8C-213F-8D0D-4D27-D40C2B5A41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E8A02D-BBFC-C194-0B31-4DE34FC13227}"/>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6" name="Footer Placeholder 5">
            <a:extLst>
              <a:ext uri="{FF2B5EF4-FFF2-40B4-BE49-F238E27FC236}">
                <a16:creationId xmlns:a16="http://schemas.microsoft.com/office/drawing/2014/main" id="{2AF160C1-1231-1655-84AA-1A06FC327A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593AC6-00AC-39AD-0FC5-16A634700085}"/>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1301754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8E577-A857-4BA4-A133-32E24B1824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7F012C-0634-3857-3B6D-181994C613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AF1AED-391A-9E30-D55E-CA8567F6D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46AEEE-4A5B-23F4-76CE-355912DD080D}"/>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6" name="Footer Placeholder 5">
            <a:extLst>
              <a:ext uri="{FF2B5EF4-FFF2-40B4-BE49-F238E27FC236}">
                <a16:creationId xmlns:a16="http://schemas.microsoft.com/office/drawing/2014/main" id="{4A3FDCBC-766A-9D97-7EA9-9BA86CEAF3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362795-B102-2238-43B4-AB85E22A3168}"/>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400436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C5B5-CFBE-A345-2E7D-5BF52E3BE0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987B8A-0CB1-DC7C-8655-D47802CF5A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B87BC8-1BD3-2D31-EE50-1DDD740C1A30}"/>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5" name="Footer Placeholder 4">
            <a:extLst>
              <a:ext uri="{FF2B5EF4-FFF2-40B4-BE49-F238E27FC236}">
                <a16:creationId xmlns:a16="http://schemas.microsoft.com/office/drawing/2014/main" id="{90288383-8A3B-9D5C-3916-5D1E7D35B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01F961-5B1B-8FE2-D706-7787CD6972D1}"/>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2546125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3D772B-8C60-0508-BD80-EFB8C8B600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AFB725-6538-E802-134C-6653C08EB2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BECA44-EB95-EBD3-ADA5-16437E1B2F1E}"/>
              </a:ext>
            </a:extLst>
          </p:cNvPr>
          <p:cNvSpPr>
            <a:spLocks noGrp="1"/>
          </p:cNvSpPr>
          <p:nvPr>
            <p:ph type="dt" sz="half" idx="10"/>
          </p:nvPr>
        </p:nvSpPr>
        <p:spPr/>
        <p:txBody>
          <a:bodyPr/>
          <a:lstStyle/>
          <a:p>
            <a:fld id="{C42EED06-50EB-42B7-B772-6B83578F0493}" type="datetimeFigureOut">
              <a:rPr lang="en-IN" smtClean="0"/>
              <a:t>31-05-2024</a:t>
            </a:fld>
            <a:endParaRPr lang="en-IN"/>
          </a:p>
        </p:txBody>
      </p:sp>
      <p:sp>
        <p:nvSpPr>
          <p:cNvPr id="5" name="Footer Placeholder 4">
            <a:extLst>
              <a:ext uri="{FF2B5EF4-FFF2-40B4-BE49-F238E27FC236}">
                <a16:creationId xmlns:a16="http://schemas.microsoft.com/office/drawing/2014/main" id="{0D827049-25ED-7E7F-1690-43EF1871EB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4E13CB-7C8A-E704-C85A-2044EABF435A}"/>
              </a:ext>
            </a:extLst>
          </p:cNvPr>
          <p:cNvSpPr>
            <a:spLocks noGrp="1"/>
          </p:cNvSpPr>
          <p:nvPr>
            <p:ph type="sldNum" sz="quarter" idx="12"/>
          </p:nvPr>
        </p:nvSpPr>
        <p:spPr/>
        <p:txBody>
          <a:bodyPr/>
          <a:lstStyle/>
          <a:p>
            <a:fld id="{04DC9C1E-2366-4AFF-9685-E35DBFE017BB}" type="slidenum">
              <a:rPr lang="en-IN" smtClean="0"/>
              <a:t>‹#›</a:t>
            </a:fld>
            <a:endParaRPr lang="en-IN"/>
          </a:p>
        </p:txBody>
      </p:sp>
    </p:spTree>
    <p:extLst>
      <p:ext uri="{BB962C8B-B14F-4D97-AF65-F5344CB8AC3E}">
        <p14:creationId xmlns:p14="http://schemas.microsoft.com/office/powerpoint/2010/main" val="3679441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E578CB-9F4A-98AB-1A7E-94E8B7C86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82BAC2-C12E-74B2-92A5-4B96DFBC06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E26511-FF3C-DEEF-9733-5DB05984B6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2EED06-50EB-42B7-B772-6B83578F0493}" type="datetimeFigureOut">
              <a:rPr lang="en-IN" smtClean="0"/>
              <a:t>31-05-2024</a:t>
            </a:fld>
            <a:endParaRPr lang="en-IN"/>
          </a:p>
        </p:txBody>
      </p:sp>
      <p:sp>
        <p:nvSpPr>
          <p:cNvPr id="5" name="Footer Placeholder 4">
            <a:extLst>
              <a:ext uri="{FF2B5EF4-FFF2-40B4-BE49-F238E27FC236}">
                <a16:creationId xmlns:a16="http://schemas.microsoft.com/office/drawing/2014/main" id="{B91BDBFE-7E8A-5278-D2A0-BC02E52C1C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D39F33D-3B1B-2AC3-3430-9A6466AC7F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DC9C1E-2366-4AFF-9685-E35DBFE017BB}" type="slidenum">
              <a:rPr lang="en-IN" smtClean="0"/>
              <a:t>‹#›</a:t>
            </a:fld>
            <a:endParaRPr lang="en-IN"/>
          </a:p>
        </p:txBody>
      </p:sp>
    </p:spTree>
    <p:extLst>
      <p:ext uri="{BB962C8B-B14F-4D97-AF65-F5344CB8AC3E}">
        <p14:creationId xmlns:p14="http://schemas.microsoft.com/office/powerpoint/2010/main" val="4045191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oracle.com/webfolder/technetwork/tutorials/obe/java/gc01/index.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107B768-037D-73C0-79FB-C2E7A25AE094}"/>
              </a:ext>
            </a:extLst>
          </p:cNvPr>
          <p:cNvSpPr/>
          <p:nvPr/>
        </p:nvSpPr>
        <p:spPr>
          <a:xfrm>
            <a:off x="2758543" y="2118249"/>
            <a:ext cx="6404117" cy="1107996"/>
          </a:xfrm>
          <a:prstGeom prst="rect">
            <a:avLst/>
          </a:prstGeom>
          <a:noFill/>
        </p:spPr>
        <p:txBody>
          <a:bodyPr wrap="square" lIns="91440" tIns="45720" rIns="91440" bIns="45720">
            <a:spAutoFit/>
          </a:bodyPr>
          <a:lstStyle/>
          <a:p>
            <a:pPr algn="ctr"/>
            <a:r>
              <a:rPr lang="en-US" sz="6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JVM Architecture</a:t>
            </a:r>
          </a:p>
        </p:txBody>
      </p:sp>
    </p:spTree>
    <p:extLst>
      <p:ext uri="{BB962C8B-B14F-4D97-AF65-F5344CB8AC3E}">
        <p14:creationId xmlns:p14="http://schemas.microsoft.com/office/powerpoint/2010/main" val="2913385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B7C3C90-C6D4-0F93-0B5E-0ECBB1BF5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119188"/>
            <a:ext cx="7620000" cy="461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1314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14E9A21-B2B4-2591-91E5-5545E1BED33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C919E0E-E1D7-9A7D-7114-C028D0323299}"/>
              </a:ext>
            </a:extLst>
          </p:cNvPr>
          <p:cNvPicPr>
            <a:picLocks noChangeAspect="1"/>
          </p:cNvPicPr>
          <p:nvPr/>
        </p:nvPicPr>
        <p:blipFill>
          <a:blip r:embed="rId2"/>
          <a:stretch>
            <a:fillRect/>
          </a:stretch>
        </p:blipFill>
        <p:spPr>
          <a:xfrm>
            <a:off x="242596" y="0"/>
            <a:ext cx="11700588" cy="6858000"/>
          </a:xfrm>
          <a:prstGeom prst="rect">
            <a:avLst/>
          </a:prstGeom>
        </p:spPr>
      </p:pic>
    </p:spTree>
    <p:extLst>
      <p:ext uri="{BB962C8B-B14F-4D97-AF65-F5344CB8AC3E}">
        <p14:creationId xmlns:p14="http://schemas.microsoft.com/office/powerpoint/2010/main" val="4166018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8E364-5921-6FF4-2513-7E151F9DDE73}"/>
              </a:ext>
            </a:extLst>
          </p:cNvPr>
          <p:cNvSpPr>
            <a:spLocks noGrp="1"/>
          </p:cNvSpPr>
          <p:nvPr>
            <p:ph type="title"/>
          </p:nvPr>
        </p:nvSpPr>
        <p:spPr>
          <a:xfrm>
            <a:off x="838200" y="365126"/>
            <a:ext cx="10515600" cy="502622"/>
          </a:xfrm>
        </p:spPr>
        <p:txBody>
          <a:bodyPr>
            <a:normAutofit/>
          </a:bodyPr>
          <a:lstStyle/>
          <a:p>
            <a:r>
              <a:rPr lang="en-IN" sz="2800" b="1" i="0" dirty="0">
                <a:effectLst/>
                <a:latin typeface="-apple-system"/>
              </a:rPr>
              <a:t>What is JVM ?</a:t>
            </a:r>
            <a:endParaRPr lang="en-IN" sz="2800" dirty="0"/>
          </a:p>
        </p:txBody>
      </p:sp>
      <p:sp>
        <p:nvSpPr>
          <p:cNvPr id="3" name="Content Placeholder 2">
            <a:extLst>
              <a:ext uri="{FF2B5EF4-FFF2-40B4-BE49-F238E27FC236}">
                <a16:creationId xmlns:a16="http://schemas.microsoft.com/office/drawing/2014/main" id="{5D1CD81C-3DFD-0C5F-8EA9-22C6F0FBB81C}"/>
              </a:ext>
            </a:extLst>
          </p:cNvPr>
          <p:cNvSpPr>
            <a:spLocks noGrp="1"/>
          </p:cNvSpPr>
          <p:nvPr>
            <p:ph idx="1"/>
          </p:nvPr>
        </p:nvSpPr>
        <p:spPr>
          <a:xfrm>
            <a:off x="838200" y="867748"/>
            <a:ext cx="10515600" cy="5756987"/>
          </a:xfrm>
        </p:spPr>
        <p:txBody>
          <a:bodyPr/>
          <a:lstStyle/>
          <a:p>
            <a:pPr marL="0" indent="0">
              <a:buNone/>
            </a:pPr>
            <a:r>
              <a:rPr lang="en-US" b="0" i="0" dirty="0">
                <a:effectLst/>
                <a:latin typeface="-apple-system"/>
              </a:rPr>
              <a:t>JVM (Java Virtual Machine) : It is an engine that provide runtime environment to lunch the Java application and responsible for converting the byte code (.class file) which generated by compiling the (.java file). JVM is a part of Java Runtime Environment(JRE). </a:t>
            </a:r>
          </a:p>
          <a:p>
            <a:pPr marL="0" indent="0">
              <a:buNone/>
            </a:pPr>
            <a:r>
              <a:rPr lang="en-US" b="0" i="0" dirty="0">
                <a:effectLst/>
                <a:latin typeface="-apple-system"/>
              </a:rPr>
              <a:t>Java applications are called WORA (Write Once Run Anywhere). This means a programmer can develop Java code on one system and can expect it to run on any other Java-enabled system without any adjustment. This is all possible because of JVM.</a:t>
            </a:r>
            <a:endParaRPr lang="en-US" dirty="0">
              <a:latin typeface="-apple-system"/>
            </a:endParaRPr>
          </a:p>
          <a:p>
            <a:pPr marL="0" indent="0">
              <a:buNone/>
            </a:pPr>
            <a:endParaRPr lang="en-IN" dirty="0"/>
          </a:p>
        </p:txBody>
      </p:sp>
      <p:pic>
        <p:nvPicPr>
          <p:cNvPr id="4" name="Picture 3">
            <a:extLst>
              <a:ext uri="{FF2B5EF4-FFF2-40B4-BE49-F238E27FC236}">
                <a16:creationId xmlns:a16="http://schemas.microsoft.com/office/drawing/2014/main" id="{21C92823-BC56-64CD-2E37-77928AB21CE5}"/>
              </a:ext>
            </a:extLst>
          </p:cNvPr>
          <p:cNvPicPr>
            <a:picLocks noChangeAspect="1"/>
          </p:cNvPicPr>
          <p:nvPr/>
        </p:nvPicPr>
        <p:blipFill>
          <a:blip r:embed="rId2"/>
          <a:stretch>
            <a:fillRect/>
          </a:stretch>
        </p:blipFill>
        <p:spPr>
          <a:xfrm>
            <a:off x="5738327" y="4327169"/>
            <a:ext cx="5101318" cy="2100391"/>
          </a:xfrm>
          <a:prstGeom prst="rect">
            <a:avLst/>
          </a:prstGeom>
        </p:spPr>
      </p:pic>
    </p:spTree>
    <p:extLst>
      <p:ext uri="{BB962C8B-B14F-4D97-AF65-F5344CB8AC3E}">
        <p14:creationId xmlns:p14="http://schemas.microsoft.com/office/powerpoint/2010/main" val="431840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4" name="Picture 2" descr="No alt text provided for this image">
            <a:extLst>
              <a:ext uri="{FF2B5EF4-FFF2-40B4-BE49-F238E27FC236}">
                <a16:creationId xmlns:a16="http://schemas.microsoft.com/office/drawing/2014/main" id="{902BC543-4548-282F-A0FE-72843FD3AD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869" y="335902"/>
            <a:ext cx="10823511" cy="6307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651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4FDF0-6101-A793-E8C9-F92ED4C9C9DA}"/>
              </a:ext>
            </a:extLst>
          </p:cNvPr>
          <p:cNvSpPr>
            <a:spLocks noGrp="1"/>
          </p:cNvSpPr>
          <p:nvPr>
            <p:ph type="title"/>
          </p:nvPr>
        </p:nvSpPr>
        <p:spPr>
          <a:xfrm>
            <a:off x="838200" y="365125"/>
            <a:ext cx="10515600" cy="735887"/>
          </a:xfrm>
        </p:spPr>
        <p:txBody>
          <a:bodyPr>
            <a:normAutofit/>
          </a:bodyPr>
          <a:lstStyle/>
          <a:p>
            <a:r>
              <a:rPr lang="en-IN" sz="3200" b="1" dirty="0" err="1"/>
              <a:t>ClassLoader</a:t>
            </a:r>
            <a:r>
              <a:rPr lang="en-IN" sz="3200" b="1" dirty="0"/>
              <a:t>:</a:t>
            </a:r>
          </a:p>
        </p:txBody>
      </p:sp>
      <p:sp>
        <p:nvSpPr>
          <p:cNvPr id="3" name="Content Placeholder 2">
            <a:extLst>
              <a:ext uri="{FF2B5EF4-FFF2-40B4-BE49-F238E27FC236}">
                <a16:creationId xmlns:a16="http://schemas.microsoft.com/office/drawing/2014/main" id="{6C20939C-9C66-9ACF-8E89-B0E845C71D4D}"/>
              </a:ext>
            </a:extLst>
          </p:cNvPr>
          <p:cNvSpPr>
            <a:spLocks noGrp="1"/>
          </p:cNvSpPr>
          <p:nvPr>
            <p:ph idx="1"/>
          </p:nvPr>
        </p:nvSpPr>
        <p:spPr>
          <a:xfrm>
            <a:off x="485192" y="1101012"/>
            <a:ext cx="10868608" cy="5391863"/>
          </a:xfrm>
        </p:spPr>
        <p:txBody>
          <a:bodyPr/>
          <a:lstStyle/>
          <a:p>
            <a:pPr algn="l" fontAlgn="auto"/>
            <a:r>
              <a:rPr lang="en-US" b="0" i="0" dirty="0">
                <a:effectLst/>
                <a:latin typeface="-apple-system"/>
              </a:rPr>
              <a:t>The </a:t>
            </a:r>
            <a:r>
              <a:rPr lang="en-US" b="0" i="0" dirty="0" err="1">
                <a:effectLst/>
                <a:latin typeface="-apple-system"/>
              </a:rPr>
              <a:t>ClassLoader</a:t>
            </a:r>
            <a:r>
              <a:rPr lang="en-US" b="0" i="0" dirty="0">
                <a:effectLst/>
                <a:latin typeface="-apple-system"/>
              </a:rPr>
              <a:t> is a part of the Java Runtime Environment (JRE) that dynamically loads Java class files from file system, network or any other source into the Java Virtual Machine. It have three main phases :</a:t>
            </a:r>
          </a:p>
          <a:p>
            <a:pPr fontAlgn="auto">
              <a:buFont typeface="Arial" panose="020B0604020202020204" pitchFamily="34" charset="0"/>
              <a:buChar char="•"/>
            </a:pPr>
            <a:r>
              <a:rPr lang="en-US" dirty="0">
                <a:effectLst/>
              </a:rPr>
              <a:t>Loading</a:t>
            </a:r>
          </a:p>
          <a:p>
            <a:pPr fontAlgn="auto">
              <a:buFont typeface="Arial" panose="020B0604020202020204" pitchFamily="34" charset="0"/>
              <a:buChar char="•"/>
            </a:pPr>
            <a:r>
              <a:rPr lang="en-US" dirty="0">
                <a:effectLst/>
              </a:rPr>
              <a:t>Linking</a:t>
            </a:r>
          </a:p>
          <a:p>
            <a:pPr fontAlgn="auto">
              <a:buFont typeface="Arial" panose="020B0604020202020204" pitchFamily="34" charset="0"/>
              <a:buChar char="•"/>
            </a:pPr>
            <a:r>
              <a:rPr lang="en-US" dirty="0">
                <a:effectLst/>
              </a:rPr>
              <a:t>Initialization</a:t>
            </a:r>
          </a:p>
          <a:p>
            <a:endParaRPr lang="en-IN" dirty="0"/>
          </a:p>
        </p:txBody>
      </p:sp>
      <p:pic>
        <p:nvPicPr>
          <p:cNvPr id="4" name="Picture 3">
            <a:extLst>
              <a:ext uri="{FF2B5EF4-FFF2-40B4-BE49-F238E27FC236}">
                <a16:creationId xmlns:a16="http://schemas.microsoft.com/office/drawing/2014/main" id="{044B8809-CD95-E00F-037C-E9DEF433E853}"/>
              </a:ext>
            </a:extLst>
          </p:cNvPr>
          <p:cNvPicPr>
            <a:picLocks noChangeAspect="1"/>
          </p:cNvPicPr>
          <p:nvPr/>
        </p:nvPicPr>
        <p:blipFill>
          <a:blip r:embed="rId2"/>
          <a:stretch>
            <a:fillRect/>
          </a:stretch>
        </p:blipFill>
        <p:spPr>
          <a:xfrm>
            <a:off x="2985795" y="2274207"/>
            <a:ext cx="8892073" cy="4218668"/>
          </a:xfrm>
          <a:prstGeom prst="rect">
            <a:avLst/>
          </a:prstGeom>
        </p:spPr>
      </p:pic>
    </p:spTree>
    <p:extLst>
      <p:ext uri="{BB962C8B-B14F-4D97-AF65-F5344CB8AC3E}">
        <p14:creationId xmlns:p14="http://schemas.microsoft.com/office/powerpoint/2010/main" val="3403219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38CAB13-B313-790B-9484-BA092D021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99E71-2562-D744-D82D-1E1AAD4700D8}"/>
              </a:ext>
            </a:extLst>
          </p:cNvPr>
          <p:cNvSpPr>
            <a:spLocks noGrp="1"/>
          </p:cNvSpPr>
          <p:nvPr>
            <p:ph type="title"/>
          </p:nvPr>
        </p:nvSpPr>
        <p:spPr>
          <a:xfrm>
            <a:off x="838200" y="365125"/>
            <a:ext cx="10515600" cy="735887"/>
          </a:xfrm>
        </p:spPr>
        <p:txBody>
          <a:bodyPr>
            <a:normAutofit/>
          </a:bodyPr>
          <a:lstStyle/>
          <a:p>
            <a:r>
              <a:rPr lang="en-IN" sz="3200" b="1" dirty="0"/>
              <a:t>Loading :</a:t>
            </a:r>
          </a:p>
        </p:txBody>
      </p:sp>
      <p:sp>
        <p:nvSpPr>
          <p:cNvPr id="3" name="Content Placeholder 2">
            <a:extLst>
              <a:ext uri="{FF2B5EF4-FFF2-40B4-BE49-F238E27FC236}">
                <a16:creationId xmlns:a16="http://schemas.microsoft.com/office/drawing/2014/main" id="{101B3FB6-63E8-D18B-FD9C-5058A73A0FC0}"/>
              </a:ext>
            </a:extLst>
          </p:cNvPr>
          <p:cNvSpPr>
            <a:spLocks noGrp="1"/>
          </p:cNvSpPr>
          <p:nvPr>
            <p:ph idx="1"/>
          </p:nvPr>
        </p:nvSpPr>
        <p:spPr>
          <a:xfrm>
            <a:off x="485192" y="1101012"/>
            <a:ext cx="10868608" cy="5391863"/>
          </a:xfrm>
        </p:spPr>
        <p:txBody>
          <a:bodyPr/>
          <a:lstStyle/>
          <a:p>
            <a:pPr algn="l" fontAlgn="auto"/>
            <a:r>
              <a:rPr lang="en-US" b="0" i="0" dirty="0">
                <a:effectLst/>
                <a:latin typeface="-apple-system"/>
              </a:rPr>
              <a:t>Is the part that responsible of loading the byte code (.class file) from various resources (e.g. file system, jar file, network socket) into memory. </a:t>
            </a:r>
          </a:p>
          <a:p>
            <a:pPr algn="l" fontAlgn="auto"/>
            <a:r>
              <a:rPr lang="en-US" b="0" i="0" dirty="0">
                <a:effectLst/>
                <a:latin typeface="-apple-system"/>
              </a:rPr>
              <a:t>The Load phase involve three different type of </a:t>
            </a:r>
            <a:r>
              <a:rPr lang="en-US" b="0" i="0" dirty="0" err="1">
                <a:effectLst/>
                <a:latin typeface="-apple-system"/>
              </a:rPr>
              <a:t>ClassLoader</a:t>
            </a:r>
            <a:r>
              <a:rPr lang="en-US" b="0" i="0" dirty="0">
                <a:effectLst/>
                <a:latin typeface="-apple-system"/>
              </a:rPr>
              <a:t>:</a:t>
            </a:r>
          </a:p>
          <a:p>
            <a:pPr fontAlgn="auto">
              <a:buFont typeface="Arial" panose="020B0604020202020204" pitchFamily="34" charset="0"/>
              <a:buChar char="•"/>
            </a:pPr>
            <a:r>
              <a:rPr lang="en-US" b="1" dirty="0">
                <a:effectLst/>
              </a:rPr>
              <a:t>Bootstrap Class Loader:</a:t>
            </a:r>
            <a:r>
              <a:rPr lang="en-US" dirty="0">
                <a:effectLst/>
              </a:rPr>
              <a:t> It loads JDK internal classes. It loads </a:t>
            </a:r>
            <a:r>
              <a:rPr lang="en-US" b="1" dirty="0">
                <a:effectLst/>
              </a:rPr>
              <a:t>rt.jar</a:t>
            </a:r>
            <a:r>
              <a:rPr lang="en-US" dirty="0">
                <a:effectLst/>
              </a:rPr>
              <a:t> and other core classes for example java.lang.* package classes.</a:t>
            </a:r>
          </a:p>
          <a:p>
            <a:pPr fontAlgn="auto">
              <a:buFont typeface="Arial" panose="020B0604020202020204" pitchFamily="34" charset="0"/>
              <a:buChar char="•"/>
            </a:pPr>
            <a:r>
              <a:rPr lang="en-US" b="1" dirty="0">
                <a:effectLst/>
              </a:rPr>
              <a:t>Extensions Class Loader:</a:t>
            </a:r>
            <a:r>
              <a:rPr lang="en-US" dirty="0">
                <a:effectLst/>
              </a:rPr>
              <a:t> It loads classes from the JDK extensions directory, usually </a:t>
            </a:r>
            <a:r>
              <a:rPr lang="en-US" b="1" dirty="0">
                <a:effectLst/>
              </a:rPr>
              <a:t>$JAVA_HOME/lib/</a:t>
            </a:r>
            <a:r>
              <a:rPr lang="en-US" b="1" dirty="0" err="1">
                <a:effectLst/>
              </a:rPr>
              <a:t>ext</a:t>
            </a:r>
            <a:r>
              <a:rPr lang="en-US" dirty="0">
                <a:effectLst/>
              </a:rPr>
              <a:t> directory.</a:t>
            </a:r>
          </a:p>
          <a:p>
            <a:pPr fontAlgn="auto">
              <a:buFont typeface="Arial" panose="020B0604020202020204" pitchFamily="34" charset="0"/>
              <a:buChar char="•"/>
            </a:pPr>
            <a:r>
              <a:rPr lang="en-US" b="1" dirty="0">
                <a:effectLst/>
              </a:rPr>
              <a:t>Application Class Loader:</a:t>
            </a:r>
            <a:r>
              <a:rPr lang="en-US" dirty="0">
                <a:effectLst/>
              </a:rPr>
              <a:t> It loads classes from the current </a:t>
            </a:r>
            <a:r>
              <a:rPr lang="en-US" dirty="0" err="1">
                <a:effectLst/>
              </a:rPr>
              <a:t>classpath</a:t>
            </a:r>
            <a:r>
              <a:rPr lang="en-US" dirty="0">
                <a:effectLst/>
              </a:rPr>
              <a:t>. We can set </a:t>
            </a:r>
            <a:r>
              <a:rPr lang="en-US" dirty="0" err="1">
                <a:effectLst/>
              </a:rPr>
              <a:t>classpath</a:t>
            </a:r>
            <a:r>
              <a:rPr lang="en-US" dirty="0">
                <a:effectLst/>
              </a:rPr>
              <a:t> while invoking a program using -cp or -</a:t>
            </a:r>
            <a:r>
              <a:rPr lang="en-US" dirty="0" err="1">
                <a:effectLst/>
              </a:rPr>
              <a:t>classpath</a:t>
            </a:r>
            <a:r>
              <a:rPr lang="en-US" dirty="0">
                <a:effectLst/>
              </a:rPr>
              <a:t> command line option.</a:t>
            </a:r>
          </a:p>
          <a:p>
            <a:pPr algn="l" fontAlgn="auto"/>
            <a:endParaRPr lang="en-IN" dirty="0"/>
          </a:p>
        </p:txBody>
      </p:sp>
    </p:spTree>
    <p:extLst>
      <p:ext uri="{BB962C8B-B14F-4D97-AF65-F5344CB8AC3E}">
        <p14:creationId xmlns:p14="http://schemas.microsoft.com/office/powerpoint/2010/main" val="321612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8487E2-28A7-171B-9C55-8B15B8D53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FDEDB-4768-4A41-65B1-8E37313FAA20}"/>
              </a:ext>
            </a:extLst>
          </p:cNvPr>
          <p:cNvSpPr>
            <a:spLocks noGrp="1"/>
          </p:cNvSpPr>
          <p:nvPr>
            <p:ph type="title"/>
          </p:nvPr>
        </p:nvSpPr>
        <p:spPr>
          <a:xfrm>
            <a:off x="838200" y="365125"/>
            <a:ext cx="10515600" cy="735887"/>
          </a:xfrm>
        </p:spPr>
        <p:txBody>
          <a:bodyPr>
            <a:normAutofit/>
          </a:bodyPr>
          <a:lstStyle/>
          <a:p>
            <a:r>
              <a:rPr lang="en-US" sz="3200" b="1" dirty="0"/>
              <a:t>How </a:t>
            </a:r>
            <a:r>
              <a:rPr lang="en-US" sz="3200" b="1" dirty="0" err="1"/>
              <a:t>ClassLoader</a:t>
            </a:r>
            <a:r>
              <a:rPr lang="en-US" sz="3200" b="1" dirty="0"/>
              <a:t> works in Java !!</a:t>
            </a:r>
            <a:endParaRPr lang="en-IN" sz="3200" b="1" dirty="0"/>
          </a:p>
        </p:txBody>
      </p:sp>
      <p:pic>
        <p:nvPicPr>
          <p:cNvPr id="6" name="Picture 5">
            <a:extLst>
              <a:ext uri="{FF2B5EF4-FFF2-40B4-BE49-F238E27FC236}">
                <a16:creationId xmlns:a16="http://schemas.microsoft.com/office/drawing/2014/main" id="{BAC32446-7ADD-FC1E-BDF3-A67AC2011D42}"/>
              </a:ext>
            </a:extLst>
          </p:cNvPr>
          <p:cNvPicPr>
            <a:picLocks noChangeAspect="1"/>
          </p:cNvPicPr>
          <p:nvPr/>
        </p:nvPicPr>
        <p:blipFill>
          <a:blip r:embed="rId2"/>
          <a:stretch>
            <a:fillRect/>
          </a:stretch>
        </p:blipFill>
        <p:spPr>
          <a:xfrm>
            <a:off x="391886" y="1101012"/>
            <a:ext cx="11346024" cy="5699669"/>
          </a:xfrm>
          <a:prstGeom prst="rect">
            <a:avLst/>
          </a:prstGeom>
        </p:spPr>
      </p:pic>
    </p:spTree>
    <p:extLst>
      <p:ext uri="{BB962C8B-B14F-4D97-AF65-F5344CB8AC3E}">
        <p14:creationId xmlns:p14="http://schemas.microsoft.com/office/powerpoint/2010/main" val="3292858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63400F-2AAD-3D5D-9D7E-FBD912082AE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CB29DC9-077D-A23E-76B8-C0FC535DC1D1}"/>
              </a:ext>
            </a:extLst>
          </p:cNvPr>
          <p:cNvSpPr txBox="1"/>
          <p:nvPr/>
        </p:nvSpPr>
        <p:spPr>
          <a:xfrm>
            <a:off x="65314" y="156532"/>
            <a:ext cx="11551297" cy="6324808"/>
          </a:xfrm>
          <a:prstGeom prst="rect">
            <a:avLst/>
          </a:prstGeom>
          <a:noFill/>
        </p:spPr>
        <p:txBody>
          <a:bodyPr wrap="square">
            <a:spAutoFit/>
          </a:bodyPr>
          <a:lstStyle/>
          <a:p>
            <a:r>
              <a:rPr lang="en-US" sz="2250" dirty="0"/>
              <a:t>When JVM request for a class, it invokes a </a:t>
            </a:r>
            <a:r>
              <a:rPr lang="en-US" sz="2250" dirty="0" err="1"/>
              <a:t>loadClass</a:t>
            </a:r>
            <a:r>
              <a:rPr lang="en-US" sz="2250" dirty="0"/>
              <a:t>() method of the </a:t>
            </a:r>
            <a:r>
              <a:rPr lang="en-US" sz="2250" dirty="0" err="1"/>
              <a:t>java.lang.ClassLoader</a:t>
            </a:r>
            <a:r>
              <a:rPr lang="en-US" sz="2250" dirty="0"/>
              <a:t> class by passing the fully classified name of the class. The </a:t>
            </a:r>
            <a:r>
              <a:rPr lang="en-US" sz="2250" dirty="0" err="1"/>
              <a:t>loadClass</a:t>
            </a:r>
            <a:r>
              <a:rPr lang="en-US" sz="2250" dirty="0"/>
              <a:t>() method calls for </a:t>
            </a:r>
            <a:r>
              <a:rPr lang="en-US" sz="2250" dirty="0" err="1"/>
              <a:t>findLoadedClass</a:t>
            </a:r>
            <a:r>
              <a:rPr lang="en-US" sz="2250" dirty="0"/>
              <a:t>() method to check that the class has been already loaded or not. It is required to avoid loading the class multiple times.</a:t>
            </a:r>
          </a:p>
          <a:p>
            <a:r>
              <a:rPr lang="en-US" sz="2250" dirty="0"/>
              <a:t>If the class is not loaded, it delegates the request to parent </a:t>
            </a:r>
            <a:r>
              <a:rPr lang="en-US" sz="2250" dirty="0" err="1"/>
              <a:t>ClassLoader</a:t>
            </a:r>
            <a:r>
              <a:rPr lang="en-US" sz="2250" dirty="0"/>
              <a:t> to load the class. If the </a:t>
            </a:r>
            <a:r>
              <a:rPr lang="en-US" sz="2250" dirty="0" err="1"/>
              <a:t>ClassLoader</a:t>
            </a:r>
            <a:r>
              <a:rPr lang="en-US" sz="2250" dirty="0"/>
              <a:t> is not finding the class, it invokes the </a:t>
            </a:r>
            <a:r>
              <a:rPr lang="en-US" sz="2250" dirty="0" err="1"/>
              <a:t>findClass</a:t>
            </a:r>
            <a:r>
              <a:rPr lang="en-US" sz="2250" dirty="0"/>
              <a:t>() method to look for the classes in the file system. The following diagram shows how </a:t>
            </a:r>
            <a:r>
              <a:rPr lang="en-US" sz="2250" dirty="0" err="1"/>
              <a:t>ClassLoader</a:t>
            </a:r>
            <a:r>
              <a:rPr lang="en-US" sz="2250" dirty="0"/>
              <a:t> loads class in Java using delegation.</a:t>
            </a:r>
          </a:p>
          <a:p>
            <a:r>
              <a:rPr lang="en-US" sz="2250" dirty="0"/>
              <a:t>Suppose that we have an application specific class </a:t>
            </a:r>
            <a:r>
              <a:rPr lang="en-US" sz="2250" dirty="0" err="1"/>
              <a:t>Student.class</a:t>
            </a:r>
            <a:r>
              <a:rPr lang="en-US" sz="2250" dirty="0"/>
              <a:t>. The request for loading of this class files transfers to Application </a:t>
            </a:r>
            <a:r>
              <a:rPr lang="en-US" sz="2250" dirty="0" err="1"/>
              <a:t>ClassLoader</a:t>
            </a:r>
            <a:r>
              <a:rPr lang="en-US" sz="2250" dirty="0"/>
              <a:t>. It delegates to its parent Extension </a:t>
            </a:r>
            <a:r>
              <a:rPr lang="en-US" sz="2250" dirty="0" err="1"/>
              <a:t>ClassLoader</a:t>
            </a:r>
            <a:r>
              <a:rPr lang="en-US" sz="2250" dirty="0"/>
              <a:t>. Further, it delegates to Bootstrap </a:t>
            </a:r>
            <a:r>
              <a:rPr lang="en-US" sz="2250" dirty="0" err="1"/>
              <a:t>ClassLoader</a:t>
            </a:r>
            <a:r>
              <a:rPr lang="en-US" sz="2250" dirty="0"/>
              <a:t>. Bootstrap search that class in rt.jar and since that class is not there. Now request transfer to Extension </a:t>
            </a:r>
            <a:r>
              <a:rPr lang="en-US" sz="2250" dirty="0" err="1"/>
              <a:t>ClassLoader</a:t>
            </a:r>
            <a:r>
              <a:rPr lang="en-US" sz="2250" dirty="0"/>
              <a:t> which searches for the directory </a:t>
            </a:r>
            <a:r>
              <a:rPr lang="en-US" sz="2250" dirty="0" err="1"/>
              <a:t>jre</a:t>
            </a:r>
            <a:r>
              <a:rPr lang="en-US" sz="2250" dirty="0"/>
              <a:t>/lib/</a:t>
            </a:r>
            <a:r>
              <a:rPr lang="en-US" sz="2250" dirty="0" err="1"/>
              <a:t>ext</a:t>
            </a:r>
            <a:r>
              <a:rPr lang="en-US" sz="2250" dirty="0"/>
              <a:t> and tries to locate this class there. If the class is found there, Extension </a:t>
            </a:r>
            <a:r>
              <a:rPr lang="en-US" sz="2250" dirty="0" err="1"/>
              <a:t>ClassLoader</a:t>
            </a:r>
            <a:r>
              <a:rPr lang="en-US" sz="2250" dirty="0"/>
              <a:t> loads that class. Application </a:t>
            </a:r>
            <a:r>
              <a:rPr lang="en-US" sz="2250" dirty="0" err="1"/>
              <a:t>ClassLoader</a:t>
            </a:r>
            <a:r>
              <a:rPr lang="en-US" sz="2250" dirty="0"/>
              <a:t> never loads that class. When the extension </a:t>
            </a:r>
            <a:r>
              <a:rPr lang="en-US" sz="2250" dirty="0" err="1"/>
              <a:t>ClassLoader</a:t>
            </a:r>
            <a:r>
              <a:rPr lang="en-US" sz="2250" dirty="0"/>
              <a:t> does not load it, then Application </a:t>
            </a:r>
            <a:r>
              <a:rPr lang="en-US" sz="2250" dirty="0" err="1"/>
              <a:t>ClaasLoader</a:t>
            </a:r>
            <a:r>
              <a:rPr lang="en-US" sz="2250" dirty="0"/>
              <a:t> loads it from CLASSPATH in Java.</a:t>
            </a:r>
          </a:p>
          <a:p>
            <a:r>
              <a:rPr lang="en-US" sz="2250" dirty="0"/>
              <a:t>Visibility principle states that child </a:t>
            </a:r>
            <a:r>
              <a:rPr lang="en-US" sz="2250" dirty="0" err="1"/>
              <a:t>ClassLoader</a:t>
            </a:r>
            <a:r>
              <a:rPr lang="en-US" sz="2250" dirty="0"/>
              <a:t> can see the class loaded by the parent </a:t>
            </a:r>
            <a:r>
              <a:rPr lang="en-US" sz="2250" dirty="0" err="1"/>
              <a:t>ClassLoader</a:t>
            </a:r>
            <a:r>
              <a:rPr lang="en-US" sz="2250" dirty="0"/>
              <a:t>, but vice versa is not true. It means if Application </a:t>
            </a:r>
            <a:r>
              <a:rPr lang="en-US" sz="2250" dirty="0" err="1"/>
              <a:t>ClassLoader</a:t>
            </a:r>
            <a:r>
              <a:rPr lang="en-US" sz="2250" dirty="0"/>
              <a:t> loads </a:t>
            </a:r>
            <a:r>
              <a:rPr lang="en-US" sz="2250" dirty="0" err="1"/>
              <a:t>Student.class</a:t>
            </a:r>
            <a:r>
              <a:rPr lang="en-US" sz="2250" dirty="0"/>
              <a:t>, in such case, trying to load </a:t>
            </a:r>
            <a:r>
              <a:rPr lang="en-US" sz="2250" dirty="0" err="1"/>
              <a:t>Student.class</a:t>
            </a:r>
            <a:r>
              <a:rPr lang="en-US" sz="2250" dirty="0"/>
              <a:t> explicitly using Extension </a:t>
            </a:r>
            <a:r>
              <a:rPr lang="en-US" sz="2250" dirty="0" err="1"/>
              <a:t>ClassLoader</a:t>
            </a:r>
            <a:r>
              <a:rPr lang="en-US" sz="2250" dirty="0"/>
              <a:t> throws </a:t>
            </a:r>
            <a:r>
              <a:rPr lang="en-US" sz="2250" dirty="0" err="1"/>
              <a:t>java.lang.ClassNotFoundException</a:t>
            </a:r>
            <a:r>
              <a:rPr lang="en-US" sz="2250" dirty="0"/>
              <a:t>.</a:t>
            </a:r>
            <a:endParaRPr lang="en-IN" sz="2250" dirty="0"/>
          </a:p>
        </p:txBody>
      </p:sp>
    </p:spTree>
    <p:extLst>
      <p:ext uri="{BB962C8B-B14F-4D97-AF65-F5344CB8AC3E}">
        <p14:creationId xmlns:p14="http://schemas.microsoft.com/office/powerpoint/2010/main" val="8484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E919A72-B5DE-E7CA-33C0-F4EB02254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B41AD-B9EC-7442-58C6-377E6AFE122B}"/>
              </a:ext>
            </a:extLst>
          </p:cNvPr>
          <p:cNvSpPr>
            <a:spLocks noGrp="1"/>
          </p:cNvSpPr>
          <p:nvPr>
            <p:ph type="title"/>
          </p:nvPr>
        </p:nvSpPr>
        <p:spPr>
          <a:xfrm>
            <a:off x="838200" y="365125"/>
            <a:ext cx="10515600" cy="735887"/>
          </a:xfrm>
        </p:spPr>
        <p:txBody>
          <a:bodyPr>
            <a:normAutofit/>
          </a:bodyPr>
          <a:lstStyle/>
          <a:p>
            <a:r>
              <a:rPr lang="en-IN" sz="3200" b="1" dirty="0"/>
              <a:t>Linking :</a:t>
            </a:r>
          </a:p>
        </p:txBody>
      </p:sp>
      <p:sp>
        <p:nvSpPr>
          <p:cNvPr id="3" name="Content Placeholder 2">
            <a:extLst>
              <a:ext uri="{FF2B5EF4-FFF2-40B4-BE49-F238E27FC236}">
                <a16:creationId xmlns:a16="http://schemas.microsoft.com/office/drawing/2014/main" id="{118F2097-5F67-E22E-DE85-662BA64A02A4}"/>
              </a:ext>
            </a:extLst>
          </p:cNvPr>
          <p:cNvSpPr>
            <a:spLocks noGrp="1"/>
          </p:cNvSpPr>
          <p:nvPr>
            <p:ph idx="1"/>
          </p:nvPr>
        </p:nvSpPr>
        <p:spPr>
          <a:xfrm>
            <a:off x="485192" y="1101012"/>
            <a:ext cx="10868608" cy="5391863"/>
          </a:xfrm>
        </p:spPr>
        <p:txBody>
          <a:bodyPr>
            <a:normAutofit fontScale="85000" lnSpcReduction="20000"/>
          </a:bodyPr>
          <a:lstStyle/>
          <a:p>
            <a:pPr algn="l" fontAlgn="auto"/>
            <a:r>
              <a:rPr lang="en-US" b="0" i="0" dirty="0">
                <a:effectLst/>
                <a:latin typeface="-apple-system"/>
              </a:rPr>
              <a:t>It mainly have three phases:</a:t>
            </a:r>
          </a:p>
          <a:p>
            <a:pPr algn="l" fontAlgn="auto"/>
            <a:r>
              <a:rPr lang="en-US" b="1" i="0" dirty="0">
                <a:effectLst/>
                <a:latin typeface="-apple-system"/>
              </a:rPr>
              <a:t>Verification</a:t>
            </a:r>
            <a:r>
              <a:rPr lang="en-US" b="0" i="0" dirty="0">
                <a:effectLst/>
                <a:latin typeface="-apple-system"/>
              </a:rPr>
              <a:t>: It ensures the correctness of the .class file (bytecode) i.e. it checks whether this file is properly formatted and generated by a valid compiler or not and if that is compatible to the JVM class specification or not . If verification fails, we get run-time exception </a:t>
            </a:r>
            <a:r>
              <a:rPr lang="en-US" b="0" i="0" dirty="0" err="1">
                <a:effectLst/>
                <a:latin typeface="-apple-system"/>
              </a:rPr>
              <a:t>java.lang.VerifyError</a:t>
            </a:r>
            <a:r>
              <a:rPr lang="en-US" b="0" i="0" dirty="0">
                <a:effectLst/>
                <a:latin typeface="-apple-system"/>
              </a:rPr>
              <a:t>. This activity is done by the component </a:t>
            </a:r>
            <a:r>
              <a:rPr lang="en-US" b="0" i="0" dirty="0" err="1">
                <a:effectLst/>
                <a:latin typeface="-apple-system"/>
              </a:rPr>
              <a:t>ByteCodeVerifier</a:t>
            </a:r>
            <a:r>
              <a:rPr lang="en-US" b="0" i="0" dirty="0">
                <a:effectLst/>
                <a:latin typeface="-apple-system"/>
              </a:rPr>
              <a:t>. Once this activity is completed then the class file is ready for compilation.</a:t>
            </a:r>
          </a:p>
          <a:p>
            <a:pPr algn="l" fontAlgn="auto"/>
            <a:r>
              <a:rPr lang="en-US" b="1" i="0" dirty="0">
                <a:effectLst/>
                <a:latin typeface="-apple-system"/>
              </a:rPr>
              <a:t>Preparation</a:t>
            </a:r>
            <a:r>
              <a:rPr lang="en-US" b="0" i="0" dirty="0">
                <a:effectLst/>
                <a:latin typeface="-apple-system"/>
              </a:rPr>
              <a:t>: </a:t>
            </a:r>
            <a:r>
              <a:rPr lang="en-US" b="0" i="0" dirty="0">
                <a:solidFill>
                  <a:srgbClr val="333C4E"/>
                </a:solidFill>
                <a:effectLst/>
                <a:latin typeface="open_sansregular"/>
              </a:rPr>
              <a:t>Memory is allocated for class variables and initialized to default values during preparation.</a:t>
            </a:r>
            <a:r>
              <a:rPr lang="en-US" b="0" i="0" dirty="0">
                <a:effectLst/>
                <a:latin typeface="-apple-system"/>
              </a:rPr>
              <a:t>.</a:t>
            </a:r>
          </a:p>
          <a:p>
            <a:pPr algn="l" fontAlgn="auto"/>
            <a:r>
              <a:rPr lang="en-IN" b="1" i="0" dirty="0">
                <a:solidFill>
                  <a:srgbClr val="333C4E"/>
                </a:solidFill>
                <a:effectLst/>
                <a:latin typeface="open_sansregular"/>
              </a:rPr>
              <a:t>Resolution: </a:t>
            </a:r>
            <a:r>
              <a:rPr lang="en-US" b="0" i="0" dirty="0">
                <a:solidFill>
                  <a:srgbClr val="333C4E"/>
                </a:solidFill>
                <a:effectLst/>
                <a:latin typeface="open_sansregular"/>
              </a:rPr>
              <a:t>This step involves replacing symbolic references with direct references. For example, resolving a method call to a specific method in a class.</a:t>
            </a:r>
          </a:p>
          <a:p>
            <a:pPr algn="l" fontAlgn="auto"/>
            <a:r>
              <a:rPr lang="en-US" b="1" i="0" dirty="0">
                <a:solidFill>
                  <a:srgbClr val="333C4E"/>
                </a:solidFill>
                <a:effectLst/>
                <a:latin typeface="open_sansregular"/>
              </a:rPr>
              <a:t>Initialization</a:t>
            </a:r>
            <a:r>
              <a:rPr lang="en-US" b="0" i="0" dirty="0">
                <a:solidFill>
                  <a:srgbClr val="333C4E"/>
                </a:solidFill>
                <a:effectLst/>
                <a:latin typeface="open_sansregular"/>
              </a:rPr>
              <a:t>: In this phase, the class’s static initializers and static blocks are executed. This is when the class is effectively “initialized.”</a:t>
            </a:r>
          </a:p>
          <a:p>
            <a:pPr algn="l" fontAlgn="auto"/>
            <a:r>
              <a:rPr lang="en-US" b="0" i="0" dirty="0">
                <a:effectLst/>
                <a:latin typeface="-apple-system"/>
              </a:rPr>
              <a:t>This is the final phase of Class Loading, here all static variables will be assigned with the original values, and the static block will be executed.</a:t>
            </a:r>
          </a:p>
          <a:p>
            <a:pPr marL="0" indent="0">
              <a:buNone/>
            </a:pPr>
            <a:br>
              <a:rPr lang="en-US" dirty="0"/>
            </a:br>
            <a:endParaRPr lang="en-IN" dirty="0"/>
          </a:p>
        </p:txBody>
      </p:sp>
    </p:spTree>
    <p:extLst>
      <p:ext uri="{BB962C8B-B14F-4D97-AF65-F5344CB8AC3E}">
        <p14:creationId xmlns:p14="http://schemas.microsoft.com/office/powerpoint/2010/main" val="1135643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6B18D63-1650-0F9E-473F-A1630AA1E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025A3-2340-3F87-037C-A07D5A4D9818}"/>
              </a:ext>
            </a:extLst>
          </p:cNvPr>
          <p:cNvSpPr>
            <a:spLocks noGrp="1"/>
          </p:cNvSpPr>
          <p:nvPr>
            <p:ph type="title"/>
          </p:nvPr>
        </p:nvSpPr>
        <p:spPr>
          <a:xfrm>
            <a:off x="838200" y="365125"/>
            <a:ext cx="10515600" cy="735887"/>
          </a:xfrm>
        </p:spPr>
        <p:txBody>
          <a:bodyPr>
            <a:normAutofit/>
          </a:bodyPr>
          <a:lstStyle/>
          <a:p>
            <a:r>
              <a:rPr lang="en-IN" sz="3200" b="1" dirty="0"/>
              <a:t>Method Area (Method Space):</a:t>
            </a:r>
          </a:p>
        </p:txBody>
      </p:sp>
      <p:sp>
        <p:nvSpPr>
          <p:cNvPr id="5" name="Rectangle 2">
            <a:extLst>
              <a:ext uri="{FF2B5EF4-FFF2-40B4-BE49-F238E27FC236}">
                <a16:creationId xmlns:a16="http://schemas.microsoft.com/office/drawing/2014/main" id="{9B517EA2-8E28-5182-8766-24185E424E65}"/>
              </a:ext>
            </a:extLst>
          </p:cNvPr>
          <p:cNvSpPr>
            <a:spLocks noChangeArrowheads="1"/>
          </p:cNvSpPr>
          <p:nvPr/>
        </p:nvSpPr>
        <p:spPr bwMode="auto">
          <a:xfrm rot="10800000" flipV="1">
            <a:off x="111967" y="1017171"/>
            <a:ext cx="11728580" cy="5632311"/>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rgbClr val="333C4E"/>
                </a:solidFill>
                <a:effectLst/>
                <a:latin typeface="open_sansregular"/>
              </a:rPr>
              <a:t>The Method Area, also known as the Method Space, is a logical part of memory where the JVM stores class-level data and metadata.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rgbClr val="333C4E"/>
                </a:solidFill>
                <a:effectLst/>
                <a:latin typeface="open_sansregular"/>
              </a:rPr>
              <a:t>It stores information about classes, such as field and method names, their data types, and access modifiers. This area also contains the runtime constant pool, which is a table of symbolic references to methods, fields, and other runtime constants.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rgbClr val="333C4E"/>
                </a:solidFill>
                <a:effectLst/>
                <a:latin typeface="open_sansregular"/>
              </a:rPr>
              <a:t>The Method Area is shared among all threads and is a crucial part of maintaining Java’s type and method integrity.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rgbClr val="333C4E"/>
                </a:solidFill>
                <a:effectLst/>
                <a:latin typeface="open_sansregular"/>
              </a:rPr>
              <a:t>This area is generally a fixed size, and it can trigger an </a:t>
            </a:r>
            <a:r>
              <a:rPr kumimoji="0" lang="en-US" altLang="en-US" sz="3200" b="0" i="0" u="none" strike="noStrike" cap="none" normalizeH="0" baseline="0" dirty="0" err="1">
                <a:ln>
                  <a:noFill/>
                </a:ln>
                <a:solidFill>
                  <a:srgbClr val="C7254E"/>
                </a:solidFill>
                <a:effectLst/>
                <a:latin typeface="Monaco"/>
              </a:rPr>
              <a:t>OutOfMemoryError</a:t>
            </a:r>
            <a:r>
              <a:rPr kumimoji="0" lang="en-US" altLang="en-US" sz="3200" b="0" i="0" u="none" strike="noStrike" cap="none" normalizeH="0" baseline="0" dirty="0">
                <a:ln>
                  <a:noFill/>
                </a:ln>
                <a:solidFill>
                  <a:srgbClr val="333C4E"/>
                </a:solidFill>
                <a:effectLst/>
                <a:latin typeface="open_sansregular"/>
              </a:rPr>
              <a:t> if it’s exhausted.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4769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00769E9-8A86-4735-8F8E-0CA986B9B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52397-314A-FE6A-DB3E-13B966A03AAE}"/>
              </a:ext>
            </a:extLst>
          </p:cNvPr>
          <p:cNvSpPr>
            <a:spLocks noGrp="1"/>
          </p:cNvSpPr>
          <p:nvPr>
            <p:ph type="title"/>
          </p:nvPr>
        </p:nvSpPr>
        <p:spPr>
          <a:xfrm>
            <a:off x="371670" y="208518"/>
            <a:ext cx="10515600" cy="735887"/>
          </a:xfrm>
        </p:spPr>
        <p:txBody>
          <a:bodyPr>
            <a:normAutofit/>
          </a:bodyPr>
          <a:lstStyle/>
          <a:p>
            <a:r>
              <a:rPr lang="en-IN" sz="3200" b="1" dirty="0"/>
              <a:t>Heap:</a:t>
            </a:r>
          </a:p>
        </p:txBody>
      </p:sp>
      <p:sp>
        <p:nvSpPr>
          <p:cNvPr id="3" name="Rectangle 1">
            <a:extLst>
              <a:ext uri="{FF2B5EF4-FFF2-40B4-BE49-F238E27FC236}">
                <a16:creationId xmlns:a16="http://schemas.microsoft.com/office/drawing/2014/main" id="{D814E04C-29A3-F9B8-76DB-D4A477D5A9B6}"/>
              </a:ext>
            </a:extLst>
          </p:cNvPr>
          <p:cNvSpPr>
            <a:spLocks noChangeArrowheads="1"/>
          </p:cNvSpPr>
          <p:nvPr/>
        </p:nvSpPr>
        <p:spPr bwMode="auto">
          <a:xfrm>
            <a:off x="371670" y="809015"/>
            <a:ext cx="11010900" cy="5601533"/>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rgbClr val="333C4E"/>
                </a:solidFill>
                <a:effectLst/>
                <a:latin typeface="open_sansregular"/>
              </a:rPr>
              <a:t>The Heap is the runtime data area responsible for storing objects and their associated data. It is where the dynamic memory allocation for objects occurs.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rgbClr val="333C4E"/>
                </a:solidFill>
                <a:effectLst/>
                <a:latin typeface="open_sansregular"/>
              </a:rPr>
              <a:t>The Heap is divided into two main regions:</a:t>
            </a:r>
            <a:br>
              <a:rPr kumimoji="0" lang="en-US" altLang="en-US" sz="2300" b="0" i="0" u="none" strike="noStrike" cap="none" normalizeH="0" baseline="0" dirty="0">
                <a:ln>
                  <a:noFill/>
                </a:ln>
                <a:solidFill>
                  <a:srgbClr val="333C4E"/>
                </a:solidFill>
                <a:effectLst/>
                <a:latin typeface="open_sansregular"/>
              </a:rPr>
            </a:br>
            <a:r>
              <a:rPr kumimoji="0" lang="en-US" altLang="en-US" sz="2300" b="0" i="0" u="none" strike="noStrike" cap="none" normalizeH="0" baseline="0" dirty="0">
                <a:ln>
                  <a:noFill/>
                </a:ln>
                <a:solidFill>
                  <a:srgbClr val="333C4E"/>
                </a:solidFill>
                <a:effectLst/>
                <a:latin typeface="open_sansregular"/>
              </a:rPr>
              <a:t>Young Generation and the Old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rgbClr val="333C4E"/>
                </a:solidFill>
                <a:effectLst/>
                <a:latin typeface="open_sansregular"/>
              </a:rPr>
              <a:t>Young Generation</a:t>
            </a:r>
            <a:r>
              <a:rPr kumimoji="0" lang="en-US" altLang="en-US" sz="2300" b="0" i="0" u="none" strike="noStrike" cap="none" normalizeH="0" baseline="0" dirty="0">
                <a:ln>
                  <a:noFill/>
                </a:ln>
                <a:solidFill>
                  <a:srgbClr val="333C4E"/>
                </a:solidFill>
                <a:effectLst/>
                <a:latin typeface="open_sansregular"/>
              </a:rPr>
              <a:t>: This is where new objects are created. It’s further divided into three regions: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rgbClr val="333C4E"/>
                </a:solidFill>
                <a:effectLst/>
                <a:latin typeface="open_sansregular"/>
              </a:rPr>
              <a:t> Eden Space and two Survivor Spaces (S0 and S1). Objects are initially created in Eden Space.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rgbClr val="333C4E"/>
                </a:solidFill>
                <a:effectLst/>
                <a:latin typeface="open_sansregular"/>
              </a:rPr>
              <a:t>When objects survive one or more garbage collection cycles, they may be promoted to the Survivor Spaces.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rgbClr val="333C4E"/>
                </a:solidFill>
                <a:effectLst/>
                <a:latin typeface="open_sansregular"/>
              </a:rPr>
              <a:t>Old Generation (Tenured Generation)</a:t>
            </a:r>
            <a:r>
              <a:rPr kumimoji="0" lang="en-US" altLang="en-US" sz="2300" b="0" i="0" u="none" strike="noStrike" cap="none" normalizeH="0" baseline="0" dirty="0">
                <a:ln>
                  <a:noFill/>
                </a:ln>
                <a:solidFill>
                  <a:srgbClr val="333C4E"/>
                </a:solidFill>
                <a:effectLst/>
                <a:latin typeface="open_sansregular"/>
              </a:rPr>
              <a:t>: This area stores long-lived objects that have survived several garbage collection cycles in the Young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rgbClr val="333C4E"/>
                </a:solidFill>
                <a:effectLst/>
                <a:latin typeface="open_sansregular"/>
              </a:rPr>
              <a:t>The garbage collector automatically manages the Heap to reclaim memory from no longer reachable objects. When the Heap is exhausted, it can lead to an </a:t>
            </a:r>
            <a:r>
              <a:rPr kumimoji="0" lang="en-US" altLang="en-US" sz="2300" b="0" i="0" u="none" strike="noStrike" cap="none" normalizeH="0" baseline="0" dirty="0" err="1">
                <a:ln>
                  <a:noFill/>
                </a:ln>
                <a:solidFill>
                  <a:srgbClr val="C7254E"/>
                </a:solidFill>
                <a:effectLst/>
                <a:latin typeface="Monaco"/>
              </a:rPr>
              <a:t>OutOfMemoryError</a:t>
            </a:r>
            <a:r>
              <a:rPr kumimoji="0" lang="en-US" altLang="en-US" sz="2300" b="0" i="0" u="none" strike="noStrike" cap="none" normalizeH="0" baseline="0" dirty="0">
                <a:ln>
                  <a:noFill/>
                </a:ln>
                <a:solidFill>
                  <a:srgbClr val="333C4E"/>
                </a:solidFill>
                <a:effectLst/>
                <a:latin typeface="open_sansregular"/>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00291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BC42504-1253-F164-73F2-C3EB432BF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4531A-A996-8243-45F9-DC9E4A675C02}"/>
              </a:ext>
            </a:extLst>
          </p:cNvPr>
          <p:cNvSpPr>
            <a:spLocks noGrp="1"/>
          </p:cNvSpPr>
          <p:nvPr>
            <p:ph type="title"/>
          </p:nvPr>
        </p:nvSpPr>
        <p:spPr>
          <a:xfrm>
            <a:off x="838200" y="365125"/>
            <a:ext cx="10515600" cy="614589"/>
          </a:xfrm>
        </p:spPr>
        <p:txBody>
          <a:bodyPr>
            <a:normAutofit/>
          </a:bodyPr>
          <a:lstStyle/>
          <a:p>
            <a:r>
              <a:rPr lang="en-IN" sz="3200" b="1" dirty="0"/>
              <a:t>Stack Memory</a:t>
            </a:r>
          </a:p>
        </p:txBody>
      </p:sp>
      <p:sp>
        <p:nvSpPr>
          <p:cNvPr id="3" name="Content Placeholder 2">
            <a:extLst>
              <a:ext uri="{FF2B5EF4-FFF2-40B4-BE49-F238E27FC236}">
                <a16:creationId xmlns:a16="http://schemas.microsoft.com/office/drawing/2014/main" id="{4463E72A-9D42-E19A-1560-76B8757032FA}"/>
              </a:ext>
            </a:extLst>
          </p:cNvPr>
          <p:cNvSpPr>
            <a:spLocks noGrp="1"/>
          </p:cNvSpPr>
          <p:nvPr>
            <p:ph idx="1"/>
          </p:nvPr>
        </p:nvSpPr>
        <p:spPr>
          <a:xfrm>
            <a:off x="279918" y="1054359"/>
            <a:ext cx="11663266" cy="5542384"/>
          </a:xfrm>
        </p:spPr>
        <p:txBody>
          <a:bodyPr>
            <a:normAutofit/>
          </a:bodyPr>
          <a:lstStyle/>
          <a:p>
            <a:r>
              <a:rPr lang="en-US" sz="2400" b="0" i="0" dirty="0">
                <a:solidFill>
                  <a:srgbClr val="333333"/>
                </a:solidFill>
                <a:effectLst/>
                <a:latin typeface="Avantgarde"/>
              </a:rPr>
              <a:t>For every thread JVM will create a runtime stack at the time of thread creation. Each and every method call performed by the thread and corresponding local variables will be stored by in the stack, </a:t>
            </a:r>
          </a:p>
          <a:p>
            <a:r>
              <a:rPr lang="en-US" sz="2400" b="0" i="0" dirty="0">
                <a:solidFill>
                  <a:srgbClr val="333333"/>
                </a:solidFill>
                <a:effectLst/>
                <a:latin typeface="Avantgarde"/>
              </a:rPr>
              <a:t>For every method call a separate entry will be added to the stack and each entry is called </a:t>
            </a:r>
            <a:r>
              <a:rPr lang="en-US" sz="2400" b="1" i="0" dirty="0">
                <a:solidFill>
                  <a:srgbClr val="333333"/>
                </a:solidFill>
                <a:effectLst/>
                <a:latin typeface="Avantgarde"/>
              </a:rPr>
              <a:t>“Stack frame” </a:t>
            </a:r>
          </a:p>
          <a:p>
            <a:r>
              <a:rPr lang="en-US" sz="2400" b="0" i="0" dirty="0">
                <a:solidFill>
                  <a:srgbClr val="333333"/>
                </a:solidFill>
                <a:effectLst/>
                <a:latin typeface="Avantgarde"/>
              </a:rPr>
              <a:t>After completing the method call the corresponding entry will be removed from the stack. After completing the all method calls the stack will become empty and that empty stack will be destroyed by the JVM just before terminating the </a:t>
            </a:r>
            <a:r>
              <a:rPr lang="en-US" sz="2400" b="0" i="0" dirty="0" err="1">
                <a:solidFill>
                  <a:srgbClr val="333333"/>
                </a:solidFill>
                <a:effectLst/>
                <a:latin typeface="Avantgarde"/>
              </a:rPr>
              <a:t>thread.or</a:t>
            </a:r>
            <a:r>
              <a:rPr lang="en-US" sz="2400" b="1" i="0" dirty="0">
                <a:solidFill>
                  <a:srgbClr val="333333"/>
                </a:solidFill>
                <a:effectLst/>
                <a:latin typeface="Avantgarde"/>
              </a:rPr>
              <a:t> “activation record”.</a:t>
            </a:r>
            <a:endParaRPr lang="en-IN" sz="2400" dirty="0"/>
          </a:p>
        </p:txBody>
      </p:sp>
      <p:pic>
        <p:nvPicPr>
          <p:cNvPr id="4" name="Picture 3">
            <a:extLst>
              <a:ext uri="{FF2B5EF4-FFF2-40B4-BE49-F238E27FC236}">
                <a16:creationId xmlns:a16="http://schemas.microsoft.com/office/drawing/2014/main" id="{A62BBA31-2588-284C-4C55-2E6C88D12E31}"/>
              </a:ext>
            </a:extLst>
          </p:cNvPr>
          <p:cNvPicPr>
            <a:picLocks noChangeAspect="1"/>
          </p:cNvPicPr>
          <p:nvPr/>
        </p:nvPicPr>
        <p:blipFill>
          <a:blip r:embed="rId2"/>
          <a:stretch>
            <a:fillRect/>
          </a:stretch>
        </p:blipFill>
        <p:spPr>
          <a:xfrm>
            <a:off x="5521292" y="4329404"/>
            <a:ext cx="5572125" cy="2163471"/>
          </a:xfrm>
          <a:prstGeom prst="rect">
            <a:avLst/>
          </a:prstGeom>
        </p:spPr>
      </p:pic>
    </p:spTree>
    <p:extLst>
      <p:ext uri="{BB962C8B-B14F-4D97-AF65-F5344CB8AC3E}">
        <p14:creationId xmlns:p14="http://schemas.microsoft.com/office/powerpoint/2010/main" val="1330981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D89CD61-2ED1-3723-34BD-5E168027B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328086-B9B4-DAB5-3B57-D8E08C9F0552}"/>
              </a:ext>
            </a:extLst>
          </p:cNvPr>
          <p:cNvSpPr>
            <a:spLocks noGrp="1"/>
          </p:cNvSpPr>
          <p:nvPr>
            <p:ph type="title"/>
          </p:nvPr>
        </p:nvSpPr>
        <p:spPr>
          <a:xfrm>
            <a:off x="838200" y="365125"/>
            <a:ext cx="10515600" cy="614589"/>
          </a:xfrm>
        </p:spPr>
        <p:txBody>
          <a:bodyPr>
            <a:normAutofit/>
          </a:bodyPr>
          <a:lstStyle/>
          <a:p>
            <a:r>
              <a:rPr lang="en-IN" sz="3200" b="1" dirty="0"/>
              <a:t>Stack Frame Structure</a:t>
            </a:r>
          </a:p>
        </p:txBody>
      </p:sp>
      <p:sp>
        <p:nvSpPr>
          <p:cNvPr id="3" name="Content Placeholder 2">
            <a:extLst>
              <a:ext uri="{FF2B5EF4-FFF2-40B4-BE49-F238E27FC236}">
                <a16:creationId xmlns:a16="http://schemas.microsoft.com/office/drawing/2014/main" id="{1DC9F906-BC5D-FD02-87D8-A1BB13007B26}"/>
              </a:ext>
            </a:extLst>
          </p:cNvPr>
          <p:cNvSpPr>
            <a:spLocks noGrp="1"/>
          </p:cNvSpPr>
          <p:nvPr>
            <p:ph idx="1"/>
          </p:nvPr>
        </p:nvSpPr>
        <p:spPr>
          <a:xfrm>
            <a:off x="279918" y="1054359"/>
            <a:ext cx="11663266" cy="5542384"/>
          </a:xfrm>
        </p:spPr>
        <p:txBody>
          <a:bodyPr/>
          <a:lstStyle/>
          <a:p>
            <a:pPr algn="just" fontAlgn="base"/>
            <a:r>
              <a:rPr lang="en-US" b="0" i="0" dirty="0">
                <a:solidFill>
                  <a:srgbClr val="333333"/>
                </a:solidFill>
                <a:effectLst/>
                <a:latin typeface="Avantgarde"/>
              </a:rPr>
              <a:t>Stack frame contains 3 parts</a:t>
            </a:r>
          </a:p>
          <a:p>
            <a:pPr algn="just">
              <a:buFont typeface="+mj-lt"/>
              <a:buAutoNum type="arabicPeriod"/>
            </a:pPr>
            <a:r>
              <a:rPr lang="en-US" b="0" i="0" dirty="0">
                <a:solidFill>
                  <a:srgbClr val="333333"/>
                </a:solidFill>
                <a:effectLst/>
                <a:latin typeface="Avantgarde"/>
              </a:rPr>
              <a:t>Local Variable Array</a:t>
            </a:r>
          </a:p>
          <a:p>
            <a:pPr algn="just">
              <a:buFont typeface="+mj-lt"/>
              <a:buAutoNum type="arabicPeriod"/>
            </a:pPr>
            <a:r>
              <a:rPr lang="en-US" b="0" i="0" dirty="0">
                <a:solidFill>
                  <a:srgbClr val="333333"/>
                </a:solidFill>
                <a:effectLst/>
                <a:latin typeface="Avantgarde"/>
              </a:rPr>
              <a:t>Operand Stack</a:t>
            </a:r>
          </a:p>
          <a:p>
            <a:pPr algn="just">
              <a:buFont typeface="+mj-lt"/>
              <a:buAutoNum type="arabicPeriod"/>
            </a:pPr>
            <a:r>
              <a:rPr lang="en-US" b="0" i="0" dirty="0">
                <a:solidFill>
                  <a:srgbClr val="333333"/>
                </a:solidFill>
                <a:effectLst/>
                <a:latin typeface="Avantgarde"/>
              </a:rPr>
              <a:t>Frame Data</a:t>
            </a:r>
          </a:p>
        </p:txBody>
      </p:sp>
    </p:spTree>
    <p:extLst>
      <p:ext uri="{BB962C8B-B14F-4D97-AF65-F5344CB8AC3E}">
        <p14:creationId xmlns:p14="http://schemas.microsoft.com/office/powerpoint/2010/main" val="795830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7C050-A5AB-8062-F0ED-7A46A2F54310}"/>
              </a:ext>
            </a:extLst>
          </p:cNvPr>
          <p:cNvSpPr>
            <a:spLocks noGrp="1"/>
          </p:cNvSpPr>
          <p:nvPr>
            <p:ph type="title"/>
          </p:nvPr>
        </p:nvSpPr>
        <p:spPr>
          <a:xfrm>
            <a:off x="838200" y="365125"/>
            <a:ext cx="10515600" cy="614589"/>
          </a:xfrm>
        </p:spPr>
        <p:txBody>
          <a:bodyPr>
            <a:normAutofit/>
          </a:bodyPr>
          <a:lstStyle/>
          <a:p>
            <a:r>
              <a:rPr lang="en-IN" sz="3200" b="1" dirty="0"/>
              <a:t>Stack Frame Structure(</a:t>
            </a:r>
            <a:r>
              <a:rPr lang="en-IN" sz="3200" b="1" dirty="0">
                <a:solidFill>
                  <a:srgbClr val="00B050"/>
                </a:solidFill>
              </a:rPr>
              <a:t>Local Variable Array</a:t>
            </a:r>
            <a:r>
              <a:rPr lang="en-IN" sz="3200" b="1" dirty="0"/>
              <a:t>)</a:t>
            </a:r>
          </a:p>
        </p:txBody>
      </p:sp>
      <p:sp>
        <p:nvSpPr>
          <p:cNvPr id="3" name="Content Placeholder 2">
            <a:extLst>
              <a:ext uri="{FF2B5EF4-FFF2-40B4-BE49-F238E27FC236}">
                <a16:creationId xmlns:a16="http://schemas.microsoft.com/office/drawing/2014/main" id="{41C6D2E2-6FF4-3AA2-4498-92CB5DD0FEB8}"/>
              </a:ext>
            </a:extLst>
          </p:cNvPr>
          <p:cNvSpPr>
            <a:spLocks noGrp="1"/>
          </p:cNvSpPr>
          <p:nvPr>
            <p:ph idx="1"/>
          </p:nvPr>
        </p:nvSpPr>
        <p:spPr>
          <a:xfrm>
            <a:off x="279918" y="1054359"/>
            <a:ext cx="11663266" cy="5542384"/>
          </a:xfrm>
        </p:spPr>
        <p:txBody>
          <a:bodyPr/>
          <a:lstStyle/>
          <a:p>
            <a:pPr algn="just">
              <a:buFont typeface="Arial" panose="020B0604020202020204" pitchFamily="34" charset="0"/>
              <a:buChar char="•"/>
            </a:pPr>
            <a:r>
              <a:rPr lang="en-US" b="0" i="0" dirty="0">
                <a:solidFill>
                  <a:srgbClr val="333333"/>
                </a:solidFill>
                <a:effectLst/>
                <a:latin typeface="Avantgarde"/>
              </a:rPr>
              <a:t>It contains all parameters and local variables of the method.</a:t>
            </a:r>
          </a:p>
          <a:p>
            <a:pPr algn="just">
              <a:buFont typeface="Arial" panose="020B0604020202020204" pitchFamily="34" charset="0"/>
              <a:buChar char="•"/>
            </a:pPr>
            <a:r>
              <a:rPr lang="en-US" b="0" i="0" dirty="0">
                <a:solidFill>
                  <a:srgbClr val="333333"/>
                </a:solidFill>
                <a:effectLst/>
                <a:latin typeface="Avantgarde"/>
              </a:rPr>
              <a:t>Each slot in the array is of 4 bytes.</a:t>
            </a:r>
          </a:p>
          <a:p>
            <a:pPr algn="just">
              <a:buFont typeface="Arial" panose="020B0604020202020204" pitchFamily="34" charset="0"/>
              <a:buChar char="•"/>
            </a:pPr>
            <a:r>
              <a:rPr lang="en-US" b="0" i="0" dirty="0">
                <a:solidFill>
                  <a:srgbClr val="333333"/>
                </a:solidFill>
                <a:effectLst/>
                <a:latin typeface="Avantgarde"/>
              </a:rPr>
              <a:t>Values of type int, float and reference occupied 1 slot in array.</a:t>
            </a:r>
          </a:p>
          <a:p>
            <a:pPr algn="just">
              <a:buFont typeface="Arial" panose="020B0604020202020204" pitchFamily="34" charset="0"/>
              <a:buChar char="•"/>
            </a:pPr>
            <a:r>
              <a:rPr lang="en-US" b="0" i="0" dirty="0">
                <a:solidFill>
                  <a:srgbClr val="333333"/>
                </a:solidFill>
                <a:effectLst/>
                <a:latin typeface="Avantgarde"/>
              </a:rPr>
              <a:t>Values of type long, double occupied 2 consecutive entries in the array.</a:t>
            </a:r>
          </a:p>
          <a:p>
            <a:pPr algn="just">
              <a:buFont typeface="Arial" panose="020B0604020202020204" pitchFamily="34" charset="0"/>
              <a:buChar char="•"/>
            </a:pPr>
            <a:r>
              <a:rPr lang="en-US" b="0" i="0" dirty="0">
                <a:solidFill>
                  <a:srgbClr val="333333"/>
                </a:solidFill>
                <a:effectLst/>
                <a:latin typeface="Avantgarde"/>
              </a:rPr>
              <a:t>byte, short, char values will be converted to int type before storing and occupy one slot.</a:t>
            </a:r>
          </a:p>
          <a:p>
            <a:pPr algn="just">
              <a:buFont typeface="Arial" panose="020B0604020202020204" pitchFamily="34" charset="0"/>
              <a:buChar char="•"/>
            </a:pPr>
            <a:r>
              <a:rPr lang="en-US" b="0" i="0" dirty="0">
                <a:solidFill>
                  <a:srgbClr val="333333"/>
                </a:solidFill>
                <a:effectLst/>
                <a:latin typeface="Avantgarde"/>
              </a:rPr>
              <a:t>The way of storing </a:t>
            </a:r>
            <a:r>
              <a:rPr lang="en-US" b="0" i="0" dirty="0" err="1">
                <a:solidFill>
                  <a:srgbClr val="333333"/>
                </a:solidFill>
                <a:effectLst/>
                <a:latin typeface="Avantgarde"/>
              </a:rPr>
              <a:t>boolean</a:t>
            </a:r>
            <a:r>
              <a:rPr lang="en-US" b="0" i="0" dirty="0">
                <a:solidFill>
                  <a:srgbClr val="333333"/>
                </a:solidFill>
                <a:effectLst/>
                <a:latin typeface="Avantgarde"/>
              </a:rPr>
              <a:t> type is varied from JVM to JVM, but most of the JVM’s follow one slot for </a:t>
            </a:r>
            <a:r>
              <a:rPr lang="en-US" b="0" i="0" dirty="0" err="1">
                <a:solidFill>
                  <a:srgbClr val="333333"/>
                </a:solidFill>
                <a:effectLst/>
                <a:latin typeface="Avantgarde"/>
              </a:rPr>
              <a:t>boolean</a:t>
            </a:r>
            <a:r>
              <a:rPr lang="en-US" b="0" i="0" dirty="0">
                <a:solidFill>
                  <a:srgbClr val="333333"/>
                </a:solidFill>
                <a:effectLst/>
                <a:latin typeface="Avantgarde"/>
              </a:rPr>
              <a:t> values.</a:t>
            </a:r>
          </a:p>
        </p:txBody>
      </p:sp>
      <p:pic>
        <p:nvPicPr>
          <p:cNvPr id="5" name="Picture 4">
            <a:extLst>
              <a:ext uri="{FF2B5EF4-FFF2-40B4-BE49-F238E27FC236}">
                <a16:creationId xmlns:a16="http://schemas.microsoft.com/office/drawing/2014/main" id="{5CA96036-3ABE-131E-C244-661E4C093C30}"/>
              </a:ext>
            </a:extLst>
          </p:cNvPr>
          <p:cNvPicPr>
            <a:picLocks noChangeAspect="1"/>
          </p:cNvPicPr>
          <p:nvPr/>
        </p:nvPicPr>
        <p:blipFill>
          <a:blip r:embed="rId2"/>
          <a:stretch>
            <a:fillRect/>
          </a:stretch>
        </p:blipFill>
        <p:spPr>
          <a:xfrm>
            <a:off x="399958" y="5002562"/>
            <a:ext cx="5860883" cy="1051651"/>
          </a:xfrm>
          <a:prstGeom prst="rect">
            <a:avLst/>
          </a:prstGeom>
        </p:spPr>
      </p:pic>
      <p:pic>
        <p:nvPicPr>
          <p:cNvPr id="6" name="Picture 5">
            <a:extLst>
              <a:ext uri="{FF2B5EF4-FFF2-40B4-BE49-F238E27FC236}">
                <a16:creationId xmlns:a16="http://schemas.microsoft.com/office/drawing/2014/main" id="{844A3E98-14B4-D134-2EA2-68726EFE2DAA}"/>
              </a:ext>
            </a:extLst>
          </p:cNvPr>
          <p:cNvPicPr>
            <a:picLocks noChangeAspect="1"/>
          </p:cNvPicPr>
          <p:nvPr/>
        </p:nvPicPr>
        <p:blipFill>
          <a:blip r:embed="rId3"/>
          <a:stretch>
            <a:fillRect/>
          </a:stretch>
        </p:blipFill>
        <p:spPr>
          <a:xfrm>
            <a:off x="6111551" y="4928539"/>
            <a:ext cx="5435375" cy="1388285"/>
          </a:xfrm>
          <a:prstGeom prst="rect">
            <a:avLst/>
          </a:prstGeom>
        </p:spPr>
      </p:pic>
    </p:spTree>
    <p:extLst>
      <p:ext uri="{BB962C8B-B14F-4D97-AF65-F5344CB8AC3E}">
        <p14:creationId xmlns:p14="http://schemas.microsoft.com/office/powerpoint/2010/main" val="3159017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7E7A44-ABD0-6B82-22D2-0CC31B4B8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63C9D-E8D6-5CD1-86F4-CFD85FA6F793}"/>
              </a:ext>
            </a:extLst>
          </p:cNvPr>
          <p:cNvSpPr>
            <a:spLocks noGrp="1"/>
          </p:cNvSpPr>
          <p:nvPr>
            <p:ph type="title"/>
          </p:nvPr>
        </p:nvSpPr>
        <p:spPr>
          <a:xfrm>
            <a:off x="838200" y="365125"/>
            <a:ext cx="10515600" cy="614589"/>
          </a:xfrm>
        </p:spPr>
        <p:txBody>
          <a:bodyPr>
            <a:normAutofit/>
          </a:bodyPr>
          <a:lstStyle/>
          <a:p>
            <a:r>
              <a:rPr lang="en-IN" sz="3200" b="1" dirty="0"/>
              <a:t>Stack Frame Structure(</a:t>
            </a:r>
            <a:r>
              <a:rPr lang="en-IN" sz="3200" b="1" dirty="0">
                <a:solidFill>
                  <a:srgbClr val="00B050"/>
                </a:solidFill>
              </a:rPr>
              <a:t>Operand Stack</a:t>
            </a:r>
            <a:r>
              <a:rPr lang="en-IN" sz="3200" b="1" dirty="0"/>
              <a:t>)</a:t>
            </a:r>
          </a:p>
        </p:txBody>
      </p:sp>
      <p:sp>
        <p:nvSpPr>
          <p:cNvPr id="3" name="Content Placeholder 2">
            <a:extLst>
              <a:ext uri="{FF2B5EF4-FFF2-40B4-BE49-F238E27FC236}">
                <a16:creationId xmlns:a16="http://schemas.microsoft.com/office/drawing/2014/main" id="{3755CCC5-EDEC-36C5-A4C6-D884ED6C3B8C}"/>
              </a:ext>
            </a:extLst>
          </p:cNvPr>
          <p:cNvSpPr>
            <a:spLocks noGrp="1"/>
          </p:cNvSpPr>
          <p:nvPr>
            <p:ph idx="1"/>
          </p:nvPr>
        </p:nvSpPr>
        <p:spPr>
          <a:xfrm>
            <a:off x="279918" y="1054359"/>
            <a:ext cx="11663266" cy="5542384"/>
          </a:xfrm>
        </p:spPr>
        <p:txBody>
          <a:bodyPr/>
          <a:lstStyle/>
          <a:p>
            <a:pPr algn="just">
              <a:buFont typeface="Arial" panose="020B0604020202020204" pitchFamily="34" charset="0"/>
              <a:buChar char="•"/>
            </a:pPr>
            <a:r>
              <a:rPr lang="en-US" b="0" i="0" dirty="0">
                <a:solidFill>
                  <a:srgbClr val="333333"/>
                </a:solidFill>
                <a:effectLst/>
                <a:latin typeface="Avantgarde"/>
              </a:rPr>
              <a:t>JVM uses operand stack as work space.</a:t>
            </a:r>
          </a:p>
          <a:p>
            <a:pPr algn="just">
              <a:buFont typeface="Arial" panose="020B0604020202020204" pitchFamily="34" charset="0"/>
              <a:buChar char="•"/>
            </a:pPr>
            <a:r>
              <a:rPr lang="en-US" b="0" i="0" dirty="0">
                <a:solidFill>
                  <a:srgbClr val="333333"/>
                </a:solidFill>
                <a:effectLst/>
                <a:latin typeface="Avantgarde"/>
              </a:rPr>
              <a:t>Some instructions can push the values to the operand stack and some instructions perform required operations and some instructions store results etc.</a:t>
            </a:r>
          </a:p>
          <a:p>
            <a:pPr algn="just">
              <a:buFont typeface="Arial" panose="020B0604020202020204" pitchFamily="34" charset="0"/>
              <a:buChar char="•"/>
            </a:pPr>
            <a:r>
              <a:rPr lang="en-US" b="0" i="0" dirty="0">
                <a:solidFill>
                  <a:srgbClr val="333333"/>
                </a:solidFill>
                <a:effectLst/>
                <a:latin typeface="Avantgarde"/>
              </a:rPr>
              <a:t>The operand stack follows the last-in first-out (LIFO) methodology.</a:t>
            </a:r>
          </a:p>
          <a:p>
            <a:pPr algn="just">
              <a:buFont typeface="Arial" panose="020B0604020202020204" pitchFamily="34" charset="0"/>
              <a:buChar char="•"/>
            </a:pPr>
            <a:r>
              <a:rPr lang="en-US" b="0" i="0" dirty="0">
                <a:solidFill>
                  <a:srgbClr val="333333"/>
                </a:solidFill>
                <a:effectLst/>
                <a:latin typeface="Avantgarde"/>
              </a:rPr>
              <a:t>For example, the </a:t>
            </a:r>
            <a:r>
              <a:rPr lang="en-US" b="0" i="0" dirty="0" err="1">
                <a:solidFill>
                  <a:srgbClr val="333333"/>
                </a:solidFill>
                <a:effectLst/>
                <a:latin typeface="Avantgarde"/>
              </a:rPr>
              <a:t>iadd</a:t>
            </a:r>
            <a:r>
              <a:rPr lang="en-US" b="0" i="0" dirty="0">
                <a:solidFill>
                  <a:srgbClr val="333333"/>
                </a:solidFill>
                <a:effectLst/>
                <a:latin typeface="Avantgarde"/>
              </a:rPr>
              <a:t> instruction adds two integers by popping two </a:t>
            </a:r>
            <a:r>
              <a:rPr lang="en-US" b="0" i="0" dirty="0" err="1">
                <a:solidFill>
                  <a:srgbClr val="333333"/>
                </a:solidFill>
                <a:effectLst/>
                <a:latin typeface="Avantgarde"/>
              </a:rPr>
              <a:t>ints</a:t>
            </a:r>
            <a:r>
              <a:rPr lang="en-US" b="0" i="0" dirty="0">
                <a:solidFill>
                  <a:srgbClr val="333333"/>
                </a:solidFill>
                <a:effectLst/>
                <a:latin typeface="Avantgarde"/>
              </a:rPr>
              <a:t> off the top of the operand stack, adding them, and pushing the int result. Here is how a Java virtual machine would add two local variables that contain </a:t>
            </a:r>
            <a:r>
              <a:rPr lang="en-US" b="0" i="0" dirty="0" err="1">
                <a:solidFill>
                  <a:srgbClr val="333333"/>
                </a:solidFill>
                <a:effectLst/>
                <a:latin typeface="Avantgarde"/>
              </a:rPr>
              <a:t>ints</a:t>
            </a:r>
            <a:r>
              <a:rPr lang="en-US" b="0" i="0" dirty="0">
                <a:solidFill>
                  <a:srgbClr val="333333"/>
                </a:solidFill>
                <a:effectLst/>
                <a:latin typeface="Avantgarde"/>
              </a:rPr>
              <a:t> and store the int result in a third local variable</a:t>
            </a:r>
          </a:p>
        </p:txBody>
      </p:sp>
    </p:spTree>
    <p:extLst>
      <p:ext uri="{BB962C8B-B14F-4D97-AF65-F5344CB8AC3E}">
        <p14:creationId xmlns:p14="http://schemas.microsoft.com/office/powerpoint/2010/main" val="69224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9852BE-7D9C-6366-6591-2E213D91D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B1E39-1A61-A58A-F044-EB67ACA69DAB}"/>
              </a:ext>
            </a:extLst>
          </p:cNvPr>
          <p:cNvSpPr>
            <a:spLocks noGrp="1"/>
          </p:cNvSpPr>
          <p:nvPr>
            <p:ph type="title"/>
          </p:nvPr>
        </p:nvSpPr>
        <p:spPr>
          <a:xfrm>
            <a:off x="838200" y="365125"/>
            <a:ext cx="10515600" cy="614589"/>
          </a:xfrm>
        </p:spPr>
        <p:txBody>
          <a:bodyPr>
            <a:normAutofit/>
          </a:bodyPr>
          <a:lstStyle/>
          <a:p>
            <a:r>
              <a:rPr lang="en-IN" sz="3200" b="1" dirty="0"/>
              <a:t>Stack Frame Structure(</a:t>
            </a:r>
            <a:r>
              <a:rPr lang="en-IN" sz="3200" b="1" dirty="0">
                <a:solidFill>
                  <a:srgbClr val="00B050"/>
                </a:solidFill>
              </a:rPr>
              <a:t>Frame Data</a:t>
            </a:r>
            <a:r>
              <a:rPr lang="en-IN" sz="3200" b="1" dirty="0"/>
              <a:t>)</a:t>
            </a:r>
          </a:p>
        </p:txBody>
      </p:sp>
      <p:sp>
        <p:nvSpPr>
          <p:cNvPr id="3" name="Content Placeholder 2">
            <a:extLst>
              <a:ext uri="{FF2B5EF4-FFF2-40B4-BE49-F238E27FC236}">
                <a16:creationId xmlns:a16="http://schemas.microsoft.com/office/drawing/2014/main" id="{147D4825-57AD-3FA7-278C-FEF0D2332951}"/>
              </a:ext>
            </a:extLst>
          </p:cNvPr>
          <p:cNvSpPr>
            <a:spLocks noGrp="1"/>
          </p:cNvSpPr>
          <p:nvPr>
            <p:ph idx="1"/>
          </p:nvPr>
        </p:nvSpPr>
        <p:spPr>
          <a:xfrm>
            <a:off x="279918" y="1054359"/>
            <a:ext cx="11663266" cy="5542384"/>
          </a:xfrm>
        </p:spPr>
        <p:txBody>
          <a:bodyPr/>
          <a:lstStyle/>
          <a:p>
            <a:pPr algn="just" fontAlgn="base"/>
            <a:r>
              <a:rPr lang="en-US" b="0" i="0" dirty="0">
                <a:solidFill>
                  <a:srgbClr val="333333"/>
                </a:solidFill>
                <a:effectLst/>
                <a:latin typeface="Avantgarde"/>
              </a:rPr>
              <a:t>In addition to the local variables and operand stack, the Java stack frame includes data to support constant pool resolution, all symbolic references related to that method, normal method return, and exception dispatch. </a:t>
            </a:r>
          </a:p>
          <a:p>
            <a:pPr algn="just" fontAlgn="base"/>
            <a:r>
              <a:rPr lang="en-US" b="0" i="0" dirty="0">
                <a:solidFill>
                  <a:srgbClr val="333333"/>
                </a:solidFill>
                <a:effectLst/>
                <a:latin typeface="Avantgarde"/>
              </a:rPr>
              <a:t>This data is stored in the </a:t>
            </a:r>
            <a:r>
              <a:rPr lang="en-US" b="1" i="0" dirty="0">
                <a:solidFill>
                  <a:srgbClr val="333333"/>
                </a:solidFill>
                <a:effectLst/>
                <a:latin typeface="Avantgarde"/>
              </a:rPr>
              <a:t>frame data</a:t>
            </a:r>
            <a:r>
              <a:rPr lang="en-US" b="0" i="0" dirty="0">
                <a:solidFill>
                  <a:srgbClr val="333333"/>
                </a:solidFill>
                <a:effectLst/>
                <a:latin typeface="Avantgarde"/>
              </a:rPr>
              <a:t> portion of the Java stack frame. It also contains a referenced to exception table which contains corresponding catch block information in the case of exceptions. When a method throws an exception, the Java virtual machine uses the exception table referred to by the frame data to determine how to handle the exception.</a:t>
            </a:r>
          </a:p>
          <a:p>
            <a:pPr algn="just" fontAlgn="base"/>
            <a:r>
              <a:rPr lang="en-US" b="0" i="0" dirty="0">
                <a:solidFill>
                  <a:srgbClr val="333333"/>
                </a:solidFill>
                <a:effectLst/>
                <a:latin typeface="Avantgarde"/>
              </a:rPr>
              <a:t>Whenever the Java virtual machine encounters any of the instructions that refer to an entry in the constant pool, it uses the frame data’s pointer to the constant pool to access that information.</a:t>
            </a:r>
          </a:p>
        </p:txBody>
      </p:sp>
    </p:spTree>
    <p:extLst>
      <p:ext uri="{BB962C8B-B14F-4D97-AF65-F5344CB8AC3E}">
        <p14:creationId xmlns:p14="http://schemas.microsoft.com/office/powerpoint/2010/main" val="495490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A8D30E6-1AB3-A697-23A7-7A5B245A6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78B4B-EBC3-613F-B1B0-0D5BC9187654}"/>
              </a:ext>
            </a:extLst>
          </p:cNvPr>
          <p:cNvSpPr>
            <a:spLocks noGrp="1"/>
          </p:cNvSpPr>
          <p:nvPr>
            <p:ph type="title"/>
          </p:nvPr>
        </p:nvSpPr>
        <p:spPr>
          <a:xfrm>
            <a:off x="838200" y="365125"/>
            <a:ext cx="10515600" cy="614589"/>
          </a:xfrm>
        </p:spPr>
        <p:txBody>
          <a:bodyPr>
            <a:normAutofit/>
          </a:bodyPr>
          <a:lstStyle/>
          <a:p>
            <a:r>
              <a:rPr lang="en-IN" sz="3200" b="1" dirty="0"/>
              <a:t>PC Registers (</a:t>
            </a:r>
            <a:r>
              <a:rPr lang="en-IN" sz="3200" b="1" dirty="0">
                <a:solidFill>
                  <a:srgbClr val="00B050"/>
                </a:solidFill>
              </a:rPr>
              <a:t>Program Counter Registers</a:t>
            </a:r>
            <a:r>
              <a:rPr lang="en-IN" sz="3200" b="1" dirty="0"/>
              <a:t>)</a:t>
            </a:r>
          </a:p>
        </p:txBody>
      </p:sp>
      <p:sp>
        <p:nvSpPr>
          <p:cNvPr id="3" name="Content Placeholder 2">
            <a:extLst>
              <a:ext uri="{FF2B5EF4-FFF2-40B4-BE49-F238E27FC236}">
                <a16:creationId xmlns:a16="http://schemas.microsoft.com/office/drawing/2014/main" id="{95593B81-CC92-9B72-B395-28E13D4E8121}"/>
              </a:ext>
            </a:extLst>
          </p:cNvPr>
          <p:cNvSpPr>
            <a:spLocks noGrp="1"/>
          </p:cNvSpPr>
          <p:nvPr>
            <p:ph idx="1"/>
          </p:nvPr>
        </p:nvSpPr>
        <p:spPr>
          <a:xfrm>
            <a:off x="279918" y="1054359"/>
            <a:ext cx="11663266" cy="5542384"/>
          </a:xfrm>
        </p:spPr>
        <p:txBody>
          <a:bodyPr/>
          <a:lstStyle/>
          <a:p>
            <a:pPr algn="just" fontAlgn="base"/>
            <a:r>
              <a:rPr lang="en-US" b="0" i="0" dirty="0">
                <a:solidFill>
                  <a:srgbClr val="333333"/>
                </a:solidFill>
                <a:effectLst/>
                <a:latin typeface="Avantgarde"/>
              </a:rPr>
              <a:t>For every thread a separate PC register will be created at the time of thread creation. PC register contains address of current executing instruction. Once instruction execution completes automatically PC register will be incremented to hold address of next instruction. An “address” can be a native pointer or an offset from the beginning of a method’s byte codes.</a:t>
            </a:r>
          </a:p>
        </p:txBody>
      </p:sp>
    </p:spTree>
    <p:extLst>
      <p:ext uri="{BB962C8B-B14F-4D97-AF65-F5344CB8AC3E}">
        <p14:creationId xmlns:p14="http://schemas.microsoft.com/office/powerpoint/2010/main" val="3576096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63876E-681B-DEE8-6F8D-6D6837E68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43007-B277-0813-BA86-08B86BA50F13}"/>
              </a:ext>
            </a:extLst>
          </p:cNvPr>
          <p:cNvSpPr>
            <a:spLocks noGrp="1"/>
          </p:cNvSpPr>
          <p:nvPr>
            <p:ph type="title"/>
          </p:nvPr>
        </p:nvSpPr>
        <p:spPr>
          <a:xfrm>
            <a:off x="838200" y="365125"/>
            <a:ext cx="10515600" cy="614589"/>
          </a:xfrm>
        </p:spPr>
        <p:txBody>
          <a:bodyPr>
            <a:normAutofit/>
          </a:bodyPr>
          <a:lstStyle/>
          <a:p>
            <a:r>
              <a:rPr lang="en-IN" sz="3200" b="1" dirty="0"/>
              <a:t>Native Method Stacks</a:t>
            </a:r>
          </a:p>
        </p:txBody>
      </p:sp>
      <p:sp>
        <p:nvSpPr>
          <p:cNvPr id="3" name="Content Placeholder 2">
            <a:extLst>
              <a:ext uri="{FF2B5EF4-FFF2-40B4-BE49-F238E27FC236}">
                <a16:creationId xmlns:a16="http://schemas.microsoft.com/office/drawing/2014/main" id="{6CFD5D7C-1372-C52F-59BF-605C9E0EBBD0}"/>
              </a:ext>
            </a:extLst>
          </p:cNvPr>
          <p:cNvSpPr>
            <a:spLocks noGrp="1"/>
          </p:cNvSpPr>
          <p:nvPr>
            <p:ph idx="1"/>
          </p:nvPr>
        </p:nvSpPr>
        <p:spPr>
          <a:xfrm>
            <a:off x="279918" y="1054359"/>
            <a:ext cx="11663266" cy="5542384"/>
          </a:xfrm>
        </p:spPr>
        <p:txBody>
          <a:bodyPr/>
          <a:lstStyle/>
          <a:p>
            <a:pPr algn="just" fontAlgn="base"/>
            <a:r>
              <a:rPr lang="en-US" b="0" i="0" dirty="0">
                <a:solidFill>
                  <a:srgbClr val="333333"/>
                </a:solidFill>
                <a:effectLst/>
                <a:latin typeface="Avantgarde"/>
              </a:rPr>
              <a:t>Here also for every Thread a separate run time stack will be created. It contains all the native methods used in the application. Native method means methods written in a language other than the Java programming language. In other words, it is a stack used to execute C/C++ codes invoked through JNI (Java Native Interface). According to the language, a C stack or C++ stack is created.</a:t>
            </a:r>
          </a:p>
        </p:txBody>
      </p:sp>
    </p:spTree>
    <p:extLst>
      <p:ext uri="{BB962C8B-B14F-4D97-AF65-F5344CB8AC3E}">
        <p14:creationId xmlns:p14="http://schemas.microsoft.com/office/powerpoint/2010/main" val="1765679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4413E6-C334-F530-7FEF-D3ED940560F3}"/>
              </a:ext>
            </a:extLst>
          </p:cNvPr>
          <p:cNvPicPr>
            <a:picLocks noChangeAspect="1"/>
          </p:cNvPicPr>
          <p:nvPr/>
        </p:nvPicPr>
        <p:blipFill>
          <a:blip r:embed="rId2"/>
          <a:stretch>
            <a:fillRect/>
          </a:stretch>
        </p:blipFill>
        <p:spPr>
          <a:xfrm>
            <a:off x="346788" y="1987419"/>
            <a:ext cx="11125200" cy="4594355"/>
          </a:xfrm>
          <a:prstGeom prst="rect">
            <a:avLst/>
          </a:prstGeom>
        </p:spPr>
      </p:pic>
      <p:sp>
        <p:nvSpPr>
          <p:cNvPr id="10" name="TextBox 9">
            <a:extLst>
              <a:ext uri="{FF2B5EF4-FFF2-40B4-BE49-F238E27FC236}">
                <a16:creationId xmlns:a16="http://schemas.microsoft.com/office/drawing/2014/main" id="{2546BAA9-08D7-9EBC-946D-E9F757596110}"/>
              </a:ext>
            </a:extLst>
          </p:cNvPr>
          <p:cNvSpPr txBox="1"/>
          <p:nvPr/>
        </p:nvSpPr>
        <p:spPr>
          <a:xfrm>
            <a:off x="510850" y="189732"/>
            <a:ext cx="10732537" cy="1569660"/>
          </a:xfrm>
          <a:prstGeom prst="rect">
            <a:avLst/>
          </a:prstGeom>
          <a:noFill/>
        </p:spPr>
        <p:txBody>
          <a:bodyPr wrap="square">
            <a:spAutoFit/>
          </a:bodyPr>
          <a:lstStyle/>
          <a:p>
            <a:r>
              <a:rPr lang="en-US" sz="2400" dirty="0"/>
              <a:t>Execution Engine handles this by executing the code present in each class . However, before executing the program, the bytecode needs to be converted into machine language instructions. The JVM can use an interpreter or a JIT compiler for the execution engine.</a:t>
            </a:r>
            <a:endParaRPr lang="en-IN" sz="2400" dirty="0"/>
          </a:p>
        </p:txBody>
      </p:sp>
    </p:spTree>
    <p:extLst>
      <p:ext uri="{BB962C8B-B14F-4D97-AF65-F5344CB8AC3E}">
        <p14:creationId xmlns:p14="http://schemas.microsoft.com/office/powerpoint/2010/main" val="2765285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93FC233-3A31-CB9A-FF7D-CBB3AB36E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AE7A5-3AA5-11C6-B406-14A35DBDBCA4}"/>
              </a:ext>
            </a:extLst>
          </p:cNvPr>
          <p:cNvSpPr>
            <a:spLocks noGrp="1"/>
          </p:cNvSpPr>
          <p:nvPr>
            <p:ph type="title"/>
          </p:nvPr>
        </p:nvSpPr>
        <p:spPr>
          <a:xfrm>
            <a:off x="838200" y="365125"/>
            <a:ext cx="10515600" cy="614589"/>
          </a:xfrm>
        </p:spPr>
        <p:txBody>
          <a:bodyPr>
            <a:normAutofit/>
          </a:bodyPr>
          <a:lstStyle/>
          <a:p>
            <a:r>
              <a:rPr lang="en-IN" sz="3200" b="1" dirty="0"/>
              <a:t>Execution Engine</a:t>
            </a:r>
          </a:p>
        </p:txBody>
      </p:sp>
      <p:sp>
        <p:nvSpPr>
          <p:cNvPr id="3" name="Content Placeholder 2">
            <a:extLst>
              <a:ext uri="{FF2B5EF4-FFF2-40B4-BE49-F238E27FC236}">
                <a16:creationId xmlns:a16="http://schemas.microsoft.com/office/drawing/2014/main" id="{5B55753C-6C5A-70F7-287B-681987B46643}"/>
              </a:ext>
            </a:extLst>
          </p:cNvPr>
          <p:cNvSpPr>
            <a:spLocks noGrp="1"/>
          </p:cNvSpPr>
          <p:nvPr>
            <p:ph idx="1"/>
          </p:nvPr>
        </p:nvSpPr>
        <p:spPr>
          <a:xfrm>
            <a:off x="279918" y="1054359"/>
            <a:ext cx="11663266" cy="5542384"/>
          </a:xfrm>
        </p:spPr>
        <p:txBody>
          <a:bodyPr>
            <a:normAutofit lnSpcReduction="10000"/>
          </a:bodyPr>
          <a:lstStyle/>
          <a:p>
            <a:pPr algn="l" fontAlgn="auto"/>
            <a:r>
              <a:rPr lang="en-US" b="0" i="0" dirty="0">
                <a:effectLst/>
                <a:latin typeface="-apple-system"/>
              </a:rPr>
              <a:t>It can be classified into three parts:</a:t>
            </a:r>
          </a:p>
          <a:p>
            <a:pPr algn="l" fontAlgn="auto"/>
            <a:r>
              <a:rPr lang="en-US" b="1" i="0" dirty="0">
                <a:effectLst/>
                <a:latin typeface="-apple-system"/>
              </a:rPr>
              <a:t>3.1 Interpreter :</a:t>
            </a:r>
            <a:r>
              <a:rPr lang="en-US" b="0" i="0" dirty="0">
                <a:effectLst/>
                <a:latin typeface="-apple-system"/>
              </a:rPr>
              <a:t>The interpreter reads and executes the bytecode instructions line by line. Due to the line by line execution, the interpreter is comparatively slower.</a:t>
            </a:r>
          </a:p>
          <a:p>
            <a:pPr algn="l" fontAlgn="auto"/>
            <a:r>
              <a:rPr lang="en-US" b="0" i="0" dirty="0">
                <a:effectLst/>
                <a:latin typeface="-apple-system"/>
              </a:rPr>
              <a:t>Another disadvantage of the interpreter is that when a method is called multiple times, every time a new interpretation is required.</a:t>
            </a:r>
          </a:p>
          <a:p>
            <a:pPr algn="l" fontAlgn="auto"/>
            <a:r>
              <a:rPr lang="en-US" b="1" i="0" dirty="0">
                <a:effectLst/>
                <a:latin typeface="-apple-system"/>
              </a:rPr>
              <a:t>3.2 Just-In-Time Compiler(JIT)</a:t>
            </a:r>
            <a:r>
              <a:rPr lang="en-US" b="0" i="0" dirty="0">
                <a:effectLst/>
                <a:latin typeface="-apple-system"/>
              </a:rPr>
              <a:t> : It is used to increase the efficiency of an interpreter. It compiles the entire bytecode and changes it to native code so whenever the interpreter sees repeated method calls, JIT provides direct native code for that part so re-interpretation is not required, thus efficiency is improved.</a:t>
            </a:r>
          </a:p>
          <a:p>
            <a:pPr algn="l" fontAlgn="auto"/>
            <a:r>
              <a:rPr lang="en-US" b="1" i="0" dirty="0">
                <a:effectLst/>
                <a:latin typeface="-apple-system"/>
              </a:rPr>
              <a:t>3.3 Garbage Collector:</a:t>
            </a:r>
            <a:r>
              <a:rPr lang="en-US" b="0" i="0" dirty="0">
                <a:effectLst/>
                <a:latin typeface="-apple-system"/>
              </a:rPr>
              <a:t> It destroys un-referenced objects. For more on Garbage Collector, refer </a:t>
            </a:r>
            <a:r>
              <a:rPr lang="en-US" b="0" i="0" dirty="0">
                <a:effectLst/>
                <a:latin typeface="-apple-system"/>
                <a:hlinkClick r:id="rId2"/>
              </a:rPr>
              <a:t>Garbage Collector</a:t>
            </a:r>
            <a:r>
              <a:rPr lang="en-US" b="0" i="0" dirty="0">
                <a:effectLst/>
                <a:latin typeface="-apple-system"/>
              </a:rPr>
              <a:t>.</a:t>
            </a:r>
          </a:p>
        </p:txBody>
      </p:sp>
    </p:spTree>
    <p:extLst>
      <p:ext uri="{BB962C8B-B14F-4D97-AF65-F5344CB8AC3E}">
        <p14:creationId xmlns:p14="http://schemas.microsoft.com/office/powerpoint/2010/main" val="2186688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B3611-3D68-4AEA-B206-126C28FF19EA}"/>
              </a:ext>
            </a:extLst>
          </p:cNvPr>
          <p:cNvSpPr>
            <a:spLocks noGrp="1"/>
          </p:cNvSpPr>
          <p:nvPr>
            <p:ph type="title"/>
          </p:nvPr>
        </p:nvSpPr>
        <p:spPr/>
        <p:txBody>
          <a:bodyPr/>
          <a:lstStyle/>
          <a:p>
            <a:r>
              <a:rPr lang="en-IN" sz="2800" b="1" i="0" dirty="0">
                <a:effectLst/>
                <a:latin typeface="-apple-system"/>
              </a:rPr>
              <a:t>Java Native Interface (JNI) Native Method Libraries : </a:t>
            </a:r>
            <a:endParaRPr lang="en-IN" dirty="0"/>
          </a:p>
        </p:txBody>
      </p:sp>
      <p:sp>
        <p:nvSpPr>
          <p:cNvPr id="3" name="Content Placeholder 2">
            <a:extLst>
              <a:ext uri="{FF2B5EF4-FFF2-40B4-BE49-F238E27FC236}">
                <a16:creationId xmlns:a16="http://schemas.microsoft.com/office/drawing/2014/main" id="{EB1EEDCD-8FCE-D089-546A-1581B292268D}"/>
              </a:ext>
            </a:extLst>
          </p:cNvPr>
          <p:cNvSpPr>
            <a:spLocks noGrp="1"/>
          </p:cNvSpPr>
          <p:nvPr>
            <p:ph idx="1"/>
          </p:nvPr>
        </p:nvSpPr>
        <p:spPr/>
        <p:txBody>
          <a:bodyPr/>
          <a:lstStyle/>
          <a:p>
            <a:pPr algn="l" fontAlgn="auto"/>
            <a:r>
              <a:rPr lang="en-US" b="1" i="0" dirty="0">
                <a:effectLst/>
                <a:latin typeface="-apple-system"/>
              </a:rPr>
              <a:t>Java Native Interface (JNI) :</a:t>
            </a:r>
          </a:p>
          <a:p>
            <a:pPr algn="l" fontAlgn="auto"/>
            <a:r>
              <a:rPr lang="en-US" b="0" i="0" dirty="0">
                <a:effectLst/>
                <a:latin typeface="-apple-system"/>
              </a:rPr>
              <a:t>It is an interface that interacts with the Native Method Libraries and provides the native libraries(C, C++) required for the execution. It enables JVM to call C/C++ libraries and to be called by C/C++ libraries which may be specific to hardware.</a:t>
            </a:r>
          </a:p>
          <a:p>
            <a:pPr algn="l" fontAlgn="auto"/>
            <a:r>
              <a:rPr lang="en-US" b="1" i="0" dirty="0">
                <a:effectLst/>
                <a:latin typeface="-apple-system"/>
              </a:rPr>
              <a:t>Native Method Libraries : </a:t>
            </a:r>
          </a:p>
          <a:p>
            <a:pPr algn="l" fontAlgn="auto"/>
            <a:r>
              <a:rPr lang="en-US" b="0" i="0" dirty="0">
                <a:effectLst/>
                <a:latin typeface="-apple-system"/>
              </a:rPr>
              <a:t>It is a collection of the Native Libraries(C, C++) which are required by the Execution Engine.</a:t>
            </a:r>
          </a:p>
          <a:p>
            <a:endParaRPr lang="en-IN" dirty="0"/>
          </a:p>
        </p:txBody>
      </p:sp>
    </p:spTree>
    <p:extLst>
      <p:ext uri="{BB962C8B-B14F-4D97-AF65-F5344CB8AC3E}">
        <p14:creationId xmlns:p14="http://schemas.microsoft.com/office/powerpoint/2010/main" val="4071146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1944</Words>
  <Application>Microsoft Office PowerPoint</Application>
  <PresentationFormat>Widescreen</PresentationFormat>
  <Paragraphs>84</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-apple-system</vt:lpstr>
      <vt:lpstr>Arial</vt:lpstr>
      <vt:lpstr>Avantgarde</vt:lpstr>
      <vt:lpstr>Calibri</vt:lpstr>
      <vt:lpstr>Calibri Light</vt:lpstr>
      <vt:lpstr>Monaco</vt:lpstr>
      <vt:lpstr>open_sansregular</vt:lpstr>
      <vt:lpstr>Office Theme</vt:lpstr>
      <vt:lpstr>PowerPoint Presentation</vt:lpstr>
      <vt:lpstr>PowerPoint Presentation</vt:lpstr>
      <vt:lpstr>PowerPoint Presentation</vt:lpstr>
      <vt:lpstr>What is JVM ?</vt:lpstr>
      <vt:lpstr>PowerPoint Presentation</vt:lpstr>
      <vt:lpstr>ClassLoader:</vt:lpstr>
      <vt:lpstr>Loading :</vt:lpstr>
      <vt:lpstr>How ClassLoader works in Java !!</vt:lpstr>
      <vt:lpstr>PowerPoint Presentation</vt:lpstr>
      <vt:lpstr>Linking :</vt:lpstr>
      <vt:lpstr>Method Area (Method Space):</vt:lpstr>
      <vt:lpstr>Heap:</vt:lpstr>
      <vt:lpstr>Stack Memory</vt:lpstr>
      <vt:lpstr>Stack Frame Structure</vt:lpstr>
      <vt:lpstr>Stack Frame Structure(Local Variable Array)</vt:lpstr>
      <vt:lpstr>Stack Frame Structure(Operand Stack)</vt:lpstr>
      <vt:lpstr>Stack Frame Structure(Frame Data)</vt:lpstr>
      <vt:lpstr>PC Registers (Program Counter Registers)</vt:lpstr>
      <vt:lpstr>Native Method Stacks</vt:lpstr>
      <vt:lpstr>PowerPoint Presentation</vt:lpstr>
      <vt:lpstr>Execution Engine</vt:lpstr>
      <vt:lpstr>Java Native Interface (JNI) Native Method Libraries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2024-02-26T05:35:35Z</dcterms:created>
  <dcterms:modified xsi:type="dcterms:W3CDTF">2024-05-31T01:15:11Z</dcterms:modified>
</cp:coreProperties>
</file>