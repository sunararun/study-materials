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7" r:id="rId3"/>
    <p:sldId id="257" r:id="rId4"/>
    <p:sldId id="258" r:id="rId5"/>
    <p:sldId id="259" r:id="rId6"/>
    <p:sldId id="260" r:id="rId7"/>
    <p:sldId id="261" r:id="rId8"/>
    <p:sldId id="262" r:id="rId9"/>
    <p:sldId id="264" r:id="rId10"/>
    <p:sldId id="263" r:id="rId11"/>
    <p:sldId id="265" r:id="rId12"/>
    <p:sldId id="266" r:id="rId13"/>
    <p:sldId id="267" r:id="rId14"/>
    <p:sldId id="268" r:id="rId15"/>
    <p:sldId id="269" r:id="rId16"/>
    <p:sldId id="270" r:id="rId17"/>
    <p:sldId id="271" r:id="rId18"/>
    <p:sldId id="272" r:id="rId19"/>
    <p:sldId id="273" r:id="rId20"/>
    <p:sldId id="274" r:id="rId21"/>
    <p:sldId id="303" r:id="rId22"/>
    <p:sldId id="301" r:id="rId23"/>
    <p:sldId id="304" r:id="rId24"/>
    <p:sldId id="275" r:id="rId25"/>
    <p:sldId id="302" r:id="rId26"/>
    <p:sldId id="276" r:id="rId27"/>
    <p:sldId id="277" r:id="rId28"/>
    <p:sldId id="278" r:id="rId29"/>
    <p:sldId id="306" r:id="rId30"/>
    <p:sldId id="279" r:id="rId31"/>
    <p:sldId id="308" r:id="rId32"/>
    <p:sldId id="280" r:id="rId33"/>
    <p:sldId id="281" r:id="rId34"/>
    <p:sldId id="282" r:id="rId35"/>
    <p:sldId id="283" r:id="rId36"/>
    <p:sldId id="290" r:id="rId37"/>
    <p:sldId id="284" r:id="rId38"/>
    <p:sldId id="285" r:id="rId39"/>
    <p:sldId id="286" r:id="rId40"/>
    <p:sldId id="287" r:id="rId41"/>
    <p:sldId id="288" r:id="rId42"/>
    <p:sldId id="289" r:id="rId43"/>
    <p:sldId id="291" r:id="rId44"/>
    <p:sldId id="292" r:id="rId45"/>
    <p:sldId id="293" r:id="rId46"/>
    <p:sldId id="294" r:id="rId47"/>
    <p:sldId id="295" r:id="rId48"/>
    <p:sldId id="296" r:id="rId49"/>
    <p:sldId id="297" r:id="rId50"/>
    <p:sldId id="300" r:id="rId51"/>
    <p:sldId id="298" r:id="rId52"/>
    <p:sldId id="299" r:id="rId53"/>
    <p:sldId id="305"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E86656-0544-49A9-ACCA-AC103F67544F}" v="1" dt="2024-07-20T02:01:30.8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F1DF600E-8B02-47FE-9346-4B5A2A26916D}"/>
    <pc:docChg chg="modSld">
      <pc:chgData name="Arun Sunar" userId="3fa9774ca67c7ab5" providerId="LiveId" clId="{F1DF600E-8B02-47FE-9346-4B5A2A26916D}" dt="2024-03-11T06:12:04.409" v="0" actId="20577"/>
      <pc:docMkLst>
        <pc:docMk/>
      </pc:docMkLst>
      <pc:sldChg chg="modSp mod">
        <pc:chgData name="Arun Sunar" userId="3fa9774ca67c7ab5" providerId="LiveId" clId="{F1DF600E-8B02-47FE-9346-4B5A2A26916D}" dt="2024-03-11T06:12:04.409" v="0" actId="20577"/>
        <pc:sldMkLst>
          <pc:docMk/>
          <pc:sldMk cId="2320919297" sldId="278"/>
        </pc:sldMkLst>
        <pc:spChg chg="mod">
          <ac:chgData name="Arun Sunar" userId="3fa9774ca67c7ab5" providerId="LiveId" clId="{F1DF600E-8B02-47FE-9346-4B5A2A26916D}" dt="2024-03-11T06:12:04.409" v="0" actId="20577"/>
          <ac:spMkLst>
            <pc:docMk/>
            <pc:sldMk cId="2320919297" sldId="278"/>
            <ac:spMk id="2" creationId="{014C100A-7A5E-55BC-8D99-A24E6D776C00}"/>
          </ac:spMkLst>
        </pc:spChg>
      </pc:sldChg>
    </pc:docChg>
  </pc:docChgLst>
  <pc:docChgLst>
    <pc:chgData name="Arun Sunar" userId="3fa9774ca67c7ab5" providerId="LiveId" clId="{3E74B7D0-0A4D-4DF7-866A-A58B0EC6E9C7}"/>
    <pc:docChg chg="undo custSel addSld delSld modSld sldOrd">
      <pc:chgData name="Arun Sunar" userId="3fa9774ca67c7ab5" providerId="LiveId" clId="{3E74B7D0-0A4D-4DF7-866A-A58B0EC6E9C7}" dt="2024-05-24T03:54:50.839" v="101" actId="20577"/>
      <pc:docMkLst>
        <pc:docMk/>
      </pc:docMkLst>
      <pc:sldChg chg="modSp mod">
        <pc:chgData name="Arun Sunar" userId="3fa9774ca67c7ab5" providerId="LiveId" clId="{3E74B7D0-0A4D-4DF7-866A-A58B0EC6E9C7}" dt="2024-05-20T11:56:03.855" v="33" actId="113"/>
        <pc:sldMkLst>
          <pc:docMk/>
          <pc:sldMk cId="3616746153" sldId="274"/>
        </pc:sldMkLst>
        <pc:spChg chg="mod">
          <ac:chgData name="Arun Sunar" userId="3fa9774ca67c7ab5" providerId="LiveId" clId="{3E74B7D0-0A4D-4DF7-866A-A58B0EC6E9C7}" dt="2024-05-20T11:56:03.855" v="33" actId="113"/>
          <ac:spMkLst>
            <pc:docMk/>
            <pc:sldMk cId="3616746153" sldId="274"/>
            <ac:spMk id="3" creationId="{FC9AA71B-F373-9C0F-B77D-B6A99394CAB2}"/>
          </ac:spMkLst>
        </pc:spChg>
      </pc:sldChg>
      <pc:sldChg chg="addSp modSp mod">
        <pc:chgData name="Arun Sunar" userId="3fa9774ca67c7ab5" providerId="LiveId" clId="{3E74B7D0-0A4D-4DF7-866A-A58B0EC6E9C7}" dt="2024-05-20T11:57:03.349" v="41"/>
        <pc:sldMkLst>
          <pc:docMk/>
          <pc:sldMk cId="4074764617" sldId="275"/>
        </pc:sldMkLst>
        <pc:spChg chg="mod">
          <ac:chgData name="Arun Sunar" userId="3fa9774ca67c7ab5" providerId="LiveId" clId="{3E74B7D0-0A4D-4DF7-866A-A58B0EC6E9C7}" dt="2024-05-20T11:56:43.190" v="38" actId="113"/>
          <ac:spMkLst>
            <pc:docMk/>
            <pc:sldMk cId="4074764617" sldId="275"/>
            <ac:spMk id="2" creationId="{A611A233-C059-83F4-2DF5-6AA62FB43A93}"/>
          </ac:spMkLst>
        </pc:spChg>
        <pc:spChg chg="mod">
          <ac:chgData name="Arun Sunar" userId="3fa9774ca67c7ab5" providerId="LiveId" clId="{3E74B7D0-0A4D-4DF7-866A-A58B0EC6E9C7}" dt="2024-05-20T11:57:03.349" v="41"/>
          <ac:spMkLst>
            <pc:docMk/>
            <pc:sldMk cId="4074764617" sldId="275"/>
            <ac:spMk id="3" creationId="{5992CBA1-7604-967C-B25F-6C82BCF02C39}"/>
          </ac:spMkLst>
        </pc:spChg>
        <pc:spChg chg="add">
          <ac:chgData name="Arun Sunar" userId="3fa9774ca67c7ab5" providerId="LiveId" clId="{3E74B7D0-0A4D-4DF7-866A-A58B0EC6E9C7}" dt="2024-05-20T11:57:00.737" v="39"/>
          <ac:spMkLst>
            <pc:docMk/>
            <pc:sldMk cId="4074764617" sldId="275"/>
            <ac:spMk id="4" creationId="{4DED8A3D-06AC-5F7A-2526-E45E00588609}"/>
          </ac:spMkLst>
        </pc:spChg>
      </pc:sldChg>
      <pc:sldChg chg="addSp delSp modSp new mod">
        <pc:chgData name="Arun Sunar" userId="3fa9774ca67c7ab5" providerId="LiveId" clId="{3E74B7D0-0A4D-4DF7-866A-A58B0EC6E9C7}" dt="2024-05-20T11:53:34.262" v="18" actId="14100"/>
        <pc:sldMkLst>
          <pc:docMk/>
          <pc:sldMk cId="4114434218" sldId="301"/>
        </pc:sldMkLst>
        <pc:spChg chg="del">
          <ac:chgData name="Arun Sunar" userId="3fa9774ca67c7ab5" providerId="LiveId" clId="{3E74B7D0-0A4D-4DF7-866A-A58B0EC6E9C7}" dt="2024-05-20T11:53:06.142" v="6" actId="478"/>
          <ac:spMkLst>
            <pc:docMk/>
            <pc:sldMk cId="4114434218" sldId="301"/>
            <ac:spMk id="2" creationId="{2CB11374-BD12-C5BD-C2C1-F70E35290185}"/>
          </ac:spMkLst>
        </pc:spChg>
        <pc:spChg chg="del">
          <ac:chgData name="Arun Sunar" userId="3fa9774ca67c7ab5" providerId="LiveId" clId="{3E74B7D0-0A4D-4DF7-866A-A58B0EC6E9C7}" dt="2024-05-20T11:53:08.219" v="7" actId="478"/>
          <ac:spMkLst>
            <pc:docMk/>
            <pc:sldMk cId="4114434218" sldId="301"/>
            <ac:spMk id="3" creationId="{793AFB16-93E5-A2CF-746B-9E66A68F4F90}"/>
          </ac:spMkLst>
        </pc:spChg>
        <pc:picChg chg="add mod">
          <ac:chgData name="Arun Sunar" userId="3fa9774ca67c7ab5" providerId="LiveId" clId="{3E74B7D0-0A4D-4DF7-866A-A58B0EC6E9C7}" dt="2024-05-20T11:53:34.262" v="18" actId="14100"/>
          <ac:picMkLst>
            <pc:docMk/>
            <pc:sldMk cId="4114434218" sldId="301"/>
            <ac:picMk id="4" creationId="{D0DF7935-14BD-0E6F-AAF9-5CD1ABB26EB3}"/>
          </ac:picMkLst>
        </pc:picChg>
        <pc:picChg chg="add">
          <ac:chgData name="Arun Sunar" userId="3fa9774ca67c7ab5" providerId="LiveId" clId="{3E74B7D0-0A4D-4DF7-866A-A58B0EC6E9C7}" dt="2024-05-20T11:53:10.548" v="8"/>
          <ac:picMkLst>
            <pc:docMk/>
            <pc:sldMk cId="4114434218" sldId="301"/>
            <ac:picMk id="1026" creationId="{301FE37D-9D58-33A6-FA8C-2CFE974F769F}"/>
          </ac:picMkLst>
        </pc:picChg>
      </pc:sldChg>
      <pc:sldChg chg="addSp delSp modSp add mod ord">
        <pc:chgData name="Arun Sunar" userId="3fa9774ca67c7ab5" providerId="LiveId" clId="{3E74B7D0-0A4D-4DF7-866A-A58B0EC6E9C7}" dt="2024-05-20T12:05:06.127" v="69" actId="1076"/>
        <pc:sldMkLst>
          <pc:docMk/>
          <pc:sldMk cId="2191203198" sldId="302"/>
        </pc:sldMkLst>
        <pc:picChg chg="add mod">
          <ac:chgData name="Arun Sunar" userId="3fa9774ca67c7ab5" providerId="LiveId" clId="{3E74B7D0-0A4D-4DF7-866A-A58B0EC6E9C7}" dt="2024-05-20T11:57:42.269" v="52" actId="14100"/>
          <ac:picMkLst>
            <pc:docMk/>
            <pc:sldMk cId="2191203198" sldId="302"/>
            <ac:picMk id="2" creationId="{96528F1A-7A43-6AE3-89A9-59C564B35BDE}"/>
          </ac:picMkLst>
        </pc:picChg>
        <pc:picChg chg="del mod">
          <ac:chgData name="Arun Sunar" userId="3fa9774ca67c7ab5" providerId="LiveId" clId="{3E74B7D0-0A4D-4DF7-866A-A58B0EC6E9C7}" dt="2024-05-20T11:57:27.343" v="46" actId="478"/>
          <ac:picMkLst>
            <pc:docMk/>
            <pc:sldMk cId="2191203198" sldId="302"/>
            <ac:picMk id="4" creationId="{D0DF7935-14BD-0E6F-AAF9-5CD1ABB26EB3}"/>
          </ac:picMkLst>
        </pc:picChg>
        <pc:picChg chg="add">
          <ac:chgData name="Arun Sunar" userId="3fa9774ca67c7ab5" providerId="LiveId" clId="{3E74B7D0-0A4D-4DF7-866A-A58B0EC6E9C7}" dt="2024-05-20T11:57:28.812" v="47"/>
          <ac:picMkLst>
            <pc:docMk/>
            <pc:sldMk cId="2191203198" sldId="302"/>
            <ac:picMk id="3074" creationId="{39E8F07A-10FD-1602-77AD-0FB4AA29B5BE}"/>
          </ac:picMkLst>
        </pc:picChg>
        <pc:picChg chg="add mod">
          <ac:chgData name="Arun Sunar" userId="3fa9774ca67c7ab5" providerId="LiveId" clId="{3E74B7D0-0A4D-4DF7-866A-A58B0EC6E9C7}" dt="2024-05-20T12:05:06.127" v="69" actId="1076"/>
          <ac:picMkLst>
            <pc:docMk/>
            <pc:sldMk cId="2191203198" sldId="302"/>
            <ac:picMk id="3076" creationId="{10A8EDAF-BE6B-C262-3E1B-316AA8CDC4BA}"/>
          </ac:picMkLst>
        </pc:picChg>
      </pc:sldChg>
      <pc:sldChg chg="add del">
        <pc:chgData name="Arun Sunar" userId="3fa9774ca67c7ab5" providerId="LiveId" clId="{3E74B7D0-0A4D-4DF7-866A-A58B0EC6E9C7}" dt="2024-05-20T12:03:54.679" v="54" actId="2890"/>
        <pc:sldMkLst>
          <pc:docMk/>
          <pc:sldMk cId="739458357" sldId="303"/>
        </pc:sldMkLst>
      </pc:sldChg>
      <pc:sldChg chg="modSp add mod ord">
        <pc:chgData name="Arun Sunar" userId="3fa9774ca67c7ab5" providerId="LiveId" clId="{3E74B7D0-0A4D-4DF7-866A-A58B0EC6E9C7}" dt="2024-05-20T12:04:21.605" v="63"/>
        <pc:sldMkLst>
          <pc:docMk/>
          <pc:sldMk cId="1898958756" sldId="303"/>
        </pc:sldMkLst>
        <pc:spChg chg="mod">
          <ac:chgData name="Arun Sunar" userId="3fa9774ca67c7ab5" providerId="LiveId" clId="{3E74B7D0-0A4D-4DF7-866A-A58B0EC6E9C7}" dt="2024-05-20T12:04:04.904" v="60"/>
          <ac:spMkLst>
            <pc:docMk/>
            <pc:sldMk cId="1898958756" sldId="303"/>
            <ac:spMk id="2" creationId="{A611A233-C059-83F4-2DF5-6AA62FB43A93}"/>
          </ac:spMkLst>
        </pc:spChg>
        <pc:spChg chg="mod">
          <ac:chgData name="Arun Sunar" userId="3fa9774ca67c7ab5" providerId="LiveId" clId="{3E74B7D0-0A4D-4DF7-866A-A58B0EC6E9C7}" dt="2024-05-20T12:04:21.605" v="63"/>
          <ac:spMkLst>
            <pc:docMk/>
            <pc:sldMk cId="1898958756" sldId="303"/>
            <ac:spMk id="3" creationId="{5992CBA1-7604-967C-B25F-6C82BCF02C39}"/>
          </ac:spMkLst>
        </pc:spChg>
      </pc:sldChg>
      <pc:sldChg chg="addSp delSp modSp add del mod">
        <pc:chgData name="Arun Sunar" userId="3fa9774ca67c7ab5" providerId="LiveId" clId="{3E74B7D0-0A4D-4DF7-866A-A58B0EC6E9C7}" dt="2024-05-20T12:05:40.453" v="79" actId="14100"/>
        <pc:sldMkLst>
          <pc:docMk/>
          <pc:sldMk cId="3654792379" sldId="304"/>
        </pc:sldMkLst>
        <pc:picChg chg="add mod">
          <ac:chgData name="Arun Sunar" userId="3fa9774ca67c7ab5" providerId="LiveId" clId="{3E74B7D0-0A4D-4DF7-866A-A58B0EC6E9C7}" dt="2024-05-20T12:05:40.453" v="79" actId="14100"/>
          <ac:picMkLst>
            <pc:docMk/>
            <pc:sldMk cId="3654792379" sldId="304"/>
            <ac:picMk id="2" creationId="{5D3448EF-1387-3E2A-97C4-353663482E54}"/>
          </ac:picMkLst>
        </pc:picChg>
        <pc:picChg chg="del">
          <ac:chgData name="Arun Sunar" userId="3fa9774ca67c7ab5" providerId="LiveId" clId="{3E74B7D0-0A4D-4DF7-866A-A58B0EC6E9C7}" dt="2024-05-20T12:05:27.291" v="73" actId="478"/>
          <ac:picMkLst>
            <pc:docMk/>
            <pc:sldMk cId="3654792379" sldId="304"/>
            <ac:picMk id="4" creationId="{D0DF7935-14BD-0E6F-AAF9-5CD1ABB26EB3}"/>
          </ac:picMkLst>
        </pc:picChg>
        <pc:picChg chg="add">
          <ac:chgData name="Arun Sunar" userId="3fa9774ca67c7ab5" providerId="LiveId" clId="{3E74B7D0-0A4D-4DF7-866A-A58B0EC6E9C7}" dt="2024-05-20T12:05:29.699" v="74"/>
          <ac:picMkLst>
            <pc:docMk/>
            <pc:sldMk cId="3654792379" sldId="304"/>
            <ac:picMk id="4098" creationId="{68799BD0-C999-0EFB-9CC2-8EEF129E7742}"/>
          </ac:picMkLst>
        </pc:picChg>
      </pc:sldChg>
      <pc:sldChg chg="modSp new mod">
        <pc:chgData name="Arun Sunar" userId="3fa9774ca67c7ab5" providerId="LiveId" clId="{3E74B7D0-0A4D-4DF7-866A-A58B0EC6E9C7}" dt="2024-05-24T03:54:50.839" v="101" actId="20577"/>
        <pc:sldMkLst>
          <pc:docMk/>
          <pc:sldMk cId="2888854312" sldId="305"/>
        </pc:sldMkLst>
        <pc:spChg chg="mod">
          <ac:chgData name="Arun Sunar" userId="3fa9774ca67c7ab5" providerId="LiveId" clId="{3E74B7D0-0A4D-4DF7-866A-A58B0EC6E9C7}" dt="2024-05-24T03:54:48.264" v="99" actId="20577"/>
          <ac:spMkLst>
            <pc:docMk/>
            <pc:sldMk cId="2888854312" sldId="305"/>
            <ac:spMk id="2" creationId="{01CA7DD4-94DA-D4FD-EFA1-C49016E86FD7}"/>
          </ac:spMkLst>
        </pc:spChg>
        <pc:spChg chg="mod">
          <ac:chgData name="Arun Sunar" userId="3fa9774ca67c7ab5" providerId="LiveId" clId="{3E74B7D0-0A4D-4DF7-866A-A58B0EC6E9C7}" dt="2024-05-24T03:54:50.839" v="101" actId="20577"/>
          <ac:spMkLst>
            <pc:docMk/>
            <pc:sldMk cId="2888854312" sldId="305"/>
            <ac:spMk id="3" creationId="{22B13D55-16F1-D114-20AB-4D7DAF6A14EC}"/>
          </ac:spMkLst>
        </pc:spChg>
      </pc:sldChg>
    </pc:docChg>
  </pc:docChgLst>
  <pc:docChgLst>
    <pc:chgData name="Arun Sunar" userId="3fa9774ca67c7ab5" providerId="LiveId" clId="{98A6F919-3787-41A0-B0E9-658BB845568C}"/>
    <pc:docChg chg="modSld">
      <pc:chgData name="Arun Sunar" userId="3fa9774ca67c7ab5" providerId="LiveId" clId="{98A6F919-3787-41A0-B0E9-658BB845568C}" dt="2024-06-12T02:44:36.851" v="0"/>
      <pc:docMkLst>
        <pc:docMk/>
      </pc:docMkLst>
      <pc:sldChg chg="modSp mod">
        <pc:chgData name="Arun Sunar" userId="3fa9774ca67c7ab5" providerId="LiveId" clId="{98A6F919-3787-41A0-B0E9-658BB845568C}" dt="2024-06-12T02:44:36.851" v="0"/>
        <pc:sldMkLst>
          <pc:docMk/>
          <pc:sldMk cId="1236205474" sldId="256"/>
        </pc:sldMkLst>
        <pc:spChg chg="mod">
          <ac:chgData name="Arun Sunar" userId="3fa9774ca67c7ab5" providerId="LiveId" clId="{98A6F919-3787-41A0-B0E9-658BB845568C}" dt="2024-06-12T02:44:36.851" v="0"/>
          <ac:spMkLst>
            <pc:docMk/>
            <pc:sldMk cId="1236205474" sldId="256"/>
            <ac:spMk id="3" creationId="{D9AA5434-E0CE-B5FE-C0B8-4A28026C0E81}"/>
          </ac:spMkLst>
        </pc:spChg>
      </pc:sldChg>
    </pc:docChg>
  </pc:docChgLst>
  <pc:docChgLst>
    <pc:chgData name="Arun Sunar" userId="3fa9774ca67c7ab5" providerId="LiveId" clId="{49E86656-0544-49A9-ACCA-AC103F67544F}"/>
    <pc:docChg chg="undo redo custSel addSld modSld">
      <pc:chgData name="Arun Sunar" userId="3fa9774ca67c7ab5" providerId="LiveId" clId="{49E86656-0544-49A9-ACCA-AC103F67544F}" dt="2024-07-29T13:28:46.070" v="68"/>
      <pc:docMkLst>
        <pc:docMk/>
      </pc:docMkLst>
      <pc:sldChg chg="modSp mod">
        <pc:chgData name="Arun Sunar" userId="3fa9774ca67c7ab5" providerId="LiveId" clId="{49E86656-0544-49A9-ACCA-AC103F67544F}" dt="2024-07-29T11:54:16.542" v="35" actId="20577"/>
        <pc:sldMkLst>
          <pc:docMk/>
          <pc:sldMk cId="1236205474" sldId="256"/>
        </pc:sldMkLst>
        <pc:spChg chg="mod">
          <ac:chgData name="Arun Sunar" userId="3fa9774ca67c7ab5" providerId="LiveId" clId="{49E86656-0544-49A9-ACCA-AC103F67544F}" dt="2024-07-29T11:54:16.542" v="35" actId="20577"/>
          <ac:spMkLst>
            <pc:docMk/>
            <pc:sldMk cId="1236205474" sldId="256"/>
            <ac:spMk id="3" creationId="{D9AA5434-E0CE-B5FE-C0B8-4A28026C0E81}"/>
          </ac:spMkLst>
        </pc:spChg>
      </pc:sldChg>
      <pc:sldChg chg="modSp mod">
        <pc:chgData name="Arun Sunar" userId="3fa9774ca67c7ab5" providerId="LiveId" clId="{49E86656-0544-49A9-ACCA-AC103F67544F}" dt="2024-07-29T13:15:33.082" v="38"/>
        <pc:sldMkLst>
          <pc:docMk/>
          <pc:sldMk cId="4202381672" sldId="265"/>
        </pc:sldMkLst>
        <pc:spChg chg="mod">
          <ac:chgData name="Arun Sunar" userId="3fa9774ca67c7ab5" providerId="LiveId" clId="{49E86656-0544-49A9-ACCA-AC103F67544F}" dt="2024-07-29T13:15:33.082" v="38"/>
          <ac:spMkLst>
            <pc:docMk/>
            <pc:sldMk cId="4202381672" sldId="265"/>
            <ac:spMk id="3" creationId="{CE01FE42-3D56-3E56-2B7B-BB07E50A4099}"/>
          </ac:spMkLst>
        </pc:spChg>
      </pc:sldChg>
      <pc:sldChg chg="modSp mod">
        <pc:chgData name="Arun Sunar" userId="3fa9774ca67c7ab5" providerId="LiveId" clId="{49E86656-0544-49A9-ACCA-AC103F67544F}" dt="2024-07-29T13:17:23.225" v="46" actId="108"/>
        <pc:sldMkLst>
          <pc:docMk/>
          <pc:sldMk cId="1862206860" sldId="267"/>
        </pc:sldMkLst>
        <pc:spChg chg="mod">
          <ac:chgData name="Arun Sunar" userId="3fa9774ca67c7ab5" providerId="LiveId" clId="{49E86656-0544-49A9-ACCA-AC103F67544F}" dt="2024-07-29T13:17:23.225" v="46" actId="108"/>
          <ac:spMkLst>
            <pc:docMk/>
            <pc:sldMk cId="1862206860" sldId="267"/>
            <ac:spMk id="3" creationId="{715E1915-5CD9-8CBA-19B9-5B98CD389903}"/>
          </ac:spMkLst>
        </pc:spChg>
      </pc:sldChg>
      <pc:sldChg chg="modSp mod">
        <pc:chgData name="Arun Sunar" userId="3fa9774ca67c7ab5" providerId="LiveId" clId="{49E86656-0544-49A9-ACCA-AC103F67544F}" dt="2024-07-29T13:18:39.729" v="53" actId="20577"/>
        <pc:sldMkLst>
          <pc:docMk/>
          <pc:sldMk cId="1720025856" sldId="268"/>
        </pc:sldMkLst>
        <pc:spChg chg="mod">
          <ac:chgData name="Arun Sunar" userId="3fa9774ca67c7ab5" providerId="LiveId" clId="{49E86656-0544-49A9-ACCA-AC103F67544F}" dt="2024-07-29T13:18:39.729" v="53" actId="20577"/>
          <ac:spMkLst>
            <pc:docMk/>
            <pc:sldMk cId="1720025856" sldId="268"/>
            <ac:spMk id="3" creationId="{0AB7C4F6-E34B-6A9A-EBD7-E2137AB71E83}"/>
          </ac:spMkLst>
        </pc:spChg>
      </pc:sldChg>
      <pc:sldChg chg="modSp mod">
        <pc:chgData name="Arun Sunar" userId="3fa9774ca67c7ab5" providerId="LiveId" clId="{49E86656-0544-49A9-ACCA-AC103F67544F}" dt="2024-07-29T13:20:02.390" v="54"/>
        <pc:sldMkLst>
          <pc:docMk/>
          <pc:sldMk cId="3829442491" sldId="269"/>
        </pc:sldMkLst>
        <pc:spChg chg="mod">
          <ac:chgData name="Arun Sunar" userId="3fa9774ca67c7ab5" providerId="LiveId" clId="{49E86656-0544-49A9-ACCA-AC103F67544F}" dt="2024-07-29T13:20:02.390" v="54"/>
          <ac:spMkLst>
            <pc:docMk/>
            <pc:sldMk cId="3829442491" sldId="269"/>
            <ac:spMk id="3" creationId="{5BC68750-38CF-F2B8-2B7C-A02BEBF1EC51}"/>
          </ac:spMkLst>
        </pc:spChg>
      </pc:sldChg>
      <pc:sldChg chg="addSp delSp modSp add mod">
        <pc:chgData name="Arun Sunar" userId="3fa9774ca67c7ab5" providerId="LiveId" clId="{49E86656-0544-49A9-ACCA-AC103F67544F}" dt="2024-07-20T02:00:08.651" v="12" actId="403"/>
        <pc:sldMkLst>
          <pc:docMk/>
          <pc:sldMk cId="3914586918" sldId="306"/>
        </pc:sldMkLst>
        <pc:spChg chg="del">
          <ac:chgData name="Arun Sunar" userId="3fa9774ca67c7ab5" providerId="LiveId" clId="{49E86656-0544-49A9-ACCA-AC103F67544F}" dt="2024-07-20T01:59:35.423" v="1" actId="478"/>
          <ac:spMkLst>
            <pc:docMk/>
            <pc:sldMk cId="3914586918" sldId="306"/>
            <ac:spMk id="3" creationId="{4304DF4D-16CB-61B6-7847-E240CA7C9037}"/>
          </ac:spMkLst>
        </pc:spChg>
        <pc:spChg chg="add del mod">
          <ac:chgData name="Arun Sunar" userId="3fa9774ca67c7ab5" providerId="LiveId" clId="{49E86656-0544-49A9-ACCA-AC103F67544F}" dt="2024-07-20T01:59:38.228" v="2" actId="478"/>
          <ac:spMkLst>
            <pc:docMk/>
            <pc:sldMk cId="3914586918" sldId="306"/>
            <ac:spMk id="5" creationId="{F950D1CB-50D8-4CB3-B073-73AAEB75D14E}"/>
          </ac:spMkLst>
        </pc:spChg>
        <pc:spChg chg="add del">
          <ac:chgData name="Arun Sunar" userId="3fa9774ca67c7ab5" providerId="LiveId" clId="{49E86656-0544-49A9-ACCA-AC103F67544F}" dt="2024-07-20T01:59:42.233" v="4" actId="22"/>
          <ac:spMkLst>
            <pc:docMk/>
            <pc:sldMk cId="3914586918" sldId="306"/>
            <ac:spMk id="7" creationId="{419DC1BF-5033-501F-7B2B-9AD5E0C65482}"/>
          </ac:spMkLst>
        </pc:spChg>
        <pc:spChg chg="add mod">
          <ac:chgData name="Arun Sunar" userId="3fa9774ca67c7ab5" providerId="LiveId" clId="{49E86656-0544-49A9-ACCA-AC103F67544F}" dt="2024-07-20T02:00:08.651" v="12" actId="403"/>
          <ac:spMkLst>
            <pc:docMk/>
            <pc:sldMk cId="3914586918" sldId="306"/>
            <ac:spMk id="9" creationId="{E5464A58-C91B-2422-4074-B3A72A8944E2}"/>
          </ac:spMkLst>
        </pc:spChg>
      </pc:sldChg>
      <pc:sldChg chg="addSp delSp modSp add mod">
        <pc:chgData name="Arun Sunar" userId="3fa9774ca67c7ab5" providerId="LiveId" clId="{49E86656-0544-49A9-ACCA-AC103F67544F}" dt="2024-07-20T02:02:06.440" v="29" actId="1076"/>
        <pc:sldMkLst>
          <pc:docMk/>
          <pc:sldMk cId="3728304413" sldId="307"/>
        </pc:sldMkLst>
        <pc:spChg chg="del">
          <ac:chgData name="Arun Sunar" userId="3fa9774ca67c7ab5" providerId="LiveId" clId="{49E86656-0544-49A9-ACCA-AC103F67544F}" dt="2024-07-20T02:01:35.254" v="15" actId="478"/>
          <ac:spMkLst>
            <pc:docMk/>
            <pc:sldMk cId="3728304413" sldId="307"/>
            <ac:spMk id="3" creationId="{D9AA5434-E0CE-B5FE-C0B8-4A28026C0E81}"/>
          </ac:spMkLst>
        </pc:spChg>
        <pc:spChg chg="add del mod">
          <ac:chgData name="Arun Sunar" userId="3fa9774ca67c7ab5" providerId="LiveId" clId="{49E86656-0544-49A9-ACCA-AC103F67544F}" dt="2024-07-20T02:01:40.496" v="16" actId="478"/>
          <ac:spMkLst>
            <pc:docMk/>
            <pc:sldMk cId="3728304413" sldId="307"/>
            <ac:spMk id="6" creationId="{6506D8F0-A0A2-11BD-C088-9885188A8D39}"/>
          </ac:spMkLst>
        </pc:spChg>
        <pc:spChg chg="add del">
          <ac:chgData name="Arun Sunar" userId="3fa9774ca67c7ab5" providerId="LiveId" clId="{49E86656-0544-49A9-ACCA-AC103F67544F}" dt="2024-07-20T02:01:44.996" v="18" actId="22"/>
          <ac:spMkLst>
            <pc:docMk/>
            <pc:sldMk cId="3728304413" sldId="307"/>
            <ac:spMk id="8" creationId="{0D6086BE-C1F9-E2F4-33A5-81CD353CA84F}"/>
          </ac:spMkLst>
        </pc:spChg>
        <pc:spChg chg="add mod">
          <ac:chgData name="Arun Sunar" userId="3fa9774ca67c7ab5" providerId="LiveId" clId="{49E86656-0544-49A9-ACCA-AC103F67544F}" dt="2024-07-20T02:02:06.440" v="29" actId="1076"/>
          <ac:spMkLst>
            <pc:docMk/>
            <pc:sldMk cId="3728304413" sldId="307"/>
            <ac:spMk id="10" creationId="{A1158C5B-0ADB-E4FB-7F55-7CF7978CC3F0}"/>
          </ac:spMkLst>
        </pc:spChg>
        <pc:picChg chg="del">
          <ac:chgData name="Arun Sunar" userId="3fa9774ca67c7ab5" providerId="LiveId" clId="{49E86656-0544-49A9-ACCA-AC103F67544F}" dt="2024-07-20T02:01:30.812" v="14" actId="478"/>
          <ac:picMkLst>
            <pc:docMk/>
            <pc:sldMk cId="3728304413" sldId="307"/>
            <ac:picMk id="4" creationId="{A4B80D9D-4D70-D2B6-5CD3-BCD6D98BBA1C}"/>
          </ac:picMkLst>
        </pc:picChg>
      </pc:sldChg>
      <pc:sldChg chg="modSp add mod">
        <pc:chgData name="Arun Sunar" userId="3fa9774ca67c7ab5" providerId="LiveId" clId="{49E86656-0544-49A9-ACCA-AC103F67544F}" dt="2024-07-29T13:28:46.070" v="68"/>
        <pc:sldMkLst>
          <pc:docMk/>
          <pc:sldMk cId="2231938437" sldId="308"/>
        </pc:sldMkLst>
        <pc:spChg chg="mod">
          <ac:chgData name="Arun Sunar" userId="3fa9774ca67c7ab5" providerId="LiveId" clId="{49E86656-0544-49A9-ACCA-AC103F67544F}" dt="2024-07-29T13:27:16.229" v="59"/>
          <ac:spMkLst>
            <pc:docMk/>
            <pc:sldMk cId="2231938437" sldId="308"/>
            <ac:spMk id="2" creationId="{ED6DE1A3-11C3-EF20-D094-BC33E01612E9}"/>
          </ac:spMkLst>
        </pc:spChg>
        <pc:spChg chg="mod">
          <ac:chgData name="Arun Sunar" userId="3fa9774ca67c7ab5" providerId="LiveId" clId="{49E86656-0544-49A9-ACCA-AC103F67544F}" dt="2024-07-29T13:28:46.070" v="68"/>
          <ac:spMkLst>
            <pc:docMk/>
            <pc:sldMk cId="2231938437" sldId="308"/>
            <ac:spMk id="3" creationId="{DFB934B5-D7A0-F91D-EA73-97EAABF7A12A}"/>
          </ac:spMkLst>
        </pc:spChg>
      </pc:sldChg>
    </pc:docChg>
  </pc:docChgLst>
  <pc:docChgLst>
    <pc:chgData name="Arun Sunar" userId="3fa9774ca67c7ab5" providerId="LiveId" clId="{9B0F49E0-BB4F-4238-A1C1-0538405C6B4B}"/>
    <pc:docChg chg="undo redo custSel addSld delSld modSld sldOrd">
      <pc:chgData name="Arun Sunar" userId="3fa9774ca67c7ab5" providerId="LiveId" clId="{9B0F49E0-BB4F-4238-A1C1-0538405C6B4B}" dt="2024-02-13T02:58:00.658" v="541" actId="20577"/>
      <pc:docMkLst>
        <pc:docMk/>
      </pc:docMkLst>
      <pc:sldChg chg="modSp add mod ord">
        <pc:chgData name="Arun Sunar" userId="3fa9774ca67c7ab5" providerId="LiveId" clId="{9B0F49E0-BB4F-4238-A1C1-0538405C6B4B}" dt="2024-02-06T03:55:18.061" v="25"/>
        <pc:sldMkLst>
          <pc:docMk/>
          <pc:sldMk cId="3087556035" sldId="260"/>
        </pc:sldMkLst>
        <pc:spChg chg="mod">
          <ac:chgData name="Arun Sunar" userId="3fa9774ca67c7ab5" providerId="LiveId" clId="{9B0F49E0-BB4F-4238-A1C1-0538405C6B4B}" dt="2024-02-06T03:51:43.232" v="6" actId="27636"/>
          <ac:spMkLst>
            <pc:docMk/>
            <pc:sldMk cId="3087556035" sldId="260"/>
            <ac:spMk id="2" creationId="{6ADEBE22-F296-7BDE-0BD1-BF536550003B}"/>
          </ac:spMkLst>
        </pc:spChg>
        <pc:spChg chg="mod">
          <ac:chgData name="Arun Sunar" userId="3fa9774ca67c7ab5" providerId="LiveId" clId="{9B0F49E0-BB4F-4238-A1C1-0538405C6B4B}" dt="2024-02-06T03:55:18.061" v="25"/>
          <ac:spMkLst>
            <pc:docMk/>
            <pc:sldMk cId="3087556035" sldId="260"/>
            <ac:spMk id="3" creationId="{815425CD-B260-228D-0465-3CA24428F9E7}"/>
          </ac:spMkLst>
        </pc:spChg>
      </pc:sldChg>
      <pc:sldChg chg="modSp add mod">
        <pc:chgData name="Arun Sunar" userId="3fa9774ca67c7ab5" providerId="LiveId" clId="{9B0F49E0-BB4F-4238-A1C1-0538405C6B4B}" dt="2024-02-06T03:56:20.107" v="33" actId="20577"/>
        <pc:sldMkLst>
          <pc:docMk/>
          <pc:sldMk cId="1097721216" sldId="261"/>
        </pc:sldMkLst>
        <pc:spChg chg="mod">
          <ac:chgData name="Arun Sunar" userId="3fa9774ca67c7ab5" providerId="LiveId" clId="{9B0F49E0-BB4F-4238-A1C1-0538405C6B4B}" dt="2024-02-06T03:56:20.107" v="33" actId="20577"/>
          <ac:spMkLst>
            <pc:docMk/>
            <pc:sldMk cId="1097721216" sldId="261"/>
            <ac:spMk id="3" creationId="{7967C7B5-EA1F-18AF-0A43-90CA6230911A}"/>
          </ac:spMkLst>
        </pc:spChg>
      </pc:sldChg>
      <pc:sldChg chg="addSp delSp modSp new mod">
        <pc:chgData name="Arun Sunar" userId="3fa9774ca67c7ab5" providerId="LiveId" clId="{9B0F49E0-BB4F-4238-A1C1-0538405C6B4B}" dt="2024-02-06T03:56:56.771" v="58" actId="20577"/>
        <pc:sldMkLst>
          <pc:docMk/>
          <pc:sldMk cId="40317730" sldId="262"/>
        </pc:sldMkLst>
        <pc:spChg chg="mod">
          <ac:chgData name="Arun Sunar" userId="3fa9774ca67c7ab5" providerId="LiveId" clId="{9B0F49E0-BB4F-4238-A1C1-0538405C6B4B}" dt="2024-02-06T03:56:56.771" v="58" actId="20577"/>
          <ac:spMkLst>
            <pc:docMk/>
            <pc:sldMk cId="40317730" sldId="262"/>
            <ac:spMk id="2" creationId="{D8CE2F1D-C28A-65F9-B2FF-267FBC80E2CF}"/>
          </ac:spMkLst>
        </pc:spChg>
        <pc:spChg chg="del">
          <ac:chgData name="Arun Sunar" userId="3fa9774ca67c7ab5" providerId="LiveId" clId="{9B0F49E0-BB4F-4238-A1C1-0538405C6B4B}" dt="2024-02-06T03:56:44.137" v="39" actId="478"/>
          <ac:spMkLst>
            <pc:docMk/>
            <pc:sldMk cId="40317730" sldId="262"/>
            <ac:spMk id="3" creationId="{A8A30ABD-ADB0-07AB-3D39-65F43FD949D1}"/>
          </ac:spMkLst>
        </pc:spChg>
        <pc:picChg chg="add mod">
          <ac:chgData name="Arun Sunar" userId="3fa9774ca67c7ab5" providerId="LiveId" clId="{9B0F49E0-BB4F-4238-A1C1-0538405C6B4B}" dt="2024-02-06T03:56:47.856" v="41" actId="1076"/>
          <ac:picMkLst>
            <pc:docMk/>
            <pc:sldMk cId="40317730" sldId="262"/>
            <ac:picMk id="3074" creationId="{872E0A4A-2F49-97BA-5039-9838C861F928}"/>
          </ac:picMkLst>
        </pc:picChg>
      </pc:sldChg>
      <pc:sldChg chg="modSp new mod">
        <pc:chgData name="Arun Sunar" userId="3fa9774ca67c7ab5" providerId="LiveId" clId="{9B0F49E0-BB4F-4238-A1C1-0538405C6B4B}" dt="2024-02-06T04:04:33.831" v="72"/>
        <pc:sldMkLst>
          <pc:docMk/>
          <pc:sldMk cId="2962762035" sldId="263"/>
        </pc:sldMkLst>
        <pc:spChg chg="mod">
          <ac:chgData name="Arun Sunar" userId="3fa9774ca67c7ab5" providerId="LiveId" clId="{9B0F49E0-BB4F-4238-A1C1-0538405C6B4B}" dt="2024-02-06T04:04:14.492" v="65" actId="14100"/>
          <ac:spMkLst>
            <pc:docMk/>
            <pc:sldMk cId="2962762035" sldId="263"/>
            <ac:spMk id="2" creationId="{6722B53A-B73D-5C78-5C24-90CD86D46F33}"/>
          </ac:spMkLst>
        </pc:spChg>
        <pc:spChg chg="mod">
          <ac:chgData name="Arun Sunar" userId="3fa9774ca67c7ab5" providerId="LiveId" clId="{9B0F49E0-BB4F-4238-A1C1-0538405C6B4B}" dt="2024-02-06T04:04:33.831" v="72"/>
          <ac:spMkLst>
            <pc:docMk/>
            <pc:sldMk cId="2962762035" sldId="263"/>
            <ac:spMk id="3" creationId="{DDABFEBF-466F-9A6B-18D0-5FB6F1FB092E}"/>
          </ac:spMkLst>
        </pc:spChg>
      </pc:sldChg>
      <pc:sldChg chg="addSp delSp modSp add mod">
        <pc:chgData name="Arun Sunar" userId="3fa9774ca67c7ab5" providerId="LiveId" clId="{9B0F49E0-BB4F-4238-A1C1-0538405C6B4B}" dt="2024-02-06T04:05:47.815" v="88" actId="1076"/>
        <pc:sldMkLst>
          <pc:docMk/>
          <pc:sldMk cId="1385472641" sldId="264"/>
        </pc:sldMkLst>
        <pc:spChg chg="mod">
          <ac:chgData name="Arun Sunar" userId="3fa9774ca67c7ab5" providerId="LiveId" clId="{9B0F49E0-BB4F-4238-A1C1-0538405C6B4B}" dt="2024-02-06T04:05:29.246" v="82" actId="20577"/>
          <ac:spMkLst>
            <pc:docMk/>
            <pc:sldMk cId="1385472641" sldId="264"/>
            <ac:spMk id="2" creationId="{889C46C2-23E9-46EA-AF30-EB663D440BAF}"/>
          </ac:spMkLst>
        </pc:spChg>
        <pc:spChg chg="add mod">
          <ac:chgData name="Arun Sunar" userId="3fa9774ca67c7ab5" providerId="LiveId" clId="{9B0F49E0-BB4F-4238-A1C1-0538405C6B4B}" dt="2024-02-06T04:05:47.815" v="88" actId="1076"/>
          <ac:spMkLst>
            <pc:docMk/>
            <pc:sldMk cId="1385472641" sldId="264"/>
            <ac:spMk id="4" creationId="{3CE27CA7-7EB8-25C7-6BA2-704E5B4892F9}"/>
          </ac:spMkLst>
        </pc:spChg>
        <pc:picChg chg="del mod">
          <ac:chgData name="Arun Sunar" userId="3fa9774ca67c7ab5" providerId="LiveId" clId="{9B0F49E0-BB4F-4238-A1C1-0538405C6B4B}" dt="2024-02-06T04:05:20.676" v="75" actId="478"/>
          <ac:picMkLst>
            <pc:docMk/>
            <pc:sldMk cId="1385472641" sldId="264"/>
            <ac:picMk id="3074" creationId="{6191EA09-BFA3-6CF4-18E2-6A209220197E}"/>
          </ac:picMkLst>
        </pc:picChg>
        <pc:picChg chg="add mod">
          <ac:chgData name="Arun Sunar" userId="3fa9774ca67c7ab5" providerId="LiveId" clId="{9B0F49E0-BB4F-4238-A1C1-0538405C6B4B}" dt="2024-02-06T04:05:30.932" v="83" actId="1076"/>
          <ac:picMkLst>
            <pc:docMk/>
            <pc:sldMk cId="1385472641" sldId="264"/>
            <ac:picMk id="4098" creationId="{5173FB9A-9535-406E-7929-4B51CDD7C4D0}"/>
          </ac:picMkLst>
        </pc:picChg>
      </pc:sldChg>
      <pc:sldChg chg="modSp new mod">
        <pc:chgData name="Arun Sunar" userId="3fa9774ca67c7ab5" providerId="LiveId" clId="{9B0F49E0-BB4F-4238-A1C1-0538405C6B4B}" dt="2024-02-06T09:56:05.705" v="106" actId="113"/>
        <pc:sldMkLst>
          <pc:docMk/>
          <pc:sldMk cId="4202381672" sldId="265"/>
        </pc:sldMkLst>
        <pc:spChg chg="mod">
          <ac:chgData name="Arun Sunar" userId="3fa9774ca67c7ab5" providerId="LiveId" clId="{9B0F49E0-BB4F-4238-A1C1-0538405C6B4B}" dt="2024-02-06T09:55:25.457" v="94" actId="14100"/>
          <ac:spMkLst>
            <pc:docMk/>
            <pc:sldMk cId="4202381672" sldId="265"/>
            <ac:spMk id="2" creationId="{93C6A3B6-D3FE-8E42-FB0D-C03C06AA8CD4}"/>
          </ac:spMkLst>
        </pc:spChg>
        <pc:spChg chg="mod">
          <ac:chgData name="Arun Sunar" userId="3fa9774ca67c7ab5" providerId="LiveId" clId="{9B0F49E0-BB4F-4238-A1C1-0538405C6B4B}" dt="2024-02-06T09:56:05.705" v="106" actId="113"/>
          <ac:spMkLst>
            <pc:docMk/>
            <pc:sldMk cId="4202381672" sldId="265"/>
            <ac:spMk id="3" creationId="{CE01FE42-3D56-3E56-2B7B-BB07E50A4099}"/>
          </ac:spMkLst>
        </pc:spChg>
      </pc:sldChg>
      <pc:sldChg chg="modSp add mod">
        <pc:chgData name="Arun Sunar" userId="3fa9774ca67c7ab5" providerId="LiveId" clId="{9B0F49E0-BB4F-4238-A1C1-0538405C6B4B}" dt="2024-02-06T09:58:08.249" v="118"/>
        <pc:sldMkLst>
          <pc:docMk/>
          <pc:sldMk cId="851564422" sldId="266"/>
        </pc:sldMkLst>
        <pc:spChg chg="mod">
          <ac:chgData name="Arun Sunar" userId="3fa9774ca67c7ab5" providerId="LiveId" clId="{9B0F49E0-BB4F-4238-A1C1-0538405C6B4B}" dt="2024-02-06T09:57:11.928" v="112"/>
          <ac:spMkLst>
            <pc:docMk/>
            <pc:sldMk cId="851564422" sldId="266"/>
            <ac:spMk id="2" creationId="{7601255F-56CD-459F-04E1-8E0F578862B1}"/>
          </ac:spMkLst>
        </pc:spChg>
        <pc:spChg chg="mod">
          <ac:chgData name="Arun Sunar" userId="3fa9774ca67c7ab5" providerId="LiveId" clId="{9B0F49E0-BB4F-4238-A1C1-0538405C6B4B}" dt="2024-02-06T09:58:08.249" v="118"/>
          <ac:spMkLst>
            <pc:docMk/>
            <pc:sldMk cId="851564422" sldId="266"/>
            <ac:spMk id="3" creationId="{FB77122B-77DC-9314-201A-C12AA6C6AD4B}"/>
          </ac:spMkLst>
        </pc:spChg>
      </pc:sldChg>
      <pc:sldChg chg="modSp add mod">
        <pc:chgData name="Arun Sunar" userId="3fa9774ca67c7ab5" providerId="LiveId" clId="{9B0F49E0-BB4F-4238-A1C1-0538405C6B4B}" dt="2024-02-06T10:00:57.322" v="125"/>
        <pc:sldMkLst>
          <pc:docMk/>
          <pc:sldMk cId="1862206860" sldId="267"/>
        </pc:sldMkLst>
        <pc:spChg chg="mod">
          <ac:chgData name="Arun Sunar" userId="3fa9774ca67c7ab5" providerId="LiveId" clId="{9B0F49E0-BB4F-4238-A1C1-0538405C6B4B}" dt="2024-02-06T10:00:15.765" v="122"/>
          <ac:spMkLst>
            <pc:docMk/>
            <pc:sldMk cId="1862206860" sldId="267"/>
            <ac:spMk id="2" creationId="{FE4CB3FC-4BBF-169B-B0D8-4F9A06EFC712}"/>
          </ac:spMkLst>
        </pc:spChg>
        <pc:spChg chg="mod">
          <ac:chgData name="Arun Sunar" userId="3fa9774ca67c7ab5" providerId="LiveId" clId="{9B0F49E0-BB4F-4238-A1C1-0538405C6B4B}" dt="2024-02-06T10:00:57.322" v="125"/>
          <ac:spMkLst>
            <pc:docMk/>
            <pc:sldMk cId="1862206860" sldId="267"/>
            <ac:spMk id="3" creationId="{715E1915-5CD9-8CBA-19B9-5B98CD389903}"/>
          </ac:spMkLst>
        </pc:spChg>
      </pc:sldChg>
      <pc:sldChg chg="modSp add mod ord">
        <pc:chgData name="Arun Sunar" userId="3fa9774ca67c7ab5" providerId="LiveId" clId="{9B0F49E0-BB4F-4238-A1C1-0538405C6B4B}" dt="2024-02-06T10:11:56.629" v="139" actId="2711"/>
        <pc:sldMkLst>
          <pc:docMk/>
          <pc:sldMk cId="1720025856" sldId="268"/>
        </pc:sldMkLst>
        <pc:spChg chg="mod">
          <ac:chgData name="Arun Sunar" userId="3fa9774ca67c7ab5" providerId="LiveId" clId="{9B0F49E0-BB4F-4238-A1C1-0538405C6B4B}" dt="2024-02-06T10:09:37.309" v="131"/>
          <ac:spMkLst>
            <pc:docMk/>
            <pc:sldMk cId="1720025856" sldId="268"/>
            <ac:spMk id="2" creationId="{64C19BB0-A00E-AA2A-48F4-8B654FD0E401}"/>
          </ac:spMkLst>
        </pc:spChg>
        <pc:spChg chg="mod">
          <ac:chgData name="Arun Sunar" userId="3fa9774ca67c7ab5" providerId="LiveId" clId="{9B0F49E0-BB4F-4238-A1C1-0538405C6B4B}" dt="2024-02-06T10:11:56.629" v="139" actId="2711"/>
          <ac:spMkLst>
            <pc:docMk/>
            <pc:sldMk cId="1720025856" sldId="268"/>
            <ac:spMk id="3" creationId="{0AB7C4F6-E34B-6A9A-EBD7-E2137AB71E83}"/>
          </ac:spMkLst>
        </pc:spChg>
      </pc:sldChg>
      <pc:sldChg chg="modSp add mod">
        <pc:chgData name="Arun Sunar" userId="3fa9774ca67c7ab5" providerId="LiveId" clId="{9B0F49E0-BB4F-4238-A1C1-0538405C6B4B}" dt="2024-02-06T10:14:37.676" v="174" actId="20577"/>
        <pc:sldMkLst>
          <pc:docMk/>
          <pc:sldMk cId="3829442491" sldId="269"/>
        </pc:sldMkLst>
        <pc:spChg chg="mod">
          <ac:chgData name="Arun Sunar" userId="3fa9774ca67c7ab5" providerId="LiveId" clId="{9B0F49E0-BB4F-4238-A1C1-0538405C6B4B}" dt="2024-02-06T10:13:46.387" v="151" actId="27636"/>
          <ac:spMkLst>
            <pc:docMk/>
            <pc:sldMk cId="3829442491" sldId="269"/>
            <ac:spMk id="2" creationId="{30DA78EE-9F0B-0CAA-6C10-ADD7C0CD1ABC}"/>
          </ac:spMkLst>
        </pc:spChg>
        <pc:spChg chg="mod">
          <ac:chgData name="Arun Sunar" userId="3fa9774ca67c7ab5" providerId="LiveId" clId="{9B0F49E0-BB4F-4238-A1C1-0538405C6B4B}" dt="2024-02-06T10:14:37.676" v="174" actId="20577"/>
          <ac:spMkLst>
            <pc:docMk/>
            <pc:sldMk cId="3829442491" sldId="269"/>
            <ac:spMk id="3" creationId="{5BC68750-38CF-F2B8-2B7C-A02BEBF1EC51}"/>
          </ac:spMkLst>
        </pc:spChg>
      </pc:sldChg>
      <pc:sldChg chg="modSp add mod">
        <pc:chgData name="Arun Sunar" userId="3fa9774ca67c7ab5" providerId="LiveId" clId="{9B0F49E0-BB4F-4238-A1C1-0538405C6B4B}" dt="2024-02-06T10:16:32.634" v="185"/>
        <pc:sldMkLst>
          <pc:docMk/>
          <pc:sldMk cId="2555490563" sldId="270"/>
        </pc:sldMkLst>
        <pc:spChg chg="mod">
          <ac:chgData name="Arun Sunar" userId="3fa9774ca67c7ab5" providerId="LiveId" clId="{9B0F49E0-BB4F-4238-A1C1-0538405C6B4B}" dt="2024-02-06T10:15:54.784" v="179"/>
          <ac:spMkLst>
            <pc:docMk/>
            <pc:sldMk cId="2555490563" sldId="270"/>
            <ac:spMk id="2" creationId="{328A7AC9-D24D-937F-6CBE-49F0CF28EC9A}"/>
          </ac:spMkLst>
        </pc:spChg>
        <pc:spChg chg="mod">
          <ac:chgData name="Arun Sunar" userId="3fa9774ca67c7ab5" providerId="LiveId" clId="{9B0F49E0-BB4F-4238-A1C1-0538405C6B4B}" dt="2024-02-06T10:16:32.634" v="185"/>
          <ac:spMkLst>
            <pc:docMk/>
            <pc:sldMk cId="2555490563" sldId="270"/>
            <ac:spMk id="3" creationId="{1A23D536-3620-38D9-4017-14D6709DD108}"/>
          </ac:spMkLst>
        </pc:spChg>
      </pc:sldChg>
      <pc:sldChg chg="modSp add mod">
        <pc:chgData name="Arun Sunar" userId="3fa9774ca67c7ab5" providerId="LiveId" clId="{9B0F49E0-BB4F-4238-A1C1-0538405C6B4B}" dt="2024-02-06T10:18:26.700" v="190"/>
        <pc:sldMkLst>
          <pc:docMk/>
          <pc:sldMk cId="4255579719" sldId="271"/>
        </pc:sldMkLst>
        <pc:spChg chg="mod">
          <ac:chgData name="Arun Sunar" userId="3fa9774ca67c7ab5" providerId="LiveId" clId="{9B0F49E0-BB4F-4238-A1C1-0538405C6B4B}" dt="2024-02-06T10:18:17.765" v="189"/>
          <ac:spMkLst>
            <pc:docMk/>
            <pc:sldMk cId="4255579719" sldId="271"/>
            <ac:spMk id="2" creationId="{00F2EF76-A2F7-CCA9-0577-8392F25D89E2}"/>
          </ac:spMkLst>
        </pc:spChg>
        <pc:spChg chg="mod">
          <ac:chgData name="Arun Sunar" userId="3fa9774ca67c7ab5" providerId="LiveId" clId="{9B0F49E0-BB4F-4238-A1C1-0538405C6B4B}" dt="2024-02-06T10:18:26.700" v="190"/>
          <ac:spMkLst>
            <pc:docMk/>
            <pc:sldMk cId="4255579719" sldId="271"/>
            <ac:spMk id="3" creationId="{9998D414-381D-C11B-39A9-8B9687B3A82E}"/>
          </ac:spMkLst>
        </pc:spChg>
      </pc:sldChg>
      <pc:sldChg chg="addSp modSp add mod">
        <pc:chgData name="Arun Sunar" userId="3fa9774ca67c7ab5" providerId="LiveId" clId="{9B0F49E0-BB4F-4238-A1C1-0538405C6B4B}" dt="2024-02-06T10:31:25.426" v="225" actId="14100"/>
        <pc:sldMkLst>
          <pc:docMk/>
          <pc:sldMk cId="2014643725" sldId="272"/>
        </pc:sldMkLst>
        <pc:spChg chg="mod">
          <ac:chgData name="Arun Sunar" userId="3fa9774ca67c7ab5" providerId="LiveId" clId="{9B0F49E0-BB4F-4238-A1C1-0538405C6B4B}" dt="2024-02-06T10:29:09.094" v="195"/>
          <ac:spMkLst>
            <pc:docMk/>
            <pc:sldMk cId="2014643725" sldId="272"/>
            <ac:spMk id="2" creationId="{48B7635C-7E39-7A3C-16DC-AA66CDBA184F}"/>
          </ac:spMkLst>
        </pc:spChg>
        <pc:spChg chg="mod">
          <ac:chgData name="Arun Sunar" userId="3fa9774ca67c7ab5" providerId="LiveId" clId="{9B0F49E0-BB4F-4238-A1C1-0538405C6B4B}" dt="2024-02-06T10:30:48.658" v="211" actId="1076"/>
          <ac:spMkLst>
            <pc:docMk/>
            <pc:sldMk cId="2014643725" sldId="272"/>
            <ac:spMk id="3" creationId="{CE2B0166-0FE2-5F92-D929-D1AD8C2E69D2}"/>
          </ac:spMkLst>
        </pc:spChg>
        <pc:spChg chg="add">
          <ac:chgData name="Arun Sunar" userId="3fa9774ca67c7ab5" providerId="LiveId" clId="{9B0F49E0-BB4F-4238-A1C1-0538405C6B4B}" dt="2024-02-06T10:30:01.770" v="204"/>
          <ac:spMkLst>
            <pc:docMk/>
            <pc:sldMk cId="2014643725" sldId="272"/>
            <ac:spMk id="4" creationId="{4753ED16-8652-D248-8438-BE73A1AD3D5C}"/>
          </ac:spMkLst>
        </pc:spChg>
        <pc:spChg chg="add">
          <ac:chgData name="Arun Sunar" userId="3fa9774ca67c7ab5" providerId="LiveId" clId="{9B0F49E0-BB4F-4238-A1C1-0538405C6B4B}" dt="2024-02-06T10:30:15.383" v="205"/>
          <ac:spMkLst>
            <pc:docMk/>
            <pc:sldMk cId="2014643725" sldId="272"/>
            <ac:spMk id="5" creationId="{55EBF9FA-F458-70B0-5451-CDF986D8B406}"/>
          </ac:spMkLst>
        </pc:spChg>
        <pc:picChg chg="add mod">
          <ac:chgData name="Arun Sunar" userId="3fa9774ca67c7ab5" providerId="LiveId" clId="{9B0F49E0-BB4F-4238-A1C1-0538405C6B4B}" dt="2024-02-06T10:31:25.426" v="225" actId="14100"/>
          <ac:picMkLst>
            <pc:docMk/>
            <pc:sldMk cId="2014643725" sldId="272"/>
            <ac:picMk id="6" creationId="{9572EEE8-5A4B-AD36-3166-D3C35EEDDFA1}"/>
          </ac:picMkLst>
        </pc:picChg>
        <pc:picChg chg="add mod">
          <ac:chgData name="Arun Sunar" userId="3fa9774ca67c7ab5" providerId="LiveId" clId="{9B0F49E0-BB4F-4238-A1C1-0538405C6B4B}" dt="2024-02-06T10:30:48.658" v="211" actId="1076"/>
          <ac:picMkLst>
            <pc:docMk/>
            <pc:sldMk cId="2014643725" sldId="272"/>
            <ac:picMk id="1028" creationId="{042C525C-415A-566E-9B56-EE227C61EFED}"/>
          </ac:picMkLst>
        </pc:picChg>
      </pc:sldChg>
      <pc:sldChg chg="addSp delSp modSp new del mod">
        <pc:chgData name="Arun Sunar" userId="3fa9774ca67c7ab5" providerId="LiveId" clId="{9B0F49E0-BB4F-4238-A1C1-0538405C6B4B}" dt="2024-02-06T10:31:31.129" v="226" actId="2696"/>
        <pc:sldMkLst>
          <pc:docMk/>
          <pc:sldMk cId="587740267" sldId="273"/>
        </pc:sldMkLst>
        <pc:spChg chg="del">
          <ac:chgData name="Arun Sunar" userId="3fa9774ca67c7ab5" providerId="LiveId" clId="{9B0F49E0-BB4F-4238-A1C1-0538405C6B4B}" dt="2024-02-06T10:30:56.640" v="214" actId="478"/>
          <ac:spMkLst>
            <pc:docMk/>
            <pc:sldMk cId="587740267" sldId="273"/>
            <ac:spMk id="2" creationId="{92EAADA7-EEA5-7222-3BF4-73163D036FE4}"/>
          </ac:spMkLst>
        </pc:spChg>
        <pc:spChg chg="del">
          <ac:chgData name="Arun Sunar" userId="3fa9774ca67c7ab5" providerId="LiveId" clId="{9B0F49E0-BB4F-4238-A1C1-0538405C6B4B}" dt="2024-02-06T10:30:54.976" v="213" actId="478"/>
          <ac:spMkLst>
            <pc:docMk/>
            <pc:sldMk cId="587740267" sldId="273"/>
            <ac:spMk id="3" creationId="{6CF80737-74CE-CE8F-B3DC-6A9FB23B2FD2}"/>
          </ac:spMkLst>
        </pc:spChg>
        <pc:picChg chg="add mod">
          <ac:chgData name="Arun Sunar" userId="3fa9774ca67c7ab5" providerId="LiveId" clId="{9B0F49E0-BB4F-4238-A1C1-0538405C6B4B}" dt="2024-02-06T10:31:09.065" v="219" actId="14100"/>
          <ac:picMkLst>
            <pc:docMk/>
            <pc:sldMk cId="587740267" sldId="273"/>
            <ac:picMk id="4" creationId="{AF2C024E-8995-0966-209A-2E68FDDF02F6}"/>
          </ac:picMkLst>
        </pc:picChg>
        <pc:picChg chg="add">
          <ac:chgData name="Arun Sunar" userId="3fa9774ca67c7ab5" providerId="LiveId" clId="{9B0F49E0-BB4F-4238-A1C1-0538405C6B4B}" dt="2024-02-06T10:30:58.059" v="215"/>
          <ac:picMkLst>
            <pc:docMk/>
            <pc:sldMk cId="587740267" sldId="273"/>
            <ac:picMk id="2050" creationId="{C4930C37-9E98-F2B0-F9B0-3E098F2A81CA}"/>
          </ac:picMkLst>
        </pc:picChg>
      </pc:sldChg>
      <pc:sldChg chg="modSp add mod ord">
        <pc:chgData name="Arun Sunar" userId="3fa9774ca67c7ab5" providerId="LiveId" clId="{9B0F49E0-BB4F-4238-A1C1-0538405C6B4B}" dt="2024-02-06T10:33:34.202" v="250"/>
        <pc:sldMkLst>
          <pc:docMk/>
          <pc:sldMk cId="2060372381" sldId="273"/>
        </pc:sldMkLst>
        <pc:spChg chg="mod">
          <ac:chgData name="Arun Sunar" userId="3fa9774ca67c7ab5" providerId="LiveId" clId="{9B0F49E0-BB4F-4238-A1C1-0538405C6B4B}" dt="2024-02-06T10:32:15.556" v="240" actId="20577"/>
          <ac:spMkLst>
            <pc:docMk/>
            <pc:sldMk cId="2060372381" sldId="273"/>
            <ac:spMk id="2" creationId="{8414E761-DE30-34DA-7124-382576C15422}"/>
          </ac:spMkLst>
        </pc:spChg>
        <pc:spChg chg="mod">
          <ac:chgData name="Arun Sunar" userId="3fa9774ca67c7ab5" providerId="LiveId" clId="{9B0F49E0-BB4F-4238-A1C1-0538405C6B4B}" dt="2024-02-06T10:33:34.202" v="250"/>
          <ac:spMkLst>
            <pc:docMk/>
            <pc:sldMk cId="2060372381" sldId="273"/>
            <ac:spMk id="3" creationId="{B0A9DFD9-81D7-EA95-1AF3-361CD9A3B76E}"/>
          </ac:spMkLst>
        </pc:spChg>
      </pc:sldChg>
      <pc:sldChg chg="modSp add mod">
        <pc:chgData name="Arun Sunar" userId="3fa9774ca67c7ab5" providerId="LiveId" clId="{9B0F49E0-BB4F-4238-A1C1-0538405C6B4B}" dt="2024-02-06T10:52:57.555" v="261"/>
        <pc:sldMkLst>
          <pc:docMk/>
          <pc:sldMk cId="3616746153" sldId="274"/>
        </pc:sldMkLst>
        <pc:spChg chg="mod">
          <ac:chgData name="Arun Sunar" userId="3fa9774ca67c7ab5" providerId="LiveId" clId="{9B0F49E0-BB4F-4238-A1C1-0538405C6B4B}" dt="2024-02-06T10:52:18.325" v="258" actId="27636"/>
          <ac:spMkLst>
            <pc:docMk/>
            <pc:sldMk cId="3616746153" sldId="274"/>
            <ac:spMk id="2" creationId="{7DFF16EF-A011-CD8C-9463-7D3A19AD2883}"/>
          </ac:spMkLst>
        </pc:spChg>
        <pc:spChg chg="mod">
          <ac:chgData name="Arun Sunar" userId="3fa9774ca67c7ab5" providerId="LiveId" clId="{9B0F49E0-BB4F-4238-A1C1-0538405C6B4B}" dt="2024-02-06T10:52:57.555" v="261"/>
          <ac:spMkLst>
            <pc:docMk/>
            <pc:sldMk cId="3616746153" sldId="274"/>
            <ac:spMk id="3" creationId="{FC9AA71B-F373-9C0F-B77D-B6A99394CAB2}"/>
          </ac:spMkLst>
        </pc:spChg>
      </pc:sldChg>
      <pc:sldChg chg="modSp add mod">
        <pc:chgData name="Arun Sunar" userId="3fa9774ca67c7ab5" providerId="LiveId" clId="{9B0F49E0-BB4F-4238-A1C1-0538405C6B4B}" dt="2024-02-06T10:53:49.319" v="268"/>
        <pc:sldMkLst>
          <pc:docMk/>
          <pc:sldMk cId="4074764617" sldId="275"/>
        </pc:sldMkLst>
        <pc:spChg chg="mod">
          <ac:chgData name="Arun Sunar" userId="3fa9774ca67c7ab5" providerId="LiveId" clId="{9B0F49E0-BB4F-4238-A1C1-0538405C6B4B}" dt="2024-02-06T10:53:32.437" v="265"/>
          <ac:spMkLst>
            <pc:docMk/>
            <pc:sldMk cId="4074764617" sldId="275"/>
            <ac:spMk id="2" creationId="{A611A233-C059-83F4-2DF5-6AA62FB43A93}"/>
          </ac:spMkLst>
        </pc:spChg>
        <pc:spChg chg="mod">
          <ac:chgData name="Arun Sunar" userId="3fa9774ca67c7ab5" providerId="LiveId" clId="{9B0F49E0-BB4F-4238-A1C1-0538405C6B4B}" dt="2024-02-06T10:53:49.319" v="268"/>
          <ac:spMkLst>
            <pc:docMk/>
            <pc:sldMk cId="4074764617" sldId="275"/>
            <ac:spMk id="3" creationId="{5992CBA1-7604-967C-B25F-6C82BCF02C39}"/>
          </ac:spMkLst>
        </pc:spChg>
      </pc:sldChg>
      <pc:sldChg chg="new del">
        <pc:chgData name="Arun Sunar" userId="3fa9774ca67c7ab5" providerId="LiveId" clId="{9B0F49E0-BB4F-4238-A1C1-0538405C6B4B}" dt="2024-02-06T10:54:49.225" v="270" actId="2696"/>
        <pc:sldMkLst>
          <pc:docMk/>
          <pc:sldMk cId="302404247" sldId="276"/>
        </pc:sldMkLst>
      </pc:sldChg>
      <pc:sldChg chg="modSp add mod">
        <pc:chgData name="Arun Sunar" userId="3fa9774ca67c7ab5" providerId="LiveId" clId="{9B0F49E0-BB4F-4238-A1C1-0538405C6B4B}" dt="2024-02-06T10:55:50.355" v="280"/>
        <pc:sldMkLst>
          <pc:docMk/>
          <pc:sldMk cId="997646644" sldId="276"/>
        </pc:sldMkLst>
        <pc:spChg chg="mod">
          <ac:chgData name="Arun Sunar" userId="3fa9774ca67c7ab5" providerId="LiveId" clId="{9B0F49E0-BB4F-4238-A1C1-0538405C6B4B}" dt="2024-02-06T10:55:22.001" v="277" actId="20577"/>
          <ac:spMkLst>
            <pc:docMk/>
            <pc:sldMk cId="997646644" sldId="276"/>
            <ac:spMk id="2" creationId="{845FF923-1BB0-CDEE-F9FD-8D3601296F47}"/>
          </ac:spMkLst>
        </pc:spChg>
        <pc:spChg chg="mod">
          <ac:chgData name="Arun Sunar" userId="3fa9774ca67c7ab5" providerId="LiveId" clId="{9B0F49E0-BB4F-4238-A1C1-0538405C6B4B}" dt="2024-02-06T10:55:50.355" v="280"/>
          <ac:spMkLst>
            <pc:docMk/>
            <pc:sldMk cId="997646644" sldId="276"/>
            <ac:spMk id="3" creationId="{484A4B76-1BDE-32A2-290B-01213FCBDCBF}"/>
          </ac:spMkLst>
        </pc:spChg>
      </pc:sldChg>
      <pc:sldChg chg="modSp add mod">
        <pc:chgData name="Arun Sunar" userId="3fa9774ca67c7ab5" providerId="LiveId" clId="{9B0F49E0-BB4F-4238-A1C1-0538405C6B4B}" dt="2024-02-06T10:56:34.861" v="288"/>
        <pc:sldMkLst>
          <pc:docMk/>
          <pc:sldMk cId="3268703592" sldId="277"/>
        </pc:sldMkLst>
        <pc:spChg chg="mod">
          <ac:chgData name="Arun Sunar" userId="3fa9774ca67c7ab5" providerId="LiveId" clId="{9B0F49E0-BB4F-4238-A1C1-0538405C6B4B}" dt="2024-02-06T10:56:21.205" v="285" actId="20577"/>
          <ac:spMkLst>
            <pc:docMk/>
            <pc:sldMk cId="3268703592" sldId="277"/>
            <ac:spMk id="2" creationId="{A3A848C3-C038-AB13-55EF-9DA6935227E8}"/>
          </ac:spMkLst>
        </pc:spChg>
        <pc:spChg chg="mod">
          <ac:chgData name="Arun Sunar" userId="3fa9774ca67c7ab5" providerId="LiveId" clId="{9B0F49E0-BB4F-4238-A1C1-0538405C6B4B}" dt="2024-02-06T10:56:34.861" v="288"/>
          <ac:spMkLst>
            <pc:docMk/>
            <pc:sldMk cId="3268703592" sldId="277"/>
            <ac:spMk id="3" creationId="{C794B031-4868-1BB9-4A06-4C223D8DFE9A}"/>
          </ac:spMkLst>
        </pc:spChg>
      </pc:sldChg>
      <pc:sldChg chg="modSp add mod">
        <pc:chgData name="Arun Sunar" userId="3fa9774ca67c7ab5" providerId="LiveId" clId="{9B0F49E0-BB4F-4238-A1C1-0538405C6B4B}" dt="2024-02-06T11:04:21.525" v="296"/>
        <pc:sldMkLst>
          <pc:docMk/>
          <pc:sldMk cId="2320919297" sldId="278"/>
        </pc:sldMkLst>
        <pc:spChg chg="mod">
          <ac:chgData name="Arun Sunar" userId="3fa9774ca67c7ab5" providerId="LiveId" clId="{9B0F49E0-BB4F-4238-A1C1-0538405C6B4B}" dt="2024-02-06T11:04:02.328" v="293"/>
          <ac:spMkLst>
            <pc:docMk/>
            <pc:sldMk cId="2320919297" sldId="278"/>
            <ac:spMk id="2" creationId="{014C100A-7A5E-55BC-8D99-A24E6D776C00}"/>
          </ac:spMkLst>
        </pc:spChg>
        <pc:spChg chg="mod">
          <ac:chgData name="Arun Sunar" userId="3fa9774ca67c7ab5" providerId="LiveId" clId="{9B0F49E0-BB4F-4238-A1C1-0538405C6B4B}" dt="2024-02-06T11:04:21.525" v="296"/>
          <ac:spMkLst>
            <pc:docMk/>
            <pc:sldMk cId="2320919297" sldId="278"/>
            <ac:spMk id="3" creationId="{4304DF4D-16CB-61B6-7847-E240CA7C9037}"/>
          </ac:spMkLst>
        </pc:spChg>
      </pc:sldChg>
      <pc:sldChg chg="modSp add mod">
        <pc:chgData name="Arun Sunar" userId="3fa9774ca67c7ab5" providerId="LiveId" clId="{9B0F49E0-BB4F-4238-A1C1-0538405C6B4B}" dt="2024-02-06T11:06:36.130" v="306"/>
        <pc:sldMkLst>
          <pc:docMk/>
          <pc:sldMk cId="3248757389" sldId="279"/>
        </pc:sldMkLst>
        <pc:spChg chg="mod">
          <ac:chgData name="Arun Sunar" userId="3fa9774ca67c7ab5" providerId="LiveId" clId="{9B0F49E0-BB4F-4238-A1C1-0538405C6B4B}" dt="2024-02-06T11:06:09.410" v="303" actId="20577"/>
          <ac:spMkLst>
            <pc:docMk/>
            <pc:sldMk cId="3248757389" sldId="279"/>
            <ac:spMk id="2" creationId="{ED6DE1A3-11C3-EF20-D094-BC33E01612E9}"/>
          </ac:spMkLst>
        </pc:spChg>
        <pc:spChg chg="mod">
          <ac:chgData name="Arun Sunar" userId="3fa9774ca67c7ab5" providerId="LiveId" clId="{9B0F49E0-BB4F-4238-A1C1-0538405C6B4B}" dt="2024-02-06T11:06:36.130" v="306"/>
          <ac:spMkLst>
            <pc:docMk/>
            <pc:sldMk cId="3248757389" sldId="279"/>
            <ac:spMk id="3" creationId="{DFB934B5-D7A0-F91D-EA73-97EAABF7A12A}"/>
          </ac:spMkLst>
        </pc:spChg>
      </pc:sldChg>
      <pc:sldChg chg="modSp add mod">
        <pc:chgData name="Arun Sunar" userId="3fa9774ca67c7ab5" providerId="LiveId" clId="{9B0F49E0-BB4F-4238-A1C1-0538405C6B4B}" dt="2024-02-06T11:18:10.166" v="317"/>
        <pc:sldMkLst>
          <pc:docMk/>
          <pc:sldMk cId="2847220297" sldId="280"/>
        </pc:sldMkLst>
        <pc:spChg chg="mod">
          <ac:chgData name="Arun Sunar" userId="3fa9774ca67c7ab5" providerId="LiveId" clId="{9B0F49E0-BB4F-4238-A1C1-0538405C6B4B}" dt="2024-02-06T11:12:10.358" v="312" actId="20577"/>
          <ac:spMkLst>
            <pc:docMk/>
            <pc:sldMk cId="2847220297" sldId="280"/>
            <ac:spMk id="2" creationId="{94321730-2B85-DF0C-F055-C241E82FACDC}"/>
          </ac:spMkLst>
        </pc:spChg>
        <pc:spChg chg="mod">
          <ac:chgData name="Arun Sunar" userId="3fa9774ca67c7ab5" providerId="LiveId" clId="{9B0F49E0-BB4F-4238-A1C1-0538405C6B4B}" dt="2024-02-06T11:18:10.166" v="317"/>
          <ac:spMkLst>
            <pc:docMk/>
            <pc:sldMk cId="2847220297" sldId="280"/>
            <ac:spMk id="3" creationId="{A6E24912-BBFF-8593-84E1-B82A19E31C33}"/>
          </ac:spMkLst>
        </pc:spChg>
      </pc:sldChg>
      <pc:sldChg chg="modSp add mod">
        <pc:chgData name="Arun Sunar" userId="3fa9774ca67c7ab5" providerId="LiveId" clId="{9B0F49E0-BB4F-4238-A1C1-0538405C6B4B}" dt="2024-02-06T11:24:24.625" v="334"/>
        <pc:sldMkLst>
          <pc:docMk/>
          <pc:sldMk cId="1991905212" sldId="281"/>
        </pc:sldMkLst>
        <pc:spChg chg="mod">
          <ac:chgData name="Arun Sunar" userId="3fa9774ca67c7ab5" providerId="LiveId" clId="{9B0F49E0-BB4F-4238-A1C1-0538405C6B4B}" dt="2024-02-06T11:23:50.723" v="328"/>
          <ac:spMkLst>
            <pc:docMk/>
            <pc:sldMk cId="1991905212" sldId="281"/>
            <ac:spMk id="2" creationId="{6052C000-B79C-B521-9B36-91A30C2CB4BC}"/>
          </ac:spMkLst>
        </pc:spChg>
        <pc:spChg chg="mod">
          <ac:chgData name="Arun Sunar" userId="3fa9774ca67c7ab5" providerId="LiveId" clId="{9B0F49E0-BB4F-4238-A1C1-0538405C6B4B}" dt="2024-02-06T11:24:24.625" v="334"/>
          <ac:spMkLst>
            <pc:docMk/>
            <pc:sldMk cId="1991905212" sldId="281"/>
            <ac:spMk id="3" creationId="{393D1479-81CE-D28B-E87E-7E2B1DD779ED}"/>
          </ac:spMkLst>
        </pc:spChg>
      </pc:sldChg>
      <pc:sldChg chg="modSp new mod">
        <pc:chgData name="Arun Sunar" userId="3fa9774ca67c7ab5" providerId="LiveId" clId="{9B0F49E0-BB4F-4238-A1C1-0538405C6B4B}" dt="2024-02-06T11:46:48.093" v="345" actId="20577"/>
        <pc:sldMkLst>
          <pc:docMk/>
          <pc:sldMk cId="936998184" sldId="282"/>
        </pc:sldMkLst>
        <pc:spChg chg="mod">
          <ac:chgData name="Arun Sunar" userId="3fa9774ca67c7ab5" providerId="LiveId" clId="{9B0F49E0-BB4F-4238-A1C1-0538405C6B4B}" dt="2024-02-06T11:46:48.093" v="345" actId="20577"/>
          <ac:spMkLst>
            <pc:docMk/>
            <pc:sldMk cId="936998184" sldId="282"/>
            <ac:spMk id="3" creationId="{FEB5F9B1-FC37-5A1D-3CF8-74CCE149CB25}"/>
          </ac:spMkLst>
        </pc:spChg>
      </pc:sldChg>
      <pc:sldChg chg="modSp new mod">
        <pc:chgData name="Arun Sunar" userId="3fa9774ca67c7ab5" providerId="LiveId" clId="{9B0F49E0-BB4F-4238-A1C1-0538405C6B4B}" dt="2024-02-06T11:53:08.798" v="359" actId="27636"/>
        <pc:sldMkLst>
          <pc:docMk/>
          <pc:sldMk cId="2322594246" sldId="283"/>
        </pc:sldMkLst>
        <pc:spChg chg="mod">
          <ac:chgData name="Arun Sunar" userId="3fa9774ca67c7ab5" providerId="LiveId" clId="{9B0F49E0-BB4F-4238-A1C1-0538405C6B4B}" dt="2024-02-06T11:52:38.993" v="352"/>
          <ac:spMkLst>
            <pc:docMk/>
            <pc:sldMk cId="2322594246" sldId="283"/>
            <ac:spMk id="2" creationId="{4DBBF180-2C86-9A1B-9B6D-FBE323035FC1}"/>
          </ac:spMkLst>
        </pc:spChg>
        <pc:spChg chg="mod">
          <ac:chgData name="Arun Sunar" userId="3fa9774ca67c7ab5" providerId="LiveId" clId="{9B0F49E0-BB4F-4238-A1C1-0538405C6B4B}" dt="2024-02-06T11:53:08.798" v="359" actId="27636"/>
          <ac:spMkLst>
            <pc:docMk/>
            <pc:sldMk cId="2322594246" sldId="283"/>
            <ac:spMk id="3" creationId="{E14BF434-657D-508B-D95F-FC6A326725EA}"/>
          </ac:spMkLst>
        </pc:spChg>
      </pc:sldChg>
      <pc:sldChg chg="modSp add mod">
        <pc:chgData name="Arun Sunar" userId="3fa9774ca67c7ab5" providerId="LiveId" clId="{9B0F49E0-BB4F-4238-A1C1-0538405C6B4B}" dt="2024-02-06T12:20:52.194" v="372"/>
        <pc:sldMkLst>
          <pc:docMk/>
          <pc:sldMk cId="1116562009" sldId="284"/>
        </pc:sldMkLst>
        <pc:spChg chg="mod">
          <ac:chgData name="Arun Sunar" userId="3fa9774ca67c7ab5" providerId="LiveId" clId="{9B0F49E0-BB4F-4238-A1C1-0538405C6B4B}" dt="2024-02-06T12:19:13.515" v="363"/>
          <ac:spMkLst>
            <pc:docMk/>
            <pc:sldMk cId="1116562009" sldId="284"/>
            <ac:spMk id="2" creationId="{04DB36D6-ABF1-6E4B-54FC-7CA4BC5A5C00}"/>
          </ac:spMkLst>
        </pc:spChg>
        <pc:spChg chg="mod">
          <ac:chgData name="Arun Sunar" userId="3fa9774ca67c7ab5" providerId="LiveId" clId="{9B0F49E0-BB4F-4238-A1C1-0538405C6B4B}" dt="2024-02-06T12:20:52.194" v="372"/>
          <ac:spMkLst>
            <pc:docMk/>
            <pc:sldMk cId="1116562009" sldId="284"/>
            <ac:spMk id="3" creationId="{11D37F48-2BAD-D3E2-32C4-76D043480B86}"/>
          </ac:spMkLst>
        </pc:spChg>
      </pc:sldChg>
      <pc:sldChg chg="modSp add mod">
        <pc:chgData name="Arun Sunar" userId="3fa9774ca67c7ab5" providerId="LiveId" clId="{9B0F49E0-BB4F-4238-A1C1-0538405C6B4B}" dt="2024-02-06T12:22:38.366" v="383"/>
        <pc:sldMkLst>
          <pc:docMk/>
          <pc:sldMk cId="3711231254" sldId="285"/>
        </pc:sldMkLst>
        <pc:spChg chg="mod">
          <ac:chgData name="Arun Sunar" userId="3fa9774ca67c7ab5" providerId="LiveId" clId="{9B0F49E0-BB4F-4238-A1C1-0538405C6B4B}" dt="2024-02-06T12:21:25.286" v="378"/>
          <ac:spMkLst>
            <pc:docMk/>
            <pc:sldMk cId="3711231254" sldId="285"/>
            <ac:spMk id="2" creationId="{C4302052-AC8E-33BE-59CA-2C5D830DDB79}"/>
          </ac:spMkLst>
        </pc:spChg>
        <pc:spChg chg="mod">
          <ac:chgData name="Arun Sunar" userId="3fa9774ca67c7ab5" providerId="LiveId" clId="{9B0F49E0-BB4F-4238-A1C1-0538405C6B4B}" dt="2024-02-06T12:22:38.366" v="383"/>
          <ac:spMkLst>
            <pc:docMk/>
            <pc:sldMk cId="3711231254" sldId="285"/>
            <ac:spMk id="3" creationId="{66772A73-879A-BC5C-D60B-FD871E6740C2}"/>
          </ac:spMkLst>
        </pc:spChg>
      </pc:sldChg>
      <pc:sldChg chg="modSp add mod">
        <pc:chgData name="Arun Sunar" userId="3fa9774ca67c7ab5" providerId="LiveId" clId="{9B0F49E0-BB4F-4238-A1C1-0538405C6B4B}" dt="2024-02-06T12:24:23.384" v="387"/>
        <pc:sldMkLst>
          <pc:docMk/>
          <pc:sldMk cId="270444992" sldId="286"/>
        </pc:sldMkLst>
        <pc:spChg chg="mod">
          <ac:chgData name="Arun Sunar" userId="3fa9774ca67c7ab5" providerId="LiveId" clId="{9B0F49E0-BB4F-4238-A1C1-0538405C6B4B}" dt="2024-02-06T12:24:23.384" v="387"/>
          <ac:spMkLst>
            <pc:docMk/>
            <pc:sldMk cId="270444992" sldId="286"/>
            <ac:spMk id="3" creationId="{E8CA8F3C-9054-5FD9-FAAE-33C94A88A6C2}"/>
          </ac:spMkLst>
        </pc:spChg>
      </pc:sldChg>
      <pc:sldChg chg="modSp add mod ord">
        <pc:chgData name="Arun Sunar" userId="3fa9774ca67c7ab5" providerId="LiveId" clId="{9B0F49E0-BB4F-4238-A1C1-0538405C6B4B}" dt="2024-02-06T12:26:42.569" v="402"/>
        <pc:sldMkLst>
          <pc:docMk/>
          <pc:sldMk cId="2408636441" sldId="287"/>
        </pc:sldMkLst>
        <pc:spChg chg="mod">
          <ac:chgData name="Arun Sunar" userId="3fa9774ca67c7ab5" providerId="LiveId" clId="{9B0F49E0-BB4F-4238-A1C1-0538405C6B4B}" dt="2024-02-06T12:25:04.712" v="397" actId="20577"/>
          <ac:spMkLst>
            <pc:docMk/>
            <pc:sldMk cId="2408636441" sldId="287"/>
            <ac:spMk id="2" creationId="{A73F4596-F174-2291-6698-63E1A8FDBB2C}"/>
          </ac:spMkLst>
        </pc:spChg>
        <pc:spChg chg="mod">
          <ac:chgData name="Arun Sunar" userId="3fa9774ca67c7ab5" providerId="LiveId" clId="{9B0F49E0-BB4F-4238-A1C1-0538405C6B4B}" dt="2024-02-06T12:26:42.569" v="402"/>
          <ac:spMkLst>
            <pc:docMk/>
            <pc:sldMk cId="2408636441" sldId="287"/>
            <ac:spMk id="3" creationId="{27242446-20B4-6AED-1ACA-39C1DCCFA655}"/>
          </ac:spMkLst>
        </pc:spChg>
      </pc:sldChg>
      <pc:sldChg chg="modSp add mod">
        <pc:chgData name="Arun Sunar" userId="3fa9774ca67c7ab5" providerId="LiveId" clId="{9B0F49E0-BB4F-4238-A1C1-0538405C6B4B}" dt="2024-02-06T12:28:45.467" v="409"/>
        <pc:sldMkLst>
          <pc:docMk/>
          <pc:sldMk cId="2940561020" sldId="288"/>
        </pc:sldMkLst>
        <pc:spChg chg="mod">
          <ac:chgData name="Arun Sunar" userId="3fa9774ca67c7ab5" providerId="LiveId" clId="{9B0F49E0-BB4F-4238-A1C1-0538405C6B4B}" dt="2024-02-06T12:28:19.967" v="406"/>
          <ac:spMkLst>
            <pc:docMk/>
            <pc:sldMk cId="2940561020" sldId="288"/>
            <ac:spMk id="2" creationId="{410DAA11-7710-BC8C-B6AD-FE1FA16BB149}"/>
          </ac:spMkLst>
        </pc:spChg>
        <pc:spChg chg="mod">
          <ac:chgData name="Arun Sunar" userId="3fa9774ca67c7ab5" providerId="LiveId" clId="{9B0F49E0-BB4F-4238-A1C1-0538405C6B4B}" dt="2024-02-06T12:28:45.467" v="409"/>
          <ac:spMkLst>
            <pc:docMk/>
            <pc:sldMk cId="2940561020" sldId="288"/>
            <ac:spMk id="3" creationId="{A139F1CD-BC59-7684-61AE-739CA9884DA4}"/>
          </ac:spMkLst>
        </pc:spChg>
      </pc:sldChg>
      <pc:sldChg chg="modSp add mod">
        <pc:chgData name="Arun Sunar" userId="3fa9774ca67c7ab5" providerId="LiveId" clId="{9B0F49E0-BB4F-4238-A1C1-0538405C6B4B}" dt="2024-02-06T12:29:54.459" v="416"/>
        <pc:sldMkLst>
          <pc:docMk/>
          <pc:sldMk cId="2133606878" sldId="289"/>
        </pc:sldMkLst>
        <pc:spChg chg="mod">
          <ac:chgData name="Arun Sunar" userId="3fa9774ca67c7ab5" providerId="LiveId" clId="{9B0F49E0-BB4F-4238-A1C1-0538405C6B4B}" dt="2024-02-06T12:29:15.791" v="413"/>
          <ac:spMkLst>
            <pc:docMk/>
            <pc:sldMk cId="2133606878" sldId="289"/>
            <ac:spMk id="2" creationId="{C8B23662-2888-90DB-599F-CA930B07A50A}"/>
          </ac:spMkLst>
        </pc:spChg>
        <pc:spChg chg="mod">
          <ac:chgData name="Arun Sunar" userId="3fa9774ca67c7ab5" providerId="LiveId" clId="{9B0F49E0-BB4F-4238-A1C1-0538405C6B4B}" dt="2024-02-06T12:29:54.459" v="416"/>
          <ac:spMkLst>
            <pc:docMk/>
            <pc:sldMk cId="2133606878" sldId="289"/>
            <ac:spMk id="3" creationId="{EC5A45CE-3195-74DC-0B73-FD3E043309C0}"/>
          </ac:spMkLst>
        </pc:spChg>
      </pc:sldChg>
      <pc:sldChg chg="modSp new mod">
        <pc:chgData name="Arun Sunar" userId="3fa9774ca67c7ab5" providerId="LiveId" clId="{9B0F49E0-BB4F-4238-A1C1-0538405C6B4B}" dt="2024-02-06T12:34:09.649" v="420"/>
        <pc:sldMkLst>
          <pc:docMk/>
          <pc:sldMk cId="4278569255" sldId="290"/>
        </pc:sldMkLst>
        <pc:spChg chg="mod">
          <ac:chgData name="Arun Sunar" userId="3fa9774ca67c7ab5" providerId="LiveId" clId="{9B0F49E0-BB4F-4238-A1C1-0538405C6B4B}" dt="2024-02-06T12:34:09.649" v="420"/>
          <ac:spMkLst>
            <pc:docMk/>
            <pc:sldMk cId="4278569255" sldId="290"/>
            <ac:spMk id="3" creationId="{27C12B7E-274F-4229-32D4-84EB1997A648}"/>
          </ac:spMkLst>
        </pc:spChg>
      </pc:sldChg>
      <pc:sldChg chg="modSp add mod">
        <pc:chgData name="Arun Sunar" userId="3fa9774ca67c7ab5" providerId="LiveId" clId="{9B0F49E0-BB4F-4238-A1C1-0538405C6B4B}" dt="2024-02-06T12:38:23.677" v="431"/>
        <pc:sldMkLst>
          <pc:docMk/>
          <pc:sldMk cId="9923313" sldId="291"/>
        </pc:sldMkLst>
        <pc:spChg chg="mod">
          <ac:chgData name="Arun Sunar" userId="3fa9774ca67c7ab5" providerId="LiveId" clId="{9B0F49E0-BB4F-4238-A1C1-0538405C6B4B}" dt="2024-02-06T12:34:59.492" v="428" actId="20577"/>
          <ac:spMkLst>
            <pc:docMk/>
            <pc:sldMk cId="9923313" sldId="291"/>
            <ac:spMk id="2" creationId="{08090889-11CF-C150-1421-454C675F34B1}"/>
          </ac:spMkLst>
        </pc:spChg>
        <pc:spChg chg="mod">
          <ac:chgData name="Arun Sunar" userId="3fa9774ca67c7ab5" providerId="LiveId" clId="{9B0F49E0-BB4F-4238-A1C1-0538405C6B4B}" dt="2024-02-06T12:38:23.677" v="431"/>
          <ac:spMkLst>
            <pc:docMk/>
            <pc:sldMk cId="9923313" sldId="291"/>
            <ac:spMk id="3" creationId="{A571E5D5-255B-4B1D-3B27-01CCE133ADB0}"/>
          </ac:spMkLst>
        </pc:spChg>
      </pc:sldChg>
      <pc:sldChg chg="new del">
        <pc:chgData name="Arun Sunar" userId="3fa9774ca67c7ab5" providerId="LiveId" clId="{9B0F49E0-BB4F-4238-A1C1-0538405C6B4B}" dt="2024-02-06T12:34:49.852" v="422" actId="680"/>
        <pc:sldMkLst>
          <pc:docMk/>
          <pc:sldMk cId="3149414711" sldId="291"/>
        </pc:sldMkLst>
      </pc:sldChg>
      <pc:sldChg chg="new del">
        <pc:chgData name="Arun Sunar" userId="3fa9774ca67c7ab5" providerId="LiveId" clId="{9B0F49E0-BB4F-4238-A1C1-0538405C6B4B}" dt="2024-02-06T12:39:17.352" v="433" actId="680"/>
        <pc:sldMkLst>
          <pc:docMk/>
          <pc:sldMk cId="702548325" sldId="292"/>
        </pc:sldMkLst>
      </pc:sldChg>
      <pc:sldChg chg="modSp add mod">
        <pc:chgData name="Arun Sunar" userId="3fa9774ca67c7ab5" providerId="LiveId" clId="{9B0F49E0-BB4F-4238-A1C1-0538405C6B4B}" dt="2024-02-06T12:39:51.842" v="442"/>
        <pc:sldMkLst>
          <pc:docMk/>
          <pc:sldMk cId="3696634377" sldId="292"/>
        </pc:sldMkLst>
        <pc:spChg chg="mod">
          <ac:chgData name="Arun Sunar" userId="3fa9774ca67c7ab5" providerId="LiveId" clId="{9B0F49E0-BB4F-4238-A1C1-0538405C6B4B}" dt="2024-02-06T12:39:51.842" v="442"/>
          <ac:spMkLst>
            <pc:docMk/>
            <pc:sldMk cId="3696634377" sldId="292"/>
            <ac:spMk id="2" creationId="{FED290EC-5B58-643B-ADD9-8C97572FC0F9}"/>
          </ac:spMkLst>
        </pc:spChg>
        <pc:spChg chg="mod">
          <ac:chgData name="Arun Sunar" userId="3fa9774ca67c7ab5" providerId="LiveId" clId="{9B0F49E0-BB4F-4238-A1C1-0538405C6B4B}" dt="2024-02-06T12:39:38.878" v="439" actId="27636"/>
          <ac:spMkLst>
            <pc:docMk/>
            <pc:sldMk cId="3696634377" sldId="292"/>
            <ac:spMk id="3" creationId="{4EE400AE-3C8D-1D13-E41B-75B8AAFC6D37}"/>
          </ac:spMkLst>
        </pc:spChg>
      </pc:sldChg>
      <pc:sldChg chg="modSp add mod">
        <pc:chgData name="Arun Sunar" userId="3fa9774ca67c7ab5" providerId="LiveId" clId="{9B0F49E0-BB4F-4238-A1C1-0538405C6B4B}" dt="2024-02-06T12:41:13.250" v="449" actId="27636"/>
        <pc:sldMkLst>
          <pc:docMk/>
          <pc:sldMk cId="533310706" sldId="293"/>
        </pc:sldMkLst>
        <pc:spChg chg="mod">
          <ac:chgData name="Arun Sunar" userId="3fa9774ca67c7ab5" providerId="LiveId" clId="{9B0F49E0-BB4F-4238-A1C1-0538405C6B4B}" dt="2024-02-06T12:40:55.024" v="447" actId="27636"/>
          <ac:spMkLst>
            <pc:docMk/>
            <pc:sldMk cId="533310706" sldId="293"/>
            <ac:spMk id="2" creationId="{F3A6C515-E466-579C-11D6-FE9D8AE18579}"/>
          </ac:spMkLst>
        </pc:spChg>
        <pc:spChg chg="mod">
          <ac:chgData name="Arun Sunar" userId="3fa9774ca67c7ab5" providerId="LiveId" clId="{9B0F49E0-BB4F-4238-A1C1-0538405C6B4B}" dt="2024-02-06T12:41:13.250" v="449" actId="27636"/>
          <ac:spMkLst>
            <pc:docMk/>
            <pc:sldMk cId="533310706" sldId="293"/>
            <ac:spMk id="3" creationId="{CB8A4027-8FA6-EB5D-D953-122228C0AA86}"/>
          </ac:spMkLst>
        </pc:spChg>
      </pc:sldChg>
      <pc:sldChg chg="modSp add mod">
        <pc:chgData name="Arun Sunar" userId="3fa9774ca67c7ab5" providerId="LiveId" clId="{9B0F49E0-BB4F-4238-A1C1-0538405C6B4B}" dt="2024-02-06T12:44:55.016" v="460"/>
        <pc:sldMkLst>
          <pc:docMk/>
          <pc:sldMk cId="4041179144" sldId="294"/>
        </pc:sldMkLst>
        <pc:spChg chg="mod">
          <ac:chgData name="Arun Sunar" userId="3fa9774ca67c7ab5" providerId="LiveId" clId="{9B0F49E0-BB4F-4238-A1C1-0538405C6B4B}" dt="2024-02-06T12:43:56.835" v="455" actId="27636"/>
          <ac:spMkLst>
            <pc:docMk/>
            <pc:sldMk cId="4041179144" sldId="294"/>
            <ac:spMk id="2" creationId="{4855B772-9A40-6C63-6E15-C8307DCC4427}"/>
          </ac:spMkLst>
        </pc:spChg>
        <pc:spChg chg="mod">
          <ac:chgData name="Arun Sunar" userId="3fa9774ca67c7ab5" providerId="LiveId" clId="{9B0F49E0-BB4F-4238-A1C1-0538405C6B4B}" dt="2024-02-06T12:44:55.016" v="460"/>
          <ac:spMkLst>
            <pc:docMk/>
            <pc:sldMk cId="4041179144" sldId="294"/>
            <ac:spMk id="3" creationId="{3B99C18C-F43B-80B1-EE0D-E83C5F1296AF}"/>
          </ac:spMkLst>
        </pc:spChg>
      </pc:sldChg>
      <pc:sldChg chg="modSp new mod">
        <pc:chgData name="Arun Sunar" userId="3fa9774ca67c7ab5" providerId="LiveId" clId="{9B0F49E0-BB4F-4238-A1C1-0538405C6B4B}" dt="2024-02-13T02:43:48.616" v="487"/>
        <pc:sldMkLst>
          <pc:docMk/>
          <pc:sldMk cId="495375364" sldId="295"/>
        </pc:sldMkLst>
        <pc:spChg chg="mod">
          <ac:chgData name="Arun Sunar" userId="3fa9774ca67c7ab5" providerId="LiveId" clId="{9B0F49E0-BB4F-4238-A1C1-0538405C6B4B}" dt="2024-02-13T02:42:22.576" v="483" actId="20577"/>
          <ac:spMkLst>
            <pc:docMk/>
            <pc:sldMk cId="495375364" sldId="295"/>
            <ac:spMk id="2" creationId="{79FD5CF5-10C4-A178-D7D6-1B2F802A9C0C}"/>
          </ac:spMkLst>
        </pc:spChg>
        <pc:spChg chg="mod">
          <ac:chgData name="Arun Sunar" userId="3fa9774ca67c7ab5" providerId="LiveId" clId="{9B0F49E0-BB4F-4238-A1C1-0538405C6B4B}" dt="2024-02-13T02:43:48.616" v="487"/>
          <ac:spMkLst>
            <pc:docMk/>
            <pc:sldMk cId="495375364" sldId="295"/>
            <ac:spMk id="3" creationId="{6C17E232-3044-DF58-9767-7D0AD77AAFAF}"/>
          </ac:spMkLst>
        </pc:spChg>
      </pc:sldChg>
      <pc:sldChg chg="modSp add mod">
        <pc:chgData name="Arun Sunar" userId="3fa9774ca67c7ab5" providerId="LiveId" clId="{9B0F49E0-BB4F-4238-A1C1-0538405C6B4B}" dt="2024-02-13T02:47:08.357" v="504" actId="113"/>
        <pc:sldMkLst>
          <pc:docMk/>
          <pc:sldMk cId="374156593" sldId="296"/>
        </pc:sldMkLst>
        <pc:spChg chg="mod">
          <ac:chgData name="Arun Sunar" userId="3fa9774ca67c7ab5" providerId="LiveId" clId="{9B0F49E0-BB4F-4238-A1C1-0538405C6B4B}" dt="2024-02-13T02:47:08.357" v="504" actId="113"/>
          <ac:spMkLst>
            <pc:docMk/>
            <pc:sldMk cId="374156593" sldId="296"/>
            <ac:spMk id="3" creationId="{60846824-4B47-63A8-619B-B0BEFA38FE81}"/>
          </ac:spMkLst>
        </pc:spChg>
      </pc:sldChg>
      <pc:sldChg chg="new del">
        <pc:chgData name="Arun Sunar" userId="3fa9774ca67c7ab5" providerId="LiveId" clId="{9B0F49E0-BB4F-4238-A1C1-0538405C6B4B}" dt="2024-02-13T02:44:51.474" v="489" actId="47"/>
        <pc:sldMkLst>
          <pc:docMk/>
          <pc:sldMk cId="4071867044" sldId="296"/>
        </pc:sldMkLst>
      </pc:sldChg>
      <pc:sldChg chg="modSp add mod">
        <pc:chgData name="Arun Sunar" userId="3fa9774ca67c7ab5" providerId="LiveId" clId="{9B0F49E0-BB4F-4238-A1C1-0538405C6B4B}" dt="2024-02-13T02:55:48.975" v="509" actId="27636"/>
        <pc:sldMkLst>
          <pc:docMk/>
          <pc:sldMk cId="1094550471" sldId="297"/>
        </pc:sldMkLst>
        <pc:spChg chg="mod">
          <ac:chgData name="Arun Sunar" userId="3fa9774ca67c7ab5" providerId="LiveId" clId="{9B0F49E0-BB4F-4238-A1C1-0538405C6B4B}" dt="2024-02-13T02:55:48.975" v="509" actId="27636"/>
          <ac:spMkLst>
            <pc:docMk/>
            <pc:sldMk cId="1094550471" sldId="297"/>
            <ac:spMk id="3" creationId="{800DDDAD-89F6-8850-A0CB-8BC3F7B0B5B8}"/>
          </ac:spMkLst>
        </pc:spChg>
      </pc:sldChg>
      <pc:sldChg chg="addSp delSp new mod">
        <pc:chgData name="Arun Sunar" userId="3fa9774ca67c7ab5" providerId="LiveId" clId="{9B0F49E0-BB4F-4238-A1C1-0538405C6B4B}" dt="2024-02-13T02:56:23.928" v="513"/>
        <pc:sldMkLst>
          <pc:docMk/>
          <pc:sldMk cId="2156788766" sldId="298"/>
        </pc:sldMkLst>
        <pc:spChg chg="del">
          <ac:chgData name="Arun Sunar" userId="3fa9774ca67c7ab5" providerId="LiveId" clId="{9B0F49E0-BB4F-4238-A1C1-0538405C6B4B}" dt="2024-02-13T02:55:57.088" v="512" actId="478"/>
          <ac:spMkLst>
            <pc:docMk/>
            <pc:sldMk cId="2156788766" sldId="298"/>
            <ac:spMk id="2" creationId="{DEEE221E-7241-CBBB-446C-8E3416E6A8B2}"/>
          </ac:spMkLst>
        </pc:spChg>
        <pc:spChg chg="del">
          <ac:chgData name="Arun Sunar" userId="3fa9774ca67c7ab5" providerId="LiveId" clId="{9B0F49E0-BB4F-4238-A1C1-0538405C6B4B}" dt="2024-02-13T02:55:55.304" v="511" actId="478"/>
          <ac:spMkLst>
            <pc:docMk/>
            <pc:sldMk cId="2156788766" sldId="298"/>
            <ac:spMk id="3" creationId="{9B546C75-BD39-D286-56F7-0A827DC77579}"/>
          </ac:spMkLst>
        </pc:spChg>
        <pc:picChg chg="add">
          <ac:chgData name="Arun Sunar" userId="3fa9774ca67c7ab5" providerId="LiveId" clId="{9B0F49E0-BB4F-4238-A1C1-0538405C6B4B}" dt="2024-02-13T02:56:23.928" v="513"/>
          <ac:picMkLst>
            <pc:docMk/>
            <pc:sldMk cId="2156788766" sldId="298"/>
            <ac:picMk id="1026" creationId="{19394341-850F-001D-D501-EE5CA7FED307}"/>
          </ac:picMkLst>
        </pc:picChg>
      </pc:sldChg>
      <pc:sldChg chg="addSp delSp add">
        <pc:chgData name="Arun Sunar" userId="3fa9774ca67c7ab5" providerId="LiveId" clId="{9B0F49E0-BB4F-4238-A1C1-0538405C6B4B}" dt="2024-02-13T02:56:42.437" v="516"/>
        <pc:sldMkLst>
          <pc:docMk/>
          <pc:sldMk cId="473057493" sldId="299"/>
        </pc:sldMkLst>
        <pc:picChg chg="del">
          <ac:chgData name="Arun Sunar" userId="3fa9774ca67c7ab5" providerId="LiveId" clId="{9B0F49E0-BB4F-4238-A1C1-0538405C6B4B}" dt="2024-02-13T02:56:34.590" v="515" actId="478"/>
          <ac:picMkLst>
            <pc:docMk/>
            <pc:sldMk cId="473057493" sldId="299"/>
            <ac:picMk id="1026" creationId="{23191A40-AED1-9D7B-351C-22B5CABAC7FC}"/>
          </ac:picMkLst>
        </pc:picChg>
        <pc:picChg chg="add">
          <ac:chgData name="Arun Sunar" userId="3fa9774ca67c7ab5" providerId="LiveId" clId="{9B0F49E0-BB4F-4238-A1C1-0538405C6B4B}" dt="2024-02-13T02:56:42.437" v="516"/>
          <ac:picMkLst>
            <pc:docMk/>
            <pc:sldMk cId="473057493" sldId="299"/>
            <ac:picMk id="2050" creationId="{D9BA9C58-9B6E-4E31-CB61-F36267C50DDA}"/>
          </ac:picMkLst>
        </pc:picChg>
      </pc:sldChg>
      <pc:sldChg chg="modSp add mod">
        <pc:chgData name="Arun Sunar" userId="3fa9774ca67c7ab5" providerId="LiveId" clId="{9B0F49E0-BB4F-4238-A1C1-0538405C6B4B}" dt="2024-02-13T02:58:00.658" v="541" actId="20577"/>
        <pc:sldMkLst>
          <pc:docMk/>
          <pc:sldMk cId="360399505" sldId="300"/>
        </pc:sldMkLst>
        <pc:spChg chg="mod">
          <ac:chgData name="Arun Sunar" userId="3fa9774ca67c7ab5" providerId="LiveId" clId="{9B0F49E0-BB4F-4238-A1C1-0538405C6B4B}" dt="2024-02-13T02:58:00.658" v="541" actId="20577"/>
          <ac:spMkLst>
            <pc:docMk/>
            <pc:sldMk cId="360399505" sldId="300"/>
            <ac:spMk id="2" creationId="{9C40A303-3AFC-9DE4-2E90-FF3740576CE7}"/>
          </ac:spMkLst>
        </pc:spChg>
        <pc:spChg chg="mod">
          <ac:chgData name="Arun Sunar" userId="3fa9774ca67c7ab5" providerId="LiveId" clId="{9B0F49E0-BB4F-4238-A1C1-0538405C6B4B}" dt="2024-02-13T02:57:44.625" v="519" actId="27636"/>
          <ac:spMkLst>
            <pc:docMk/>
            <pc:sldMk cId="360399505" sldId="300"/>
            <ac:spMk id="3" creationId="{533B479A-EB6E-E0E4-81C9-7B24069F106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5E9C2-8CA7-CC2D-89FB-E8E370168A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9C9A5B2-E098-EC54-86BA-C6D7C685CF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C7533B-C63A-E805-A4D6-08B70843070F}"/>
              </a:ext>
            </a:extLst>
          </p:cNvPr>
          <p:cNvSpPr>
            <a:spLocks noGrp="1"/>
          </p:cNvSpPr>
          <p:nvPr>
            <p:ph type="dt" sz="half" idx="10"/>
          </p:nvPr>
        </p:nvSpPr>
        <p:spPr/>
        <p:txBody>
          <a:bodyPr/>
          <a:lstStyle/>
          <a:p>
            <a:fld id="{87855CBE-523F-48D8-8FD0-4124182E23E9}" type="datetimeFigureOut">
              <a:rPr lang="en-IN" smtClean="0"/>
              <a:t>29-07-2024</a:t>
            </a:fld>
            <a:endParaRPr lang="en-IN"/>
          </a:p>
        </p:txBody>
      </p:sp>
      <p:sp>
        <p:nvSpPr>
          <p:cNvPr id="5" name="Footer Placeholder 4">
            <a:extLst>
              <a:ext uri="{FF2B5EF4-FFF2-40B4-BE49-F238E27FC236}">
                <a16:creationId xmlns:a16="http://schemas.microsoft.com/office/drawing/2014/main" id="{5F052410-08BF-D2D3-FAA8-1157709344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881693-5895-37F9-7F17-123DFF2C8B3A}"/>
              </a:ext>
            </a:extLst>
          </p:cNvPr>
          <p:cNvSpPr>
            <a:spLocks noGrp="1"/>
          </p:cNvSpPr>
          <p:nvPr>
            <p:ph type="sldNum" sz="quarter" idx="12"/>
          </p:nvPr>
        </p:nvSpPr>
        <p:spPr/>
        <p:txBody>
          <a:bodyPr/>
          <a:lstStyle/>
          <a:p>
            <a:fld id="{77C731E4-5464-4D79-BBF5-C615A57A1AC1}" type="slidenum">
              <a:rPr lang="en-IN" smtClean="0"/>
              <a:t>‹#›</a:t>
            </a:fld>
            <a:endParaRPr lang="en-IN"/>
          </a:p>
        </p:txBody>
      </p:sp>
    </p:spTree>
    <p:extLst>
      <p:ext uri="{BB962C8B-B14F-4D97-AF65-F5344CB8AC3E}">
        <p14:creationId xmlns:p14="http://schemas.microsoft.com/office/powerpoint/2010/main" val="98327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0591A-CC08-FF15-F835-D1198DB6CA9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974FF8-0459-A10E-F707-1339603105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C4BFEB-DC82-E41F-8F9B-99ACA326265B}"/>
              </a:ext>
            </a:extLst>
          </p:cNvPr>
          <p:cNvSpPr>
            <a:spLocks noGrp="1"/>
          </p:cNvSpPr>
          <p:nvPr>
            <p:ph type="dt" sz="half" idx="10"/>
          </p:nvPr>
        </p:nvSpPr>
        <p:spPr/>
        <p:txBody>
          <a:bodyPr/>
          <a:lstStyle/>
          <a:p>
            <a:fld id="{87855CBE-523F-48D8-8FD0-4124182E23E9}" type="datetimeFigureOut">
              <a:rPr lang="en-IN" smtClean="0"/>
              <a:t>29-07-2024</a:t>
            </a:fld>
            <a:endParaRPr lang="en-IN"/>
          </a:p>
        </p:txBody>
      </p:sp>
      <p:sp>
        <p:nvSpPr>
          <p:cNvPr id="5" name="Footer Placeholder 4">
            <a:extLst>
              <a:ext uri="{FF2B5EF4-FFF2-40B4-BE49-F238E27FC236}">
                <a16:creationId xmlns:a16="http://schemas.microsoft.com/office/drawing/2014/main" id="{7B8B9B8A-AE01-2793-B181-86E676DD1B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7C8269-867F-CC01-516B-FAF073E7900C}"/>
              </a:ext>
            </a:extLst>
          </p:cNvPr>
          <p:cNvSpPr>
            <a:spLocks noGrp="1"/>
          </p:cNvSpPr>
          <p:nvPr>
            <p:ph type="sldNum" sz="quarter" idx="12"/>
          </p:nvPr>
        </p:nvSpPr>
        <p:spPr/>
        <p:txBody>
          <a:bodyPr/>
          <a:lstStyle/>
          <a:p>
            <a:fld id="{77C731E4-5464-4D79-BBF5-C615A57A1AC1}" type="slidenum">
              <a:rPr lang="en-IN" smtClean="0"/>
              <a:t>‹#›</a:t>
            </a:fld>
            <a:endParaRPr lang="en-IN"/>
          </a:p>
        </p:txBody>
      </p:sp>
    </p:spTree>
    <p:extLst>
      <p:ext uri="{BB962C8B-B14F-4D97-AF65-F5344CB8AC3E}">
        <p14:creationId xmlns:p14="http://schemas.microsoft.com/office/powerpoint/2010/main" val="440187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76CCA-8B87-6C4D-3D63-70C8AD7D21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3A6A8C1-F0CA-D8CD-D824-848FA8456D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873C35-9101-DBBB-CAD9-41C7B4C52B53}"/>
              </a:ext>
            </a:extLst>
          </p:cNvPr>
          <p:cNvSpPr>
            <a:spLocks noGrp="1"/>
          </p:cNvSpPr>
          <p:nvPr>
            <p:ph type="dt" sz="half" idx="10"/>
          </p:nvPr>
        </p:nvSpPr>
        <p:spPr/>
        <p:txBody>
          <a:bodyPr/>
          <a:lstStyle/>
          <a:p>
            <a:fld id="{87855CBE-523F-48D8-8FD0-4124182E23E9}" type="datetimeFigureOut">
              <a:rPr lang="en-IN" smtClean="0"/>
              <a:t>29-07-2024</a:t>
            </a:fld>
            <a:endParaRPr lang="en-IN"/>
          </a:p>
        </p:txBody>
      </p:sp>
      <p:sp>
        <p:nvSpPr>
          <p:cNvPr id="5" name="Footer Placeholder 4">
            <a:extLst>
              <a:ext uri="{FF2B5EF4-FFF2-40B4-BE49-F238E27FC236}">
                <a16:creationId xmlns:a16="http://schemas.microsoft.com/office/drawing/2014/main" id="{A7C150F2-B8FF-4188-B8A8-7207A1313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47AC6B-0220-182D-0809-B0CD92223217}"/>
              </a:ext>
            </a:extLst>
          </p:cNvPr>
          <p:cNvSpPr>
            <a:spLocks noGrp="1"/>
          </p:cNvSpPr>
          <p:nvPr>
            <p:ph type="sldNum" sz="quarter" idx="12"/>
          </p:nvPr>
        </p:nvSpPr>
        <p:spPr/>
        <p:txBody>
          <a:bodyPr/>
          <a:lstStyle/>
          <a:p>
            <a:fld id="{77C731E4-5464-4D79-BBF5-C615A57A1AC1}" type="slidenum">
              <a:rPr lang="en-IN" smtClean="0"/>
              <a:t>‹#›</a:t>
            </a:fld>
            <a:endParaRPr lang="en-IN"/>
          </a:p>
        </p:txBody>
      </p:sp>
    </p:spTree>
    <p:extLst>
      <p:ext uri="{BB962C8B-B14F-4D97-AF65-F5344CB8AC3E}">
        <p14:creationId xmlns:p14="http://schemas.microsoft.com/office/powerpoint/2010/main" val="662381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B9A24-85B5-516E-5CDA-0DC04C9DA98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48E2C5-8AA6-A204-54D0-09656164CE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2EB240F-D360-1CB5-F660-D149433283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622823E-8DD7-8D86-36B2-391D7B70E42A}"/>
              </a:ext>
            </a:extLst>
          </p:cNvPr>
          <p:cNvSpPr>
            <a:spLocks noGrp="1"/>
          </p:cNvSpPr>
          <p:nvPr>
            <p:ph type="dt" sz="half" idx="10"/>
          </p:nvPr>
        </p:nvSpPr>
        <p:spPr/>
        <p:txBody>
          <a:bodyPr/>
          <a:lstStyle/>
          <a:p>
            <a:fld id="{87855CBE-523F-48D8-8FD0-4124182E23E9}" type="datetimeFigureOut">
              <a:rPr lang="en-IN" smtClean="0"/>
              <a:t>29-07-2024</a:t>
            </a:fld>
            <a:endParaRPr lang="en-IN"/>
          </a:p>
        </p:txBody>
      </p:sp>
      <p:sp>
        <p:nvSpPr>
          <p:cNvPr id="6" name="Footer Placeholder 5">
            <a:extLst>
              <a:ext uri="{FF2B5EF4-FFF2-40B4-BE49-F238E27FC236}">
                <a16:creationId xmlns:a16="http://schemas.microsoft.com/office/drawing/2014/main" id="{0CBD869F-0BD0-B63D-9245-D152F792E6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EC603E-F097-DFC3-B52B-ADBAA6892904}"/>
              </a:ext>
            </a:extLst>
          </p:cNvPr>
          <p:cNvSpPr>
            <a:spLocks noGrp="1"/>
          </p:cNvSpPr>
          <p:nvPr>
            <p:ph type="sldNum" sz="quarter" idx="12"/>
          </p:nvPr>
        </p:nvSpPr>
        <p:spPr/>
        <p:txBody>
          <a:bodyPr/>
          <a:lstStyle/>
          <a:p>
            <a:fld id="{77C731E4-5464-4D79-BBF5-C615A57A1AC1}" type="slidenum">
              <a:rPr lang="en-IN" smtClean="0"/>
              <a:t>‹#›</a:t>
            </a:fld>
            <a:endParaRPr lang="en-IN"/>
          </a:p>
        </p:txBody>
      </p:sp>
    </p:spTree>
    <p:extLst>
      <p:ext uri="{BB962C8B-B14F-4D97-AF65-F5344CB8AC3E}">
        <p14:creationId xmlns:p14="http://schemas.microsoft.com/office/powerpoint/2010/main" val="971554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4E504-346A-59AE-1C07-85417D593ED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FF0652-394F-0D54-DDA6-F095D153C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1F0315-6B4C-C0E8-5FAE-9ED3B578F4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E5F10DD-F85E-A520-54E8-19AA4A2784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5E1580-0098-61DF-C416-E6CE6BB5A9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13EE60B-7F63-5DCA-F840-10FB69C853F0}"/>
              </a:ext>
            </a:extLst>
          </p:cNvPr>
          <p:cNvSpPr>
            <a:spLocks noGrp="1"/>
          </p:cNvSpPr>
          <p:nvPr>
            <p:ph type="dt" sz="half" idx="10"/>
          </p:nvPr>
        </p:nvSpPr>
        <p:spPr/>
        <p:txBody>
          <a:bodyPr/>
          <a:lstStyle/>
          <a:p>
            <a:fld id="{87855CBE-523F-48D8-8FD0-4124182E23E9}" type="datetimeFigureOut">
              <a:rPr lang="en-IN" smtClean="0"/>
              <a:t>29-07-2024</a:t>
            </a:fld>
            <a:endParaRPr lang="en-IN"/>
          </a:p>
        </p:txBody>
      </p:sp>
      <p:sp>
        <p:nvSpPr>
          <p:cNvPr id="8" name="Footer Placeholder 7">
            <a:extLst>
              <a:ext uri="{FF2B5EF4-FFF2-40B4-BE49-F238E27FC236}">
                <a16:creationId xmlns:a16="http://schemas.microsoft.com/office/drawing/2014/main" id="{1F6B9671-031D-6D22-D14E-BC172E00150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05B745A-A691-25B5-1623-B67E6A8AB1CF}"/>
              </a:ext>
            </a:extLst>
          </p:cNvPr>
          <p:cNvSpPr>
            <a:spLocks noGrp="1"/>
          </p:cNvSpPr>
          <p:nvPr>
            <p:ph type="sldNum" sz="quarter" idx="12"/>
          </p:nvPr>
        </p:nvSpPr>
        <p:spPr/>
        <p:txBody>
          <a:bodyPr/>
          <a:lstStyle/>
          <a:p>
            <a:fld id="{77C731E4-5464-4D79-BBF5-C615A57A1AC1}" type="slidenum">
              <a:rPr lang="en-IN" smtClean="0"/>
              <a:t>‹#›</a:t>
            </a:fld>
            <a:endParaRPr lang="en-IN"/>
          </a:p>
        </p:txBody>
      </p:sp>
    </p:spTree>
    <p:extLst>
      <p:ext uri="{BB962C8B-B14F-4D97-AF65-F5344CB8AC3E}">
        <p14:creationId xmlns:p14="http://schemas.microsoft.com/office/powerpoint/2010/main" val="483060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B2784-E569-0DED-D17F-BC50A0FF928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4A84FB2-E716-526B-526A-E5ECCB24786F}"/>
              </a:ext>
            </a:extLst>
          </p:cNvPr>
          <p:cNvSpPr>
            <a:spLocks noGrp="1"/>
          </p:cNvSpPr>
          <p:nvPr>
            <p:ph type="dt" sz="half" idx="10"/>
          </p:nvPr>
        </p:nvSpPr>
        <p:spPr/>
        <p:txBody>
          <a:bodyPr/>
          <a:lstStyle/>
          <a:p>
            <a:fld id="{87855CBE-523F-48D8-8FD0-4124182E23E9}" type="datetimeFigureOut">
              <a:rPr lang="en-IN" smtClean="0"/>
              <a:t>29-07-2024</a:t>
            </a:fld>
            <a:endParaRPr lang="en-IN"/>
          </a:p>
        </p:txBody>
      </p:sp>
      <p:sp>
        <p:nvSpPr>
          <p:cNvPr id="4" name="Footer Placeholder 3">
            <a:extLst>
              <a:ext uri="{FF2B5EF4-FFF2-40B4-BE49-F238E27FC236}">
                <a16:creationId xmlns:a16="http://schemas.microsoft.com/office/drawing/2014/main" id="{ACF44AB2-9023-B36A-B5A7-7A7B2B7CAAB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BA1EA91-2AA7-8DF0-7CE8-FE67FAADB5A8}"/>
              </a:ext>
            </a:extLst>
          </p:cNvPr>
          <p:cNvSpPr>
            <a:spLocks noGrp="1"/>
          </p:cNvSpPr>
          <p:nvPr>
            <p:ph type="sldNum" sz="quarter" idx="12"/>
          </p:nvPr>
        </p:nvSpPr>
        <p:spPr/>
        <p:txBody>
          <a:bodyPr/>
          <a:lstStyle/>
          <a:p>
            <a:fld id="{77C731E4-5464-4D79-BBF5-C615A57A1AC1}" type="slidenum">
              <a:rPr lang="en-IN" smtClean="0"/>
              <a:t>‹#›</a:t>
            </a:fld>
            <a:endParaRPr lang="en-IN"/>
          </a:p>
        </p:txBody>
      </p:sp>
    </p:spTree>
    <p:extLst>
      <p:ext uri="{BB962C8B-B14F-4D97-AF65-F5344CB8AC3E}">
        <p14:creationId xmlns:p14="http://schemas.microsoft.com/office/powerpoint/2010/main" val="2636525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599ACB-2B57-70C0-536C-FBD97E14F8C1}"/>
              </a:ext>
            </a:extLst>
          </p:cNvPr>
          <p:cNvSpPr>
            <a:spLocks noGrp="1"/>
          </p:cNvSpPr>
          <p:nvPr>
            <p:ph type="dt" sz="half" idx="10"/>
          </p:nvPr>
        </p:nvSpPr>
        <p:spPr/>
        <p:txBody>
          <a:bodyPr/>
          <a:lstStyle/>
          <a:p>
            <a:fld id="{87855CBE-523F-48D8-8FD0-4124182E23E9}" type="datetimeFigureOut">
              <a:rPr lang="en-IN" smtClean="0"/>
              <a:t>29-07-2024</a:t>
            </a:fld>
            <a:endParaRPr lang="en-IN"/>
          </a:p>
        </p:txBody>
      </p:sp>
      <p:sp>
        <p:nvSpPr>
          <p:cNvPr id="3" name="Footer Placeholder 2">
            <a:extLst>
              <a:ext uri="{FF2B5EF4-FFF2-40B4-BE49-F238E27FC236}">
                <a16:creationId xmlns:a16="http://schemas.microsoft.com/office/drawing/2014/main" id="{D44EF6D3-430E-B62C-BCB0-0E53CDF84A3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FB76F83-332D-5D5D-D733-8D0792D4DD37}"/>
              </a:ext>
            </a:extLst>
          </p:cNvPr>
          <p:cNvSpPr>
            <a:spLocks noGrp="1"/>
          </p:cNvSpPr>
          <p:nvPr>
            <p:ph type="sldNum" sz="quarter" idx="12"/>
          </p:nvPr>
        </p:nvSpPr>
        <p:spPr/>
        <p:txBody>
          <a:bodyPr/>
          <a:lstStyle/>
          <a:p>
            <a:fld id="{77C731E4-5464-4D79-BBF5-C615A57A1AC1}" type="slidenum">
              <a:rPr lang="en-IN" smtClean="0"/>
              <a:t>‹#›</a:t>
            </a:fld>
            <a:endParaRPr lang="en-IN"/>
          </a:p>
        </p:txBody>
      </p:sp>
    </p:spTree>
    <p:extLst>
      <p:ext uri="{BB962C8B-B14F-4D97-AF65-F5344CB8AC3E}">
        <p14:creationId xmlns:p14="http://schemas.microsoft.com/office/powerpoint/2010/main" val="2227305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D9C79-4DA8-C0FB-9E91-A9F00B34A3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7FB8006-FC3F-E378-4AAD-2EB59B3A3E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D968DEE-E2F9-EBEA-2AD5-F509F4A8F8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8060D6-6859-5501-4CC0-B65ED306064A}"/>
              </a:ext>
            </a:extLst>
          </p:cNvPr>
          <p:cNvSpPr>
            <a:spLocks noGrp="1"/>
          </p:cNvSpPr>
          <p:nvPr>
            <p:ph type="dt" sz="half" idx="10"/>
          </p:nvPr>
        </p:nvSpPr>
        <p:spPr/>
        <p:txBody>
          <a:bodyPr/>
          <a:lstStyle/>
          <a:p>
            <a:fld id="{87855CBE-523F-48D8-8FD0-4124182E23E9}" type="datetimeFigureOut">
              <a:rPr lang="en-IN" smtClean="0"/>
              <a:t>29-07-2024</a:t>
            </a:fld>
            <a:endParaRPr lang="en-IN"/>
          </a:p>
        </p:txBody>
      </p:sp>
      <p:sp>
        <p:nvSpPr>
          <p:cNvPr id="6" name="Footer Placeholder 5">
            <a:extLst>
              <a:ext uri="{FF2B5EF4-FFF2-40B4-BE49-F238E27FC236}">
                <a16:creationId xmlns:a16="http://schemas.microsoft.com/office/drawing/2014/main" id="{018822D0-BE7B-2583-500D-C1F91E4FBC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B55E28-73E8-3C28-387E-F8E1EA4C3094}"/>
              </a:ext>
            </a:extLst>
          </p:cNvPr>
          <p:cNvSpPr>
            <a:spLocks noGrp="1"/>
          </p:cNvSpPr>
          <p:nvPr>
            <p:ph type="sldNum" sz="quarter" idx="12"/>
          </p:nvPr>
        </p:nvSpPr>
        <p:spPr/>
        <p:txBody>
          <a:bodyPr/>
          <a:lstStyle/>
          <a:p>
            <a:fld id="{77C731E4-5464-4D79-BBF5-C615A57A1AC1}" type="slidenum">
              <a:rPr lang="en-IN" smtClean="0"/>
              <a:t>‹#›</a:t>
            </a:fld>
            <a:endParaRPr lang="en-IN"/>
          </a:p>
        </p:txBody>
      </p:sp>
    </p:spTree>
    <p:extLst>
      <p:ext uri="{BB962C8B-B14F-4D97-AF65-F5344CB8AC3E}">
        <p14:creationId xmlns:p14="http://schemas.microsoft.com/office/powerpoint/2010/main" val="809492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37E14-9A0F-56B1-D53A-A71681634C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F178384-C65A-AE74-332B-DCE79F4216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799974B-BF66-3798-D534-5445739B2D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A04933-B976-829F-B7BB-56D9AAD29BC6}"/>
              </a:ext>
            </a:extLst>
          </p:cNvPr>
          <p:cNvSpPr>
            <a:spLocks noGrp="1"/>
          </p:cNvSpPr>
          <p:nvPr>
            <p:ph type="dt" sz="half" idx="10"/>
          </p:nvPr>
        </p:nvSpPr>
        <p:spPr/>
        <p:txBody>
          <a:bodyPr/>
          <a:lstStyle/>
          <a:p>
            <a:fld id="{87855CBE-523F-48D8-8FD0-4124182E23E9}" type="datetimeFigureOut">
              <a:rPr lang="en-IN" smtClean="0"/>
              <a:t>29-07-2024</a:t>
            </a:fld>
            <a:endParaRPr lang="en-IN"/>
          </a:p>
        </p:txBody>
      </p:sp>
      <p:sp>
        <p:nvSpPr>
          <p:cNvPr id="6" name="Footer Placeholder 5">
            <a:extLst>
              <a:ext uri="{FF2B5EF4-FFF2-40B4-BE49-F238E27FC236}">
                <a16:creationId xmlns:a16="http://schemas.microsoft.com/office/drawing/2014/main" id="{072AF4EC-8B43-8B33-2AEA-FCC6215AF9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40DEC0-67D2-5F6F-48D8-E1820A6EBA71}"/>
              </a:ext>
            </a:extLst>
          </p:cNvPr>
          <p:cNvSpPr>
            <a:spLocks noGrp="1"/>
          </p:cNvSpPr>
          <p:nvPr>
            <p:ph type="sldNum" sz="quarter" idx="12"/>
          </p:nvPr>
        </p:nvSpPr>
        <p:spPr/>
        <p:txBody>
          <a:bodyPr/>
          <a:lstStyle/>
          <a:p>
            <a:fld id="{77C731E4-5464-4D79-BBF5-C615A57A1AC1}" type="slidenum">
              <a:rPr lang="en-IN" smtClean="0"/>
              <a:t>‹#›</a:t>
            </a:fld>
            <a:endParaRPr lang="en-IN"/>
          </a:p>
        </p:txBody>
      </p:sp>
    </p:spTree>
    <p:extLst>
      <p:ext uri="{BB962C8B-B14F-4D97-AF65-F5344CB8AC3E}">
        <p14:creationId xmlns:p14="http://schemas.microsoft.com/office/powerpoint/2010/main" val="397515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85519-3DEA-8C1C-2F3C-9266EFE5E34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4AF8CEC-E334-7327-D083-620704DC512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04A60D-A097-7D8B-3B6B-5465DC1B87CE}"/>
              </a:ext>
            </a:extLst>
          </p:cNvPr>
          <p:cNvSpPr>
            <a:spLocks noGrp="1"/>
          </p:cNvSpPr>
          <p:nvPr>
            <p:ph type="dt" sz="half" idx="10"/>
          </p:nvPr>
        </p:nvSpPr>
        <p:spPr/>
        <p:txBody>
          <a:bodyPr/>
          <a:lstStyle/>
          <a:p>
            <a:fld id="{87855CBE-523F-48D8-8FD0-4124182E23E9}" type="datetimeFigureOut">
              <a:rPr lang="en-IN" smtClean="0"/>
              <a:t>29-07-2024</a:t>
            </a:fld>
            <a:endParaRPr lang="en-IN"/>
          </a:p>
        </p:txBody>
      </p:sp>
      <p:sp>
        <p:nvSpPr>
          <p:cNvPr id="5" name="Footer Placeholder 4">
            <a:extLst>
              <a:ext uri="{FF2B5EF4-FFF2-40B4-BE49-F238E27FC236}">
                <a16:creationId xmlns:a16="http://schemas.microsoft.com/office/drawing/2014/main" id="{6AC6822B-C874-8709-7B16-E557AD053E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609EF2-C4A7-9F75-A46B-8DD15D57721D}"/>
              </a:ext>
            </a:extLst>
          </p:cNvPr>
          <p:cNvSpPr>
            <a:spLocks noGrp="1"/>
          </p:cNvSpPr>
          <p:nvPr>
            <p:ph type="sldNum" sz="quarter" idx="12"/>
          </p:nvPr>
        </p:nvSpPr>
        <p:spPr/>
        <p:txBody>
          <a:bodyPr/>
          <a:lstStyle/>
          <a:p>
            <a:fld id="{77C731E4-5464-4D79-BBF5-C615A57A1AC1}" type="slidenum">
              <a:rPr lang="en-IN" smtClean="0"/>
              <a:t>‹#›</a:t>
            </a:fld>
            <a:endParaRPr lang="en-IN"/>
          </a:p>
        </p:txBody>
      </p:sp>
    </p:spTree>
    <p:extLst>
      <p:ext uri="{BB962C8B-B14F-4D97-AF65-F5344CB8AC3E}">
        <p14:creationId xmlns:p14="http://schemas.microsoft.com/office/powerpoint/2010/main" val="846513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606D9E-C805-ECED-8BBA-A05F78F956E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BBA8DC-B451-770F-EEE9-5D50D268EC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76BA82-FC36-D61F-5AB4-539BB7481260}"/>
              </a:ext>
            </a:extLst>
          </p:cNvPr>
          <p:cNvSpPr>
            <a:spLocks noGrp="1"/>
          </p:cNvSpPr>
          <p:nvPr>
            <p:ph type="dt" sz="half" idx="10"/>
          </p:nvPr>
        </p:nvSpPr>
        <p:spPr/>
        <p:txBody>
          <a:bodyPr/>
          <a:lstStyle/>
          <a:p>
            <a:fld id="{87855CBE-523F-48D8-8FD0-4124182E23E9}" type="datetimeFigureOut">
              <a:rPr lang="en-IN" smtClean="0"/>
              <a:t>29-07-2024</a:t>
            </a:fld>
            <a:endParaRPr lang="en-IN"/>
          </a:p>
        </p:txBody>
      </p:sp>
      <p:sp>
        <p:nvSpPr>
          <p:cNvPr id="5" name="Footer Placeholder 4">
            <a:extLst>
              <a:ext uri="{FF2B5EF4-FFF2-40B4-BE49-F238E27FC236}">
                <a16:creationId xmlns:a16="http://schemas.microsoft.com/office/drawing/2014/main" id="{4C7DC0A0-A08C-522D-31B6-D0AC8B57C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12B7D9-EBD5-860E-BF6B-5C4029112120}"/>
              </a:ext>
            </a:extLst>
          </p:cNvPr>
          <p:cNvSpPr>
            <a:spLocks noGrp="1"/>
          </p:cNvSpPr>
          <p:nvPr>
            <p:ph type="sldNum" sz="quarter" idx="12"/>
          </p:nvPr>
        </p:nvSpPr>
        <p:spPr/>
        <p:txBody>
          <a:bodyPr/>
          <a:lstStyle/>
          <a:p>
            <a:fld id="{77C731E4-5464-4D79-BBF5-C615A57A1AC1}" type="slidenum">
              <a:rPr lang="en-IN" smtClean="0"/>
              <a:t>‹#›</a:t>
            </a:fld>
            <a:endParaRPr lang="en-IN"/>
          </a:p>
        </p:txBody>
      </p:sp>
    </p:spTree>
    <p:extLst>
      <p:ext uri="{BB962C8B-B14F-4D97-AF65-F5344CB8AC3E}">
        <p14:creationId xmlns:p14="http://schemas.microsoft.com/office/powerpoint/2010/main" val="2570562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4FFBC2-5CB0-7F01-7266-54427B0895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7BD837-53E2-5433-A3AB-81C769A125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FB3331-95E4-A67D-89F9-2638D6CC4D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855CBE-523F-48D8-8FD0-4124182E23E9}" type="datetimeFigureOut">
              <a:rPr lang="en-IN" smtClean="0"/>
              <a:t>29-07-2024</a:t>
            </a:fld>
            <a:endParaRPr lang="en-IN"/>
          </a:p>
        </p:txBody>
      </p:sp>
      <p:sp>
        <p:nvSpPr>
          <p:cNvPr id="5" name="Footer Placeholder 4">
            <a:extLst>
              <a:ext uri="{FF2B5EF4-FFF2-40B4-BE49-F238E27FC236}">
                <a16:creationId xmlns:a16="http://schemas.microsoft.com/office/drawing/2014/main" id="{859DAC19-694E-B990-F042-EF270514D1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49CF523-2F60-50D6-F1B6-1B9DD57E38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C731E4-5464-4D79-BBF5-C615A57A1AC1}" type="slidenum">
              <a:rPr lang="en-IN" smtClean="0"/>
              <a:t>‹#›</a:t>
            </a:fld>
            <a:endParaRPr lang="en-IN"/>
          </a:p>
        </p:txBody>
      </p:sp>
    </p:spTree>
    <p:extLst>
      <p:ext uri="{BB962C8B-B14F-4D97-AF65-F5344CB8AC3E}">
        <p14:creationId xmlns:p14="http://schemas.microsoft.com/office/powerpoint/2010/main" val="16472145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medium.com/nerd-for-tech/design-patterns-for-microservices-aggregator-pattern-99c122ac6b73"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microservices.io/patterns/observability/application-logging.html"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tyk.io/blog/microservices-api-gateway/"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medium.com/cloud-native-daily/microservices-monitoring-and-observability-in-depth-d40aa0795dd3"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66BDD-3767-0BAF-FE05-A5D2F664989D}"/>
              </a:ext>
            </a:extLst>
          </p:cNvPr>
          <p:cNvSpPr>
            <a:spLocks noGrp="1"/>
          </p:cNvSpPr>
          <p:nvPr>
            <p:ph type="ctrTitle"/>
          </p:nvPr>
        </p:nvSpPr>
        <p:spPr>
          <a:xfrm>
            <a:off x="497632" y="242597"/>
            <a:ext cx="9144000" cy="681134"/>
          </a:xfrm>
        </p:spPr>
        <p:txBody>
          <a:bodyPr>
            <a:normAutofit/>
          </a:bodyPr>
          <a:lstStyle/>
          <a:p>
            <a:r>
              <a:rPr lang="en-US" sz="2800" dirty="0"/>
              <a:t>What is an API Gateway?</a:t>
            </a:r>
            <a:endParaRPr lang="en-IN" sz="2800" dirty="0"/>
          </a:p>
        </p:txBody>
      </p:sp>
      <p:sp>
        <p:nvSpPr>
          <p:cNvPr id="3" name="Subtitle 2">
            <a:extLst>
              <a:ext uri="{FF2B5EF4-FFF2-40B4-BE49-F238E27FC236}">
                <a16:creationId xmlns:a16="http://schemas.microsoft.com/office/drawing/2014/main" id="{D9AA5434-E0CE-B5FE-C0B8-4A28026C0E81}"/>
              </a:ext>
            </a:extLst>
          </p:cNvPr>
          <p:cNvSpPr>
            <a:spLocks noGrp="1"/>
          </p:cNvSpPr>
          <p:nvPr>
            <p:ph type="subTitle" idx="1"/>
          </p:nvPr>
        </p:nvSpPr>
        <p:spPr>
          <a:xfrm>
            <a:off x="267477" y="745605"/>
            <a:ext cx="11924523" cy="5851440"/>
          </a:xfrm>
        </p:spPr>
        <p:txBody>
          <a:bodyPr/>
          <a:lstStyle/>
          <a:p>
            <a:pPr algn="l"/>
            <a:r>
              <a:rPr lang="en-US" dirty="0"/>
              <a:t>An API Gateway acts as a mediator between client applications and the backend services within the microservices architecture. It is a software layer that functions as a single endpoint for various APIs performing tasks such as request composition, routing, and protocol translation. </a:t>
            </a:r>
          </a:p>
          <a:p>
            <a:pPr algn="l"/>
            <a:r>
              <a:rPr lang="en-US" dirty="0"/>
              <a:t>By providing an API for each client, API gateways encapsulate the complexity of the underlying system and let clients talk to it instead of calling specific services. They also perform security checks (authentication and authorization) before the traffic reaches the service, thus leaving services to focus on their core functionalities.</a:t>
            </a:r>
            <a:endParaRPr lang="en-IN" dirty="0"/>
          </a:p>
        </p:txBody>
      </p:sp>
      <p:pic>
        <p:nvPicPr>
          <p:cNvPr id="4" name="Picture 2" descr="API gateway implementation conceptual diagram ">
            <a:extLst>
              <a:ext uri="{FF2B5EF4-FFF2-40B4-BE49-F238E27FC236}">
                <a16:creationId xmlns:a16="http://schemas.microsoft.com/office/drawing/2014/main" id="{A4B80D9D-4D70-D2B6-5CD3-BCD6D98BBA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8107" y="3088433"/>
            <a:ext cx="4217436" cy="2808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6205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66BDD-3767-0BAF-FE05-A5D2F664989D}"/>
              </a:ext>
            </a:extLst>
          </p:cNvPr>
          <p:cNvSpPr>
            <a:spLocks noGrp="1"/>
          </p:cNvSpPr>
          <p:nvPr>
            <p:ph type="ctrTitle"/>
          </p:nvPr>
        </p:nvSpPr>
        <p:spPr>
          <a:xfrm>
            <a:off x="497632" y="242597"/>
            <a:ext cx="9144000" cy="681134"/>
          </a:xfrm>
        </p:spPr>
        <p:txBody>
          <a:bodyPr>
            <a:normAutofit/>
          </a:bodyPr>
          <a:lstStyle/>
          <a:p>
            <a:r>
              <a:rPr lang="en-US" sz="2800" dirty="0"/>
              <a:t>What is an API Gateway?</a:t>
            </a:r>
            <a:endParaRPr lang="en-IN" sz="2800" dirty="0"/>
          </a:p>
        </p:txBody>
      </p:sp>
      <p:sp>
        <p:nvSpPr>
          <p:cNvPr id="10" name="TextBox 9">
            <a:extLst>
              <a:ext uri="{FF2B5EF4-FFF2-40B4-BE49-F238E27FC236}">
                <a16:creationId xmlns:a16="http://schemas.microsoft.com/office/drawing/2014/main" id="{A1158C5B-0ADB-E4FB-7F55-7CF7978CC3F0}"/>
              </a:ext>
            </a:extLst>
          </p:cNvPr>
          <p:cNvSpPr txBox="1"/>
          <p:nvPr/>
        </p:nvSpPr>
        <p:spPr>
          <a:xfrm>
            <a:off x="354563" y="1386971"/>
            <a:ext cx="10954139" cy="4524315"/>
          </a:xfrm>
          <a:prstGeom prst="rect">
            <a:avLst/>
          </a:prstGeom>
          <a:noFill/>
        </p:spPr>
        <p:txBody>
          <a:bodyPr wrap="square">
            <a:spAutoFit/>
          </a:bodyPr>
          <a:lstStyle/>
          <a:p>
            <a:r>
              <a:rPr lang="en-US" sz="3600" dirty="0" err="1"/>
              <a:t>gRPC</a:t>
            </a:r>
            <a:r>
              <a:rPr lang="en-US" sz="3600" dirty="0"/>
              <a:t> stands for Remote Procedure Calls and is an open-source framework for high-performance RPCs. It was developed by Google and released in August 2016. </a:t>
            </a:r>
            <a:r>
              <a:rPr lang="en-US" sz="3600" dirty="0" err="1"/>
              <a:t>gRPC</a:t>
            </a:r>
            <a:r>
              <a:rPr lang="en-US" sz="3600" dirty="0"/>
              <a:t> allows client applications to call methods on server applications on remote machines as easily as they would call methods on local objects. It's used in a variety of programming languages and platforms for cross-platform development and microservice architecture</a:t>
            </a:r>
            <a:endParaRPr lang="en-IN" sz="3600" dirty="0"/>
          </a:p>
        </p:txBody>
      </p:sp>
    </p:spTree>
    <p:extLst>
      <p:ext uri="{BB962C8B-B14F-4D97-AF65-F5344CB8AC3E}">
        <p14:creationId xmlns:p14="http://schemas.microsoft.com/office/powerpoint/2010/main" val="3728304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94177-7D28-2DEF-2CE0-0982E3E8C203}"/>
              </a:ext>
            </a:extLst>
          </p:cNvPr>
          <p:cNvSpPr>
            <a:spLocks noGrp="1"/>
          </p:cNvSpPr>
          <p:nvPr>
            <p:ph type="title"/>
          </p:nvPr>
        </p:nvSpPr>
        <p:spPr>
          <a:xfrm>
            <a:off x="838200" y="365125"/>
            <a:ext cx="10515600" cy="530421"/>
          </a:xfrm>
        </p:spPr>
        <p:txBody>
          <a:bodyPr>
            <a:normAutofit/>
          </a:bodyPr>
          <a:lstStyle/>
          <a:p>
            <a:r>
              <a:rPr lang="en-US" sz="2400" dirty="0"/>
              <a:t>The need for API gateways for microservices</a:t>
            </a:r>
            <a:endParaRPr lang="en-IN" sz="2400" dirty="0"/>
          </a:p>
        </p:txBody>
      </p:sp>
      <p:sp>
        <p:nvSpPr>
          <p:cNvPr id="3" name="Content Placeholder 2">
            <a:extLst>
              <a:ext uri="{FF2B5EF4-FFF2-40B4-BE49-F238E27FC236}">
                <a16:creationId xmlns:a16="http://schemas.microsoft.com/office/drawing/2014/main" id="{9855A753-417B-BF0B-CBEB-2DD7F23FA0C4}"/>
              </a:ext>
            </a:extLst>
          </p:cNvPr>
          <p:cNvSpPr>
            <a:spLocks noGrp="1"/>
          </p:cNvSpPr>
          <p:nvPr>
            <p:ph idx="1"/>
          </p:nvPr>
        </p:nvSpPr>
        <p:spPr>
          <a:xfrm>
            <a:off x="292231" y="999241"/>
            <a:ext cx="11557262" cy="5493634"/>
          </a:xfrm>
        </p:spPr>
        <p:txBody>
          <a:bodyPr>
            <a:normAutofit lnSpcReduction="10000"/>
          </a:bodyPr>
          <a:lstStyle/>
          <a:p>
            <a:r>
              <a:rPr lang="en-US" sz="2000" dirty="0"/>
              <a:t>The challenges posed by the direct client-to-microservices pattern of communication led to the popularity of API gateways. Let us go through some of them.</a:t>
            </a:r>
          </a:p>
          <a:p>
            <a:r>
              <a:rPr lang="en-US" sz="2400" b="1" dirty="0"/>
              <a:t>Coupling—</a:t>
            </a:r>
            <a:r>
              <a:rPr lang="en-US" sz="2400" dirty="0"/>
              <a:t>client apps that do not have an API gateway pattern to mediate communication are coupled to internal microservices. When coupled, client applications must know how many parts of the application are split into microservices. When you evolve and refactor internal microservices, you impact maintenance. Because of the direct reference to these internal microservices from client apps, changes to the microservices causes breaking changes to client apps. It means you need to update client apps frequently, making it difficult to improve the solution.</a:t>
            </a:r>
          </a:p>
          <a:p>
            <a:r>
              <a:rPr lang="en-US" sz="2400" b="1" dirty="0"/>
              <a:t>Too many round trips</a:t>
            </a:r>
            <a:r>
              <a:rPr lang="en-US" sz="2400" dirty="0"/>
              <a:t>—Consider a product page from the Amazon website. Some attributes like product pricing, quantity, and reviews will be deployed as different services in the backend. If the client is invoking services directly, it will have to make separate requests for each service (product price, reviews, quantity, etc.) to retrieve the required information, since there is no mechanism to cache a response from the upstream services. These calls add to the overhead of establishing multiple connections, and the round trips caused by these network requests add to latency and suboptimal user experience.</a:t>
            </a:r>
            <a:endParaRPr lang="en-IN" sz="2400" dirty="0"/>
          </a:p>
        </p:txBody>
      </p:sp>
    </p:spTree>
    <p:extLst>
      <p:ext uri="{BB962C8B-B14F-4D97-AF65-F5344CB8AC3E}">
        <p14:creationId xmlns:p14="http://schemas.microsoft.com/office/powerpoint/2010/main" val="1233110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A4CD3-D32A-1609-E4E0-9DAD020580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39B97-F5A5-9F3D-44DE-8087723AF5B5}"/>
              </a:ext>
            </a:extLst>
          </p:cNvPr>
          <p:cNvSpPr>
            <a:spLocks noGrp="1"/>
          </p:cNvSpPr>
          <p:nvPr>
            <p:ph type="title"/>
          </p:nvPr>
        </p:nvSpPr>
        <p:spPr>
          <a:xfrm>
            <a:off x="838200" y="365125"/>
            <a:ext cx="10515600" cy="530421"/>
          </a:xfrm>
        </p:spPr>
        <p:txBody>
          <a:bodyPr>
            <a:normAutofit/>
          </a:bodyPr>
          <a:lstStyle/>
          <a:p>
            <a:r>
              <a:rPr lang="en-US" sz="2400" dirty="0"/>
              <a:t>The need for API gateways for microservices</a:t>
            </a:r>
            <a:endParaRPr lang="en-IN" sz="2400" dirty="0"/>
          </a:p>
        </p:txBody>
      </p:sp>
      <p:sp>
        <p:nvSpPr>
          <p:cNvPr id="3" name="Content Placeholder 2">
            <a:extLst>
              <a:ext uri="{FF2B5EF4-FFF2-40B4-BE49-F238E27FC236}">
                <a16:creationId xmlns:a16="http://schemas.microsoft.com/office/drawing/2014/main" id="{2A749FBE-7A02-B305-FD32-942B35A81F2B}"/>
              </a:ext>
            </a:extLst>
          </p:cNvPr>
          <p:cNvSpPr>
            <a:spLocks noGrp="1"/>
          </p:cNvSpPr>
          <p:nvPr>
            <p:ph idx="1"/>
          </p:nvPr>
        </p:nvSpPr>
        <p:spPr>
          <a:xfrm>
            <a:off x="292231" y="999241"/>
            <a:ext cx="11557262" cy="5493634"/>
          </a:xfrm>
        </p:spPr>
        <p:txBody>
          <a:bodyPr>
            <a:normAutofit/>
          </a:bodyPr>
          <a:lstStyle/>
          <a:p>
            <a:r>
              <a:rPr lang="en-US" sz="2400" b="1" dirty="0"/>
              <a:t>Security issues—</a:t>
            </a:r>
            <a:r>
              <a:rPr lang="en-US" sz="2400" dirty="0"/>
              <a:t>an architecture that does not utilize an API gateway causes all microservices to be exposed externally, creating a larger attack surface. However, hiding internal microservices not directly used by a client app creates a smaller attack surface that strengthens the security of your application.</a:t>
            </a:r>
          </a:p>
          <a:p>
            <a:r>
              <a:rPr lang="en-US" sz="2400" b="1" dirty="0"/>
              <a:t>Diverse protocols affecting interoperability</a:t>
            </a:r>
            <a:r>
              <a:rPr lang="en-US" sz="2400" dirty="0"/>
              <a:t>—The flexibility provided by microservices architecture lets developers build services using the language (Python, Java, Go) they choose. Similarly, they can implement those services in different API types, such as REST, </a:t>
            </a:r>
            <a:r>
              <a:rPr lang="en-US" sz="2400" dirty="0" err="1"/>
              <a:t>gRPC</a:t>
            </a:r>
            <a:r>
              <a:rPr lang="en-US" sz="2400" dirty="0"/>
              <a:t>, and others. In a direct client-to-microservice communication pattern, it then becomes a requirement for the client to understand and communicate using different protocols. This adds additional complexity as the client application will require more code and logic..</a:t>
            </a:r>
            <a:endParaRPr lang="en-IN" sz="2400" dirty="0"/>
          </a:p>
        </p:txBody>
      </p:sp>
    </p:spTree>
    <p:extLst>
      <p:ext uri="{BB962C8B-B14F-4D97-AF65-F5344CB8AC3E}">
        <p14:creationId xmlns:p14="http://schemas.microsoft.com/office/powerpoint/2010/main" val="2232399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3D416-3399-F233-6173-DA7E6F9CDA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33A031-3EA6-4285-CF68-524FB9C50A98}"/>
              </a:ext>
            </a:extLst>
          </p:cNvPr>
          <p:cNvSpPr>
            <a:spLocks noGrp="1"/>
          </p:cNvSpPr>
          <p:nvPr>
            <p:ph type="ctrTitle"/>
          </p:nvPr>
        </p:nvSpPr>
        <p:spPr>
          <a:xfrm>
            <a:off x="497632" y="242597"/>
            <a:ext cx="9144000" cy="681134"/>
          </a:xfrm>
        </p:spPr>
        <p:txBody>
          <a:bodyPr>
            <a:normAutofit/>
          </a:bodyPr>
          <a:lstStyle/>
          <a:p>
            <a:r>
              <a:rPr lang="en-US" sz="2800" dirty="0"/>
              <a:t>What is an Aggregator Pattern?</a:t>
            </a:r>
            <a:endParaRPr lang="en-IN" sz="2800" dirty="0"/>
          </a:p>
        </p:txBody>
      </p:sp>
      <p:sp>
        <p:nvSpPr>
          <p:cNvPr id="3" name="Subtitle 2">
            <a:extLst>
              <a:ext uri="{FF2B5EF4-FFF2-40B4-BE49-F238E27FC236}">
                <a16:creationId xmlns:a16="http://schemas.microsoft.com/office/drawing/2014/main" id="{159C5202-C51D-58E0-02F6-D22A6A711053}"/>
              </a:ext>
            </a:extLst>
          </p:cNvPr>
          <p:cNvSpPr>
            <a:spLocks noGrp="1"/>
          </p:cNvSpPr>
          <p:nvPr>
            <p:ph type="subTitle" idx="1"/>
          </p:nvPr>
        </p:nvSpPr>
        <p:spPr>
          <a:xfrm>
            <a:off x="339365" y="1140643"/>
            <a:ext cx="11852635" cy="5456402"/>
          </a:xfrm>
        </p:spPr>
        <p:txBody>
          <a:bodyPr/>
          <a:lstStyle/>
          <a:p>
            <a:pPr algn="l"/>
            <a:r>
              <a:rPr lang="en-US" dirty="0"/>
              <a:t>In Microservices Architecture, we split a large, complex application into small, autonomous, independently deployable services. Therefore, it’s necessary to think about how to collaborate the data returned by each service. In IT industry, aggregator refers to a website or program that collects related items of data and displays them. So, in microservices the Aggregator Design Pattern is a service that receives a request, then makes requests of multiple services, combines the results and responds to the initiating request.</a:t>
            </a:r>
            <a:endParaRPr lang="en-IN" dirty="0"/>
          </a:p>
        </p:txBody>
      </p:sp>
      <p:pic>
        <p:nvPicPr>
          <p:cNvPr id="2050" name="Picture 2">
            <a:extLst>
              <a:ext uri="{FF2B5EF4-FFF2-40B4-BE49-F238E27FC236}">
                <a16:creationId xmlns:a16="http://schemas.microsoft.com/office/drawing/2014/main" id="{6D8FF4B3-0209-6D4F-76E5-B7A88DC5CF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6132" y="3429000"/>
            <a:ext cx="8039100" cy="2849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7744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8AB75-2DBF-B6DD-5934-A28374F393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EBE22-F296-7BDE-0BD1-BF536550003B}"/>
              </a:ext>
            </a:extLst>
          </p:cNvPr>
          <p:cNvSpPr>
            <a:spLocks noGrp="1"/>
          </p:cNvSpPr>
          <p:nvPr>
            <p:ph type="title"/>
          </p:nvPr>
        </p:nvSpPr>
        <p:spPr>
          <a:xfrm>
            <a:off x="838200" y="365125"/>
            <a:ext cx="10515600" cy="530421"/>
          </a:xfrm>
        </p:spPr>
        <p:txBody>
          <a:bodyPr>
            <a:normAutofit fontScale="90000"/>
          </a:bodyPr>
          <a:lstStyle/>
          <a:p>
            <a:r>
              <a:rPr lang="en-US" sz="2400" dirty="0"/>
              <a:t>In Aggregator Pattern, there are 3 ways to implement it within Microservices application</a:t>
            </a:r>
            <a:endParaRPr lang="en-IN" sz="2400" dirty="0"/>
          </a:p>
        </p:txBody>
      </p:sp>
      <p:sp>
        <p:nvSpPr>
          <p:cNvPr id="3" name="Content Placeholder 2">
            <a:extLst>
              <a:ext uri="{FF2B5EF4-FFF2-40B4-BE49-F238E27FC236}">
                <a16:creationId xmlns:a16="http://schemas.microsoft.com/office/drawing/2014/main" id="{815425CD-B260-228D-0465-3CA24428F9E7}"/>
              </a:ext>
            </a:extLst>
          </p:cNvPr>
          <p:cNvSpPr>
            <a:spLocks noGrp="1"/>
          </p:cNvSpPr>
          <p:nvPr>
            <p:ph idx="1"/>
          </p:nvPr>
        </p:nvSpPr>
        <p:spPr>
          <a:xfrm>
            <a:off x="292231" y="999241"/>
            <a:ext cx="11557262" cy="5493634"/>
          </a:xfrm>
        </p:spPr>
        <p:txBody>
          <a:bodyPr>
            <a:normAutofit/>
          </a:bodyPr>
          <a:lstStyle/>
          <a:p>
            <a:r>
              <a:rPr lang="en-US" sz="2400" b="1" dirty="0"/>
              <a:t>Scatter Gather Pattern: </a:t>
            </a:r>
            <a:r>
              <a:rPr lang="en-US" sz="2400" dirty="0"/>
              <a:t>When you invoke the Grading System’s service, you can send a parallel call to the “Student Information” and “Marks Information” services, and get those responses to aggregate them as a single response. Now we can send this response back to the Grading System (consumer). So, this is the first solution and it called as “Scatter gather pattern.”</a:t>
            </a:r>
          </a:p>
          <a:p>
            <a:endParaRPr lang="en-US" sz="2400" dirty="0"/>
          </a:p>
          <a:p>
            <a:r>
              <a:rPr lang="en-US" sz="2400" b="1" dirty="0"/>
              <a:t>Chained Pattern: </a:t>
            </a:r>
            <a:r>
              <a:rPr lang="en-US" sz="2400" dirty="0"/>
              <a:t>Assume the Marks Information service has a dependency on the Student Information service. In that case, you can’t use the Scatter Gather pattern. So, what we can do is invoke the “Student Information” service and get the Student Code along with the response, then pass to the “Marks Information” service. At last, get the marks and its related information and response back to the Grading System. So, this is the second solution and it called as “Chained Pattern.” However, this pattern is slower than the Scatter gather pattern.</a:t>
            </a:r>
            <a:endParaRPr lang="en-IN" sz="2400" dirty="0"/>
          </a:p>
        </p:txBody>
      </p:sp>
    </p:spTree>
    <p:extLst>
      <p:ext uri="{BB962C8B-B14F-4D97-AF65-F5344CB8AC3E}">
        <p14:creationId xmlns:p14="http://schemas.microsoft.com/office/powerpoint/2010/main" val="3087556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7BA96-81DA-E75E-070D-0D721C4FD8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04D66D-00E3-C9B8-5404-CA11CC1F179A}"/>
              </a:ext>
            </a:extLst>
          </p:cNvPr>
          <p:cNvSpPr>
            <a:spLocks noGrp="1"/>
          </p:cNvSpPr>
          <p:nvPr>
            <p:ph type="title"/>
          </p:nvPr>
        </p:nvSpPr>
        <p:spPr>
          <a:xfrm>
            <a:off x="838200" y="365125"/>
            <a:ext cx="10515600" cy="530421"/>
          </a:xfrm>
        </p:spPr>
        <p:txBody>
          <a:bodyPr>
            <a:normAutofit fontScale="90000"/>
          </a:bodyPr>
          <a:lstStyle/>
          <a:p>
            <a:r>
              <a:rPr lang="en-US" sz="2400" dirty="0"/>
              <a:t>In Aggregator Pattern, there are 3 ways to implement it within Microservices application</a:t>
            </a:r>
            <a:endParaRPr lang="en-IN" sz="2400" dirty="0"/>
          </a:p>
        </p:txBody>
      </p:sp>
      <p:sp>
        <p:nvSpPr>
          <p:cNvPr id="3" name="Content Placeholder 2">
            <a:extLst>
              <a:ext uri="{FF2B5EF4-FFF2-40B4-BE49-F238E27FC236}">
                <a16:creationId xmlns:a16="http://schemas.microsoft.com/office/drawing/2014/main" id="{7967C7B5-EA1F-18AF-0A43-90CA6230911A}"/>
              </a:ext>
            </a:extLst>
          </p:cNvPr>
          <p:cNvSpPr>
            <a:spLocks noGrp="1"/>
          </p:cNvSpPr>
          <p:nvPr>
            <p:ph idx="1"/>
          </p:nvPr>
        </p:nvSpPr>
        <p:spPr>
          <a:xfrm>
            <a:off x="292231" y="999241"/>
            <a:ext cx="11557262" cy="5493634"/>
          </a:xfrm>
        </p:spPr>
        <p:txBody>
          <a:bodyPr>
            <a:normAutofit/>
          </a:bodyPr>
          <a:lstStyle/>
          <a:p>
            <a:r>
              <a:rPr lang="en-US" sz="2400" b="1" dirty="0"/>
              <a:t>Branching Pattern: </a:t>
            </a:r>
            <a:r>
              <a:rPr lang="en-US" sz="2400" dirty="0"/>
              <a:t>This microservices pattern is a mix of Aggregator and Chain design patterns, that allows simultaneous request or response from two or more independent microservices. As you already know, a microservice may need to get the data from multiple sources including other microservices. The Branching Pattern extends the Aggregator Pattern and provides the flexibility to produce responses from multiple chains or single chain. This design pattern comes handy when you need to convert a large monolithic application into a microservices application. To get things clearer, check the following diagram.</a:t>
            </a:r>
          </a:p>
        </p:txBody>
      </p:sp>
    </p:spTree>
    <p:extLst>
      <p:ext uri="{BB962C8B-B14F-4D97-AF65-F5344CB8AC3E}">
        <p14:creationId xmlns:p14="http://schemas.microsoft.com/office/powerpoint/2010/main" val="1097721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E2F1D-C28A-65F9-B2FF-267FBC80E2CF}"/>
              </a:ext>
            </a:extLst>
          </p:cNvPr>
          <p:cNvSpPr>
            <a:spLocks noGrp="1"/>
          </p:cNvSpPr>
          <p:nvPr>
            <p:ph type="title"/>
          </p:nvPr>
        </p:nvSpPr>
        <p:spPr>
          <a:xfrm>
            <a:off x="838200" y="365125"/>
            <a:ext cx="10515600" cy="389019"/>
          </a:xfrm>
        </p:spPr>
        <p:txBody>
          <a:bodyPr>
            <a:normAutofit fontScale="90000"/>
          </a:bodyPr>
          <a:lstStyle/>
          <a:p>
            <a:r>
              <a:rPr lang="en-IN" sz="2800" dirty="0"/>
              <a:t>Branch pattern </a:t>
            </a:r>
          </a:p>
        </p:txBody>
      </p:sp>
      <p:pic>
        <p:nvPicPr>
          <p:cNvPr id="3074" name="Picture 2">
            <a:extLst>
              <a:ext uri="{FF2B5EF4-FFF2-40B4-BE49-F238E27FC236}">
                <a16:creationId xmlns:a16="http://schemas.microsoft.com/office/drawing/2014/main" id="{872E0A4A-2F49-97BA-5039-9838C861F9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6568" y="1194553"/>
            <a:ext cx="7991475" cy="5543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17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6256D-6FF2-071B-8696-69C4A97393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9C46C2-23E9-46EA-AF30-EB663D440BAF}"/>
              </a:ext>
            </a:extLst>
          </p:cNvPr>
          <p:cNvSpPr>
            <a:spLocks noGrp="1"/>
          </p:cNvSpPr>
          <p:nvPr>
            <p:ph type="title"/>
          </p:nvPr>
        </p:nvSpPr>
        <p:spPr>
          <a:xfrm>
            <a:off x="838200" y="365125"/>
            <a:ext cx="10515600" cy="389019"/>
          </a:xfrm>
        </p:spPr>
        <p:txBody>
          <a:bodyPr>
            <a:normAutofit fontScale="90000"/>
          </a:bodyPr>
          <a:lstStyle/>
          <a:p>
            <a:r>
              <a:rPr lang="en-IN" sz="2800" dirty="0"/>
              <a:t>Proxy pattern </a:t>
            </a:r>
          </a:p>
        </p:txBody>
      </p:sp>
      <p:pic>
        <p:nvPicPr>
          <p:cNvPr id="4098" name="Picture 2">
            <a:extLst>
              <a:ext uri="{FF2B5EF4-FFF2-40B4-BE49-F238E27FC236}">
                <a16:creationId xmlns:a16="http://schemas.microsoft.com/office/drawing/2014/main" id="{5173FB9A-9535-406E-7929-4B51CDD7C4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5236" y="1508633"/>
            <a:ext cx="5457825" cy="22193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CE27CA7-7EB8-25C7-6BA2-704E5B4892F9}"/>
              </a:ext>
            </a:extLst>
          </p:cNvPr>
          <p:cNvSpPr txBox="1"/>
          <p:nvPr/>
        </p:nvSpPr>
        <p:spPr>
          <a:xfrm>
            <a:off x="737647" y="4469533"/>
            <a:ext cx="11272101" cy="369332"/>
          </a:xfrm>
          <a:prstGeom prst="rect">
            <a:avLst/>
          </a:prstGeom>
          <a:noFill/>
        </p:spPr>
        <p:txBody>
          <a:bodyPr wrap="square">
            <a:spAutoFit/>
          </a:bodyPr>
          <a:lstStyle/>
          <a:p>
            <a:r>
              <a:rPr lang="en-IN" dirty="0">
                <a:hlinkClick r:id="rId3"/>
              </a:rPr>
              <a:t>https://medium.com/nerd-for-tech/design-patterns-for-microservices-aggregator-pattern-99c122ac6b73</a:t>
            </a:r>
            <a:r>
              <a:rPr lang="en-IN" dirty="0"/>
              <a:t> </a:t>
            </a:r>
          </a:p>
        </p:txBody>
      </p:sp>
    </p:spTree>
    <p:extLst>
      <p:ext uri="{BB962C8B-B14F-4D97-AF65-F5344CB8AC3E}">
        <p14:creationId xmlns:p14="http://schemas.microsoft.com/office/powerpoint/2010/main" val="1385472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B53A-B73D-5C78-5C24-90CD86D46F33}"/>
              </a:ext>
            </a:extLst>
          </p:cNvPr>
          <p:cNvSpPr>
            <a:spLocks noGrp="1"/>
          </p:cNvSpPr>
          <p:nvPr>
            <p:ph type="title"/>
          </p:nvPr>
        </p:nvSpPr>
        <p:spPr>
          <a:xfrm>
            <a:off x="838200" y="365126"/>
            <a:ext cx="10515600" cy="605835"/>
          </a:xfrm>
        </p:spPr>
        <p:txBody>
          <a:bodyPr>
            <a:normAutofit/>
          </a:bodyPr>
          <a:lstStyle/>
          <a:p>
            <a:r>
              <a:rPr lang="en-IN" sz="2400" dirty="0"/>
              <a:t>Proxy Design Pattern</a:t>
            </a:r>
          </a:p>
        </p:txBody>
      </p:sp>
      <p:sp>
        <p:nvSpPr>
          <p:cNvPr id="3" name="Content Placeholder 2">
            <a:extLst>
              <a:ext uri="{FF2B5EF4-FFF2-40B4-BE49-F238E27FC236}">
                <a16:creationId xmlns:a16="http://schemas.microsoft.com/office/drawing/2014/main" id="{DDABFEBF-466F-9A6B-18D0-5FB6F1FB092E}"/>
              </a:ext>
            </a:extLst>
          </p:cNvPr>
          <p:cNvSpPr>
            <a:spLocks noGrp="1"/>
          </p:cNvSpPr>
          <p:nvPr>
            <p:ph idx="1"/>
          </p:nvPr>
        </p:nvSpPr>
        <p:spPr>
          <a:xfrm>
            <a:off x="339365" y="1084082"/>
            <a:ext cx="11623249" cy="5408792"/>
          </a:xfrm>
        </p:spPr>
        <p:txBody>
          <a:bodyPr/>
          <a:lstStyle/>
          <a:p>
            <a:r>
              <a:rPr lang="en-US" dirty="0"/>
              <a:t>Assume your client has a monolithic application and they decided to move it into microservices architecture. In that case your team might assigned to develop multiple services and deploy those continuously. While developing these microservices, there might be scenarios that some services require changes, like updating their functionalities. Updating a particular service can affect the other services, which consume that services. As a result, this might be led to a whole system break, and also it will hold the development of the application. However, we have a well-known solution for this type of situations: The Proxy Design Pattern.</a:t>
            </a:r>
            <a:endParaRPr lang="en-IN" dirty="0"/>
          </a:p>
        </p:txBody>
      </p:sp>
    </p:spTree>
    <p:extLst>
      <p:ext uri="{BB962C8B-B14F-4D97-AF65-F5344CB8AC3E}">
        <p14:creationId xmlns:p14="http://schemas.microsoft.com/office/powerpoint/2010/main" val="2962762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6A3B6-D3FE-8E42-FB0D-C03C06AA8CD4}"/>
              </a:ext>
            </a:extLst>
          </p:cNvPr>
          <p:cNvSpPr>
            <a:spLocks noGrp="1"/>
          </p:cNvSpPr>
          <p:nvPr>
            <p:ph type="title"/>
          </p:nvPr>
        </p:nvSpPr>
        <p:spPr>
          <a:xfrm>
            <a:off x="838200" y="365125"/>
            <a:ext cx="10515600" cy="698565"/>
          </a:xfrm>
        </p:spPr>
        <p:txBody>
          <a:bodyPr>
            <a:normAutofit/>
          </a:bodyPr>
          <a:lstStyle/>
          <a:p>
            <a:r>
              <a:rPr lang="en-IN" sz="2800" dirty="0"/>
              <a:t>The Database-per-Service pattern</a:t>
            </a:r>
          </a:p>
        </p:txBody>
      </p:sp>
      <p:sp>
        <p:nvSpPr>
          <p:cNvPr id="3" name="Content Placeholder 2">
            <a:extLst>
              <a:ext uri="{FF2B5EF4-FFF2-40B4-BE49-F238E27FC236}">
                <a16:creationId xmlns:a16="http://schemas.microsoft.com/office/drawing/2014/main" id="{CE01FE42-3D56-3E56-2B7B-BB07E50A4099}"/>
              </a:ext>
            </a:extLst>
          </p:cNvPr>
          <p:cNvSpPr>
            <a:spLocks noGrp="1"/>
          </p:cNvSpPr>
          <p:nvPr>
            <p:ph idx="1"/>
          </p:nvPr>
        </p:nvSpPr>
        <p:spPr>
          <a:xfrm>
            <a:off x="223935" y="1063690"/>
            <a:ext cx="11644604" cy="5570375"/>
          </a:xfrm>
        </p:spPr>
        <p:txBody>
          <a:bodyPr/>
          <a:lstStyle/>
          <a:p>
            <a:r>
              <a:rPr lang="en-US" dirty="0"/>
              <a:t>Loose coupling is the core characteristic of a microservices architecture, because each individual microservice can independently store and retrieve information from its own data store. By deploying the database-per-service pattern, you choose the most appropriate data stores (for example, relational or non-relational databases) for your application and business requirements. This means that microservices don't share a data layer, changes to a microservice's individual database do not impact other microservices, individual data stores cannot be directly accessed by other microservices, and persistent data is accessed only by APIs. Decoupling data stores also improves the resiliency of your overall application, and ensures that a single database can't be a single point of failure.</a:t>
            </a:r>
            <a:endParaRPr lang="en-IN" dirty="0"/>
          </a:p>
        </p:txBody>
      </p:sp>
    </p:spTree>
    <p:extLst>
      <p:ext uri="{BB962C8B-B14F-4D97-AF65-F5344CB8AC3E}">
        <p14:creationId xmlns:p14="http://schemas.microsoft.com/office/powerpoint/2010/main" val="4202381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ABB7C-B5C2-AABD-C817-8D7C6354BA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01255F-56CD-459F-04E1-8E0F578862B1}"/>
              </a:ext>
            </a:extLst>
          </p:cNvPr>
          <p:cNvSpPr>
            <a:spLocks noGrp="1"/>
          </p:cNvSpPr>
          <p:nvPr>
            <p:ph type="title"/>
          </p:nvPr>
        </p:nvSpPr>
        <p:spPr>
          <a:xfrm>
            <a:off x="838200" y="365125"/>
            <a:ext cx="10515600" cy="698565"/>
          </a:xfrm>
        </p:spPr>
        <p:txBody>
          <a:bodyPr>
            <a:normAutofit/>
          </a:bodyPr>
          <a:lstStyle/>
          <a:p>
            <a:r>
              <a:rPr lang="en-US" sz="2800" dirty="0"/>
              <a:t>By using the Database-per-Service Pattern in microservices:</a:t>
            </a:r>
            <a:endParaRPr lang="en-IN" sz="2800" dirty="0"/>
          </a:p>
        </p:txBody>
      </p:sp>
      <p:sp>
        <p:nvSpPr>
          <p:cNvPr id="3" name="Content Placeholder 2">
            <a:extLst>
              <a:ext uri="{FF2B5EF4-FFF2-40B4-BE49-F238E27FC236}">
                <a16:creationId xmlns:a16="http://schemas.microsoft.com/office/drawing/2014/main" id="{FB77122B-77DC-9314-201A-C12AA6C6AD4B}"/>
              </a:ext>
            </a:extLst>
          </p:cNvPr>
          <p:cNvSpPr>
            <a:spLocks noGrp="1"/>
          </p:cNvSpPr>
          <p:nvPr>
            <p:ph idx="1"/>
          </p:nvPr>
        </p:nvSpPr>
        <p:spPr>
          <a:xfrm>
            <a:off x="273698" y="1101013"/>
            <a:ext cx="11644604" cy="5570375"/>
          </a:xfrm>
        </p:spPr>
        <p:txBody>
          <a:bodyPr/>
          <a:lstStyle/>
          <a:p>
            <a:pPr algn="l">
              <a:buFont typeface="Arial" panose="020B0604020202020204" pitchFamily="34" charset="0"/>
              <a:buChar char="•"/>
            </a:pPr>
            <a:r>
              <a:rPr lang="en-US" b="1" i="0" dirty="0">
                <a:solidFill>
                  <a:srgbClr val="242424"/>
                </a:solidFill>
                <a:effectLst/>
                <a:latin typeface="source-serif-pro"/>
              </a:rPr>
              <a:t>Data schema changes </a:t>
            </a:r>
            <a:r>
              <a:rPr lang="en-US" b="0" i="0" dirty="0">
                <a:solidFill>
                  <a:srgbClr val="242424"/>
                </a:solidFill>
                <a:effectLst/>
                <a:latin typeface="source-serif-pro"/>
              </a:rPr>
              <a:t>made easy without impacting other microservices</a:t>
            </a:r>
          </a:p>
          <a:p>
            <a:r>
              <a:rPr lang="en-US" b="0" i="0" dirty="0">
                <a:solidFill>
                  <a:srgbClr val="242424"/>
                </a:solidFill>
                <a:effectLst/>
                <a:latin typeface="source-serif-pro"/>
              </a:rPr>
              <a:t>Each microservice has </a:t>
            </a:r>
            <a:r>
              <a:rPr lang="en-US" b="1" i="0" dirty="0">
                <a:solidFill>
                  <a:srgbClr val="242424"/>
                </a:solidFill>
                <a:effectLst/>
                <a:latin typeface="source-serif-pro"/>
              </a:rPr>
              <a:t>its own data store</a:t>
            </a:r>
            <a:r>
              <a:rPr lang="en-US" b="0" i="0" dirty="0">
                <a:solidFill>
                  <a:srgbClr val="242424"/>
                </a:solidFill>
                <a:effectLst/>
                <a:latin typeface="source-serif-pro"/>
              </a:rPr>
              <a:t>, preventing accidental or unauthorized access to another service’s data.</a:t>
            </a:r>
          </a:p>
          <a:p>
            <a:r>
              <a:rPr lang="en-US" b="0" i="0" dirty="0">
                <a:solidFill>
                  <a:srgbClr val="242424"/>
                </a:solidFill>
                <a:effectLst/>
                <a:latin typeface="source-serif-pro"/>
              </a:rPr>
              <a:t>Since each microservice and its database are separate, they can be </a:t>
            </a:r>
            <a:r>
              <a:rPr lang="en-US" b="1" i="0" dirty="0">
                <a:solidFill>
                  <a:srgbClr val="242424"/>
                </a:solidFill>
                <a:effectLst/>
                <a:latin typeface="source-serif-pro"/>
              </a:rPr>
              <a:t>scaled independently</a:t>
            </a:r>
            <a:r>
              <a:rPr lang="en-US" b="0" i="0" dirty="0">
                <a:solidFill>
                  <a:srgbClr val="242424"/>
                </a:solidFill>
                <a:effectLst/>
                <a:latin typeface="source-serif-pro"/>
              </a:rPr>
              <a:t> based on their specific needs.</a:t>
            </a:r>
          </a:p>
          <a:p>
            <a:r>
              <a:rPr lang="en-US" b="0" i="0" dirty="0">
                <a:solidFill>
                  <a:srgbClr val="242424"/>
                </a:solidFill>
                <a:effectLst/>
                <a:latin typeface="source-serif-pro"/>
              </a:rPr>
              <a:t>If one of the database server is </a:t>
            </a:r>
            <a:r>
              <a:rPr lang="en-US" b="1" i="0" dirty="0">
                <a:solidFill>
                  <a:srgbClr val="242424"/>
                </a:solidFill>
                <a:effectLst/>
                <a:latin typeface="source-serif-pro"/>
              </a:rPr>
              <a:t>down</a:t>
            </a:r>
            <a:r>
              <a:rPr lang="en-US" b="0" i="0" dirty="0">
                <a:solidFill>
                  <a:srgbClr val="242424"/>
                </a:solidFill>
                <a:effectLst/>
                <a:latin typeface="source-serif-pro"/>
              </a:rPr>
              <a:t>, this will </a:t>
            </a:r>
            <a:r>
              <a:rPr lang="en-US" b="1" i="0" dirty="0">
                <a:solidFill>
                  <a:srgbClr val="242424"/>
                </a:solidFill>
                <a:effectLst/>
                <a:latin typeface="source-serif-pro"/>
              </a:rPr>
              <a:t>not affect</a:t>
            </a:r>
            <a:r>
              <a:rPr lang="en-US" b="0" i="0" dirty="0">
                <a:solidFill>
                  <a:srgbClr val="242424"/>
                </a:solidFill>
                <a:effectLst/>
                <a:latin typeface="source-serif-pro"/>
              </a:rPr>
              <a:t> to other services.</a:t>
            </a:r>
          </a:p>
          <a:p>
            <a:pPr algn="l">
              <a:buFont typeface="Arial" panose="020B0604020202020204" pitchFamily="34" charset="0"/>
              <a:buChar char="•"/>
            </a:pPr>
            <a:endParaRPr lang="en-US" b="0" i="0" dirty="0">
              <a:solidFill>
                <a:srgbClr val="242424"/>
              </a:solidFill>
              <a:effectLst/>
              <a:latin typeface="source-serif-pro"/>
            </a:endParaRPr>
          </a:p>
        </p:txBody>
      </p:sp>
    </p:spTree>
    <p:extLst>
      <p:ext uri="{BB962C8B-B14F-4D97-AF65-F5344CB8AC3E}">
        <p14:creationId xmlns:p14="http://schemas.microsoft.com/office/powerpoint/2010/main" val="851564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FFCBF-10AD-782C-BBC9-0843ACF79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CB3FC-4BBF-169B-B0D8-4F9A06EFC712}"/>
              </a:ext>
            </a:extLst>
          </p:cNvPr>
          <p:cNvSpPr>
            <a:spLocks noGrp="1"/>
          </p:cNvSpPr>
          <p:nvPr>
            <p:ph type="title"/>
          </p:nvPr>
        </p:nvSpPr>
        <p:spPr>
          <a:xfrm>
            <a:off x="838200" y="365125"/>
            <a:ext cx="10515600" cy="698565"/>
          </a:xfrm>
        </p:spPr>
        <p:txBody>
          <a:bodyPr>
            <a:normAutofit/>
          </a:bodyPr>
          <a:lstStyle/>
          <a:p>
            <a:r>
              <a:rPr lang="en-US" sz="2800" dirty="0"/>
              <a:t>Downsides of Database Per Service Pattern</a:t>
            </a:r>
            <a:endParaRPr lang="en-IN" sz="2800" dirty="0"/>
          </a:p>
        </p:txBody>
      </p:sp>
      <p:sp>
        <p:nvSpPr>
          <p:cNvPr id="3" name="Content Placeholder 2">
            <a:extLst>
              <a:ext uri="{FF2B5EF4-FFF2-40B4-BE49-F238E27FC236}">
                <a16:creationId xmlns:a16="http://schemas.microsoft.com/office/drawing/2014/main" id="{715E1915-5CD9-8CBA-19B9-5B98CD389903}"/>
              </a:ext>
            </a:extLst>
          </p:cNvPr>
          <p:cNvSpPr>
            <a:spLocks noGrp="1"/>
          </p:cNvSpPr>
          <p:nvPr>
            <p:ph idx="1"/>
          </p:nvPr>
        </p:nvSpPr>
        <p:spPr>
          <a:xfrm>
            <a:off x="273698" y="1101013"/>
            <a:ext cx="11644604" cy="5570375"/>
          </a:xfrm>
        </p:spPr>
        <p:txBody>
          <a:bodyPr/>
          <a:lstStyle/>
          <a:p>
            <a:pPr algn="l" fontAlgn="auto"/>
            <a:r>
              <a:rPr lang="en-US" dirty="0">
                <a:latin typeface="+mj-lt"/>
                <a:ea typeface="+mj-ea"/>
                <a:cs typeface="+mj-cs"/>
              </a:rPr>
              <a:t>It might be challenging to implement complex transactions and queries that span multiple microservices or data stores.</a:t>
            </a:r>
          </a:p>
          <a:p>
            <a:pPr algn="l" fontAlgn="auto"/>
            <a:r>
              <a:rPr lang="en-US" dirty="0">
                <a:latin typeface="+mj-lt"/>
                <a:ea typeface="+mj-ea"/>
                <a:cs typeface="+mj-cs"/>
              </a:rPr>
              <a:t>You have to manage multiple relational and non-relational databases.</a:t>
            </a:r>
          </a:p>
          <a:p>
            <a:pPr algn="l" fontAlgn="auto"/>
            <a:r>
              <a:rPr lang="en-US" dirty="0">
                <a:latin typeface="+mj-lt"/>
                <a:ea typeface="+mj-ea"/>
                <a:cs typeface="+mj-cs"/>
              </a:rPr>
              <a:t>Your data stores must meet two of the CAP theorem requirements: consistency, availability, or partition tolerance.</a:t>
            </a:r>
          </a:p>
        </p:txBody>
      </p:sp>
    </p:spTree>
    <p:extLst>
      <p:ext uri="{BB962C8B-B14F-4D97-AF65-F5344CB8AC3E}">
        <p14:creationId xmlns:p14="http://schemas.microsoft.com/office/powerpoint/2010/main" val="1862206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E31BA-84E9-96F5-8808-5E233C602F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19BB0-A00E-AA2A-48F4-8B654FD0E401}"/>
              </a:ext>
            </a:extLst>
          </p:cNvPr>
          <p:cNvSpPr>
            <a:spLocks noGrp="1"/>
          </p:cNvSpPr>
          <p:nvPr>
            <p:ph type="title"/>
          </p:nvPr>
        </p:nvSpPr>
        <p:spPr>
          <a:xfrm>
            <a:off x="838200" y="365125"/>
            <a:ext cx="10515600" cy="698565"/>
          </a:xfrm>
        </p:spPr>
        <p:txBody>
          <a:bodyPr>
            <a:normAutofit/>
          </a:bodyPr>
          <a:lstStyle/>
          <a:p>
            <a:r>
              <a:rPr lang="en-US" sz="2800" dirty="0"/>
              <a:t>Shared Database Pattern in Microservices</a:t>
            </a:r>
            <a:endParaRPr lang="en-IN" sz="2800" dirty="0"/>
          </a:p>
        </p:txBody>
      </p:sp>
      <p:sp>
        <p:nvSpPr>
          <p:cNvPr id="3" name="Content Placeholder 2">
            <a:extLst>
              <a:ext uri="{FF2B5EF4-FFF2-40B4-BE49-F238E27FC236}">
                <a16:creationId xmlns:a16="http://schemas.microsoft.com/office/drawing/2014/main" id="{0AB7C4F6-E34B-6A9A-EBD7-E2137AB71E83}"/>
              </a:ext>
            </a:extLst>
          </p:cNvPr>
          <p:cNvSpPr>
            <a:spLocks noGrp="1"/>
          </p:cNvSpPr>
          <p:nvPr>
            <p:ph idx="1"/>
          </p:nvPr>
        </p:nvSpPr>
        <p:spPr>
          <a:xfrm>
            <a:off x="223935" y="1063690"/>
            <a:ext cx="11644604" cy="5570375"/>
          </a:xfrm>
        </p:spPr>
        <p:txBody>
          <a:bodyPr/>
          <a:lstStyle/>
          <a:p>
            <a:r>
              <a:rPr lang="en-US" dirty="0">
                <a:latin typeface="Times New Roman" panose="02020603050405020304" pitchFamily="18" charset="0"/>
                <a:cs typeface="Times New Roman" panose="02020603050405020304" pitchFamily="18" charset="0"/>
              </a:rPr>
              <a:t> In the shared-database-per-service pattern, the same database is shared by several microservices. We need to carefully assess the application architecture before adopting this pattern, and make sure that we avoid hot tables (single tables that are shared among multiple microservices). All your database changes must also be backward-compatible; for example, developers can drop columns or tables only if objects are not referenced by the current and previous versions of all microservices.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0025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05562-B389-D21E-1B7D-802D12B7ED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DA78EE-9F0B-0CAA-6C10-ADD7C0CD1ABC}"/>
              </a:ext>
            </a:extLst>
          </p:cNvPr>
          <p:cNvSpPr>
            <a:spLocks noGrp="1"/>
          </p:cNvSpPr>
          <p:nvPr>
            <p:ph type="title"/>
          </p:nvPr>
        </p:nvSpPr>
        <p:spPr>
          <a:xfrm>
            <a:off x="838200" y="365125"/>
            <a:ext cx="10515600" cy="698565"/>
          </a:xfrm>
        </p:spPr>
        <p:txBody>
          <a:bodyPr>
            <a:normAutofit/>
          </a:bodyPr>
          <a:lstStyle/>
          <a:p>
            <a:r>
              <a:rPr lang="en-US" sz="2800" dirty="0"/>
              <a:t> ** Advantages of Shared Database Design Pattern **</a:t>
            </a:r>
            <a:endParaRPr lang="en-IN" sz="2800" dirty="0"/>
          </a:p>
        </p:txBody>
      </p:sp>
      <p:sp>
        <p:nvSpPr>
          <p:cNvPr id="3" name="Content Placeholder 2">
            <a:extLst>
              <a:ext uri="{FF2B5EF4-FFF2-40B4-BE49-F238E27FC236}">
                <a16:creationId xmlns:a16="http://schemas.microsoft.com/office/drawing/2014/main" id="{5BC68750-38CF-F2B8-2B7C-A02BEBF1EC51}"/>
              </a:ext>
            </a:extLst>
          </p:cNvPr>
          <p:cNvSpPr>
            <a:spLocks noGrp="1"/>
          </p:cNvSpPr>
          <p:nvPr>
            <p:ph idx="1"/>
          </p:nvPr>
        </p:nvSpPr>
        <p:spPr>
          <a:xfrm>
            <a:off x="223935" y="1063690"/>
            <a:ext cx="11644604" cy="5570375"/>
          </a:xfrm>
        </p:spPr>
        <p:txBody>
          <a:bodyPr/>
          <a:lstStyle/>
          <a:p>
            <a:pPr algn="l"/>
            <a:r>
              <a:rPr lang="en-US" dirty="0">
                <a:latin typeface="Times New Roman" panose="02020603050405020304" pitchFamily="18" charset="0"/>
                <a:cs typeface="Times New Roman" panose="02020603050405020304" pitchFamily="18" charset="0"/>
              </a:rPr>
              <a:t> </a:t>
            </a:r>
            <a:r>
              <a:rPr lang="en-US" b="0" i="0" dirty="0">
                <a:solidFill>
                  <a:srgbClr val="16191F"/>
                </a:solidFill>
                <a:effectLst/>
                <a:highlight>
                  <a:srgbClr val="FFFFFF"/>
                </a:highlight>
                <a:latin typeface="Amazon Ember"/>
              </a:rPr>
              <a:t>You should consider using this pattern if:</a:t>
            </a:r>
          </a:p>
          <a:p>
            <a:pPr algn="l">
              <a:buFont typeface="Arial" panose="020B0604020202020204" pitchFamily="34" charset="0"/>
              <a:buChar char="•"/>
            </a:pPr>
            <a:r>
              <a:rPr lang="en-US" b="0" i="0" dirty="0">
                <a:solidFill>
                  <a:srgbClr val="16191F"/>
                </a:solidFill>
                <a:effectLst/>
                <a:highlight>
                  <a:srgbClr val="FFFFFF"/>
                </a:highlight>
                <a:latin typeface="Amazon Ember"/>
              </a:rPr>
              <a:t>You don't want too much refactoring of your existing code base.</a:t>
            </a:r>
          </a:p>
          <a:p>
            <a:pPr algn="l">
              <a:buFont typeface="Arial" panose="020B0604020202020204" pitchFamily="34" charset="0"/>
              <a:buChar char="•"/>
            </a:pPr>
            <a:r>
              <a:rPr lang="en-US" b="0" i="0" dirty="0">
                <a:solidFill>
                  <a:srgbClr val="16191F"/>
                </a:solidFill>
                <a:effectLst/>
                <a:highlight>
                  <a:srgbClr val="FFFFFF"/>
                </a:highlight>
                <a:latin typeface="Amazon Ember"/>
              </a:rPr>
              <a:t>You enforce data consistency by using transactions that provide atomicity, consistency, isolation, and durability (ACID).</a:t>
            </a:r>
          </a:p>
          <a:p>
            <a:pPr algn="l">
              <a:buFont typeface="Arial" panose="020B0604020202020204" pitchFamily="34" charset="0"/>
              <a:buChar char="•"/>
            </a:pPr>
            <a:r>
              <a:rPr lang="en-US" b="0" i="0" dirty="0">
                <a:solidFill>
                  <a:srgbClr val="16191F"/>
                </a:solidFill>
                <a:effectLst/>
                <a:highlight>
                  <a:srgbClr val="FFFFFF"/>
                </a:highlight>
                <a:latin typeface="Amazon Ember"/>
              </a:rPr>
              <a:t>You want to maintain and operate only one database.</a:t>
            </a:r>
          </a:p>
          <a:p>
            <a:pPr algn="l">
              <a:buFont typeface="Arial" panose="020B0604020202020204" pitchFamily="34" charset="0"/>
              <a:buChar char="•"/>
            </a:pPr>
            <a:r>
              <a:rPr lang="en-US" b="0" i="0" dirty="0">
                <a:solidFill>
                  <a:srgbClr val="16191F"/>
                </a:solidFill>
                <a:effectLst/>
                <a:highlight>
                  <a:srgbClr val="FFFFFF"/>
                </a:highlight>
                <a:latin typeface="Amazon Ember"/>
              </a:rPr>
              <a:t>Implementing the database-per-service pattern is difficult because of interdependencies among your existing microservices.</a:t>
            </a:r>
          </a:p>
          <a:p>
            <a:pPr algn="l">
              <a:buFont typeface="Arial" panose="020B0604020202020204" pitchFamily="34" charset="0"/>
              <a:buChar char="•"/>
            </a:pPr>
            <a:r>
              <a:rPr lang="en-US" b="0" i="0" dirty="0">
                <a:solidFill>
                  <a:srgbClr val="16191F"/>
                </a:solidFill>
                <a:effectLst/>
                <a:highlight>
                  <a:srgbClr val="FFFFFF"/>
                </a:highlight>
                <a:latin typeface="Amazon Ember"/>
              </a:rPr>
              <a:t>You don’t want to completely redesign your existing data layer.</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9442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E42DF-8D52-8E13-CA7C-E91BC5F07D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8A7AC9-D24D-937F-6CBE-49F0CF28EC9A}"/>
              </a:ext>
            </a:extLst>
          </p:cNvPr>
          <p:cNvSpPr>
            <a:spLocks noGrp="1"/>
          </p:cNvSpPr>
          <p:nvPr>
            <p:ph type="title"/>
          </p:nvPr>
        </p:nvSpPr>
        <p:spPr>
          <a:xfrm>
            <a:off x="838200" y="365125"/>
            <a:ext cx="10515600" cy="698565"/>
          </a:xfrm>
        </p:spPr>
        <p:txBody>
          <a:bodyPr>
            <a:normAutofit/>
          </a:bodyPr>
          <a:lstStyle/>
          <a:p>
            <a:r>
              <a:rPr lang="en-US" sz="2800" dirty="0"/>
              <a:t> ** Challenges with Shared Database**</a:t>
            </a:r>
            <a:endParaRPr lang="en-IN" sz="2800" dirty="0"/>
          </a:p>
        </p:txBody>
      </p:sp>
      <p:sp>
        <p:nvSpPr>
          <p:cNvPr id="3" name="Content Placeholder 2">
            <a:extLst>
              <a:ext uri="{FF2B5EF4-FFF2-40B4-BE49-F238E27FC236}">
                <a16:creationId xmlns:a16="http://schemas.microsoft.com/office/drawing/2014/main" id="{1A23D536-3620-38D9-4017-14D6709DD108}"/>
              </a:ext>
            </a:extLst>
          </p:cNvPr>
          <p:cNvSpPr>
            <a:spLocks noGrp="1"/>
          </p:cNvSpPr>
          <p:nvPr>
            <p:ph idx="1"/>
          </p:nvPr>
        </p:nvSpPr>
        <p:spPr>
          <a:xfrm>
            <a:off x="223935" y="1063690"/>
            <a:ext cx="11644604" cy="5570375"/>
          </a:xfrm>
        </p:spPr>
        <p:txBody>
          <a:bodyPr/>
          <a:lstStyle/>
          <a:p>
            <a:r>
              <a:rPr lang="en-US" dirty="0">
                <a:latin typeface="Times New Roman" panose="02020603050405020304" pitchFamily="18" charset="0"/>
                <a:cs typeface="Times New Roman" panose="02020603050405020304" pitchFamily="18" charset="0"/>
              </a:rPr>
              <a:t> Sharing the database is sharing the logic</a:t>
            </a:r>
          </a:p>
          <a:p>
            <a:pPr algn="l" fontAlgn="auto"/>
            <a:r>
              <a:rPr lang="en-US" b="1" i="0" dirty="0">
                <a:effectLst/>
                <a:latin typeface="-apple-system"/>
              </a:rPr>
              <a:t>Risk of data corruption and deletion</a:t>
            </a:r>
          </a:p>
          <a:p>
            <a:pPr algn="l" fontAlgn="auto"/>
            <a:r>
              <a:rPr lang="en-US" b="0" i="0" dirty="0">
                <a:effectLst/>
                <a:latin typeface="-apple-system"/>
              </a:rPr>
              <a:t>There is a risk that one of the services might corrupt or delete some data given that the database is shared between the services.</a:t>
            </a:r>
          </a:p>
          <a:p>
            <a:pPr algn="l" fontAlgn="auto"/>
            <a:r>
              <a:rPr lang="en-US" b="1" i="0" dirty="0">
                <a:effectLst/>
                <a:latin typeface="-apple-system"/>
              </a:rPr>
              <a:t>Abusing the shared database</a:t>
            </a:r>
          </a:p>
          <a:p>
            <a:pPr algn="l" fontAlgn="auto"/>
            <a:r>
              <a:rPr lang="en-US" b="0" i="0" dirty="0">
                <a:effectLst/>
                <a:latin typeface="-apple-system"/>
              </a:rPr>
              <a:t>One service firing expensive queries on the database will affect the performance of other services sharing the same database.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5490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0820B-06AE-532E-9D7F-F3DBBABB0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F2EF76-A2F7-CCA9-0577-8392F25D89E2}"/>
              </a:ext>
            </a:extLst>
          </p:cNvPr>
          <p:cNvSpPr>
            <a:spLocks noGrp="1"/>
          </p:cNvSpPr>
          <p:nvPr>
            <p:ph type="title"/>
          </p:nvPr>
        </p:nvSpPr>
        <p:spPr>
          <a:xfrm>
            <a:off x="838200" y="365125"/>
            <a:ext cx="10515600" cy="698565"/>
          </a:xfrm>
        </p:spPr>
        <p:txBody>
          <a:bodyPr>
            <a:normAutofit/>
          </a:bodyPr>
          <a:lstStyle/>
          <a:p>
            <a:r>
              <a:rPr lang="en-US" sz="2800" dirty="0"/>
              <a:t> ** ** Usage of this Design Pattern ****</a:t>
            </a:r>
            <a:endParaRPr lang="en-IN" sz="2800" dirty="0"/>
          </a:p>
        </p:txBody>
      </p:sp>
      <p:sp>
        <p:nvSpPr>
          <p:cNvPr id="3" name="Content Placeholder 2">
            <a:extLst>
              <a:ext uri="{FF2B5EF4-FFF2-40B4-BE49-F238E27FC236}">
                <a16:creationId xmlns:a16="http://schemas.microsoft.com/office/drawing/2014/main" id="{9998D414-381D-C11B-39A9-8B9687B3A82E}"/>
              </a:ext>
            </a:extLst>
          </p:cNvPr>
          <p:cNvSpPr>
            <a:spLocks noGrp="1"/>
          </p:cNvSpPr>
          <p:nvPr>
            <p:ph idx="1"/>
          </p:nvPr>
        </p:nvSpPr>
        <p:spPr>
          <a:xfrm>
            <a:off x="223935" y="1063690"/>
            <a:ext cx="11644604" cy="5570375"/>
          </a:xfrm>
        </p:spPr>
        <p:txBody>
          <a:bodyPr/>
          <a:lstStyle/>
          <a:p>
            <a:pPr algn="l" fontAlgn="auto"/>
            <a:r>
              <a:rPr lang="en-US" dirty="0">
                <a:latin typeface="Times New Roman" panose="02020603050405020304" pitchFamily="18" charset="0"/>
                <a:cs typeface="Times New Roman" panose="02020603050405020304" pitchFamily="18" charset="0"/>
              </a:rPr>
              <a:t> </a:t>
            </a:r>
            <a:r>
              <a:rPr lang="en-US" b="0" i="0" dirty="0">
                <a:effectLst/>
                <a:latin typeface="-apple-system"/>
              </a:rPr>
              <a:t>1.    Use this pattern when you don't want too much refactoring of your existing code base.</a:t>
            </a:r>
          </a:p>
          <a:p>
            <a:pPr algn="l" fontAlgn="auto"/>
            <a:r>
              <a:rPr lang="en-US" b="0" i="0" dirty="0">
                <a:effectLst/>
                <a:latin typeface="-apple-system"/>
              </a:rPr>
              <a:t>2.    Use this pattern when you enforce data consistency by using transactions that provide atomicity, consistency, isolation, and durability (ACID).</a:t>
            </a:r>
          </a:p>
          <a:p>
            <a:pPr algn="l" fontAlgn="auto"/>
            <a:r>
              <a:rPr lang="en-US" b="0" i="0" dirty="0">
                <a:effectLst/>
                <a:latin typeface="-apple-system"/>
              </a:rPr>
              <a:t>3.    Use this pattern when you want to maintain and operate only one database.</a:t>
            </a:r>
          </a:p>
          <a:p>
            <a:pPr algn="l" fontAlgn="auto"/>
            <a:r>
              <a:rPr lang="en-US" b="0" i="0" dirty="0">
                <a:effectLst/>
                <a:latin typeface="-apple-system"/>
              </a:rPr>
              <a:t>4.    Use this pattern when you don’t want to completely redesign your existing data layer.</a:t>
            </a:r>
          </a:p>
          <a:p>
            <a:pPr algn="l" fontAlgn="auto"/>
            <a:r>
              <a:rPr lang="en-US" b="0" i="0" dirty="0">
                <a:effectLst/>
                <a:latin typeface="-apple-system"/>
              </a:rPr>
              <a:t>5.    Use this pattern when you want each service is free to use data accessible to other services.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5579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961FE-6DB2-9B38-3B64-4830C73DE8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7635C-7E39-7A3C-16DC-AA66CDBA184F}"/>
              </a:ext>
            </a:extLst>
          </p:cNvPr>
          <p:cNvSpPr>
            <a:spLocks noGrp="1"/>
          </p:cNvSpPr>
          <p:nvPr>
            <p:ph type="title"/>
          </p:nvPr>
        </p:nvSpPr>
        <p:spPr>
          <a:xfrm>
            <a:off x="838200" y="365125"/>
            <a:ext cx="10515600" cy="698565"/>
          </a:xfrm>
        </p:spPr>
        <p:txBody>
          <a:bodyPr>
            <a:normAutofit/>
          </a:bodyPr>
          <a:lstStyle/>
          <a:p>
            <a:r>
              <a:rPr lang="en-US" sz="2800" dirty="0"/>
              <a:t> ** ** CQRS pattern****</a:t>
            </a:r>
            <a:endParaRPr lang="en-IN" sz="2800" dirty="0"/>
          </a:p>
        </p:txBody>
      </p:sp>
      <p:sp>
        <p:nvSpPr>
          <p:cNvPr id="3" name="Content Placeholder 2">
            <a:extLst>
              <a:ext uri="{FF2B5EF4-FFF2-40B4-BE49-F238E27FC236}">
                <a16:creationId xmlns:a16="http://schemas.microsoft.com/office/drawing/2014/main" id="{CE2B0166-0FE2-5F92-D929-D1AD8C2E69D2}"/>
              </a:ext>
            </a:extLst>
          </p:cNvPr>
          <p:cNvSpPr>
            <a:spLocks noGrp="1"/>
          </p:cNvSpPr>
          <p:nvPr>
            <p:ph idx="1"/>
          </p:nvPr>
        </p:nvSpPr>
        <p:spPr>
          <a:xfrm>
            <a:off x="223935" y="1063690"/>
            <a:ext cx="11644604" cy="5570375"/>
          </a:xfrm>
        </p:spPr>
        <p:txBody>
          <a:bodyPr/>
          <a:lstStyle/>
          <a:p>
            <a:pPr algn="l" fontAlgn="auto"/>
            <a:r>
              <a:rPr lang="en-US" dirty="0">
                <a:latin typeface="Times New Roman" panose="02020603050405020304" pitchFamily="18" charset="0"/>
                <a:cs typeface="Times New Roman" panose="02020603050405020304" pitchFamily="18" charset="0"/>
              </a:rPr>
              <a:t> </a:t>
            </a:r>
            <a:r>
              <a:rPr lang="en-US" b="0" i="0" dirty="0">
                <a:effectLst/>
                <a:latin typeface="-apple-system"/>
              </a:rPr>
              <a:t>1.  The command query responsibility segregation (CQRS)</a:t>
            </a:r>
          </a:p>
          <a:p>
            <a:pPr algn="l" fontAlgn="auto"/>
            <a:r>
              <a:rPr lang="en-US" b="0" i="0" dirty="0">
                <a:solidFill>
                  <a:srgbClr val="16191F"/>
                </a:solidFill>
                <a:effectLst/>
                <a:latin typeface="Amazon Ember"/>
              </a:rPr>
              <a:t>The CQRS pattern splits the application into two parts—the command side and the query side</a:t>
            </a:r>
          </a:p>
          <a:p>
            <a:pPr algn="l" fontAlgn="auto"/>
            <a:r>
              <a:rPr lang="en-US" dirty="0">
                <a:latin typeface="Times New Roman" panose="02020603050405020304" pitchFamily="18" charset="0"/>
                <a:cs typeface="Times New Roman" panose="02020603050405020304" pitchFamily="18" charset="0"/>
              </a:rPr>
              <a:t>The command side handles create, update, and delete requests. The query side runs the query part by using the read replicas</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572EEE8-5A4B-AD36-3166-D3C35EEDDFA1}"/>
              </a:ext>
            </a:extLst>
          </p:cNvPr>
          <p:cNvPicPr>
            <a:picLocks noChangeAspect="1"/>
          </p:cNvPicPr>
          <p:nvPr/>
        </p:nvPicPr>
        <p:blipFill>
          <a:blip r:embed="rId2"/>
          <a:stretch>
            <a:fillRect/>
          </a:stretch>
        </p:blipFill>
        <p:spPr>
          <a:xfrm>
            <a:off x="6540759" y="3428999"/>
            <a:ext cx="4879909" cy="2990461"/>
          </a:xfrm>
          <a:prstGeom prst="rect">
            <a:avLst/>
          </a:prstGeom>
        </p:spPr>
      </p:pic>
    </p:spTree>
    <p:extLst>
      <p:ext uri="{BB962C8B-B14F-4D97-AF65-F5344CB8AC3E}">
        <p14:creationId xmlns:p14="http://schemas.microsoft.com/office/powerpoint/2010/main" val="2014643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43973-7347-74E7-0C1B-A3CB5B4AEE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14E761-DE30-34DA-7124-382576C15422}"/>
              </a:ext>
            </a:extLst>
          </p:cNvPr>
          <p:cNvSpPr>
            <a:spLocks noGrp="1"/>
          </p:cNvSpPr>
          <p:nvPr>
            <p:ph type="title"/>
          </p:nvPr>
        </p:nvSpPr>
        <p:spPr>
          <a:xfrm>
            <a:off x="838200" y="365125"/>
            <a:ext cx="10515600" cy="698565"/>
          </a:xfrm>
        </p:spPr>
        <p:txBody>
          <a:bodyPr>
            <a:normAutofit/>
          </a:bodyPr>
          <a:lstStyle/>
          <a:p>
            <a:r>
              <a:rPr lang="en-US" sz="2800" dirty="0"/>
              <a:t> ** ** When to Use CQRS pattern ****</a:t>
            </a:r>
            <a:endParaRPr lang="en-IN" sz="2800" dirty="0"/>
          </a:p>
        </p:txBody>
      </p:sp>
      <p:sp>
        <p:nvSpPr>
          <p:cNvPr id="3" name="Content Placeholder 2">
            <a:extLst>
              <a:ext uri="{FF2B5EF4-FFF2-40B4-BE49-F238E27FC236}">
                <a16:creationId xmlns:a16="http://schemas.microsoft.com/office/drawing/2014/main" id="{B0A9DFD9-81D7-EA95-1AF3-361CD9A3B76E}"/>
              </a:ext>
            </a:extLst>
          </p:cNvPr>
          <p:cNvSpPr>
            <a:spLocks noGrp="1"/>
          </p:cNvSpPr>
          <p:nvPr>
            <p:ph idx="1"/>
          </p:nvPr>
        </p:nvSpPr>
        <p:spPr>
          <a:xfrm>
            <a:off x="223935" y="1063690"/>
            <a:ext cx="11644604" cy="5570375"/>
          </a:xfrm>
        </p:spPr>
        <p:txBody>
          <a:bodyPr/>
          <a:lstStyle/>
          <a:p>
            <a:pPr algn="l" fontAlgn="auto"/>
            <a:r>
              <a:rPr lang="en-US" dirty="0">
                <a:latin typeface="Times New Roman" panose="02020603050405020304" pitchFamily="18" charset="0"/>
                <a:cs typeface="Times New Roman" panose="02020603050405020304" pitchFamily="18" charset="0"/>
              </a:rPr>
              <a:t>CQRS Design Pattern is useful where the data reading / accessing performance has become very slow due to a large number of read and write operations going on simultaneously, which can be due to a lot of load on the  database, and/or the network on which the database resides.</a:t>
            </a:r>
          </a:p>
          <a:p>
            <a:pPr algn="l" fontAlgn="auto"/>
            <a:r>
              <a:rPr lang="en-US" dirty="0">
                <a:latin typeface="Times New Roman" panose="02020603050405020304" pitchFamily="18" charset="0"/>
                <a:cs typeface="Times New Roman" panose="02020603050405020304" pitchFamily="18" charset="0"/>
              </a:rPr>
              <a:t>CQRS pattern is useful in the situation when reading data performance needs to be optimized separately from writing data performance, especially if the reading data queries are much more in number than the writing data queries.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03723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71EBD-93E5-B00A-B91B-17326DA562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F16EF-A011-CD8C-9463-7D3A19AD2883}"/>
              </a:ext>
            </a:extLst>
          </p:cNvPr>
          <p:cNvSpPr>
            <a:spLocks noGrp="1"/>
          </p:cNvSpPr>
          <p:nvPr>
            <p:ph type="title"/>
          </p:nvPr>
        </p:nvSpPr>
        <p:spPr>
          <a:xfrm>
            <a:off x="838200" y="365125"/>
            <a:ext cx="10515600" cy="698565"/>
          </a:xfrm>
        </p:spPr>
        <p:txBody>
          <a:bodyPr>
            <a:normAutofit/>
          </a:bodyPr>
          <a:lstStyle/>
          <a:p>
            <a:r>
              <a:rPr lang="en-US" sz="2800" dirty="0"/>
              <a:t> ** ** What is the saga pattern****</a:t>
            </a:r>
            <a:endParaRPr lang="en-IN" sz="2800" dirty="0"/>
          </a:p>
        </p:txBody>
      </p:sp>
      <p:sp>
        <p:nvSpPr>
          <p:cNvPr id="3" name="Content Placeholder 2">
            <a:extLst>
              <a:ext uri="{FF2B5EF4-FFF2-40B4-BE49-F238E27FC236}">
                <a16:creationId xmlns:a16="http://schemas.microsoft.com/office/drawing/2014/main" id="{FC9AA71B-F373-9C0F-B77D-B6A99394CAB2}"/>
              </a:ext>
            </a:extLst>
          </p:cNvPr>
          <p:cNvSpPr>
            <a:spLocks noGrp="1"/>
          </p:cNvSpPr>
          <p:nvPr>
            <p:ph idx="1"/>
          </p:nvPr>
        </p:nvSpPr>
        <p:spPr>
          <a:xfrm>
            <a:off x="223935" y="1063690"/>
            <a:ext cx="11644604" cy="5570375"/>
          </a:xfrm>
        </p:spPr>
        <p:txBody>
          <a:bodyPr>
            <a:normAutofit/>
          </a:bodyPr>
          <a:lstStyle/>
          <a:p>
            <a:r>
              <a:rPr lang="en-US" b="0" i="0" dirty="0">
                <a:solidFill>
                  <a:srgbClr val="242424"/>
                </a:solidFill>
                <a:effectLst/>
                <a:highlight>
                  <a:srgbClr val="FFFFFF"/>
                </a:highlight>
                <a:latin typeface="source-serif-pro"/>
              </a:rPr>
              <a:t>saga is a sequence of local transactions. Each service in a saga performs its own transaction and publishes an event. The other services listen to that event and perform the next local transaction.</a:t>
            </a:r>
          </a:p>
          <a:p>
            <a:pPr algn="l"/>
            <a:r>
              <a:rPr lang="en-US" b="1" i="0" dirty="0">
                <a:solidFill>
                  <a:srgbClr val="242424"/>
                </a:solidFill>
                <a:effectLst/>
                <a:highlight>
                  <a:srgbClr val="FFFFFF"/>
                </a:highlight>
                <a:latin typeface="sohne"/>
              </a:rPr>
              <a:t>types of Saga:</a:t>
            </a:r>
          </a:p>
          <a:p>
            <a:pPr algn="l"/>
            <a:r>
              <a:rPr lang="en-US" b="0" i="0" dirty="0">
                <a:solidFill>
                  <a:srgbClr val="242424"/>
                </a:solidFill>
                <a:effectLst/>
                <a:highlight>
                  <a:srgbClr val="FFFFFF"/>
                </a:highlight>
                <a:latin typeface="source-serif-pro"/>
              </a:rPr>
              <a:t>1- Orchestration-Based Saga.</a:t>
            </a:r>
            <a:br>
              <a:rPr lang="en-US" b="0" i="0" dirty="0">
                <a:solidFill>
                  <a:srgbClr val="242424"/>
                </a:solidFill>
                <a:effectLst/>
                <a:highlight>
                  <a:srgbClr val="FFFFFF"/>
                </a:highlight>
                <a:latin typeface="source-serif-pro"/>
              </a:rPr>
            </a:br>
            <a:r>
              <a:rPr lang="en-US" b="0" i="0" dirty="0">
                <a:solidFill>
                  <a:srgbClr val="242424"/>
                </a:solidFill>
                <a:effectLst/>
                <a:highlight>
                  <a:srgbClr val="FFFFFF"/>
                </a:highlight>
                <a:latin typeface="source-serif-pro"/>
              </a:rPr>
              <a:t>2- Choreography-Based Saga.</a:t>
            </a:r>
            <a:endParaRPr lang="en-US" b="0" i="0" dirty="0">
              <a:solidFill>
                <a:srgbClr val="16191F"/>
              </a:solidFill>
              <a:effectLst/>
              <a:highlight>
                <a:srgbClr val="FFFFFF"/>
              </a:highlight>
              <a:latin typeface="Amazon Ember"/>
            </a:endParaRPr>
          </a:p>
          <a:p>
            <a:pPr algn="l" fontAlgn="auto"/>
            <a:r>
              <a:rPr lang="en-US" b="0" i="0" dirty="0">
                <a:solidFill>
                  <a:srgbClr val="16191F"/>
                </a:solidFill>
                <a:effectLst/>
                <a:highlight>
                  <a:srgbClr val="FFFFFF"/>
                </a:highlight>
                <a:latin typeface="Amazon Ember"/>
              </a:rPr>
              <a:t>The saga </a:t>
            </a:r>
            <a:r>
              <a:rPr lang="en-US" b="1" i="0" dirty="0">
                <a:solidFill>
                  <a:srgbClr val="16191F"/>
                </a:solidFill>
                <a:effectLst/>
                <a:highlight>
                  <a:srgbClr val="FFFFFF"/>
                </a:highlight>
                <a:latin typeface="Amazon Ember"/>
              </a:rPr>
              <a:t>orchestration</a:t>
            </a:r>
            <a:r>
              <a:rPr lang="en-US" b="0" i="0" dirty="0">
                <a:solidFill>
                  <a:srgbClr val="16191F"/>
                </a:solidFill>
                <a:effectLst/>
                <a:highlight>
                  <a:srgbClr val="FFFFFF"/>
                </a:highlight>
                <a:latin typeface="Amazon Ember"/>
              </a:rPr>
              <a:t> pattern uses a central coordinator (</a:t>
            </a:r>
            <a:r>
              <a:rPr lang="en-US" b="0" i="1" dirty="0">
                <a:solidFill>
                  <a:srgbClr val="16191F"/>
                </a:solidFill>
                <a:effectLst/>
                <a:highlight>
                  <a:srgbClr val="FFFFFF"/>
                </a:highlight>
                <a:latin typeface="Amazon Ember"/>
              </a:rPr>
              <a:t>orchestrator</a:t>
            </a:r>
            <a:r>
              <a:rPr lang="en-US" b="0" i="0" dirty="0">
                <a:solidFill>
                  <a:srgbClr val="16191F"/>
                </a:solidFill>
                <a:effectLst/>
                <a:highlight>
                  <a:srgbClr val="FFFFFF"/>
                </a:highlight>
                <a:latin typeface="Amazon Ember"/>
              </a:rPr>
              <a:t>) to help preserve data integrity in distributed transactions that span multiple services. In a distributed transaction, multiple services can be called before a transaction is completed. When the services store data in different data stores, it can be challenging to maintain data consistency across these data stores.</a:t>
            </a:r>
          </a:p>
          <a:p>
            <a:pPr algn="l" fontAlgn="auto"/>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67461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B3042-8011-E683-2C09-E278A20179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11A233-C059-83F4-2DF5-6AA62FB43A93}"/>
              </a:ext>
            </a:extLst>
          </p:cNvPr>
          <p:cNvSpPr>
            <a:spLocks noGrp="1"/>
          </p:cNvSpPr>
          <p:nvPr>
            <p:ph type="title"/>
          </p:nvPr>
        </p:nvSpPr>
        <p:spPr>
          <a:xfrm>
            <a:off x="838200" y="365125"/>
            <a:ext cx="10515600" cy="698565"/>
          </a:xfrm>
        </p:spPr>
        <p:txBody>
          <a:bodyPr>
            <a:normAutofit/>
          </a:bodyPr>
          <a:lstStyle/>
          <a:p>
            <a:r>
              <a:rPr lang="en-US" sz="2800" b="1" dirty="0"/>
              <a:t>Saga orchestration</a:t>
            </a:r>
            <a:endParaRPr lang="en-IN" sz="2800" b="1" dirty="0"/>
          </a:p>
        </p:txBody>
      </p:sp>
      <p:sp>
        <p:nvSpPr>
          <p:cNvPr id="3" name="Content Placeholder 2">
            <a:extLst>
              <a:ext uri="{FF2B5EF4-FFF2-40B4-BE49-F238E27FC236}">
                <a16:creationId xmlns:a16="http://schemas.microsoft.com/office/drawing/2014/main" id="{5992CBA1-7604-967C-B25F-6C82BCF02C39}"/>
              </a:ext>
            </a:extLst>
          </p:cNvPr>
          <p:cNvSpPr>
            <a:spLocks noGrp="1"/>
          </p:cNvSpPr>
          <p:nvPr>
            <p:ph idx="1"/>
          </p:nvPr>
        </p:nvSpPr>
        <p:spPr>
          <a:xfrm>
            <a:off x="223935" y="1063690"/>
            <a:ext cx="11644604" cy="5570375"/>
          </a:xfrm>
        </p:spPr>
        <p:txBody>
          <a:bodyPr/>
          <a:lstStyle/>
          <a:p>
            <a:pPr algn="l" fontAlgn="auto"/>
            <a:r>
              <a:rPr lang="en-US" dirty="0">
                <a:latin typeface="Times New Roman" panose="02020603050405020304" pitchFamily="18" charset="0"/>
                <a:cs typeface="Times New Roman" panose="02020603050405020304" pitchFamily="18" charset="0"/>
              </a:rPr>
              <a:t>The saga orchestration pattern has a central coordinator called an orchestrator. The saga orchestrator manages and coordinates the entire transaction lifecycle. It is aware of the series of steps to be performed to complete the transaction. To run a step, it sends a message to the participant microservice to perform the operation. The participant microservice completes the operation and sends a message back to the orchestrator. Based on the message it receives, the orchestrator decides which microservice to run next in the transaction.</a:t>
            </a:r>
          </a:p>
          <a:p>
            <a:pPr algn="l" fontAlgn="auto"/>
            <a:endParaRPr lang="en-US" dirty="0">
              <a:latin typeface="Times New Roman" panose="02020603050405020304" pitchFamily="18" charset="0"/>
              <a:cs typeface="Times New Roman" panose="02020603050405020304" pitchFamily="18" charset="0"/>
            </a:endParaRPr>
          </a:p>
          <a:p>
            <a:pPr algn="l" fontAlgn="auto"/>
            <a:r>
              <a:rPr lang="en-US" dirty="0">
                <a:latin typeface="Times New Roman" panose="02020603050405020304" pitchFamily="18" charset="0"/>
                <a:cs typeface="Times New Roman" panose="02020603050405020304" pitchFamily="18" charset="0"/>
              </a:rPr>
              <a:t>The saga orchestration pattern is suitable when there are many participants, and loose coupling is required between saga participants. The orchestrator encapsulates the complexity in the logic by making the participants loosely coupled. However, the orchestrator can become a single point of failure because it controls the entire workflow.</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8958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DF7935-14BD-0E6F-AAF9-5CD1ABB26EB3}"/>
              </a:ext>
            </a:extLst>
          </p:cNvPr>
          <p:cNvPicPr>
            <a:picLocks noChangeAspect="1"/>
          </p:cNvPicPr>
          <p:nvPr/>
        </p:nvPicPr>
        <p:blipFill>
          <a:blip r:embed="rId2"/>
          <a:stretch>
            <a:fillRect/>
          </a:stretch>
        </p:blipFill>
        <p:spPr>
          <a:xfrm>
            <a:off x="83976" y="130629"/>
            <a:ext cx="12108024" cy="6727371"/>
          </a:xfrm>
          <a:prstGeom prst="rect">
            <a:avLst/>
          </a:prstGeom>
        </p:spPr>
      </p:pic>
    </p:spTree>
    <p:extLst>
      <p:ext uri="{BB962C8B-B14F-4D97-AF65-F5344CB8AC3E}">
        <p14:creationId xmlns:p14="http://schemas.microsoft.com/office/powerpoint/2010/main" val="4114434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D3448EF-1387-3E2A-97C4-353663482E54}"/>
              </a:ext>
            </a:extLst>
          </p:cNvPr>
          <p:cNvPicPr>
            <a:picLocks noChangeAspect="1"/>
          </p:cNvPicPr>
          <p:nvPr/>
        </p:nvPicPr>
        <p:blipFill>
          <a:blip r:embed="rId2"/>
          <a:stretch>
            <a:fillRect/>
          </a:stretch>
        </p:blipFill>
        <p:spPr>
          <a:xfrm>
            <a:off x="447868" y="251927"/>
            <a:ext cx="11355355" cy="6484775"/>
          </a:xfrm>
          <a:prstGeom prst="rect">
            <a:avLst/>
          </a:prstGeom>
        </p:spPr>
      </p:pic>
    </p:spTree>
    <p:extLst>
      <p:ext uri="{BB962C8B-B14F-4D97-AF65-F5344CB8AC3E}">
        <p14:creationId xmlns:p14="http://schemas.microsoft.com/office/powerpoint/2010/main" val="3654792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B3042-8011-E683-2C09-E278A20179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11A233-C059-83F4-2DF5-6AA62FB43A93}"/>
              </a:ext>
            </a:extLst>
          </p:cNvPr>
          <p:cNvSpPr>
            <a:spLocks noGrp="1"/>
          </p:cNvSpPr>
          <p:nvPr>
            <p:ph type="title"/>
          </p:nvPr>
        </p:nvSpPr>
        <p:spPr>
          <a:xfrm>
            <a:off x="838200" y="365125"/>
            <a:ext cx="10515600" cy="698565"/>
          </a:xfrm>
        </p:spPr>
        <p:txBody>
          <a:bodyPr>
            <a:normAutofit/>
          </a:bodyPr>
          <a:lstStyle/>
          <a:p>
            <a:r>
              <a:rPr lang="en-US" sz="2800" b="1" dirty="0"/>
              <a:t> Saga choreography</a:t>
            </a:r>
            <a:endParaRPr lang="en-IN" sz="2800" b="1" dirty="0"/>
          </a:p>
        </p:txBody>
      </p:sp>
      <p:sp>
        <p:nvSpPr>
          <p:cNvPr id="3" name="Content Placeholder 2">
            <a:extLst>
              <a:ext uri="{FF2B5EF4-FFF2-40B4-BE49-F238E27FC236}">
                <a16:creationId xmlns:a16="http://schemas.microsoft.com/office/drawing/2014/main" id="{5992CBA1-7604-967C-B25F-6C82BCF02C39}"/>
              </a:ext>
            </a:extLst>
          </p:cNvPr>
          <p:cNvSpPr>
            <a:spLocks noGrp="1"/>
          </p:cNvSpPr>
          <p:nvPr>
            <p:ph idx="1"/>
          </p:nvPr>
        </p:nvSpPr>
        <p:spPr>
          <a:xfrm>
            <a:off x="223935" y="1063690"/>
            <a:ext cx="11644604" cy="5570375"/>
          </a:xfrm>
        </p:spPr>
        <p:txBody>
          <a:bodyPr/>
          <a:lstStyle/>
          <a:p>
            <a:pPr algn="l" fontAlgn="auto"/>
            <a:r>
              <a:rPr lang="en-US" dirty="0">
                <a:latin typeface="Times New Roman" panose="02020603050405020304" pitchFamily="18" charset="0"/>
                <a:cs typeface="Times New Roman" panose="02020603050405020304" pitchFamily="18" charset="0"/>
              </a:rPr>
              <a:t>The saga choreography pattern depends on the events published by the microservices. The saga participants (microservices) subscribe to the events and act based on the event triggers. For example, the order service in the following diagram emits an </a:t>
            </a:r>
            <a:r>
              <a:rPr lang="en-US" dirty="0" err="1">
                <a:latin typeface="Times New Roman" panose="02020603050405020304" pitchFamily="18" charset="0"/>
                <a:cs typeface="Times New Roman" panose="02020603050405020304" pitchFamily="18" charset="0"/>
              </a:rPr>
              <a:t>OrderPlaced</a:t>
            </a:r>
            <a:r>
              <a:rPr lang="en-US" dirty="0">
                <a:latin typeface="Times New Roman" panose="02020603050405020304" pitchFamily="18" charset="0"/>
                <a:cs typeface="Times New Roman" panose="02020603050405020304" pitchFamily="18" charset="0"/>
              </a:rPr>
              <a:t> event. The inventory service subscribes to that event and updates the inventory when the </a:t>
            </a:r>
            <a:r>
              <a:rPr lang="en-US" dirty="0" err="1">
                <a:latin typeface="Times New Roman" panose="02020603050405020304" pitchFamily="18" charset="0"/>
                <a:cs typeface="Times New Roman" panose="02020603050405020304" pitchFamily="18" charset="0"/>
              </a:rPr>
              <a:t>OrderPlaced</a:t>
            </a:r>
            <a:r>
              <a:rPr lang="en-US" dirty="0">
                <a:latin typeface="Times New Roman" panose="02020603050405020304" pitchFamily="18" charset="0"/>
                <a:cs typeface="Times New Roman" panose="02020603050405020304" pitchFamily="18" charset="0"/>
              </a:rPr>
              <a:t> event is emitted. Similarly, the participant services act based on the context of the emitted event.</a:t>
            </a:r>
          </a:p>
          <a:p>
            <a:pPr algn="l" fontAlgn="auto"/>
            <a:endParaRPr lang="en-US" dirty="0">
              <a:latin typeface="Times New Roman" panose="02020603050405020304" pitchFamily="18" charset="0"/>
              <a:cs typeface="Times New Roman" panose="02020603050405020304" pitchFamily="18" charset="0"/>
            </a:endParaRPr>
          </a:p>
          <a:p>
            <a:pPr algn="l" fontAlgn="auto"/>
            <a:r>
              <a:rPr lang="en-US" dirty="0">
                <a:latin typeface="Times New Roman" panose="02020603050405020304" pitchFamily="18" charset="0"/>
                <a:cs typeface="Times New Roman" panose="02020603050405020304" pitchFamily="18" charset="0"/>
              </a:rPr>
              <a:t>The saga choreography pattern is suitable when there are only a few participants in the saga, and you need a simple implementation with no single point of failure. When more participants are added, it becomes harder to track the dependencies between the participants by using this pattern.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47646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6528F1A-7A43-6AE3-89A9-59C564B35BDE}"/>
              </a:ext>
            </a:extLst>
          </p:cNvPr>
          <p:cNvPicPr>
            <a:picLocks noChangeAspect="1"/>
          </p:cNvPicPr>
          <p:nvPr/>
        </p:nvPicPr>
        <p:blipFill>
          <a:blip r:embed="rId2"/>
          <a:stretch>
            <a:fillRect/>
          </a:stretch>
        </p:blipFill>
        <p:spPr>
          <a:xfrm>
            <a:off x="83976" y="167951"/>
            <a:ext cx="12017827" cy="6578082"/>
          </a:xfrm>
          <a:prstGeom prst="rect">
            <a:avLst/>
          </a:prstGeom>
        </p:spPr>
      </p:pic>
      <p:pic>
        <p:nvPicPr>
          <p:cNvPr id="3076" name="Picture 4" descr="Saga choreography pattern">
            <a:extLst>
              <a:ext uri="{FF2B5EF4-FFF2-40B4-BE49-F238E27FC236}">
                <a16:creationId xmlns:a16="http://schemas.microsoft.com/office/drawing/2014/main" id="{10A8EDAF-BE6B-C262-3E1B-316AA8CDC4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605" y="5344885"/>
            <a:ext cx="7333861" cy="99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12031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26C99-B302-AD61-24B9-E4520E60F6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FF923-1BB0-CDEE-F9FD-8D3601296F47}"/>
              </a:ext>
            </a:extLst>
          </p:cNvPr>
          <p:cNvSpPr>
            <a:spLocks noGrp="1"/>
          </p:cNvSpPr>
          <p:nvPr>
            <p:ph type="title"/>
          </p:nvPr>
        </p:nvSpPr>
        <p:spPr>
          <a:xfrm>
            <a:off x="838200" y="365125"/>
            <a:ext cx="10515600" cy="698565"/>
          </a:xfrm>
        </p:spPr>
        <p:txBody>
          <a:bodyPr>
            <a:normAutofit/>
          </a:bodyPr>
          <a:lstStyle/>
          <a:p>
            <a:r>
              <a:rPr lang="en-US" sz="2800" dirty="0"/>
              <a:t> ** ** Benefits of the saga pattern****</a:t>
            </a:r>
            <a:endParaRPr lang="en-IN" sz="2800" dirty="0"/>
          </a:p>
        </p:txBody>
      </p:sp>
      <p:sp>
        <p:nvSpPr>
          <p:cNvPr id="3" name="Content Placeholder 2">
            <a:extLst>
              <a:ext uri="{FF2B5EF4-FFF2-40B4-BE49-F238E27FC236}">
                <a16:creationId xmlns:a16="http://schemas.microsoft.com/office/drawing/2014/main" id="{484A4B76-1BDE-32A2-290B-01213FCBDCBF}"/>
              </a:ext>
            </a:extLst>
          </p:cNvPr>
          <p:cNvSpPr>
            <a:spLocks noGrp="1"/>
          </p:cNvSpPr>
          <p:nvPr>
            <p:ph idx="1"/>
          </p:nvPr>
        </p:nvSpPr>
        <p:spPr>
          <a:xfrm>
            <a:off x="223935" y="1063690"/>
            <a:ext cx="11644604" cy="5570375"/>
          </a:xfrm>
        </p:spPr>
        <p:txBody>
          <a:bodyPr/>
          <a:lstStyle/>
          <a:p>
            <a:pPr algn="l" fontAlgn="auto"/>
            <a:r>
              <a:rPr lang="en-US" dirty="0">
                <a:latin typeface="Times New Roman" panose="02020603050405020304" pitchFamily="18" charset="0"/>
                <a:cs typeface="Times New Roman" panose="02020603050405020304" pitchFamily="18" charset="0"/>
              </a:rPr>
              <a:t>The saga pattern offers several benefits for microservices, such as ensuring data consistency and reliability without using distributed transactions or locking mechanisms. It allows each service to have its own database and data model that best fits its domain and logic, avoiding the need for a shared database or schema. Additionally, it supports asynchronous communication and event-driven architecture which can improve responsiveness and resilience of the system. Moreover, it provides a clear and traceable workflow of the business process and its outcomes, which can facilitate debugging and monitoring.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76466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4412E-DA41-F6A5-80C2-C82E43460A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A848C3-C038-AB13-55EF-9DA6935227E8}"/>
              </a:ext>
            </a:extLst>
          </p:cNvPr>
          <p:cNvSpPr>
            <a:spLocks noGrp="1"/>
          </p:cNvSpPr>
          <p:nvPr>
            <p:ph type="title"/>
          </p:nvPr>
        </p:nvSpPr>
        <p:spPr>
          <a:xfrm>
            <a:off x="838200" y="365125"/>
            <a:ext cx="10515600" cy="698565"/>
          </a:xfrm>
        </p:spPr>
        <p:txBody>
          <a:bodyPr>
            <a:normAutofit/>
          </a:bodyPr>
          <a:lstStyle/>
          <a:p>
            <a:r>
              <a:rPr lang="en-US" sz="2800" dirty="0"/>
              <a:t> ** ** challenges of the saga pattern****</a:t>
            </a:r>
            <a:endParaRPr lang="en-IN" sz="2800" dirty="0"/>
          </a:p>
        </p:txBody>
      </p:sp>
      <p:sp>
        <p:nvSpPr>
          <p:cNvPr id="3" name="Content Placeholder 2">
            <a:extLst>
              <a:ext uri="{FF2B5EF4-FFF2-40B4-BE49-F238E27FC236}">
                <a16:creationId xmlns:a16="http://schemas.microsoft.com/office/drawing/2014/main" id="{C794B031-4868-1BB9-4A06-4C223D8DFE9A}"/>
              </a:ext>
            </a:extLst>
          </p:cNvPr>
          <p:cNvSpPr>
            <a:spLocks noGrp="1"/>
          </p:cNvSpPr>
          <p:nvPr>
            <p:ph idx="1"/>
          </p:nvPr>
        </p:nvSpPr>
        <p:spPr>
          <a:xfrm>
            <a:off x="223935" y="1063690"/>
            <a:ext cx="11644604" cy="5570375"/>
          </a:xfrm>
        </p:spPr>
        <p:txBody>
          <a:bodyPr/>
          <a:lstStyle/>
          <a:p>
            <a:pPr algn="l" fontAlgn="auto"/>
            <a:r>
              <a:rPr lang="en-US" dirty="0">
                <a:latin typeface="Times New Roman" panose="02020603050405020304" pitchFamily="18" charset="0"/>
                <a:cs typeface="Times New Roman" panose="02020603050405020304" pitchFamily="18" charset="0"/>
              </a:rPr>
              <a:t>The saga pattern has some challenges that need to be addressed, such as increasing the complexity and coordination of the system, introducing eventual consistency and partial failures, requiring careful testing and validation of the saga steps and their interactions, as well as the recovery and rollback scenarios. Moreover, it may affect the user experience and expectations, as you need to communicate the status and results of the saga to the end users and handle their feedback and requests.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87035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7BEC1-25D4-BB3A-CE4F-E19F65336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C100A-7A5E-55BC-8D99-A24E6D776C00}"/>
              </a:ext>
            </a:extLst>
          </p:cNvPr>
          <p:cNvSpPr>
            <a:spLocks noGrp="1"/>
          </p:cNvSpPr>
          <p:nvPr>
            <p:ph type="title"/>
          </p:nvPr>
        </p:nvSpPr>
        <p:spPr>
          <a:xfrm>
            <a:off x="838200" y="365125"/>
            <a:ext cx="10515600" cy="698565"/>
          </a:xfrm>
        </p:spPr>
        <p:txBody>
          <a:bodyPr>
            <a:normAutofit/>
          </a:bodyPr>
          <a:lstStyle/>
          <a:p>
            <a:r>
              <a:rPr lang="en-US" sz="2800" dirty="0"/>
              <a:t> ** ** </a:t>
            </a:r>
            <a:r>
              <a:rPr lang="en-US" sz="2800" dirty="0" err="1"/>
              <a:t>Aynchronous</a:t>
            </a:r>
            <a:r>
              <a:rPr lang="en-US" sz="2800" dirty="0"/>
              <a:t> Messaging pattern****</a:t>
            </a:r>
            <a:endParaRPr lang="en-IN" sz="2800" dirty="0"/>
          </a:p>
        </p:txBody>
      </p:sp>
      <p:sp>
        <p:nvSpPr>
          <p:cNvPr id="3" name="Content Placeholder 2">
            <a:extLst>
              <a:ext uri="{FF2B5EF4-FFF2-40B4-BE49-F238E27FC236}">
                <a16:creationId xmlns:a16="http://schemas.microsoft.com/office/drawing/2014/main" id="{4304DF4D-16CB-61B6-7847-E240CA7C9037}"/>
              </a:ext>
            </a:extLst>
          </p:cNvPr>
          <p:cNvSpPr>
            <a:spLocks noGrp="1"/>
          </p:cNvSpPr>
          <p:nvPr>
            <p:ph idx="1"/>
          </p:nvPr>
        </p:nvSpPr>
        <p:spPr>
          <a:xfrm>
            <a:off x="223935" y="1063690"/>
            <a:ext cx="11644604" cy="5570375"/>
          </a:xfrm>
        </p:spPr>
        <p:txBody>
          <a:bodyPr/>
          <a:lstStyle/>
          <a:p>
            <a:pPr algn="l" fontAlgn="auto"/>
            <a:r>
              <a:rPr lang="en-US" dirty="0">
                <a:latin typeface="Times New Roman" panose="02020603050405020304" pitchFamily="18" charset="0"/>
                <a:cs typeface="Times New Roman" panose="02020603050405020304" pitchFamily="18" charset="0"/>
              </a:rPr>
              <a:t>When multiple microservices need to call each other and wait for long operations until finished, then we should use asynchronous communication. Asynchronous communication allows the caller to continue working without waiting for a response from recipient. This is often preferred when the caller does not need an immediate response, such as sending notifications like SMS, email for registration or order confirmation in online store etc.</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09192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7BEC1-25D4-BB3A-CE4F-E19F65336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C100A-7A5E-55BC-8D99-A24E6D776C00}"/>
              </a:ext>
            </a:extLst>
          </p:cNvPr>
          <p:cNvSpPr>
            <a:spLocks noGrp="1"/>
          </p:cNvSpPr>
          <p:nvPr>
            <p:ph type="title"/>
          </p:nvPr>
        </p:nvSpPr>
        <p:spPr>
          <a:xfrm>
            <a:off x="838200" y="365125"/>
            <a:ext cx="10515600" cy="698565"/>
          </a:xfrm>
        </p:spPr>
        <p:txBody>
          <a:bodyPr>
            <a:normAutofit/>
          </a:bodyPr>
          <a:lstStyle/>
          <a:p>
            <a:r>
              <a:rPr lang="en-US" sz="2800" dirty="0"/>
              <a:t> ** ** </a:t>
            </a:r>
            <a:r>
              <a:rPr lang="en-US" sz="2800" dirty="0" err="1"/>
              <a:t>Aynchronous</a:t>
            </a:r>
            <a:r>
              <a:rPr lang="en-US" sz="2800" dirty="0"/>
              <a:t> Messaging pattern****</a:t>
            </a:r>
            <a:endParaRPr lang="en-IN" sz="2800" dirty="0"/>
          </a:p>
        </p:txBody>
      </p:sp>
      <p:sp>
        <p:nvSpPr>
          <p:cNvPr id="9" name="TextBox 8">
            <a:extLst>
              <a:ext uri="{FF2B5EF4-FFF2-40B4-BE49-F238E27FC236}">
                <a16:creationId xmlns:a16="http://schemas.microsoft.com/office/drawing/2014/main" id="{E5464A58-C91B-2422-4074-B3A72A8944E2}"/>
              </a:ext>
            </a:extLst>
          </p:cNvPr>
          <p:cNvSpPr txBox="1"/>
          <p:nvPr/>
        </p:nvSpPr>
        <p:spPr>
          <a:xfrm>
            <a:off x="65314" y="1582341"/>
            <a:ext cx="11737910" cy="5262979"/>
          </a:xfrm>
          <a:prstGeom prst="rect">
            <a:avLst/>
          </a:prstGeom>
          <a:noFill/>
        </p:spPr>
        <p:txBody>
          <a:bodyPr wrap="square">
            <a:spAutoFit/>
          </a:bodyPr>
          <a:lstStyle/>
          <a:p>
            <a:r>
              <a:rPr lang="en-US" sz="2800" dirty="0"/>
              <a:t>In a microservices-based software system, inter-process communication is vital for applications to exchange information. Microservices can interact with each other through two primary communication mechanisms:</a:t>
            </a:r>
          </a:p>
          <a:p>
            <a:endParaRPr lang="en-US" sz="2800" dirty="0"/>
          </a:p>
          <a:p>
            <a:r>
              <a:rPr lang="en-US" sz="2800" dirty="0"/>
              <a:t>Synchronous Communication (Request-Reply): In this mode, one service initiates communication by invoking an API provided by another service and then awaits a response. For effective use, the API should have well-defined semantics and support versioning.</a:t>
            </a:r>
          </a:p>
          <a:p>
            <a:endParaRPr lang="en-US" sz="2800" dirty="0"/>
          </a:p>
          <a:p>
            <a:r>
              <a:rPr lang="en-US" sz="2800" dirty="0"/>
              <a:t>Asynchronous Communication: In contrast, asynchronous communication involves a service dispatching a message without expecting an immediate response. Multiple services can potentially handle and process these messages.</a:t>
            </a:r>
            <a:endParaRPr lang="en-IN" sz="2800" dirty="0"/>
          </a:p>
        </p:txBody>
      </p:sp>
    </p:spTree>
    <p:extLst>
      <p:ext uri="{BB962C8B-B14F-4D97-AF65-F5344CB8AC3E}">
        <p14:creationId xmlns:p14="http://schemas.microsoft.com/office/powerpoint/2010/main" val="39145869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97F35-7095-7878-1DA5-DABBBE295C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6DE1A3-11C3-EF20-D094-BC33E01612E9}"/>
              </a:ext>
            </a:extLst>
          </p:cNvPr>
          <p:cNvSpPr>
            <a:spLocks noGrp="1"/>
          </p:cNvSpPr>
          <p:nvPr>
            <p:ph type="title"/>
          </p:nvPr>
        </p:nvSpPr>
        <p:spPr>
          <a:xfrm>
            <a:off x="838200" y="365125"/>
            <a:ext cx="10515600" cy="698565"/>
          </a:xfrm>
        </p:spPr>
        <p:txBody>
          <a:bodyPr>
            <a:normAutofit/>
          </a:bodyPr>
          <a:lstStyle/>
          <a:p>
            <a:r>
              <a:rPr lang="en-US" sz="2800" dirty="0"/>
              <a:t> ** ** Usage of </a:t>
            </a:r>
            <a:r>
              <a:rPr lang="en-US" sz="2800" dirty="0" err="1"/>
              <a:t>Aynchronous</a:t>
            </a:r>
            <a:r>
              <a:rPr lang="en-US" sz="2800" dirty="0"/>
              <a:t> Messaging pattern****</a:t>
            </a:r>
            <a:endParaRPr lang="en-IN" sz="2800" dirty="0"/>
          </a:p>
        </p:txBody>
      </p:sp>
      <p:sp>
        <p:nvSpPr>
          <p:cNvPr id="3" name="Content Placeholder 2">
            <a:extLst>
              <a:ext uri="{FF2B5EF4-FFF2-40B4-BE49-F238E27FC236}">
                <a16:creationId xmlns:a16="http://schemas.microsoft.com/office/drawing/2014/main" id="{DFB934B5-D7A0-F91D-EA73-97EAABF7A12A}"/>
              </a:ext>
            </a:extLst>
          </p:cNvPr>
          <p:cNvSpPr>
            <a:spLocks noGrp="1"/>
          </p:cNvSpPr>
          <p:nvPr>
            <p:ph idx="1"/>
          </p:nvPr>
        </p:nvSpPr>
        <p:spPr>
          <a:xfrm>
            <a:off x="223935" y="1063690"/>
            <a:ext cx="11644604" cy="5570375"/>
          </a:xfrm>
        </p:spPr>
        <p:txBody>
          <a:bodyPr/>
          <a:lstStyle/>
          <a:p>
            <a:pPr algn="l" fontAlgn="auto"/>
            <a:r>
              <a:rPr lang="en-US" dirty="0">
                <a:latin typeface="Times New Roman" panose="02020603050405020304" pitchFamily="18" charset="0"/>
                <a:cs typeface="Times New Roman" panose="02020603050405020304" pitchFamily="18" charset="0"/>
              </a:rPr>
              <a:t> Use this pattern to decouple microservices.</a:t>
            </a:r>
          </a:p>
          <a:p>
            <a:pPr algn="l" fontAlgn="auto"/>
            <a:r>
              <a:rPr lang="en-US" dirty="0">
                <a:latin typeface="Times New Roman" panose="02020603050405020304" pitchFamily="18" charset="0"/>
                <a:cs typeface="Times New Roman" panose="02020603050405020304" pitchFamily="18" charset="0"/>
              </a:rPr>
              <a:t>2.     Use this pattern to achieve scalability to handle more load by adding more consumers for the queue.</a:t>
            </a:r>
          </a:p>
          <a:p>
            <a:pPr algn="l" fontAlgn="auto"/>
            <a:r>
              <a:rPr lang="en-US" dirty="0">
                <a:latin typeface="Times New Roman" panose="02020603050405020304" pitchFamily="18" charset="0"/>
                <a:cs typeface="Times New Roman" panose="02020603050405020304" pitchFamily="18" charset="0"/>
              </a:rPr>
              <a:t>3.     Use this pattern to achieve reliability via queue so that if consumer is not available so messages will be stored safe or requeue in case of any failure.</a:t>
            </a:r>
          </a:p>
          <a:p>
            <a:pPr algn="l" fontAlgn="auto"/>
            <a:r>
              <a:rPr lang="en-US" dirty="0">
                <a:latin typeface="Times New Roman" panose="02020603050405020304" pitchFamily="18" charset="0"/>
                <a:cs typeface="Times New Roman" panose="02020603050405020304" pitchFamily="18" charset="0"/>
              </a:rPr>
              <a:t>4.     Use this pattern to achieve testability.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87573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97F35-7095-7878-1DA5-DABBBE295C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6DE1A3-11C3-EF20-D094-BC33E01612E9}"/>
              </a:ext>
            </a:extLst>
          </p:cNvPr>
          <p:cNvSpPr>
            <a:spLocks noGrp="1"/>
          </p:cNvSpPr>
          <p:nvPr>
            <p:ph type="title"/>
          </p:nvPr>
        </p:nvSpPr>
        <p:spPr>
          <a:xfrm>
            <a:off x="838200" y="365125"/>
            <a:ext cx="10515600" cy="698565"/>
          </a:xfrm>
        </p:spPr>
        <p:txBody>
          <a:bodyPr>
            <a:normAutofit/>
          </a:bodyPr>
          <a:lstStyle/>
          <a:p>
            <a:r>
              <a:rPr lang="en-US" sz="2800" dirty="0"/>
              <a:t> ** ** Disadvantages of Asynchronous Patterns****</a:t>
            </a:r>
            <a:endParaRPr lang="en-IN" sz="2800" dirty="0"/>
          </a:p>
        </p:txBody>
      </p:sp>
      <p:sp>
        <p:nvSpPr>
          <p:cNvPr id="3" name="Content Placeholder 2">
            <a:extLst>
              <a:ext uri="{FF2B5EF4-FFF2-40B4-BE49-F238E27FC236}">
                <a16:creationId xmlns:a16="http://schemas.microsoft.com/office/drawing/2014/main" id="{DFB934B5-D7A0-F91D-EA73-97EAABF7A12A}"/>
              </a:ext>
            </a:extLst>
          </p:cNvPr>
          <p:cNvSpPr>
            <a:spLocks noGrp="1"/>
          </p:cNvSpPr>
          <p:nvPr>
            <p:ph idx="1"/>
          </p:nvPr>
        </p:nvSpPr>
        <p:spPr>
          <a:xfrm>
            <a:off x="223935" y="1063690"/>
            <a:ext cx="11644604" cy="5570375"/>
          </a:xfrm>
        </p:spPr>
        <p:txBody>
          <a:bodyPr/>
          <a:lstStyle/>
          <a:p>
            <a:pPr algn="l" fontAlgn="auto"/>
            <a:r>
              <a:rPr lang="en-US" dirty="0">
                <a:latin typeface="Times New Roman" panose="02020603050405020304" pitchFamily="18" charset="0"/>
                <a:cs typeface="Times New Roman" panose="02020603050405020304" pitchFamily="18" charset="0"/>
              </a:rPr>
              <a:t> Asynchronous patterns do increase complexity. We have to send a message, listen to a reply queue, and route the message to the sending client based on a message ID rather than sending a message and waiting for a reply. </a:t>
            </a:r>
          </a:p>
          <a:p>
            <a:pPr algn="l" fontAlgn="auto"/>
            <a:r>
              <a:rPr lang="en-US" dirty="0">
                <a:latin typeface="Times New Roman" panose="02020603050405020304" pitchFamily="18" charset="0"/>
                <a:cs typeface="Times New Roman" panose="02020603050405020304" pitchFamily="18" charset="0"/>
              </a:rPr>
              <a:t>The other disadvantage is that we must necessarily add latency in the Microservice because we employ asynchronous communication and build a queue between components. We are adding two hops on each side in place of direct communication. These sides can define as service to queue and queue to the receiving service.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19384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4DF8E-37A1-B940-A50D-785DDD1AE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321730-2B85-DF0C-F055-C241E82FACDC}"/>
              </a:ext>
            </a:extLst>
          </p:cNvPr>
          <p:cNvSpPr>
            <a:spLocks noGrp="1"/>
          </p:cNvSpPr>
          <p:nvPr>
            <p:ph type="title"/>
          </p:nvPr>
        </p:nvSpPr>
        <p:spPr>
          <a:xfrm>
            <a:off x="838200" y="365125"/>
            <a:ext cx="10515600" cy="698565"/>
          </a:xfrm>
        </p:spPr>
        <p:txBody>
          <a:bodyPr>
            <a:normAutofit/>
          </a:bodyPr>
          <a:lstStyle/>
          <a:p>
            <a:r>
              <a:rPr lang="en-US" sz="2800" dirty="0"/>
              <a:t> ** ** Event Sourcing pattern****</a:t>
            </a:r>
            <a:endParaRPr lang="en-IN" sz="2800" dirty="0"/>
          </a:p>
        </p:txBody>
      </p:sp>
      <p:sp>
        <p:nvSpPr>
          <p:cNvPr id="3" name="Content Placeholder 2">
            <a:extLst>
              <a:ext uri="{FF2B5EF4-FFF2-40B4-BE49-F238E27FC236}">
                <a16:creationId xmlns:a16="http://schemas.microsoft.com/office/drawing/2014/main" id="{A6E24912-BBFF-8593-84E1-B82A19E31C33}"/>
              </a:ext>
            </a:extLst>
          </p:cNvPr>
          <p:cNvSpPr>
            <a:spLocks noGrp="1"/>
          </p:cNvSpPr>
          <p:nvPr>
            <p:ph idx="1"/>
          </p:nvPr>
        </p:nvSpPr>
        <p:spPr>
          <a:xfrm>
            <a:off x="223935" y="1063690"/>
            <a:ext cx="11644604" cy="5570375"/>
          </a:xfrm>
        </p:spPr>
        <p:txBody>
          <a:bodyPr/>
          <a:lstStyle/>
          <a:p>
            <a:pPr algn="l" fontAlgn="auto"/>
            <a:r>
              <a:rPr lang="en-US" dirty="0">
                <a:latin typeface="Times New Roman" panose="02020603050405020304" pitchFamily="18" charset="0"/>
                <a:cs typeface="Times New Roman" panose="02020603050405020304" pitchFamily="18" charset="0"/>
              </a:rPr>
              <a:t> A service command typically needs to create/update/delete aggregates in the database and send messages/events to a message broker. For example, a service that participates in a saga needs to update business entities and send messages/events. Similarly, a service that publishes a domain event must update an aggregate and publish an event.</a:t>
            </a:r>
          </a:p>
          <a:p>
            <a:pPr algn="l" fontAlgn="auto"/>
            <a:r>
              <a:rPr lang="en-US" b="1" dirty="0">
                <a:effectLst/>
                <a:latin typeface="source-serif-pro"/>
              </a:rPr>
              <a:t>Event sourcing </a:t>
            </a:r>
            <a:r>
              <a:rPr lang="en-US" dirty="0"/>
              <a:t>is a Microservice design pattern that involves capturing all changes to an application’s state as a</a:t>
            </a:r>
            <a:r>
              <a:rPr lang="en-US" b="1" dirty="0">
                <a:effectLst/>
                <a:latin typeface="source-serif-pro"/>
              </a:rPr>
              <a:t> sequence of events, rather than simply updating the state itself</a:t>
            </a:r>
            <a:r>
              <a:rPr lang="en-US" dirty="0"/>
              <a:t>. Each event represents a discrete change to the system and is stored in </a:t>
            </a:r>
            <a:r>
              <a:rPr lang="en-US" b="1" dirty="0">
                <a:effectLst/>
                <a:latin typeface="source-serif-pro"/>
              </a:rPr>
              <a:t>an event log, </a:t>
            </a:r>
            <a:r>
              <a:rPr lang="en-US" dirty="0"/>
              <a:t>which can be used to reconstruct the system’s state at any point in time.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72202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3AACD-5E54-7171-CC36-BB26F2218D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52C000-B79C-B521-9B36-91A30C2CB4BC}"/>
              </a:ext>
            </a:extLst>
          </p:cNvPr>
          <p:cNvSpPr>
            <a:spLocks noGrp="1"/>
          </p:cNvSpPr>
          <p:nvPr>
            <p:ph type="title"/>
          </p:nvPr>
        </p:nvSpPr>
        <p:spPr>
          <a:xfrm>
            <a:off x="838200" y="365125"/>
            <a:ext cx="10515600" cy="698565"/>
          </a:xfrm>
        </p:spPr>
        <p:txBody>
          <a:bodyPr>
            <a:normAutofit/>
          </a:bodyPr>
          <a:lstStyle/>
          <a:p>
            <a:r>
              <a:rPr lang="en-US" sz="2800" dirty="0"/>
              <a:t> ** ** Log Aggregation pattern****</a:t>
            </a:r>
            <a:endParaRPr lang="en-IN" sz="2800" dirty="0"/>
          </a:p>
        </p:txBody>
      </p:sp>
      <p:sp>
        <p:nvSpPr>
          <p:cNvPr id="3" name="Content Placeholder 2">
            <a:extLst>
              <a:ext uri="{FF2B5EF4-FFF2-40B4-BE49-F238E27FC236}">
                <a16:creationId xmlns:a16="http://schemas.microsoft.com/office/drawing/2014/main" id="{393D1479-81CE-D28B-E87E-7E2B1DD779ED}"/>
              </a:ext>
            </a:extLst>
          </p:cNvPr>
          <p:cNvSpPr>
            <a:spLocks noGrp="1"/>
          </p:cNvSpPr>
          <p:nvPr>
            <p:ph idx="1"/>
          </p:nvPr>
        </p:nvSpPr>
        <p:spPr>
          <a:xfrm>
            <a:off x="223935" y="1063690"/>
            <a:ext cx="11644604" cy="5570375"/>
          </a:xfrm>
        </p:spPr>
        <p:txBody>
          <a:bodyPr/>
          <a:lstStyle/>
          <a:p>
            <a:pPr algn="l" fontAlgn="auto"/>
            <a:r>
              <a:rPr lang="en-US" dirty="0">
                <a:latin typeface="Times New Roman" panose="02020603050405020304" pitchFamily="18" charset="0"/>
                <a:cs typeface="Times New Roman" panose="02020603050405020304" pitchFamily="18" charset="0"/>
              </a:rPr>
              <a:t>In Microservice architecture the application consists of multiple services and service instances that are running on multiple machines. Each service instance generates information about what it is doing to a log file in a standardized format.</a:t>
            </a:r>
          </a:p>
          <a:p>
            <a:pPr algn="l" fontAlgn="auto"/>
            <a:r>
              <a:rPr lang="en-US" b="0" i="0" dirty="0">
                <a:effectLst/>
                <a:latin typeface="-apple-system"/>
              </a:rPr>
              <a:t>Log aggregation is the mechanism for capturing, normalizing, and consolidating logs from different sources to a centralized platform for correlating and </a:t>
            </a:r>
            <a:r>
              <a:rPr lang="en-US" b="0" i="0" dirty="0" err="1">
                <a:effectLst/>
                <a:latin typeface="-apple-system"/>
              </a:rPr>
              <a:t>analysing</a:t>
            </a:r>
            <a:r>
              <a:rPr lang="en-US" b="0" i="0" dirty="0">
                <a:effectLst/>
                <a:latin typeface="-apple-system"/>
              </a:rPr>
              <a:t> the data. This aggregated data then acts as a single source of truth for different use cases, including troubleshooting application performance issues or errors, identifying infrastructure bottlenecks, or finding the root cause of a cyberattack.</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19052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EB946-25A1-8293-9F58-ED709A2C153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EB5F9B1-FC37-5A1D-3CF8-74CCE149CB25}"/>
              </a:ext>
            </a:extLst>
          </p:cNvPr>
          <p:cNvSpPr>
            <a:spLocks noGrp="1"/>
          </p:cNvSpPr>
          <p:nvPr>
            <p:ph idx="1"/>
          </p:nvPr>
        </p:nvSpPr>
        <p:spPr/>
        <p:txBody>
          <a:bodyPr/>
          <a:lstStyle/>
          <a:p>
            <a:r>
              <a:rPr lang="en-IN" b="1" i="0" dirty="0">
                <a:solidFill>
                  <a:srgbClr val="000000"/>
                </a:solidFill>
                <a:effectLst/>
                <a:latin typeface="var(--ff-lato)"/>
              </a:rPr>
              <a:t>Performance Metrics</a:t>
            </a:r>
          </a:p>
          <a:p>
            <a:pPr algn="l">
              <a:buFont typeface="Arial" panose="020B0604020202020204" pitchFamily="34" charset="0"/>
              <a:buChar char="•"/>
            </a:pPr>
            <a:r>
              <a:rPr lang="en-IN" b="1" i="0" dirty="0">
                <a:solidFill>
                  <a:srgbClr val="000000"/>
                </a:solidFill>
                <a:effectLst/>
                <a:latin typeface="var(--ff-lato)"/>
              </a:rPr>
              <a:t>Distributed Tracing </a:t>
            </a:r>
          </a:p>
          <a:p>
            <a:pPr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Assigns each external request a unique external request id</a:t>
            </a:r>
          </a:p>
          <a:p>
            <a:pPr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Passes the external request id to all services that are involved in handling the request</a:t>
            </a:r>
          </a:p>
          <a:p>
            <a:pPr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Includes the external request id in all </a:t>
            </a:r>
            <a:r>
              <a:rPr lang="en-US"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log messages</a:t>
            </a:r>
            <a:endParaRPr lang="en-US"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Records information (e.g. start time, end time) about the requests and operations performed when handling a external request in a centralized service</a:t>
            </a:r>
          </a:p>
          <a:p>
            <a:endParaRPr lang="en-IN" b="1" i="0" dirty="0">
              <a:solidFill>
                <a:srgbClr val="000000"/>
              </a:solidFill>
              <a:effectLst/>
              <a:latin typeface="var(--ff-lato)"/>
            </a:endParaRPr>
          </a:p>
          <a:p>
            <a:endParaRPr lang="en-IN" dirty="0"/>
          </a:p>
        </p:txBody>
      </p:sp>
    </p:spTree>
    <p:extLst>
      <p:ext uri="{BB962C8B-B14F-4D97-AF65-F5344CB8AC3E}">
        <p14:creationId xmlns:p14="http://schemas.microsoft.com/office/powerpoint/2010/main" val="9369981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BF180-2C86-9A1B-9B6D-FBE323035FC1}"/>
              </a:ext>
            </a:extLst>
          </p:cNvPr>
          <p:cNvSpPr>
            <a:spLocks noGrp="1"/>
          </p:cNvSpPr>
          <p:nvPr>
            <p:ph type="title"/>
          </p:nvPr>
        </p:nvSpPr>
        <p:spPr>
          <a:xfrm>
            <a:off x="838200" y="365125"/>
            <a:ext cx="10515600" cy="483961"/>
          </a:xfrm>
        </p:spPr>
        <p:txBody>
          <a:bodyPr>
            <a:normAutofit/>
          </a:bodyPr>
          <a:lstStyle/>
          <a:p>
            <a:r>
              <a:rPr lang="en-IN" sz="2800" dirty="0"/>
              <a:t>Externalized Configuration</a:t>
            </a:r>
          </a:p>
        </p:txBody>
      </p:sp>
      <p:sp>
        <p:nvSpPr>
          <p:cNvPr id="3" name="Content Placeholder 2">
            <a:extLst>
              <a:ext uri="{FF2B5EF4-FFF2-40B4-BE49-F238E27FC236}">
                <a16:creationId xmlns:a16="http://schemas.microsoft.com/office/drawing/2014/main" id="{E14BF434-657D-508B-D95F-FC6A326725EA}"/>
              </a:ext>
            </a:extLst>
          </p:cNvPr>
          <p:cNvSpPr>
            <a:spLocks noGrp="1"/>
          </p:cNvSpPr>
          <p:nvPr>
            <p:ph idx="1"/>
          </p:nvPr>
        </p:nvSpPr>
        <p:spPr>
          <a:xfrm>
            <a:off x="251927" y="1026367"/>
            <a:ext cx="11560628" cy="5466508"/>
          </a:xfrm>
        </p:spPr>
        <p:txBody>
          <a:bodyPr>
            <a:normAutofit lnSpcReduction="10000"/>
          </a:bodyPr>
          <a:lstStyle/>
          <a:p>
            <a:pPr algn="l" rtl="0"/>
            <a:r>
              <a:rPr lang="en-US" b="0" i="0" dirty="0">
                <a:solidFill>
                  <a:srgbClr val="222635"/>
                </a:solidFill>
                <a:effectLst/>
                <a:latin typeface="Cambria" panose="02040503050406030204" pitchFamily="18" charset="0"/>
              </a:rPr>
              <a:t>In microservices architectures, systems are split into several services (microservices), each one usually running in a separate process. Each process can be deployed and scaled independently, and this means there may be many instances of the same microservice running at a certain time.</a:t>
            </a:r>
          </a:p>
          <a:p>
            <a:pPr algn="l" rtl="0"/>
            <a:r>
              <a:rPr lang="en-US" b="0" i="0" dirty="0">
                <a:solidFill>
                  <a:srgbClr val="222635"/>
                </a:solidFill>
                <a:effectLst/>
                <a:latin typeface="Cambria" panose="02040503050406030204" pitchFamily="18" charset="0"/>
              </a:rPr>
              <a:t>Let’s say you want to modify the configuration for a microservice that has been replicated a hundred times (one hundred processes are running). If the configuration for this microservice is packaged with the microservice itself, you’ll have to redeploy each of the one hundred instances. This can result in some instances using the old configuration, and some using the new one, at some point. Moreover, sometimes microservices use external connections which, for example, require URLs, usernames, and passwords. If you want to update these settings, it would be useful to have this configuration shared across services.</a:t>
            </a:r>
          </a:p>
          <a:p>
            <a:endParaRPr lang="en-IN" dirty="0"/>
          </a:p>
        </p:txBody>
      </p:sp>
    </p:spTree>
    <p:extLst>
      <p:ext uri="{BB962C8B-B14F-4D97-AF65-F5344CB8AC3E}">
        <p14:creationId xmlns:p14="http://schemas.microsoft.com/office/powerpoint/2010/main" val="23225942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27460-256E-3AE7-ECF2-E8E09FD20F0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7C12B7E-274F-4229-32D4-84EB1997A648}"/>
              </a:ext>
            </a:extLst>
          </p:cNvPr>
          <p:cNvSpPr>
            <a:spLocks noGrp="1"/>
          </p:cNvSpPr>
          <p:nvPr>
            <p:ph idx="1"/>
          </p:nvPr>
        </p:nvSpPr>
        <p:spPr/>
        <p:txBody>
          <a:bodyPr/>
          <a:lstStyle/>
          <a:p>
            <a:r>
              <a:rPr lang="en-US" dirty="0"/>
              <a:t>A service discovery pattern enables locating microservices within the network. It uses a service registry (a centralized server) to keep a global record of all microservices’ network locations. </a:t>
            </a:r>
          </a:p>
          <a:p>
            <a:endParaRPr lang="en-US" dirty="0"/>
          </a:p>
          <a:p>
            <a:r>
              <a:rPr lang="en-US" dirty="0"/>
              <a:t>All microservices must register and disclose their locations to the central service registry at set intervals.</a:t>
            </a:r>
            <a:endParaRPr lang="en-IN" dirty="0"/>
          </a:p>
        </p:txBody>
      </p:sp>
    </p:spTree>
    <p:extLst>
      <p:ext uri="{BB962C8B-B14F-4D97-AF65-F5344CB8AC3E}">
        <p14:creationId xmlns:p14="http://schemas.microsoft.com/office/powerpoint/2010/main" val="42785692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A5117-BCE3-8FD9-E5F0-C594044DF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DB36D6-ABF1-6E4B-54FC-7CA4BC5A5C00}"/>
              </a:ext>
            </a:extLst>
          </p:cNvPr>
          <p:cNvSpPr>
            <a:spLocks noGrp="1"/>
          </p:cNvSpPr>
          <p:nvPr>
            <p:ph type="title"/>
          </p:nvPr>
        </p:nvSpPr>
        <p:spPr>
          <a:xfrm>
            <a:off x="838200" y="365125"/>
            <a:ext cx="10515600" cy="483961"/>
          </a:xfrm>
        </p:spPr>
        <p:txBody>
          <a:bodyPr>
            <a:normAutofit/>
          </a:bodyPr>
          <a:lstStyle/>
          <a:p>
            <a:r>
              <a:rPr lang="en-US" sz="2800" dirty="0"/>
              <a:t>Service Discovery in a Microservices</a:t>
            </a:r>
            <a:endParaRPr lang="en-IN" sz="2800" dirty="0"/>
          </a:p>
        </p:txBody>
      </p:sp>
      <p:sp>
        <p:nvSpPr>
          <p:cNvPr id="3" name="Content Placeholder 2">
            <a:extLst>
              <a:ext uri="{FF2B5EF4-FFF2-40B4-BE49-F238E27FC236}">
                <a16:creationId xmlns:a16="http://schemas.microsoft.com/office/drawing/2014/main" id="{11D37F48-2BAD-D3E2-32C4-76D043480B86}"/>
              </a:ext>
            </a:extLst>
          </p:cNvPr>
          <p:cNvSpPr>
            <a:spLocks noGrp="1"/>
          </p:cNvSpPr>
          <p:nvPr>
            <p:ph idx="1"/>
          </p:nvPr>
        </p:nvSpPr>
        <p:spPr>
          <a:xfrm>
            <a:off x="251927" y="1026367"/>
            <a:ext cx="11560628" cy="5466508"/>
          </a:xfrm>
        </p:spPr>
        <p:txBody>
          <a:bodyPr>
            <a:normAutofit/>
          </a:bodyPr>
          <a:lstStyle/>
          <a:p>
            <a:pPr algn="l" rtl="0"/>
            <a:r>
              <a:rPr lang="en-US" b="0" i="0" dirty="0">
                <a:solidFill>
                  <a:srgbClr val="343434"/>
                </a:solidFill>
                <a:effectLst/>
                <a:latin typeface="Proxima"/>
              </a:rPr>
              <a:t>Let’s imagine that you are writing some code that invokes a service that has a REST API or Thrift API. In order to make a request, your code needs to know the network location (IP address and port) of a service instance. In a traditional application running on physical hardware, the network locations of service instances are relatively static. For example, your code can read the network locations from a configuration file that is occasionally updated.</a:t>
            </a:r>
          </a:p>
          <a:p>
            <a:pPr algn="l" rtl="0"/>
            <a:r>
              <a:rPr lang="en-US" dirty="0"/>
              <a:t>In a modern, cloud‑based microservices application, however, this is a much more difficult problem to solve </a:t>
            </a:r>
          </a:p>
          <a:p>
            <a:pPr algn="l" rtl="0"/>
            <a:r>
              <a:rPr lang="en-US" b="0" i="0" dirty="0">
                <a:solidFill>
                  <a:srgbClr val="343434"/>
                </a:solidFill>
                <a:effectLst/>
                <a:latin typeface="Proxima"/>
              </a:rPr>
              <a:t>Service instances have dynamically assigned network locations. Moreover, the set of service instances changes dynamically because of autoscaling, failures, and upgrades. Consequently, your client code needs to use a more elaborate service discovery mechanism.</a:t>
            </a:r>
            <a:endParaRPr lang="en-IN" dirty="0"/>
          </a:p>
        </p:txBody>
      </p:sp>
    </p:spTree>
    <p:extLst>
      <p:ext uri="{BB962C8B-B14F-4D97-AF65-F5344CB8AC3E}">
        <p14:creationId xmlns:p14="http://schemas.microsoft.com/office/powerpoint/2010/main" val="11165620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6EC84-0CED-412C-88E2-E2497A9BC4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302052-AC8E-33BE-59CA-2C5D830DDB79}"/>
              </a:ext>
            </a:extLst>
          </p:cNvPr>
          <p:cNvSpPr>
            <a:spLocks noGrp="1"/>
          </p:cNvSpPr>
          <p:nvPr>
            <p:ph type="title"/>
          </p:nvPr>
        </p:nvSpPr>
        <p:spPr>
          <a:xfrm>
            <a:off x="838200" y="365125"/>
            <a:ext cx="10515600" cy="483961"/>
          </a:xfrm>
        </p:spPr>
        <p:txBody>
          <a:bodyPr>
            <a:normAutofit/>
          </a:bodyPr>
          <a:lstStyle/>
          <a:p>
            <a:r>
              <a:rPr lang="en-US" sz="2800" dirty="0"/>
              <a:t>The Client‑Side Discovery Pattern</a:t>
            </a:r>
            <a:endParaRPr lang="en-IN" sz="2800" dirty="0"/>
          </a:p>
        </p:txBody>
      </p:sp>
      <p:sp>
        <p:nvSpPr>
          <p:cNvPr id="3" name="Content Placeholder 2">
            <a:extLst>
              <a:ext uri="{FF2B5EF4-FFF2-40B4-BE49-F238E27FC236}">
                <a16:creationId xmlns:a16="http://schemas.microsoft.com/office/drawing/2014/main" id="{66772A73-879A-BC5C-D60B-FD871E6740C2}"/>
              </a:ext>
            </a:extLst>
          </p:cNvPr>
          <p:cNvSpPr>
            <a:spLocks noGrp="1"/>
          </p:cNvSpPr>
          <p:nvPr>
            <p:ph idx="1"/>
          </p:nvPr>
        </p:nvSpPr>
        <p:spPr>
          <a:xfrm>
            <a:off x="251927" y="1026367"/>
            <a:ext cx="11560628" cy="5466508"/>
          </a:xfrm>
        </p:spPr>
        <p:txBody>
          <a:bodyPr>
            <a:normAutofit/>
          </a:bodyPr>
          <a:lstStyle/>
          <a:p>
            <a:pPr algn="l" rtl="0"/>
            <a:r>
              <a:rPr lang="en-US" b="0" i="0" dirty="0">
                <a:solidFill>
                  <a:srgbClr val="343434"/>
                </a:solidFill>
                <a:effectLst/>
                <a:latin typeface="Proxima"/>
              </a:rPr>
              <a:t>When using client‑side discovery, the client is responsible for determining the network locations of available service instances and load balancing requests across them. The client queries a service registry, which is a database of available service instances. The client then uses a load‑balancing algorithm to select one of the available service instances and makes a request.</a:t>
            </a:r>
          </a:p>
          <a:p>
            <a:pPr algn="l" rtl="0"/>
            <a:r>
              <a:rPr lang="en-US" b="0" i="0" dirty="0">
                <a:solidFill>
                  <a:srgbClr val="343434"/>
                </a:solidFill>
                <a:effectLst/>
                <a:latin typeface="Proxima"/>
              </a:rPr>
              <a:t>The network location of a service instance is registered with the service registry when it starts up. It is removed from the service registry when the instance terminates. The service instance’s registration is typically refreshed periodically using a heartbeat mechanism.</a:t>
            </a:r>
            <a:endParaRPr lang="en-IN" dirty="0"/>
          </a:p>
        </p:txBody>
      </p:sp>
    </p:spTree>
    <p:extLst>
      <p:ext uri="{BB962C8B-B14F-4D97-AF65-F5344CB8AC3E}">
        <p14:creationId xmlns:p14="http://schemas.microsoft.com/office/powerpoint/2010/main" val="37112312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56445-04E7-4725-8CE7-C4A4532050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F3313D-7409-D261-778F-FFA097354686}"/>
              </a:ext>
            </a:extLst>
          </p:cNvPr>
          <p:cNvSpPr>
            <a:spLocks noGrp="1"/>
          </p:cNvSpPr>
          <p:nvPr>
            <p:ph type="title"/>
          </p:nvPr>
        </p:nvSpPr>
        <p:spPr>
          <a:xfrm>
            <a:off x="838200" y="365125"/>
            <a:ext cx="10515600" cy="483961"/>
          </a:xfrm>
        </p:spPr>
        <p:txBody>
          <a:bodyPr>
            <a:normAutofit/>
          </a:bodyPr>
          <a:lstStyle/>
          <a:p>
            <a:r>
              <a:rPr lang="en-US" sz="2800" dirty="0"/>
              <a:t>The Client‑Side Discovery Pattern</a:t>
            </a:r>
            <a:endParaRPr lang="en-IN" sz="2800" dirty="0"/>
          </a:p>
        </p:txBody>
      </p:sp>
      <p:sp>
        <p:nvSpPr>
          <p:cNvPr id="3" name="Content Placeholder 2">
            <a:extLst>
              <a:ext uri="{FF2B5EF4-FFF2-40B4-BE49-F238E27FC236}">
                <a16:creationId xmlns:a16="http://schemas.microsoft.com/office/drawing/2014/main" id="{E8CA8F3C-9054-5FD9-FAAE-33C94A88A6C2}"/>
              </a:ext>
            </a:extLst>
          </p:cNvPr>
          <p:cNvSpPr>
            <a:spLocks noGrp="1"/>
          </p:cNvSpPr>
          <p:nvPr>
            <p:ph idx="1"/>
          </p:nvPr>
        </p:nvSpPr>
        <p:spPr>
          <a:xfrm>
            <a:off x="251927" y="1026367"/>
            <a:ext cx="11560628" cy="5466508"/>
          </a:xfrm>
        </p:spPr>
        <p:txBody>
          <a:bodyPr>
            <a:normAutofit/>
          </a:bodyPr>
          <a:lstStyle/>
          <a:p>
            <a:pPr algn="l" rtl="0"/>
            <a:r>
              <a:rPr lang="en-US" b="0" i="0" dirty="0">
                <a:solidFill>
                  <a:srgbClr val="343434"/>
                </a:solidFill>
                <a:effectLst/>
                <a:latin typeface="Proxima"/>
              </a:rPr>
              <a:t>The client‑side discovery pattern has a variety of benefits and drawbacks. This pattern is relatively straightforward and, except for the service registry, there are no other moving parts. Also, since the client knows about the available services instances, it can make intelligent, application‑specific load‑balancing decisions such as using hashing consistently. One significant drawback of this pattern is that it couples the client with the service registry. You must implement client‑side service discovery logic for each programming language and framework used by your service clients.</a:t>
            </a:r>
            <a:endParaRPr lang="en-IN" dirty="0"/>
          </a:p>
        </p:txBody>
      </p:sp>
    </p:spTree>
    <p:extLst>
      <p:ext uri="{BB962C8B-B14F-4D97-AF65-F5344CB8AC3E}">
        <p14:creationId xmlns:p14="http://schemas.microsoft.com/office/powerpoint/2010/main" val="2704449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D034A-D7DC-89A8-217D-0E607E7DB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3F4596-F174-2291-6698-63E1A8FDBB2C}"/>
              </a:ext>
            </a:extLst>
          </p:cNvPr>
          <p:cNvSpPr>
            <a:spLocks noGrp="1"/>
          </p:cNvSpPr>
          <p:nvPr>
            <p:ph type="title"/>
          </p:nvPr>
        </p:nvSpPr>
        <p:spPr>
          <a:xfrm>
            <a:off x="838200" y="365125"/>
            <a:ext cx="10515600" cy="483961"/>
          </a:xfrm>
        </p:spPr>
        <p:txBody>
          <a:bodyPr>
            <a:normAutofit/>
          </a:bodyPr>
          <a:lstStyle/>
          <a:p>
            <a:r>
              <a:rPr lang="en-US" sz="2800" dirty="0"/>
              <a:t>The Server‑Side Discovery Pattern</a:t>
            </a:r>
            <a:endParaRPr lang="en-IN" sz="2800" dirty="0"/>
          </a:p>
        </p:txBody>
      </p:sp>
      <p:sp>
        <p:nvSpPr>
          <p:cNvPr id="3" name="Content Placeholder 2">
            <a:extLst>
              <a:ext uri="{FF2B5EF4-FFF2-40B4-BE49-F238E27FC236}">
                <a16:creationId xmlns:a16="http://schemas.microsoft.com/office/drawing/2014/main" id="{27242446-20B4-6AED-1ACA-39C1DCCFA655}"/>
              </a:ext>
            </a:extLst>
          </p:cNvPr>
          <p:cNvSpPr>
            <a:spLocks noGrp="1"/>
          </p:cNvSpPr>
          <p:nvPr>
            <p:ph idx="1"/>
          </p:nvPr>
        </p:nvSpPr>
        <p:spPr>
          <a:xfrm>
            <a:off x="251927" y="1026367"/>
            <a:ext cx="11560628" cy="5466508"/>
          </a:xfrm>
        </p:spPr>
        <p:txBody>
          <a:bodyPr>
            <a:normAutofit/>
          </a:bodyPr>
          <a:lstStyle/>
          <a:p>
            <a:pPr algn="l" rtl="0"/>
            <a:r>
              <a:rPr lang="en-US" b="0" i="0" dirty="0">
                <a:solidFill>
                  <a:srgbClr val="343434"/>
                </a:solidFill>
                <a:effectLst/>
                <a:latin typeface="Proxima"/>
              </a:rPr>
              <a:t>The client makes a request to a service via a load balancer. The load balancer queries the service registry and routes each request to an available service instance. As with client‑side discovery, service instances are registered and deregistered with the service registry.</a:t>
            </a:r>
          </a:p>
          <a:p>
            <a:pPr algn="l" rtl="0"/>
            <a:r>
              <a:rPr lang="en-US" b="0" i="0" dirty="0">
                <a:solidFill>
                  <a:srgbClr val="343434"/>
                </a:solidFill>
                <a:effectLst/>
                <a:latin typeface="Proxima"/>
              </a:rPr>
              <a:t>The server‑side discovery pattern has several benefits and drawbacks. One great benefit of this pattern is that details of discovery are abstracted away from the client. Clients simply make requests to the load balancer. This eliminates the need to implement discovery logic for each programming language and framework used by your service clients. Also, as mentioned above, some deployment environments provide this functionality for free. This pattern also has some drawbacks, however. Unless the load balancer is provided by the deployment environment, it is yet another highly available system component that you need to set up and manage.</a:t>
            </a:r>
            <a:endParaRPr lang="en-IN" dirty="0"/>
          </a:p>
        </p:txBody>
      </p:sp>
    </p:spTree>
    <p:extLst>
      <p:ext uri="{BB962C8B-B14F-4D97-AF65-F5344CB8AC3E}">
        <p14:creationId xmlns:p14="http://schemas.microsoft.com/office/powerpoint/2010/main" val="24086364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B5415-4682-7333-6DDE-D956F2D81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DAA11-7710-BC8C-B6AD-FE1FA16BB149}"/>
              </a:ext>
            </a:extLst>
          </p:cNvPr>
          <p:cNvSpPr>
            <a:spLocks noGrp="1"/>
          </p:cNvSpPr>
          <p:nvPr>
            <p:ph type="title"/>
          </p:nvPr>
        </p:nvSpPr>
        <p:spPr>
          <a:xfrm>
            <a:off x="838200" y="365125"/>
            <a:ext cx="10515600" cy="483961"/>
          </a:xfrm>
        </p:spPr>
        <p:txBody>
          <a:bodyPr>
            <a:normAutofit/>
          </a:bodyPr>
          <a:lstStyle/>
          <a:p>
            <a:r>
              <a:rPr lang="en-US" sz="2800" dirty="0"/>
              <a:t>The Self‑Registration Pattern</a:t>
            </a:r>
            <a:endParaRPr lang="en-IN" sz="2800" dirty="0"/>
          </a:p>
        </p:txBody>
      </p:sp>
      <p:sp>
        <p:nvSpPr>
          <p:cNvPr id="3" name="Content Placeholder 2">
            <a:extLst>
              <a:ext uri="{FF2B5EF4-FFF2-40B4-BE49-F238E27FC236}">
                <a16:creationId xmlns:a16="http://schemas.microsoft.com/office/drawing/2014/main" id="{A139F1CD-BC59-7684-61AE-739CA9884DA4}"/>
              </a:ext>
            </a:extLst>
          </p:cNvPr>
          <p:cNvSpPr>
            <a:spLocks noGrp="1"/>
          </p:cNvSpPr>
          <p:nvPr>
            <p:ph idx="1"/>
          </p:nvPr>
        </p:nvSpPr>
        <p:spPr>
          <a:xfrm>
            <a:off x="251927" y="1026367"/>
            <a:ext cx="11560628" cy="5466508"/>
          </a:xfrm>
        </p:spPr>
        <p:txBody>
          <a:bodyPr>
            <a:normAutofit/>
          </a:bodyPr>
          <a:lstStyle/>
          <a:p>
            <a:pPr algn="l" rtl="0"/>
            <a:r>
              <a:rPr lang="en-US" b="0" i="0" dirty="0">
                <a:solidFill>
                  <a:srgbClr val="343434"/>
                </a:solidFill>
                <a:effectLst/>
                <a:latin typeface="Proxima"/>
              </a:rPr>
              <a:t>When using the self‑registration pattern, a service instance is responsible for registering and deregistering itself with the service registry. Also, if required, a service instance sends heartbeat requests to prevent its registration from expiring. The following diagram shows the structure of this pattern.</a:t>
            </a:r>
            <a:endParaRPr lang="en-IN" dirty="0"/>
          </a:p>
        </p:txBody>
      </p:sp>
    </p:spTree>
    <p:extLst>
      <p:ext uri="{BB962C8B-B14F-4D97-AF65-F5344CB8AC3E}">
        <p14:creationId xmlns:p14="http://schemas.microsoft.com/office/powerpoint/2010/main" val="29405610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9F2E3-410F-DF97-E1B8-5D506085CD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B23662-2888-90DB-599F-CA930B07A50A}"/>
              </a:ext>
            </a:extLst>
          </p:cNvPr>
          <p:cNvSpPr>
            <a:spLocks noGrp="1"/>
          </p:cNvSpPr>
          <p:nvPr>
            <p:ph type="title"/>
          </p:nvPr>
        </p:nvSpPr>
        <p:spPr>
          <a:xfrm>
            <a:off x="838200" y="365125"/>
            <a:ext cx="10515600" cy="483961"/>
          </a:xfrm>
        </p:spPr>
        <p:txBody>
          <a:bodyPr>
            <a:normAutofit/>
          </a:bodyPr>
          <a:lstStyle/>
          <a:p>
            <a:r>
              <a:rPr lang="en-US" sz="2800" dirty="0"/>
              <a:t>The Third‑Party Registration Pattern</a:t>
            </a:r>
            <a:endParaRPr lang="en-IN" sz="2800" dirty="0"/>
          </a:p>
        </p:txBody>
      </p:sp>
      <p:sp>
        <p:nvSpPr>
          <p:cNvPr id="3" name="Content Placeholder 2">
            <a:extLst>
              <a:ext uri="{FF2B5EF4-FFF2-40B4-BE49-F238E27FC236}">
                <a16:creationId xmlns:a16="http://schemas.microsoft.com/office/drawing/2014/main" id="{EC5A45CE-3195-74DC-0B73-FD3E043309C0}"/>
              </a:ext>
            </a:extLst>
          </p:cNvPr>
          <p:cNvSpPr>
            <a:spLocks noGrp="1"/>
          </p:cNvSpPr>
          <p:nvPr>
            <p:ph idx="1"/>
          </p:nvPr>
        </p:nvSpPr>
        <p:spPr>
          <a:xfrm>
            <a:off x="251927" y="1026367"/>
            <a:ext cx="11560628" cy="5466508"/>
          </a:xfrm>
        </p:spPr>
        <p:txBody>
          <a:bodyPr>
            <a:normAutofit/>
          </a:bodyPr>
          <a:lstStyle/>
          <a:p>
            <a:pPr algn="l" rtl="0"/>
            <a:r>
              <a:rPr lang="en-US" b="0" i="0" dirty="0">
                <a:solidFill>
                  <a:srgbClr val="343434"/>
                </a:solidFill>
                <a:effectLst/>
                <a:latin typeface="Proxima"/>
              </a:rPr>
              <a:t>When using the third-party registration pattern, service instances aren’t responsible for registering themselves with the service registry. Instead, another system component known as the service registrar handles the registration. The service registrar tracks changes to the set of running instances by either polling the deployment environment or subscribing to events. When it notices a newly available service instance it registers the instance with the service registry. The service registrar also deregisters terminated service instances</a:t>
            </a:r>
            <a:endParaRPr lang="en-IN" dirty="0"/>
          </a:p>
        </p:txBody>
      </p:sp>
    </p:spTree>
    <p:extLst>
      <p:ext uri="{BB962C8B-B14F-4D97-AF65-F5344CB8AC3E}">
        <p14:creationId xmlns:p14="http://schemas.microsoft.com/office/powerpoint/2010/main" val="21336068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B75CF-E2F7-FB52-24A4-82087D022A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090889-11CF-C150-1421-454C675F34B1}"/>
              </a:ext>
            </a:extLst>
          </p:cNvPr>
          <p:cNvSpPr>
            <a:spLocks noGrp="1"/>
          </p:cNvSpPr>
          <p:nvPr>
            <p:ph type="title"/>
          </p:nvPr>
        </p:nvSpPr>
        <p:spPr>
          <a:xfrm>
            <a:off x="838200" y="365125"/>
            <a:ext cx="10515600" cy="483961"/>
          </a:xfrm>
        </p:spPr>
        <p:txBody>
          <a:bodyPr>
            <a:normAutofit/>
          </a:bodyPr>
          <a:lstStyle/>
          <a:p>
            <a:r>
              <a:rPr lang="en-US" sz="2800" dirty="0"/>
              <a:t>Circuit Breaker Pattern</a:t>
            </a:r>
            <a:endParaRPr lang="en-IN" sz="2800" dirty="0"/>
          </a:p>
        </p:txBody>
      </p:sp>
      <p:sp>
        <p:nvSpPr>
          <p:cNvPr id="3" name="Content Placeholder 2">
            <a:extLst>
              <a:ext uri="{FF2B5EF4-FFF2-40B4-BE49-F238E27FC236}">
                <a16:creationId xmlns:a16="http://schemas.microsoft.com/office/drawing/2014/main" id="{A571E5D5-255B-4B1D-3B27-01CCE133ADB0}"/>
              </a:ext>
            </a:extLst>
          </p:cNvPr>
          <p:cNvSpPr>
            <a:spLocks noGrp="1"/>
          </p:cNvSpPr>
          <p:nvPr>
            <p:ph idx="1"/>
          </p:nvPr>
        </p:nvSpPr>
        <p:spPr>
          <a:xfrm>
            <a:off x="251927" y="1026367"/>
            <a:ext cx="11560628" cy="5466508"/>
          </a:xfrm>
        </p:spPr>
        <p:txBody>
          <a:bodyPr>
            <a:normAutofit/>
          </a:bodyPr>
          <a:lstStyle/>
          <a:p>
            <a:pPr algn="l" rtl="0"/>
            <a:r>
              <a:rPr lang="en-US" b="0" i="0" dirty="0">
                <a:solidFill>
                  <a:srgbClr val="343434"/>
                </a:solidFill>
                <a:effectLst/>
                <a:latin typeface="Proxima"/>
              </a:rPr>
              <a:t>The circuit breaker pattern is inspired by the electrical circuit breaker, which is a device that automatically interrupts the current flow when a fault is detected, such as a short circuit or an overload. The circuit breaker protects the electrical system from damage and allows the fault to be isolated and fixed. Similarly, the circuit breaker pattern is a software component that monitors the communication between a service and its dependencies, such as other services, databases, or external APIs. The circuit breaker detects failures and breaks the connection to the faulty dependency, preventing further requests from being sent and wasting resources. The circuit breaker also provides a fallback mechanism to handle the failure gracefully, such as returning a default value, a cached response, or an error message. The circuit breaker can also recover from the failure by periodically checking the status of the dependency and restoring the connection when it is available again.</a:t>
            </a:r>
            <a:endParaRPr lang="en-IN" dirty="0"/>
          </a:p>
        </p:txBody>
      </p:sp>
    </p:spTree>
    <p:extLst>
      <p:ext uri="{BB962C8B-B14F-4D97-AF65-F5344CB8AC3E}">
        <p14:creationId xmlns:p14="http://schemas.microsoft.com/office/powerpoint/2010/main" val="99233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2E219-B08B-0620-1F07-64485C299C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D290EC-5B58-643B-ADD9-8C97572FC0F9}"/>
              </a:ext>
            </a:extLst>
          </p:cNvPr>
          <p:cNvSpPr>
            <a:spLocks noGrp="1"/>
          </p:cNvSpPr>
          <p:nvPr>
            <p:ph type="title"/>
          </p:nvPr>
        </p:nvSpPr>
        <p:spPr>
          <a:xfrm>
            <a:off x="838200" y="365125"/>
            <a:ext cx="10515600" cy="483961"/>
          </a:xfrm>
        </p:spPr>
        <p:txBody>
          <a:bodyPr>
            <a:normAutofit/>
          </a:bodyPr>
          <a:lstStyle/>
          <a:p>
            <a:r>
              <a:rPr lang="en-US" sz="2800" dirty="0"/>
              <a:t>How does the circuit breaker work</a:t>
            </a:r>
            <a:endParaRPr lang="en-IN" sz="2800" dirty="0"/>
          </a:p>
        </p:txBody>
      </p:sp>
      <p:sp>
        <p:nvSpPr>
          <p:cNvPr id="3" name="Content Placeholder 2">
            <a:extLst>
              <a:ext uri="{FF2B5EF4-FFF2-40B4-BE49-F238E27FC236}">
                <a16:creationId xmlns:a16="http://schemas.microsoft.com/office/drawing/2014/main" id="{4EE400AE-3C8D-1D13-E41B-75B8AAFC6D37}"/>
              </a:ext>
            </a:extLst>
          </p:cNvPr>
          <p:cNvSpPr>
            <a:spLocks noGrp="1"/>
          </p:cNvSpPr>
          <p:nvPr>
            <p:ph idx="1"/>
          </p:nvPr>
        </p:nvSpPr>
        <p:spPr>
          <a:xfrm>
            <a:off x="251927" y="1026367"/>
            <a:ext cx="11560628" cy="5466508"/>
          </a:xfrm>
        </p:spPr>
        <p:txBody>
          <a:bodyPr>
            <a:normAutofit lnSpcReduction="10000"/>
          </a:bodyPr>
          <a:lstStyle/>
          <a:p>
            <a:pPr algn="l" rtl="0"/>
            <a:r>
              <a:rPr lang="en-US" b="0" i="0" dirty="0">
                <a:solidFill>
                  <a:srgbClr val="343434"/>
                </a:solidFill>
                <a:effectLst/>
                <a:latin typeface="Proxima"/>
              </a:rPr>
              <a:t>The circuit breaker works by switching between three states: closed, open, and half-open. In the closed state, the circuit breaker allows requests to pass through to the dependency normally. It also records the success and failure of each request and calculates the failure rate or the number of consecutive failures. If the failure rate or the number of consecutive failures exceeds a predefined threshold, the circuit breaker transitions to the open state. In the open state, the circuit breaker rejects all requests to the dependency and returns a fallback response. It also starts a timer to track the duration of the open state. When the timer expires, the circuit breaker transitions to the half-open state. In the half-open state, the circuit breaker allows a limited number of requests to pass through to the dependency and evaluates the outcome. If the requests are successful, the circuit breaker transitions back to the closed state. If the requests fail, the circuit breaker transitions back to the open state and resets the timer.</a:t>
            </a:r>
            <a:endParaRPr lang="en-IN" dirty="0"/>
          </a:p>
        </p:txBody>
      </p:sp>
    </p:spTree>
    <p:extLst>
      <p:ext uri="{BB962C8B-B14F-4D97-AF65-F5344CB8AC3E}">
        <p14:creationId xmlns:p14="http://schemas.microsoft.com/office/powerpoint/2010/main" val="36966343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5377F-80F2-145C-0BFA-0DE07CCF7C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A6C515-E466-579C-11D6-FE9D8AE18579}"/>
              </a:ext>
            </a:extLst>
          </p:cNvPr>
          <p:cNvSpPr>
            <a:spLocks noGrp="1"/>
          </p:cNvSpPr>
          <p:nvPr>
            <p:ph type="title"/>
          </p:nvPr>
        </p:nvSpPr>
        <p:spPr>
          <a:xfrm>
            <a:off x="838200" y="365125"/>
            <a:ext cx="10515600" cy="483961"/>
          </a:xfrm>
        </p:spPr>
        <p:txBody>
          <a:bodyPr>
            <a:normAutofit fontScale="90000"/>
          </a:bodyPr>
          <a:lstStyle/>
          <a:p>
            <a:r>
              <a:rPr lang="en-US" sz="2800" dirty="0"/>
              <a:t>What are the challenges of using the circuit breaker in your microservices</a:t>
            </a:r>
            <a:endParaRPr lang="en-IN" sz="2800" dirty="0"/>
          </a:p>
        </p:txBody>
      </p:sp>
      <p:sp>
        <p:nvSpPr>
          <p:cNvPr id="3" name="Content Placeholder 2">
            <a:extLst>
              <a:ext uri="{FF2B5EF4-FFF2-40B4-BE49-F238E27FC236}">
                <a16:creationId xmlns:a16="http://schemas.microsoft.com/office/drawing/2014/main" id="{CB8A4027-8FA6-EB5D-D953-122228C0AA86}"/>
              </a:ext>
            </a:extLst>
          </p:cNvPr>
          <p:cNvSpPr>
            <a:spLocks noGrp="1"/>
          </p:cNvSpPr>
          <p:nvPr>
            <p:ph idx="1"/>
          </p:nvPr>
        </p:nvSpPr>
        <p:spPr>
          <a:xfrm>
            <a:off x="251927" y="1026367"/>
            <a:ext cx="11560628" cy="5466508"/>
          </a:xfrm>
        </p:spPr>
        <p:txBody>
          <a:bodyPr>
            <a:normAutofit/>
          </a:bodyPr>
          <a:lstStyle/>
          <a:p>
            <a:pPr algn="l" rtl="0"/>
            <a:r>
              <a:rPr lang="en-US" b="0" i="0" dirty="0">
                <a:effectLst/>
                <a:latin typeface="-apple-system"/>
              </a:rPr>
              <a:t>Using the circuit breaker in your microservices can also pose some challenges. You need to choose the right parameters and thresholds for your circuit breaker, such as the failure rate, consecutive failures, timeout duration, and requests in the half-open state. These parameters can affect the sensitivity and responsiveness of your circuit breaker, as well as the trade-off between availability and consistency. Testing and debugging your circuit breaker is essential, especially in complex environments with multiple services and dependencies. You may need to simulate different failure scenarios and verify how your circuit breaker reacts. Additionally, tools and techniques like logging, dashboards, and distributed tracing can be used to monitor and trace circuit breaker events and metrics. Finally, you should coordinate and communicate your circuit breaker strategy and configuration across teams to ensure consistency among implementations.</a:t>
            </a:r>
            <a:endParaRPr lang="en-IN" dirty="0"/>
          </a:p>
        </p:txBody>
      </p:sp>
    </p:spTree>
    <p:extLst>
      <p:ext uri="{BB962C8B-B14F-4D97-AF65-F5344CB8AC3E}">
        <p14:creationId xmlns:p14="http://schemas.microsoft.com/office/powerpoint/2010/main" val="5333107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15A51-4BF4-5B1D-F698-C8ADF38921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55B772-9A40-6C63-6E15-C8307DCC4427}"/>
              </a:ext>
            </a:extLst>
          </p:cNvPr>
          <p:cNvSpPr>
            <a:spLocks noGrp="1"/>
          </p:cNvSpPr>
          <p:nvPr>
            <p:ph type="title"/>
          </p:nvPr>
        </p:nvSpPr>
        <p:spPr>
          <a:xfrm>
            <a:off x="838200" y="365125"/>
            <a:ext cx="10515600" cy="483961"/>
          </a:xfrm>
        </p:spPr>
        <p:txBody>
          <a:bodyPr>
            <a:normAutofit/>
          </a:bodyPr>
          <a:lstStyle/>
          <a:p>
            <a:r>
              <a:rPr lang="en-US" sz="2800" dirty="0"/>
              <a:t>Blue Green Deployment</a:t>
            </a:r>
            <a:endParaRPr lang="en-IN" sz="2800" dirty="0"/>
          </a:p>
        </p:txBody>
      </p:sp>
      <p:sp>
        <p:nvSpPr>
          <p:cNvPr id="3" name="Content Placeholder 2">
            <a:extLst>
              <a:ext uri="{FF2B5EF4-FFF2-40B4-BE49-F238E27FC236}">
                <a16:creationId xmlns:a16="http://schemas.microsoft.com/office/drawing/2014/main" id="{3B99C18C-F43B-80B1-EE0D-E83C5F1296AF}"/>
              </a:ext>
            </a:extLst>
          </p:cNvPr>
          <p:cNvSpPr>
            <a:spLocks noGrp="1"/>
          </p:cNvSpPr>
          <p:nvPr>
            <p:ph idx="1"/>
          </p:nvPr>
        </p:nvSpPr>
        <p:spPr>
          <a:xfrm>
            <a:off x="251927" y="1026367"/>
            <a:ext cx="11560628" cy="5466508"/>
          </a:xfrm>
        </p:spPr>
        <p:txBody>
          <a:bodyPr>
            <a:normAutofit/>
          </a:bodyPr>
          <a:lstStyle/>
          <a:p>
            <a:pPr algn="l" rtl="0"/>
            <a:r>
              <a:rPr lang="en-US" b="0" i="0" dirty="0">
                <a:effectLst/>
                <a:latin typeface="-apple-system"/>
              </a:rPr>
              <a:t>Blue green deployment is a deployment strategy in which you create two separate, but identical environments. One environment (blue) is running the current application version and one environment (green) is running the new application version. Blue-green deployment is a technique that reduces downtime and risk. This runs two identical production environments called Blue and Green.  At any time, only one of the environments is live, serving all production traffic. </a:t>
            </a:r>
          </a:p>
          <a:p>
            <a:pPr algn="l" rtl="0"/>
            <a:r>
              <a:rPr lang="en-US" b="0" i="0" dirty="0">
                <a:effectLst/>
                <a:latin typeface="-apple-system"/>
              </a:rPr>
              <a:t>Once testing has been completed on the green environment, live application traffic is directed to the green environment and the blue environment is deprecated. A number of AWS deployment services support blue/green deployment strategies including Elastic Beanstalk, </a:t>
            </a:r>
            <a:r>
              <a:rPr lang="en-US" b="0" i="0" dirty="0" err="1">
                <a:effectLst/>
                <a:latin typeface="-apple-system"/>
              </a:rPr>
              <a:t>OpsWorks</a:t>
            </a:r>
            <a:r>
              <a:rPr lang="en-US" b="0" i="0" dirty="0">
                <a:effectLst/>
                <a:latin typeface="-apple-system"/>
              </a:rPr>
              <a:t>, CloudFormation, </a:t>
            </a:r>
            <a:r>
              <a:rPr lang="en-US" b="0" i="0" dirty="0" err="1">
                <a:effectLst/>
                <a:latin typeface="-apple-system"/>
              </a:rPr>
              <a:t>CodeDeploy</a:t>
            </a:r>
            <a:r>
              <a:rPr lang="en-US" b="0" i="0">
                <a:effectLst/>
                <a:latin typeface="-apple-system"/>
              </a:rPr>
              <a:t>, and Amazon ECS.</a:t>
            </a:r>
            <a:endParaRPr lang="en-IN" dirty="0"/>
          </a:p>
        </p:txBody>
      </p:sp>
    </p:spTree>
    <p:extLst>
      <p:ext uri="{BB962C8B-B14F-4D97-AF65-F5344CB8AC3E}">
        <p14:creationId xmlns:p14="http://schemas.microsoft.com/office/powerpoint/2010/main" val="40411791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D5CF5-10C4-A178-D7D6-1B2F802A9C0C}"/>
              </a:ext>
            </a:extLst>
          </p:cNvPr>
          <p:cNvSpPr>
            <a:spLocks noGrp="1"/>
          </p:cNvSpPr>
          <p:nvPr>
            <p:ph type="title"/>
          </p:nvPr>
        </p:nvSpPr>
        <p:spPr>
          <a:xfrm>
            <a:off x="838200" y="365125"/>
            <a:ext cx="10515600" cy="614589"/>
          </a:xfrm>
        </p:spPr>
        <p:txBody>
          <a:bodyPr>
            <a:normAutofit/>
          </a:bodyPr>
          <a:lstStyle/>
          <a:p>
            <a:r>
              <a:rPr lang="en-IN" sz="2800" dirty="0"/>
              <a:t>API </a:t>
            </a:r>
            <a:r>
              <a:rPr lang="en-IN" sz="2800" dirty="0" err="1"/>
              <a:t>GateWay</a:t>
            </a:r>
            <a:r>
              <a:rPr lang="en-IN" sz="2800" dirty="0"/>
              <a:t> vs Proxy</a:t>
            </a:r>
          </a:p>
        </p:txBody>
      </p:sp>
      <p:sp>
        <p:nvSpPr>
          <p:cNvPr id="3" name="Content Placeholder 2">
            <a:extLst>
              <a:ext uri="{FF2B5EF4-FFF2-40B4-BE49-F238E27FC236}">
                <a16:creationId xmlns:a16="http://schemas.microsoft.com/office/drawing/2014/main" id="{6C17E232-3044-DF58-9767-7D0AD77AAFAF}"/>
              </a:ext>
            </a:extLst>
          </p:cNvPr>
          <p:cNvSpPr>
            <a:spLocks noGrp="1"/>
          </p:cNvSpPr>
          <p:nvPr>
            <p:ph idx="1"/>
          </p:nvPr>
        </p:nvSpPr>
        <p:spPr>
          <a:xfrm>
            <a:off x="391886" y="979714"/>
            <a:ext cx="10961914" cy="5197249"/>
          </a:xfrm>
        </p:spPr>
        <p:txBody>
          <a:bodyPr/>
          <a:lstStyle/>
          <a:p>
            <a:pPr algn="l"/>
            <a:r>
              <a:rPr lang="en-US" b="1" i="0" dirty="0">
                <a:solidFill>
                  <a:srgbClr val="03031C"/>
                </a:solidFill>
                <a:effectLst/>
                <a:latin typeface="Inter"/>
              </a:rPr>
              <a:t>API proxy</a:t>
            </a:r>
          </a:p>
          <a:p>
            <a:pPr algn="l"/>
            <a:r>
              <a:rPr lang="en-US" b="0" i="0" dirty="0">
                <a:solidFill>
                  <a:srgbClr val="03031C"/>
                </a:solidFill>
                <a:effectLst/>
                <a:latin typeface="Inter"/>
              </a:rPr>
              <a:t>An API proxy acts as an intermediary, focusing on routing requests, handling transformations, and managing security features. Well-suited for microservices architectures, it includes caching and offers endpoint-level monitoring and analytics</a:t>
            </a:r>
          </a:p>
          <a:p>
            <a:pPr algn="l"/>
            <a:r>
              <a:rPr lang="en-US" b="1" i="0" dirty="0">
                <a:solidFill>
                  <a:srgbClr val="03031C"/>
                </a:solidFill>
                <a:effectLst/>
                <a:latin typeface="Inter"/>
              </a:rPr>
              <a:t>API gateway</a:t>
            </a:r>
          </a:p>
          <a:p>
            <a:pPr algn="l"/>
            <a:r>
              <a:rPr lang="en-US" b="0" i="0" dirty="0">
                <a:solidFill>
                  <a:srgbClr val="03031C"/>
                </a:solidFill>
                <a:effectLst/>
                <a:latin typeface="Inter"/>
              </a:rPr>
              <a:t>An API gateway serves as a central entry point for multiple APIs, streamlining access across </a:t>
            </a:r>
            <a:r>
              <a:rPr lang="en-US" b="0" i="0" u="sng" dirty="0">
                <a:solidFill>
                  <a:srgbClr val="8438FA"/>
                </a:solidFill>
                <a:effectLst/>
                <a:latin typeface="Inter"/>
                <a:hlinkClick r:id="rId2"/>
              </a:rPr>
              <a:t>microservices</a:t>
            </a:r>
            <a:r>
              <a:rPr lang="en-US" b="0" i="0" dirty="0">
                <a:solidFill>
                  <a:srgbClr val="03031C"/>
                </a:solidFill>
                <a:effectLst/>
                <a:latin typeface="Inter"/>
              </a:rPr>
              <a:t>. It excels in aggregating data, translating requests between protocols, distributing requests for load balancing, and orchestrating complex interactions.</a:t>
            </a:r>
          </a:p>
          <a:p>
            <a:endParaRPr lang="en-IN" dirty="0"/>
          </a:p>
        </p:txBody>
      </p:sp>
    </p:spTree>
    <p:extLst>
      <p:ext uri="{BB962C8B-B14F-4D97-AF65-F5344CB8AC3E}">
        <p14:creationId xmlns:p14="http://schemas.microsoft.com/office/powerpoint/2010/main" val="4953753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92ED5-7619-3603-E481-54C2BA462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F3945-C84E-BECA-0AF0-18046FD975A9}"/>
              </a:ext>
            </a:extLst>
          </p:cNvPr>
          <p:cNvSpPr>
            <a:spLocks noGrp="1"/>
          </p:cNvSpPr>
          <p:nvPr>
            <p:ph type="title"/>
          </p:nvPr>
        </p:nvSpPr>
        <p:spPr>
          <a:xfrm>
            <a:off x="838200" y="365125"/>
            <a:ext cx="10515600" cy="614589"/>
          </a:xfrm>
        </p:spPr>
        <p:txBody>
          <a:bodyPr>
            <a:normAutofit/>
          </a:bodyPr>
          <a:lstStyle/>
          <a:p>
            <a:r>
              <a:rPr lang="en-IN" sz="2800" dirty="0"/>
              <a:t>API </a:t>
            </a:r>
            <a:r>
              <a:rPr lang="en-IN" sz="2800" dirty="0" err="1"/>
              <a:t>GateWay</a:t>
            </a:r>
            <a:r>
              <a:rPr lang="en-IN" sz="2800" dirty="0"/>
              <a:t> vs Proxy</a:t>
            </a:r>
          </a:p>
        </p:txBody>
      </p:sp>
      <p:sp>
        <p:nvSpPr>
          <p:cNvPr id="3" name="Content Placeholder 2">
            <a:extLst>
              <a:ext uri="{FF2B5EF4-FFF2-40B4-BE49-F238E27FC236}">
                <a16:creationId xmlns:a16="http://schemas.microsoft.com/office/drawing/2014/main" id="{60846824-4B47-63A8-619B-B0BEFA38FE81}"/>
              </a:ext>
            </a:extLst>
          </p:cNvPr>
          <p:cNvSpPr>
            <a:spLocks noGrp="1"/>
          </p:cNvSpPr>
          <p:nvPr>
            <p:ph idx="1"/>
          </p:nvPr>
        </p:nvSpPr>
        <p:spPr>
          <a:xfrm>
            <a:off x="391886" y="979714"/>
            <a:ext cx="10961914" cy="5197249"/>
          </a:xfrm>
        </p:spPr>
        <p:txBody>
          <a:bodyPr/>
          <a:lstStyle/>
          <a:p>
            <a:pPr algn="l"/>
            <a:r>
              <a:rPr lang="en-US" b="1" i="0" dirty="0">
                <a:solidFill>
                  <a:srgbClr val="03031C"/>
                </a:solidFill>
                <a:effectLst/>
                <a:latin typeface="Inter"/>
              </a:rPr>
              <a:t>Service orchestration: </a:t>
            </a:r>
            <a:r>
              <a:rPr lang="en-US" i="0" dirty="0">
                <a:solidFill>
                  <a:srgbClr val="03031C"/>
                </a:solidFill>
                <a:effectLst/>
                <a:latin typeface="Inter"/>
              </a:rPr>
              <a:t>API orchestration is the process of managing multiple API calls from different microservices and aggregating the results into a single response. This can be helpful when you need to retrieve data from various sources.</a:t>
            </a:r>
          </a:p>
          <a:p>
            <a:r>
              <a:rPr lang="en-US" b="1" dirty="0">
                <a:solidFill>
                  <a:srgbClr val="03031C"/>
                </a:solidFill>
                <a:latin typeface="Inter"/>
              </a:rPr>
              <a:t>Transformation: </a:t>
            </a:r>
            <a:r>
              <a:rPr lang="en-US" dirty="0">
                <a:solidFill>
                  <a:srgbClr val="03031C"/>
                </a:solidFill>
                <a:latin typeface="Inter"/>
              </a:rPr>
              <a:t>As well as transforming the data itself, API gateways can also transform the structure of an API request or response. This can be helpful in cases where you need to change the format of the API’s returned data. Changes may include adding or removing fields or headers, changing the data type of a field, or filtering out specific data.</a:t>
            </a:r>
          </a:p>
          <a:p>
            <a:r>
              <a:rPr lang="en-US" b="1" dirty="0">
                <a:solidFill>
                  <a:srgbClr val="03031C"/>
                </a:solidFill>
                <a:latin typeface="Inter"/>
              </a:rPr>
              <a:t>Load Balancing: </a:t>
            </a:r>
            <a:r>
              <a:rPr lang="en-US" dirty="0">
                <a:solidFill>
                  <a:srgbClr val="03031C"/>
                </a:solidFill>
                <a:latin typeface="Inter"/>
              </a:rPr>
              <a:t>API gateways can distribute load among multiple servers, improving performance and reducing latency. This is especially helpful when you have many users making requests to the API.</a:t>
            </a:r>
          </a:p>
          <a:p>
            <a:pPr algn="l"/>
            <a:endParaRPr lang="en-IN" dirty="0"/>
          </a:p>
        </p:txBody>
      </p:sp>
    </p:spTree>
    <p:extLst>
      <p:ext uri="{BB962C8B-B14F-4D97-AF65-F5344CB8AC3E}">
        <p14:creationId xmlns:p14="http://schemas.microsoft.com/office/powerpoint/2010/main" val="3741565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35AA8-88AE-2DCC-8B9F-47D857BBD4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147566-DEE8-6882-D477-AA28515B8572}"/>
              </a:ext>
            </a:extLst>
          </p:cNvPr>
          <p:cNvSpPr>
            <a:spLocks noGrp="1"/>
          </p:cNvSpPr>
          <p:nvPr>
            <p:ph type="title"/>
          </p:nvPr>
        </p:nvSpPr>
        <p:spPr>
          <a:xfrm>
            <a:off x="838200" y="365125"/>
            <a:ext cx="10515600" cy="614589"/>
          </a:xfrm>
        </p:spPr>
        <p:txBody>
          <a:bodyPr>
            <a:normAutofit/>
          </a:bodyPr>
          <a:lstStyle/>
          <a:p>
            <a:r>
              <a:rPr lang="en-IN" sz="2800" dirty="0"/>
              <a:t>API </a:t>
            </a:r>
            <a:r>
              <a:rPr lang="en-IN" sz="2800" dirty="0" err="1"/>
              <a:t>GateWay</a:t>
            </a:r>
            <a:r>
              <a:rPr lang="en-IN" sz="2800" dirty="0"/>
              <a:t> vs Proxy</a:t>
            </a:r>
          </a:p>
        </p:txBody>
      </p:sp>
      <p:sp>
        <p:nvSpPr>
          <p:cNvPr id="3" name="Content Placeholder 2">
            <a:extLst>
              <a:ext uri="{FF2B5EF4-FFF2-40B4-BE49-F238E27FC236}">
                <a16:creationId xmlns:a16="http://schemas.microsoft.com/office/drawing/2014/main" id="{800DDDAD-89F6-8850-A0CB-8BC3F7B0B5B8}"/>
              </a:ext>
            </a:extLst>
          </p:cNvPr>
          <p:cNvSpPr>
            <a:spLocks noGrp="1"/>
          </p:cNvSpPr>
          <p:nvPr>
            <p:ph idx="1"/>
          </p:nvPr>
        </p:nvSpPr>
        <p:spPr>
          <a:xfrm>
            <a:off x="391886" y="979714"/>
            <a:ext cx="10961914" cy="5197249"/>
          </a:xfrm>
        </p:spPr>
        <p:txBody>
          <a:bodyPr>
            <a:normAutofit lnSpcReduction="10000"/>
          </a:bodyPr>
          <a:lstStyle/>
          <a:p>
            <a:pPr algn="l"/>
            <a:r>
              <a:rPr lang="en-US" b="1" i="0" dirty="0">
                <a:solidFill>
                  <a:srgbClr val="000C14"/>
                </a:solidFill>
                <a:effectLst/>
                <a:latin typeface="Figtree"/>
              </a:rPr>
              <a:t>A proxy server</a:t>
            </a:r>
            <a:r>
              <a:rPr lang="en-US" b="0" i="0" dirty="0">
                <a:solidFill>
                  <a:srgbClr val="000C14"/>
                </a:solidFill>
                <a:effectLst/>
                <a:latin typeface="Figtree"/>
              </a:rPr>
              <a:t>, sometimes referred to as a </a:t>
            </a:r>
            <a:r>
              <a:rPr lang="en-US" b="1" i="0" dirty="0">
                <a:solidFill>
                  <a:srgbClr val="000C14"/>
                </a:solidFill>
                <a:effectLst/>
                <a:latin typeface="Figtree"/>
              </a:rPr>
              <a:t>forward proxy</a:t>
            </a:r>
            <a:r>
              <a:rPr lang="en-US" b="0" i="0" dirty="0">
                <a:solidFill>
                  <a:srgbClr val="000C14"/>
                </a:solidFill>
                <a:effectLst/>
                <a:latin typeface="Figtree"/>
              </a:rPr>
              <a:t>, is a server that routes traffic between client(s) and another system, usually external to the network. By doing so, it can regulate traffic according to preset policies, convert and mask client IP addresses, enforce security protocols, and block unknown traffic.</a:t>
            </a:r>
          </a:p>
          <a:p>
            <a:pPr algn="l"/>
            <a:r>
              <a:rPr lang="en-US" b="1" i="0" dirty="0">
                <a:solidFill>
                  <a:srgbClr val="000C14"/>
                </a:solidFill>
                <a:effectLst/>
                <a:latin typeface="Figtree"/>
              </a:rPr>
              <a:t>A reverse proxy</a:t>
            </a:r>
            <a:r>
              <a:rPr lang="en-US" b="0" i="0" dirty="0">
                <a:solidFill>
                  <a:srgbClr val="000C14"/>
                </a:solidFill>
                <a:effectLst/>
                <a:latin typeface="Figtree"/>
              </a:rPr>
              <a:t> is a type of proxy server. Unlike a traditional proxy server, which is used to protect clients, a reverse proxy is used to protect servers. A reverse proxy is a server that accepts a request from a client, forwards the request to another one of many other servers, and returns the results from the server that actually processed the request to the client as if the proxy server had processed the request itself. The client only communicates directly with the reverse proxy server and it does not know that some other server actually processed its request</a:t>
            </a:r>
            <a:endParaRPr lang="en-IN" dirty="0"/>
          </a:p>
        </p:txBody>
      </p:sp>
    </p:spTree>
    <p:extLst>
      <p:ext uri="{BB962C8B-B14F-4D97-AF65-F5344CB8AC3E}">
        <p14:creationId xmlns:p14="http://schemas.microsoft.com/office/powerpoint/2010/main" val="10945504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47159-19F3-5B79-D472-F3FA7FD4A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40A303-3AFC-9DE4-2E90-FF3740576CE7}"/>
              </a:ext>
            </a:extLst>
          </p:cNvPr>
          <p:cNvSpPr>
            <a:spLocks noGrp="1"/>
          </p:cNvSpPr>
          <p:nvPr>
            <p:ph type="title"/>
          </p:nvPr>
        </p:nvSpPr>
        <p:spPr>
          <a:xfrm>
            <a:off x="838200" y="365125"/>
            <a:ext cx="10515600" cy="614589"/>
          </a:xfrm>
        </p:spPr>
        <p:txBody>
          <a:bodyPr>
            <a:normAutofit/>
          </a:bodyPr>
          <a:lstStyle/>
          <a:p>
            <a:r>
              <a:rPr lang="en-IN" sz="2800" dirty="0"/>
              <a:t>Reverse Proxy </a:t>
            </a:r>
            <a:r>
              <a:rPr lang="en-IN" sz="2800"/>
              <a:t>vs Forward Proxy</a:t>
            </a:r>
            <a:endParaRPr lang="en-IN" sz="2800" dirty="0"/>
          </a:p>
        </p:txBody>
      </p:sp>
      <p:sp>
        <p:nvSpPr>
          <p:cNvPr id="3" name="Content Placeholder 2">
            <a:extLst>
              <a:ext uri="{FF2B5EF4-FFF2-40B4-BE49-F238E27FC236}">
                <a16:creationId xmlns:a16="http://schemas.microsoft.com/office/drawing/2014/main" id="{533B479A-EB6E-E0E4-81C9-7B24069F1062}"/>
              </a:ext>
            </a:extLst>
          </p:cNvPr>
          <p:cNvSpPr>
            <a:spLocks noGrp="1"/>
          </p:cNvSpPr>
          <p:nvPr>
            <p:ph idx="1"/>
          </p:nvPr>
        </p:nvSpPr>
        <p:spPr>
          <a:xfrm>
            <a:off x="391886" y="979714"/>
            <a:ext cx="10961914" cy="5197249"/>
          </a:xfrm>
        </p:spPr>
        <p:txBody>
          <a:bodyPr>
            <a:normAutofit/>
          </a:bodyPr>
          <a:lstStyle/>
          <a:p>
            <a:pPr algn="l"/>
            <a:r>
              <a:rPr lang="en-US" b="0" i="0" dirty="0">
                <a:solidFill>
                  <a:srgbClr val="222222"/>
                </a:solidFill>
                <a:effectLst/>
                <a:latin typeface="-apple-system"/>
              </a:rPr>
              <a:t>The difference between a forward and reverse proxy is subtle but important. A simplified way to sum it up would be to say that a forward proxy sits in front of a client and ensures that no origin server ever communicates directly with that specific client. On the other hand, a reverse proxy sits in front of an origin server and ensures that no client ever communicates directly with that origin server.</a:t>
            </a:r>
            <a:endParaRPr lang="en-IN" dirty="0"/>
          </a:p>
        </p:txBody>
      </p:sp>
    </p:spTree>
    <p:extLst>
      <p:ext uri="{BB962C8B-B14F-4D97-AF65-F5344CB8AC3E}">
        <p14:creationId xmlns:p14="http://schemas.microsoft.com/office/powerpoint/2010/main" val="3603995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orward proxy flow: traffic flows from user's device (A) to forward proxy (B) to Internet to origin server (C)">
            <a:extLst>
              <a:ext uri="{FF2B5EF4-FFF2-40B4-BE49-F238E27FC236}">
                <a16:creationId xmlns:a16="http://schemas.microsoft.com/office/drawing/2014/main" id="{19394341-850F-001D-D501-EE5CA7FED3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79413"/>
            <a:ext cx="12192000" cy="6097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67887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6F63C-BBA5-231C-AB87-6113F2936402}"/>
            </a:ext>
          </a:extLst>
        </p:cNvPr>
        <p:cNvGrpSpPr/>
        <p:nvPr/>
      </p:nvGrpSpPr>
      <p:grpSpPr>
        <a:xfrm>
          <a:off x="0" y="0"/>
          <a:ext cx="0" cy="0"/>
          <a:chOff x="0" y="0"/>
          <a:chExt cx="0" cy="0"/>
        </a:xfrm>
      </p:grpSpPr>
      <p:pic>
        <p:nvPicPr>
          <p:cNvPr id="2050" name="Picture 2" descr="Reverse proxy flow: traffic flows from user's device (D) to Internet to reverse proxy (E) to origin server (F)">
            <a:extLst>
              <a:ext uri="{FF2B5EF4-FFF2-40B4-BE49-F238E27FC236}">
                <a16:creationId xmlns:a16="http://schemas.microsoft.com/office/drawing/2014/main" id="{D9BA9C58-9B6E-4E31-CB61-F36267C50D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79413"/>
            <a:ext cx="12192000" cy="6097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0574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A7DD4-94DA-D4FD-EFA1-C49016E86FD7}"/>
              </a:ext>
            </a:extLst>
          </p:cNvPr>
          <p:cNvSpPr>
            <a:spLocks noGrp="1"/>
          </p:cNvSpPr>
          <p:nvPr>
            <p:ph type="title"/>
          </p:nvPr>
        </p:nvSpPr>
        <p:spPr/>
        <p:txBody>
          <a:bodyPr/>
          <a:lstStyle/>
          <a:p>
            <a:r>
              <a:rPr lang="en-IN" dirty="0"/>
              <a:t>Performance Metrics</a:t>
            </a:r>
          </a:p>
        </p:txBody>
      </p:sp>
      <p:sp>
        <p:nvSpPr>
          <p:cNvPr id="3" name="Content Placeholder 2">
            <a:extLst>
              <a:ext uri="{FF2B5EF4-FFF2-40B4-BE49-F238E27FC236}">
                <a16:creationId xmlns:a16="http://schemas.microsoft.com/office/drawing/2014/main" id="{22B13D55-16F1-D114-20AB-4D7DAF6A14EC}"/>
              </a:ext>
            </a:extLst>
          </p:cNvPr>
          <p:cNvSpPr>
            <a:spLocks noGrp="1"/>
          </p:cNvSpPr>
          <p:nvPr>
            <p:ph idx="1"/>
          </p:nvPr>
        </p:nvSpPr>
        <p:spPr/>
        <p:txBody>
          <a:bodyPr/>
          <a:lstStyle/>
          <a:p>
            <a:r>
              <a:rPr lang="en-IN">
                <a:hlinkClick r:id="rId2"/>
              </a:rPr>
              <a:t>https://medium.com/cloud-native-daily/microservices-monitoring-and-observability-in-depth-d40aa0795dd3</a:t>
            </a:r>
            <a:r>
              <a:rPr lang="en-IN"/>
              <a:t> </a:t>
            </a:r>
          </a:p>
        </p:txBody>
      </p:sp>
    </p:spTree>
    <p:extLst>
      <p:ext uri="{BB962C8B-B14F-4D97-AF65-F5344CB8AC3E}">
        <p14:creationId xmlns:p14="http://schemas.microsoft.com/office/powerpoint/2010/main" val="2888854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371</TotalTime>
  <Words>5178</Words>
  <Application>Microsoft Office PowerPoint</Application>
  <PresentationFormat>Widescreen</PresentationFormat>
  <Paragraphs>156</Paragraphs>
  <Slides>53</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53</vt:i4>
      </vt:variant>
    </vt:vector>
  </HeadingPairs>
  <TitlesOfParts>
    <vt:vector size="67" baseType="lpstr">
      <vt:lpstr>Amazon Ember</vt:lpstr>
      <vt:lpstr>-apple-system</vt:lpstr>
      <vt:lpstr>Arial</vt:lpstr>
      <vt:lpstr>Calibri</vt:lpstr>
      <vt:lpstr>Calibri Light</vt:lpstr>
      <vt:lpstr>Cambria</vt:lpstr>
      <vt:lpstr>Figtree</vt:lpstr>
      <vt:lpstr>Inter</vt:lpstr>
      <vt:lpstr>Proxima</vt:lpstr>
      <vt:lpstr>sohne</vt:lpstr>
      <vt:lpstr>source-serif-pro</vt:lpstr>
      <vt:lpstr>Times New Roman</vt:lpstr>
      <vt:lpstr>var(--ff-lato)</vt:lpstr>
      <vt:lpstr>Office Theme</vt:lpstr>
      <vt:lpstr>What is an API Gateway?</vt:lpstr>
      <vt:lpstr>What is an API Gateway?</vt:lpstr>
      <vt:lpstr>The need for API gateways for microservices</vt:lpstr>
      <vt:lpstr>The need for API gateways for microservices</vt:lpstr>
      <vt:lpstr>What is an Aggregator Pattern?</vt:lpstr>
      <vt:lpstr>In Aggregator Pattern, there are 3 ways to implement it within Microservices application</vt:lpstr>
      <vt:lpstr>In Aggregator Pattern, there are 3 ways to implement it within Microservices application</vt:lpstr>
      <vt:lpstr>Branch pattern </vt:lpstr>
      <vt:lpstr>Proxy pattern </vt:lpstr>
      <vt:lpstr>Proxy Design Pattern</vt:lpstr>
      <vt:lpstr>The Database-per-Service pattern</vt:lpstr>
      <vt:lpstr>By using the Database-per-Service Pattern in microservices:</vt:lpstr>
      <vt:lpstr>Downsides of Database Per Service Pattern</vt:lpstr>
      <vt:lpstr>Shared Database Pattern in Microservices</vt:lpstr>
      <vt:lpstr> ** Advantages of Shared Database Design Pattern **</vt:lpstr>
      <vt:lpstr> ** Challenges with Shared Database**</vt:lpstr>
      <vt:lpstr> ** ** Usage of this Design Pattern ****</vt:lpstr>
      <vt:lpstr> ** ** CQRS pattern****</vt:lpstr>
      <vt:lpstr> ** ** When to Use CQRS pattern ****</vt:lpstr>
      <vt:lpstr> ** ** What is the saga pattern****</vt:lpstr>
      <vt:lpstr>Saga orchestration</vt:lpstr>
      <vt:lpstr>PowerPoint Presentation</vt:lpstr>
      <vt:lpstr>PowerPoint Presentation</vt:lpstr>
      <vt:lpstr> Saga choreography</vt:lpstr>
      <vt:lpstr>PowerPoint Presentation</vt:lpstr>
      <vt:lpstr> ** ** Benefits of the saga pattern****</vt:lpstr>
      <vt:lpstr> ** ** challenges of the saga pattern****</vt:lpstr>
      <vt:lpstr> ** ** Aynchronous Messaging pattern****</vt:lpstr>
      <vt:lpstr> ** ** Aynchronous Messaging pattern****</vt:lpstr>
      <vt:lpstr> ** ** Usage of Aynchronous Messaging pattern****</vt:lpstr>
      <vt:lpstr> ** ** Disadvantages of Asynchronous Patterns****</vt:lpstr>
      <vt:lpstr> ** ** Event Sourcing pattern****</vt:lpstr>
      <vt:lpstr> ** ** Log Aggregation pattern****</vt:lpstr>
      <vt:lpstr>PowerPoint Presentation</vt:lpstr>
      <vt:lpstr>Externalized Configuration</vt:lpstr>
      <vt:lpstr>PowerPoint Presentation</vt:lpstr>
      <vt:lpstr>Service Discovery in a Microservices</vt:lpstr>
      <vt:lpstr>The Client‑Side Discovery Pattern</vt:lpstr>
      <vt:lpstr>The Client‑Side Discovery Pattern</vt:lpstr>
      <vt:lpstr>The Server‑Side Discovery Pattern</vt:lpstr>
      <vt:lpstr>The Self‑Registration Pattern</vt:lpstr>
      <vt:lpstr>The Third‑Party Registration Pattern</vt:lpstr>
      <vt:lpstr>Circuit Breaker Pattern</vt:lpstr>
      <vt:lpstr>How does the circuit breaker work</vt:lpstr>
      <vt:lpstr>What are the challenges of using the circuit breaker in your microservices</vt:lpstr>
      <vt:lpstr>Blue Green Deployment</vt:lpstr>
      <vt:lpstr>API GateWay vs Proxy</vt:lpstr>
      <vt:lpstr>API GateWay vs Proxy</vt:lpstr>
      <vt:lpstr>API GateWay vs Proxy</vt:lpstr>
      <vt:lpstr>Reverse Proxy vs Forward Proxy</vt:lpstr>
      <vt:lpstr>PowerPoint Presentation</vt:lpstr>
      <vt:lpstr>PowerPoint Presentation</vt:lpstr>
      <vt:lpstr>Performance Metrics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an API Gateway?</dc:title>
  <dc:creator>Arun Sunar</dc:creator>
  <cp:lastModifiedBy>Arun Sunar</cp:lastModifiedBy>
  <cp:revision>1</cp:revision>
  <dcterms:created xsi:type="dcterms:W3CDTF">2024-02-06T03:22:33Z</dcterms:created>
  <dcterms:modified xsi:type="dcterms:W3CDTF">2024-07-29T13:28:48Z</dcterms:modified>
</cp:coreProperties>
</file>