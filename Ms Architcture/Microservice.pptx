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305" r:id="rId7"/>
    <p:sldId id="306" r:id="rId8"/>
    <p:sldId id="307" r:id="rId9"/>
    <p:sldId id="308" r:id="rId10"/>
    <p:sldId id="261" r:id="rId11"/>
    <p:sldId id="309"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5" r:id="rId25"/>
    <p:sldId id="276" r:id="rId26"/>
    <p:sldId id="277" r:id="rId27"/>
    <p:sldId id="278" r:id="rId28"/>
    <p:sldId id="279" r:id="rId29"/>
    <p:sldId id="280" r:id="rId30"/>
    <p:sldId id="282" r:id="rId31"/>
    <p:sldId id="281" r:id="rId32"/>
    <p:sldId id="283" r:id="rId33"/>
    <p:sldId id="284" r:id="rId34"/>
    <p:sldId id="285" r:id="rId35"/>
    <p:sldId id="286" r:id="rId36"/>
    <p:sldId id="287" r:id="rId37"/>
    <p:sldId id="288" r:id="rId38"/>
    <p:sldId id="289" r:id="rId39"/>
    <p:sldId id="290" r:id="rId40"/>
    <p:sldId id="291" r:id="rId41"/>
    <p:sldId id="292" r:id="rId42"/>
    <p:sldId id="293" r:id="rId43"/>
    <p:sldId id="295" r:id="rId44"/>
    <p:sldId id="294" r:id="rId45"/>
    <p:sldId id="296" r:id="rId46"/>
    <p:sldId id="297" r:id="rId47"/>
    <p:sldId id="298" r:id="rId48"/>
    <p:sldId id="299" r:id="rId49"/>
    <p:sldId id="300" r:id="rId50"/>
    <p:sldId id="301" r:id="rId51"/>
    <p:sldId id="302" r:id="rId52"/>
    <p:sldId id="303" r:id="rId53"/>
    <p:sldId id="304" r:id="rId54"/>
    <p:sldId id="274"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AB05CF-E09B-4A9D-82F3-9EB3BBF63F70}" v="1" dt="2023-11-30T12:10:45.9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9EEE29C5-E2B5-4ED8-A755-FFDF0B889A0F}"/>
    <pc:docChg chg="undo redo custSel addSld delSld modSld sldOrd">
      <pc:chgData name="Arun Sunar" userId="3fa9774ca67c7ab5" providerId="LiveId" clId="{9EEE29C5-E2B5-4ED8-A755-FFDF0B889A0F}" dt="2023-10-05T05:54:58.690" v="251" actId="20577"/>
      <pc:docMkLst>
        <pc:docMk/>
      </pc:docMkLst>
      <pc:sldChg chg="addSp delSp add mod">
        <pc:chgData name="Arun Sunar" userId="3fa9774ca67c7ab5" providerId="LiveId" clId="{9EEE29C5-E2B5-4ED8-A755-FFDF0B889A0F}" dt="2023-09-25T01:28:35.474" v="2" actId="22"/>
        <pc:sldMkLst>
          <pc:docMk/>
          <pc:sldMk cId="4026348460" sldId="259"/>
        </pc:sldMkLst>
        <pc:picChg chg="del">
          <ac:chgData name="Arun Sunar" userId="3fa9774ca67c7ab5" providerId="LiveId" clId="{9EEE29C5-E2B5-4ED8-A755-FFDF0B889A0F}" dt="2023-09-25T01:28:34.136" v="1" actId="478"/>
          <ac:picMkLst>
            <pc:docMk/>
            <pc:sldMk cId="4026348460" sldId="259"/>
            <ac:picMk id="3" creationId="{9F35495D-7BB4-FD9D-3070-DB2D717CEF0D}"/>
          </ac:picMkLst>
        </pc:picChg>
        <pc:picChg chg="add">
          <ac:chgData name="Arun Sunar" userId="3fa9774ca67c7ab5" providerId="LiveId" clId="{9EEE29C5-E2B5-4ED8-A755-FFDF0B889A0F}" dt="2023-09-25T01:28:35.474" v="2" actId="22"/>
          <ac:picMkLst>
            <pc:docMk/>
            <pc:sldMk cId="4026348460" sldId="259"/>
            <ac:picMk id="4" creationId="{88D9199D-9D96-B9D6-813D-E301DF132A4D}"/>
          </ac:picMkLst>
        </pc:picChg>
      </pc:sldChg>
      <pc:sldChg chg="addSp delSp add mod">
        <pc:chgData name="Arun Sunar" userId="3fa9774ca67c7ab5" providerId="LiveId" clId="{9EEE29C5-E2B5-4ED8-A755-FFDF0B889A0F}" dt="2023-09-27T10:33:46.732" v="5" actId="22"/>
        <pc:sldMkLst>
          <pc:docMk/>
          <pc:sldMk cId="3829871042" sldId="260"/>
        </pc:sldMkLst>
        <pc:picChg chg="add">
          <ac:chgData name="Arun Sunar" userId="3fa9774ca67c7ab5" providerId="LiveId" clId="{9EEE29C5-E2B5-4ED8-A755-FFDF0B889A0F}" dt="2023-09-27T10:33:46.732" v="5" actId="22"/>
          <ac:picMkLst>
            <pc:docMk/>
            <pc:sldMk cId="3829871042" sldId="260"/>
            <ac:picMk id="3" creationId="{5A3C1D91-17CF-F60A-C642-E35FC0BAB4DB}"/>
          </ac:picMkLst>
        </pc:picChg>
        <pc:picChg chg="del">
          <ac:chgData name="Arun Sunar" userId="3fa9774ca67c7ab5" providerId="LiveId" clId="{9EEE29C5-E2B5-4ED8-A755-FFDF0B889A0F}" dt="2023-09-27T10:33:44.279" v="4" actId="478"/>
          <ac:picMkLst>
            <pc:docMk/>
            <pc:sldMk cId="3829871042" sldId="260"/>
            <ac:picMk id="4" creationId="{88D9199D-9D96-B9D6-813D-E301DF132A4D}"/>
          </ac:picMkLst>
        </pc:picChg>
      </pc:sldChg>
      <pc:sldChg chg="addSp delSp modSp new mod">
        <pc:chgData name="Arun Sunar" userId="3fa9774ca67c7ab5" providerId="LiveId" clId="{9EEE29C5-E2B5-4ED8-A755-FFDF0B889A0F}" dt="2023-09-27T10:51:37.404" v="31" actId="1076"/>
        <pc:sldMkLst>
          <pc:docMk/>
          <pc:sldMk cId="613107027" sldId="261"/>
        </pc:sldMkLst>
        <pc:spChg chg="mod">
          <ac:chgData name="Arun Sunar" userId="3fa9774ca67c7ab5" providerId="LiveId" clId="{9EEE29C5-E2B5-4ED8-A755-FFDF0B889A0F}" dt="2023-09-27T10:50:17.772" v="10" actId="27636"/>
          <ac:spMkLst>
            <pc:docMk/>
            <pc:sldMk cId="613107027" sldId="261"/>
            <ac:spMk id="2" creationId="{7CAAE071-4C14-EC25-FC59-EBE0431F5C68}"/>
          </ac:spMkLst>
        </pc:spChg>
        <pc:spChg chg="mod">
          <ac:chgData name="Arun Sunar" userId="3fa9774ca67c7ab5" providerId="LiveId" clId="{9EEE29C5-E2B5-4ED8-A755-FFDF0B889A0F}" dt="2023-09-27T10:51:08.898" v="28" actId="14100"/>
          <ac:spMkLst>
            <pc:docMk/>
            <pc:sldMk cId="613107027" sldId="261"/>
            <ac:spMk id="3" creationId="{C1B52DDA-A6C6-CE4A-3BC1-C2F6BD85E6E5}"/>
          </ac:spMkLst>
        </pc:spChg>
        <pc:picChg chg="add mod">
          <ac:chgData name="Arun Sunar" userId="3fa9774ca67c7ab5" providerId="LiveId" clId="{9EEE29C5-E2B5-4ED8-A755-FFDF0B889A0F}" dt="2023-09-27T10:51:37.404" v="31" actId="1076"/>
          <ac:picMkLst>
            <pc:docMk/>
            <pc:sldMk cId="613107027" sldId="261"/>
            <ac:picMk id="5" creationId="{4E4D7291-41A3-0436-5E9E-DBE681DD273D}"/>
          </ac:picMkLst>
        </pc:picChg>
        <pc:picChg chg="add del mod">
          <ac:chgData name="Arun Sunar" userId="3fa9774ca67c7ab5" providerId="LiveId" clId="{9EEE29C5-E2B5-4ED8-A755-FFDF0B889A0F}" dt="2023-09-27T10:51:09.405" v="29"/>
          <ac:picMkLst>
            <pc:docMk/>
            <pc:sldMk cId="613107027" sldId="261"/>
            <ac:picMk id="1026" creationId="{28B90039-5DB7-011C-BB68-DF2493737A53}"/>
          </ac:picMkLst>
        </pc:picChg>
      </pc:sldChg>
      <pc:sldChg chg="modSp new mod">
        <pc:chgData name="Arun Sunar" userId="3fa9774ca67c7ab5" providerId="LiveId" clId="{9EEE29C5-E2B5-4ED8-A755-FFDF0B889A0F}" dt="2023-09-27T10:52:09.360" v="36" actId="27636"/>
        <pc:sldMkLst>
          <pc:docMk/>
          <pc:sldMk cId="3144929545" sldId="262"/>
        </pc:sldMkLst>
        <pc:spChg chg="mod">
          <ac:chgData name="Arun Sunar" userId="3fa9774ca67c7ab5" providerId="LiveId" clId="{9EEE29C5-E2B5-4ED8-A755-FFDF0B889A0F}" dt="2023-09-27T10:52:01.607" v="34" actId="20577"/>
          <ac:spMkLst>
            <pc:docMk/>
            <pc:sldMk cId="3144929545" sldId="262"/>
            <ac:spMk id="2" creationId="{15EAC6DB-9E10-E2EE-E9F4-C79405E82D48}"/>
          </ac:spMkLst>
        </pc:spChg>
        <pc:spChg chg="mod">
          <ac:chgData name="Arun Sunar" userId="3fa9774ca67c7ab5" providerId="LiveId" clId="{9EEE29C5-E2B5-4ED8-A755-FFDF0B889A0F}" dt="2023-09-27T10:52:09.360" v="36" actId="27636"/>
          <ac:spMkLst>
            <pc:docMk/>
            <pc:sldMk cId="3144929545" sldId="262"/>
            <ac:spMk id="3" creationId="{FB2018C1-3B24-5D26-230C-40A1B080FFE2}"/>
          </ac:spMkLst>
        </pc:spChg>
      </pc:sldChg>
      <pc:sldChg chg="modSp add mod">
        <pc:chgData name="Arun Sunar" userId="3fa9774ca67c7ab5" providerId="LiveId" clId="{9EEE29C5-E2B5-4ED8-A755-FFDF0B889A0F}" dt="2023-09-27T10:59:51.475" v="72"/>
        <pc:sldMkLst>
          <pc:docMk/>
          <pc:sldMk cId="191732244" sldId="263"/>
        </pc:sldMkLst>
        <pc:spChg chg="mod">
          <ac:chgData name="Arun Sunar" userId="3fa9774ca67c7ab5" providerId="LiveId" clId="{9EEE29C5-E2B5-4ED8-A755-FFDF0B889A0F}" dt="2023-09-27T10:58:44.924" v="66" actId="20577"/>
          <ac:spMkLst>
            <pc:docMk/>
            <pc:sldMk cId="191732244" sldId="263"/>
            <ac:spMk id="2" creationId="{15EAC6DB-9E10-E2EE-E9F4-C79405E82D48}"/>
          </ac:spMkLst>
        </pc:spChg>
        <pc:spChg chg="mod">
          <ac:chgData name="Arun Sunar" userId="3fa9774ca67c7ab5" providerId="LiveId" clId="{9EEE29C5-E2B5-4ED8-A755-FFDF0B889A0F}" dt="2023-09-27T10:59:51.475" v="72"/>
          <ac:spMkLst>
            <pc:docMk/>
            <pc:sldMk cId="191732244" sldId="263"/>
            <ac:spMk id="3" creationId="{FB2018C1-3B24-5D26-230C-40A1B080FFE2}"/>
          </ac:spMkLst>
        </pc:spChg>
      </pc:sldChg>
      <pc:sldChg chg="addSp delSp modSp add mod">
        <pc:chgData name="Arun Sunar" userId="3fa9774ca67c7ab5" providerId="LiveId" clId="{9EEE29C5-E2B5-4ED8-A755-FFDF0B889A0F}" dt="2023-09-27T11:03:10.892" v="98" actId="27636"/>
        <pc:sldMkLst>
          <pc:docMk/>
          <pc:sldMk cId="4012115514" sldId="264"/>
        </pc:sldMkLst>
        <pc:spChg chg="del">
          <ac:chgData name="Arun Sunar" userId="3fa9774ca67c7ab5" providerId="LiveId" clId="{9EEE29C5-E2B5-4ED8-A755-FFDF0B889A0F}" dt="2023-09-27T11:01:24.768" v="74" actId="478"/>
          <ac:spMkLst>
            <pc:docMk/>
            <pc:sldMk cId="4012115514" sldId="264"/>
            <ac:spMk id="3" creationId="{FB2018C1-3B24-5D26-230C-40A1B080FFE2}"/>
          </ac:spMkLst>
        </pc:spChg>
        <pc:spChg chg="add del mod">
          <ac:chgData name="Arun Sunar" userId="3fa9774ca67c7ab5" providerId="LiveId" clId="{9EEE29C5-E2B5-4ED8-A755-FFDF0B889A0F}" dt="2023-09-27T11:01:27.477" v="75" actId="478"/>
          <ac:spMkLst>
            <pc:docMk/>
            <pc:sldMk cId="4012115514" sldId="264"/>
            <ac:spMk id="5" creationId="{97DA1FA6-404E-61DE-CF77-2E885B39F3DA}"/>
          </ac:spMkLst>
        </pc:spChg>
        <pc:spChg chg="add mod">
          <ac:chgData name="Arun Sunar" userId="3fa9774ca67c7ab5" providerId="LiveId" clId="{9EEE29C5-E2B5-4ED8-A755-FFDF0B889A0F}" dt="2023-09-27T11:03:10.892" v="98" actId="27636"/>
          <ac:spMkLst>
            <pc:docMk/>
            <pc:sldMk cId="4012115514" sldId="264"/>
            <ac:spMk id="6" creationId="{A7C27C3D-B9A2-1A6C-11F1-48D7AA30CFAB}"/>
          </ac:spMkLst>
        </pc:spChg>
        <pc:picChg chg="add mod">
          <ac:chgData name="Arun Sunar" userId="3fa9774ca67c7ab5" providerId="LiveId" clId="{9EEE29C5-E2B5-4ED8-A755-FFDF0B889A0F}" dt="2023-09-27T11:02:50.734" v="93" actId="1076"/>
          <ac:picMkLst>
            <pc:docMk/>
            <pc:sldMk cId="4012115514" sldId="264"/>
            <ac:picMk id="2050" creationId="{B0F479D6-6443-F97B-4FA0-4DDBBD7EBAA0}"/>
          </ac:picMkLst>
        </pc:picChg>
      </pc:sldChg>
      <pc:sldChg chg="modSp add mod ord">
        <pc:chgData name="Arun Sunar" userId="3fa9774ca67c7ab5" providerId="LiveId" clId="{9EEE29C5-E2B5-4ED8-A755-FFDF0B889A0F}" dt="2023-09-27T11:05:05.306" v="104"/>
        <pc:sldMkLst>
          <pc:docMk/>
          <pc:sldMk cId="2279373776" sldId="265"/>
        </pc:sldMkLst>
        <pc:spChg chg="mod">
          <ac:chgData name="Arun Sunar" userId="3fa9774ca67c7ab5" providerId="LiveId" clId="{9EEE29C5-E2B5-4ED8-A755-FFDF0B889A0F}" dt="2023-09-27T11:04:40.529" v="103"/>
          <ac:spMkLst>
            <pc:docMk/>
            <pc:sldMk cId="2279373776" sldId="265"/>
            <ac:spMk id="2" creationId="{15EAC6DB-9E10-E2EE-E9F4-C79405E82D48}"/>
          </ac:spMkLst>
        </pc:spChg>
        <pc:spChg chg="mod">
          <ac:chgData name="Arun Sunar" userId="3fa9774ca67c7ab5" providerId="LiveId" clId="{9EEE29C5-E2B5-4ED8-A755-FFDF0B889A0F}" dt="2023-09-27T11:05:05.306" v="104"/>
          <ac:spMkLst>
            <pc:docMk/>
            <pc:sldMk cId="2279373776" sldId="265"/>
            <ac:spMk id="3" creationId="{FB2018C1-3B24-5D26-230C-40A1B080FFE2}"/>
          </ac:spMkLst>
        </pc:spChg>
      </pc:sldChg>
      <pc:sldChg chg="addSp delSp modSp add mod ord">
        <pc:chgData name="Arun Sunar" userId="3fa9774ca67c7ab5" providerId="LiveId" clId="{9EEE29C5-E2B5-4ED8-A755-FFDF0B889A0F}" dt="2023-09-27T11:05:50.907" v="112" actId="1076"/>
        <pc:sldMkLst>
          <pc:docMk/>
          <pc:sldMk cId="2114478112" sldId="266"/>
        </pc:sldMkLst>
        <pc:spChg chg="mod">
          <ac:chgData name="Arun Sunar" userId="3fa9774ca67c7ab5" providerId="LiveId" clId="{9EEE29C5-E2B5-4ED8-A755-FFDF0B889A0F}" dt="2023-09-27T11:05:33.399" v="108"/>
          <ac:spMkLst>
            <pc:docMk/>
            <pc:sldMk cId="2114478112" sldId="266"/>
            <ac:spMk id="2" creationId="{15EAC6DB-9E10-E2EE-E9F4-C79405E82D48}"/>
          </ac:spMkLst>
        </pc:spChg>
        <pc:spChg chg="del">
          <ac:chgData name="Arun Sunar" userId="3fa9774ca67c7ab5" providerId="LiveId" clId="{9EEE29C5-E2B5-4ED8-A755-FFDF0B889A0F}" dt="2023-09-27T11:05:37.353" v="110" actId="478"/>
          <ac:spMkLst>
            <pc:docMk/>
            <pc:sldMk cId="2114478112" sldId="266"/>
            <ac:spMk id="6" creationId="{A7C27C3D-B9A2-1A6C-11F1-48D7AA30CFAB}"/>
          </ac:spMkLst>
        </pc:spChg>
        <pc:picChg chg="del">
          <ac:chgData name="Arun Sunar" userId="3fa9774ca67c7ab5" providerId="LiveId" clId="{9EEE29C5-E2B5-4ED8-A755-FFDF0B889A0F}" dt="2023-09-27T11:05:35.775" v="109" actId="478"/>
          <ac:picMkLst>
            <pc:docMk/>
            <pc:sldMk cId="2114478112" sldId="266"/>
            <ac:picMk id="2050" creationId="{B0F479D6-6443-F97B-4FA0-4DDBBD7EBAA0}"/>
          </ac:picMkLst>
        </pc:picChg>
        <pc:picChg chg="add mod">
          <ac:chgData name="Arun Sunar" userId="3fa9774ca67c7ab5" providerId="LiveId" clId="{9EEE29C5-E2B5-4ED8-A755-FFDF0B889A0F}" dt="2023-09-27T11:05:50.907" v="112" actId="1076"/>
          <ac:picMkLst>
            <pc:docMk/>
            <pc:sldMk cId="2114478112" sldId="266"/>
            <ac:picMk id="3074" creationId="{0F9C152E-1111-D766-4C8A-D209F86DD252}"/>
          </ac:picMkLst>
        </pc:picChg>
      </pc:sldChg>
      <pc:sldChg chg="addSp delSp modSp add mod">
        <pc:chgData name="Arun Sunar" userId="3fa9774ca67c7ab5" providerId="LiveId" clId="{9EEE29C5-E2B5-4ED8-A755-FFDF0B889A0F}" dt="2023-09-27T12:17:14.757" v="117" actId="22"/>
        <pc:sldMkLst>
          <pc:docMk/>
          <pc:sldMk cId="3760975862" sldId="267"/>
        </pc:sldMkLst>
        <pc:spChg chg="del">
          <ac:chgData name="Arun Sunar" userId="3fa9774ca67c7ab5" providerId="LiveId" clId="{9EEE29C5-E2B5-4ED8-A755-FFDF0B889A0F}" dt="2023-09-27T12:17:10.212" v="114" actId="478"/>
          <ac:spMkLst>
            <pc:docMk/>
            <pc:sldMk cId="3760975862" sldId="267"/>
            <ac:spMk id="2" creationId="{15EAC6DB-9E10-E2EE-E9F4-C79405E82D48}"/>
          </ac:spMkLst>
        </pc:spChg>
        <pc:spChg chg="add del mod">
          <ac:chgData name="Arun Sunar" userId="3fa9774ca67c7ab5" providerId="LiveId" clId="{9EEE29C5-E2B5-4ED8-A755-FFDF0B889A0F}" dt="2023-09-27T12:17:13.028" v="116" actId="478"/>
          <ac:spMkLst>
            <pc:docMk/>
            <pc:sldMk cId="3760975862" sldId="267"/>
            <ac:spMk id="4" creationId="{54256326-6FCD-4489-F5F8-66970E403E7C}"/>
          </ac:spMkLst>
        </pc:spChg>
        <pc:picChg chg="add">
          <ac:chgData name="Arun Sunar" userId="3fa9774ca67c7ab5" providerId="LiveId" clId="{9EEE29C5-E2B5-4ED8-A755-FFDF0B889A0F}" dt="2023-09-27T12:17:14.757" v="117" actId="22"/>
          <ac:picMkLst>
            <pc:docMk/>
            <pc:sldMk cId="3760975862" sldId="267"/>
            <ac:picMk id="6" creationId="{870E90B0-7060-18E5-1764-72F7E3B90A6F}"/>
          </ac:picMkLst>
        </pc:picChg>
        <pc:picChg chg="del">
          <ac:chgData name="Arun Sunar" userId="3fa9774ca67c7ab5" providerId="LiveId" clId="{9EEE29C5-E2B5-4ED8-A755-FFDF0B889A0F}" dt="2023-09-27T12:17:11.163" v="115" actId="478"/>
          <ac:picMkLst>
            <pc:docMk/>
            <pc:sldMk cId="3760975862" sldId="267"/>
            <ac:picMk id="3074" creationId="{0F9C152E-1111-D766-4C8A-D209F86DD252}"/>
          </ac:picMkLst>
        </pc:picChg>
      </pc:sldChg>
      <pc:sldChg chg="addSp delSp add mod">
        <pc:chgData name="Arun Sunar" userId="3fa9774ca67c7ab5" providerId="LiveId" clId="{9EEE29C5-E2B5-4ED8-A755-FFDF0B889A0F}" dt="2023-09-27T12:19:38.792" v="120" actId="22"/>
        <pc:sldMkLst>
          <pc:docMk/>
          <pc:sldMk cId="1198107578" sldId="268"/>
        </pc:sldMkLst>
        <pc:picChg chg="add">
          <ac:chgData name="Arun Sunar" userId="3fa9774ca67c7ab5" providerId="LiveId" clId="{9EEE29C5-E2B5-4ED8-A755-FFDF0B889A0F}" dt="2023-09-27T12:19:38.792" v="120" actId="22"/>
          <ac:picMkLst>
            <pc:docMk/>
            <pc:sldMk cId="1198107578" sldId="268"/>
            <ac:picMk id="3" creationId="{A2EBB744-A229-B4D6-7B4B-E4F035B0DC33}"/>
          </ac:picMkLst>
        </pc:picChg>
        <pc:picChg chg="del">
          <ac:chgData name="Arun Sunar" userId="3fa9774ca67c7ab5" providerId="LiveId" clId="{9EEE29C5-E2B5-4ED8-A755-FFDF0B889A0F}" dt="2023-09-27T12:19:37.898" v="119" actId="478"/>
          <ac:picMkLst>
            <pc:docMk/>
            <pc:sldMk cId="1198107578" sldId="268"/>
            <ac:picMk id="6" creationId="{870E90B0-7060-18E5-1764-72F7E3B90A6F}"/>
          </ac:picMkLst>
        </pc:picChg>
      </pc:sldChg>
      <pc:sldChg chg="addSp delSp add mod">
        <pc:chgData name="Arun Sunar" userId="3fa9774ca67c7ab5" providerId="LiveId" clId="{9EEE29C5-E2B5-4ED8-A755-FFDF0B889A0F}" dt="2023-09-27T12:21:31.642" v="123" actId="22"/>
        <pc:sldMkLst>
          <pc:docMk/>
          <pc:sldMk cId="2729151995" sldId="269"/>
        </pc:sldMkLst>
        <pc:picChg chg="del">
          <ac:chgData name="Arun Sunar" userId="3fa9774ca67c7ab5" providerId="LiveId" clId="{9EEE29C5-E2B5-4ED8-A755-FFDF0B889A0F}" dt="2023-09-27T12:21:31.173" v="122" actId="478"/>
          <ac:picMkLst>
            <pc:docMk/>
            <pc:sldMk cId="2729151995" sldId="269"/>
            <ac:picMk id="3" creationId="{A2EBB744-A229-B4D6-7B4B-E4F035B0DC33}"/>
          </ac:picMkLst>
        </pc:picChg>
        <pc:picChg chg="add">
          <ac:chgData name="Arun Sunar" userId="3fa9774ca67c7ab5" providerId="LiveId" clId="{9EEE29C5-E2B5-4ED8-A755-FFDF0B889A0F}" dt="2023-09-27T12:21:31.642" v="123" actId="22"/>
          <ac:picMkLst>
            <pc:docMk/>
            <pc:sldMk cId="2729151995" sldId="269"/>
            <ac:picMk id="4" creationId="{7347A72A-79EF-74BC-FB7B-782E19F467D3}"/>
          </ac:picMkLst>
        </pc:picChg>
      </pc:sldChg>
      <pc:sldChg chg="addSp delSp add mod">
        <pc:chgData name="Arun Sunar" userId="3fa9774ca67c7ab5" providerId="LiveId" clId="{9EEE29C5-E2B5-4ED8-A755-FFDF0B889A0F}" dt="2023-09-27T12:23:11.190" v="126" actId="22"/>
        <pc:sldMkLst>
          <pc:docMk/>
          <pc:sldMk cId="2890964640" sldId="270"/>
        </pc:sldMkLst>
        <pc:picChg chg="add">
          <ac:chgData name="Arun Sunar" userId="3fa9774ca67c7ab5" providerId="LiveId" clId="{9EEE29C5-E2B5-4ED8-A755-FFDF0B889A0F}" dt="2023-09-27T12:23:11.190" v="126" actId="22"/>
          <ac:picMkLst>
            <pc:docMk/>
            <pc:sldMk cId="2890964640" sldId="270"/>
            <ac:picMk id="3" creationId="{C74CC7B6-9A97-BB38-8204-8D4C1252398B}"/>
          </ac:picMkLst>
        </pc:picChg>
        <pc:picChg chg="del">
          <ac:chgData name="Arun Sunar" userId="3fa9774ca67c7ab5" providerId="LiveId" clId="{9EEE29C5-E2B5-4ED8-A755-FFDF0B889A0F}" dt="2023-09-27T12:23:10.099" v="125" actId="478"/>
          <ac:picMkLst>
            <pc:docMk/>
            <pc:sldMk cId="2890964640" sldId="270"/>
            <ac:picMk id="4" creationId="{7347A72A-79EF-74BC-FB7B-782E19F467D3}"/>
          </ac:picMkLst>
        </pc:picChg>
      </pc:sldChg>
      <pc:sldChg chg="addSp delSp add mod">
        <pc:chgData name="Arun Sunar" userId="3fa9774ca67c7ab5" providerId="LiveId" clId="{9EEE29C5-E2B5-4ED8-A755-FFDF0B889A0F}" dt="2023-09-27T12:24:19.177" v="129" actId="22"/>
        <pc:sldMkLst>
          <pc:docMk/>
          <pc:sldMk cId="71362401" sldId="271"/>
        </pc:sldMkLst>
        <pc:picChg chg="del">
          <ac:chgData name="Arun Sunar" userId="3fa9774ca67c7ab5" providerId="LiveId" clId="{9EEE29C5-E2B5-4ED8-A755-FFDF0B889A0F}" dt="2023-09-27T12:24:18.317" v="128" actId="478"/>
          <ac:picMkLst>
            <pc:docMk/>
            <pc:sldMk cId="71362401" sldId="271"/>
            <ac:picMk id="3" creationId="{C74CC7B6-9A97-BB38-8204-8D4C1252398B}"/>
          </ac:picMkLst>
        </pc:picChg>
        <pc:picChg chg="add">
          <ac:chgData name="Arun Sunar" userId="3fa9774ca67c7ab5" providerId="LiveId" clId="{9EEE29C5-E2B5-4ED8-A755-FFDF0B889A0F}" dt="2023-09-27T12:24:19.177" v="129" actId="22"/>
          <ac:picMkLst>
            <pc:docMk/>
            <pc:sldMk cId="71362401" sldId="271"/>
            <ac:picMk id="4" creationId="{62D4B215-4D25-7018-B24B-0077763DF76E}"/>
          </ac:picMkLst>
        </pc:picChg>
      </pc:sldChg>
      <pc:sldChg chg="addSp delSp add mod">
        <pc:chgData name="Arun Sunar" userId="3fa9774ca67c7ab5" providerId="LiveId" clId="{9EEE29C5-E2B5-4ED8-A755-FFDF0B889A0F}" dt="2023-09-27T12:24:46.949" v="132" actId="22"/>
        <pc:sldMkLst>
          <pc:docMk/>
          <pc:sldMk cId="4028620717" sldId="272"/>
        </pc:sldMkLst>
        <pc:picChg chg="add">
          <ac:chgData name="Arun Sunar" userId="3fa9774ca67c7ab5" providerId="LiveId" clId="{9EEE29C5-E2B5-4ED8-A755-FFDF0B889A0F}" dt="2023-09-27T12:24:46.949" v="132" actId="22"/>
          <ac:picMkLst>
            <pc:docMk/>
            <pc:sldMk cId="4028620717" sldId="272"/>
            <ac:picMk id="3" creationId="{68BC57C4-BFA6-F86C-D67C-C447B59C703F}"/>
          </ac:picMkLst>
        </pc:picChg>
        <pc:picChg chg="del">
          <ac:chgData name="Arun Sunar" userId="3fa9774ca67c7ab5" providerId="LiveId" clId="{9EEE29C5-E2B5-4ED8-A755-FFDF0B889A0F}" dt="2023-09-27T12:24:46.412" v="131" actId="478"/>
          <ac:picMkLst>
            <pc:docMk/>
            <pc:sldMk cId="4028620717" sldId="272"/>
            <ac:picMk id="4" creationId="{62D4B215-4D25-7018-B24B-0077763DF76E}"/>
          </ac:picMkLst>
        </pc:picChg>
      </pc:sldChg>
      <pc:sldChg chg="addSp delSp add mod">
        <pc:chgData name="Arun Sunar" userId="3fa9774ca67c7ab5" providerId="LiveId" clId="{9EEE29C5-E2B5-4ED8-A755-FFDF0B889A0F}" dt="2023-09-27T12:26:07.908" v="135" actId="22"/>
        <pc:sldMkLst>
          <pc:docMk/>
          <pc:sldMk cId="3772900356" sldId="273"/>
        </pc:sldMkLst>
        <pc:picChg chg="del">
          <ac:chgData name="Arun Sunar" userId="3fa9774ca67c7ab5" providerId="LiveId" clId="{9EEE29C5-E2B5-4ED8-A755-FFDF0B889A0F}" dt="2023-09-27T12:26:07.329" v="134" actId="478"/>
          <ac:picMkLst>
            <pc:docMk/>
            <pc:sldMk cId="3772900356" sldId="273"/>
            <ac:picMk id="3" creationId="{68BC57C4-BFA6-F86C-D67C-C447B59C703F}"/>
          </ac:picMkLst>
        </pc:picChg>
        <pc:picChg chg="add">
          <ac:chgData name="Arun Sunar" userId="3fa9774ca67c7ab5" providerId="LiveId" clId="{9EEE29C5-E2B5-4ED8-A755-FFDF0B889A0F}" dt="2023-09-27T12:26:07.908" v="135" actId="22"/>
          <ac:picMkLst>
            <pc:docMk/>
            <pc:sldMk cId="3772900356" sldId="273"/>
            <ac:picMk id="4" creationId="{71C7506A-2A26-AC9A-05F5-7785A2F2B995}"/>
          </ac:picMkLst>
        </pc:picChg>
      </pc:sldChg>
      <pc:sldChg chg="addSp delSp modSp new mod">
        <pc:chgData name="Arun Sunar" userId="3fa9774ca67c7ab5" providerId="LiveId" clId="{9EEE29C5-E2B5-4ED8-A755-FFDF0B889A0F}" dt="2023-10-02T12:30:44.927" v="226" actId="20577"/>
        <pc:sldMkLst>
          <pc:docMk/>
          <pc:sldMk cId="1081774731" sldId="274"/>
        </pc:sldMkLst>
        <pc:spChg chg="mod">
          <ac:chgData name="Arun Sunar" userId="3fa9774ca67c7ab5" providerId="LiveId" clId="{9EEE29C5-E2B5-4ED8-A755-FFDF0B889A0F}" dt="2023-10-02T12:30:44.927" v="226" actId="20577"/>
          <ac:spMkLst>
            <pc:docMk/>
            <pc:sldMk cId="1081774731" sldId="274"/>
            <ac:spMk id="3" creationId="{FFF67C47-1CE6-B230-055B-207F90156FCA}"/>
          </ac:spMkLst>
        </pc:spChg>
        <pc:picChg chg="add del">
          <ac:chgData name="Arun Sunar" userId="3fa9774ca67c7ab5" providerId="LiveId" clId="{9EEE29C5-E2B5-4ED8-A755-FFDF0B889A0F}" dt="2023-10-02T12:29:42.627" v="219" actId="22"/>
          <ac:picMkLst>
            <pc:docMk/>
            <pc:sldMk cId="1081774731" sldId="274"/>
            <ac:picMk id="5" creationId="{EDC7E379-4C60-AC5D-BB7C-3D2D7CAE163C}"/>
          </ac:picMkLst>
        </pc:picChg>
      </pc:sldChg>
      <pc:sldChg chg="addSp delSp add mod">
        <pc:chgData name="Arun Sunar" userId="3fa9774ca67c7ab5" providerId="LiveId" clId="{9EEE29C5-E2B5-4ED8-A755-FFDF0B889A0F}" dt="2023-09-27T12:27:32.339" v="143" actId="22"/>
        <pc:sldMkLst>
          <pc:docMk/>
          <pc:sldMk cId="775726940" sldId="275"/>
        </pc:sldMkLst>
        <pc:picChg chg="add del">
          <ac:chgData name="Arun Sunar" userId="3fa9774ca67c7ab5" providerId="LiveId" clId="{9EEE29C5-E2B5-4ED8-A755-FFDF0B889A0F}" dt="2023-09-27T12:27:31.828" v="142" actId="478"/>
          <ac:picMkLst>
            <pc:docMk/>
            <pc:sldMk cId="775726940" sldId="275"/>
            <ac:picMk id="3" creationId="{EB304C5F-B17A-40C2-4C3B-97DFCBFB5AA7}"/>
          </ac:picMkLst>
        </pc:picChg>
        <pc:picChg chg="del">
          <ac:chgData name="Arun Sunar" userId="3fa9774ca67c7ab5" providerId="LiveId" clId="{9EEE29C5-E2B5-4ED8-A755-FFDF0B889A0F}" dt="2023-09-27T12:27:09.867" v="140" actId="478"/>
          <ac:picMkLst>
            <pc:docMk/>
            <pc:sldMk cId="775726940" sldId="275"/>
            <ac:picMk id="4" creationId="{71C7506A-2A26-AC9A-05F5-7785A2F2B995}"/>
          </ac:picMkLst>
        </pc:picChg>
        <pc:picChg chg="add">
          <ac:chgData name="Arun Sunar" userId="3fa9774ca67c7ab5" providerId="LiveId" clId="{9EEE29C5-E2B5-4ED8-A755-FFDF0B889A0F}" dt="2023-09-27T12:27:32.339" v="143" actId="22"/>
          <ac:picMkLst>
            <pc:docMk/>
            <pc:sldMk cId="775726940" sldId="275"/>
            <ac:picMk id="6" creationId="{1173538E-1D97-0511-B903-FC8B8037F655}"/>
          </ac:picMkLst>
        </pc:picChg>
      </pc:sldChg>
      <pc:sldChg chg="add">
        <pc:chgData name="Arun Sunar" userId="3fa9774ca67c7ab5" providerId="LiveId" clId="{9EEE29C5-E2B5-4ED8-A755-FFDF0B889A0F}" dt="2023-09-27T12:27:35.192" v="144" actId="2890"/>
        <pc:sldMkLst>
          <pc:docMk/>
          <pc:sldMk cId="112124230" sldId="276"/>
        </pc:sldMkLst>
      </pc:sldChg>
      <pc:sldChg chg="addSp delSp add mod">
        <pc:chgData name="Arun Sunar" userId="3fa9774ca67c7ab5" providerId="LiveId" clId="{9EEE29C5-E2B5-4ED8-A755-FFDF0B889A0F}" dt="2023-09-27T12:28:20.777" v="147" actId="22"/>
        <pc:sldMkLst>
          <pc:docMk/>
          <pc:sldMk cId="1919280904" sldId="277"/>
        </pc:sldMkLst>
        <pc:picChg chg="add">
          <ac:chgData name="Arun Sunar" userId="3fa9774ca67c7ab5" providerId="LiveId" clId="{9EEE29C5-E2B5-4ED8-A755-FFDF0B889A0F}" dt="2023-09-27T12:28:20.777" v="147" actId="22"/>
          <ac:picMkLst>
            <pc:docMk/>
            <pc:sldMk cId="1919280904" sldId="277"/>
            <ac:picMk id="3" creationId="{364DD153-086F-511C-2D86-DFD3794FE113}"/>
          </ac:picMkLst>
        </pc:picChg>
        <pc:picChg chg="del">
          <ac:chgData name="Arun Sunar" userId="3fa9774ca67c7ab5" providerId="LiveId" clId="{9EEE29C5-E2B5-4ED8-A755-FFDF0B889A0F}" dt="2023-09-27T12:28:20.237" v="146" actId="478"/>
          <ac:picMkLst>
            <pc:docMk/>
            <pc:sldMk cId="1919280904" sldId="277"/>
            <ac:picMk id="6" creationId="{1173538E-1D97-0511-B903-FC8B8037F655}"/>
          </ac:picMkLst>
        </pc:picChg>
      </pc:sldChg>
      <pc:sldChg chg="addSp delSp add mod">
        <pc:chgData name="Arun Sunar" userId="3fa9774ca67c7ab5" providerId="LiveId" clId="{9EEE29C5-E2B5-4ED8-A755-FFDF0B889A0F}" dt="2023-09-27T12:33:25.545" v="150" actId="22"/>
        <pc:sldMkLst>
          <pc:docMk/>
          <pc:sldMk cId="3416786459" sldId="278"/>
        </pc:sldMkLst>
        <pc:picChg chg="del">
          <ac:chgData name="Arun Sunar" userId="3fa9774ca67c7ab5" providerId="LiveId" clId="{9EEE29C5-E2B5-4ED8-A755-FFDF0B889A0F}" dt="2023-09-27T12:33:24.072" v="149" actId="478"/>
          <ac:picMkLst>
            <pc:docMk/>
            <pc:sldMk cId="3416786459" sldId="278"/>
            <ac:picMk id="3" creationId="{364DD153-086F-511C-2D86-DFD3794FE113}"/>
          </ac:picMkLst>
        </pc:picChg>
        <pc:picChg chg="add">
          <ac:chgData name="Arun Sunar" userId="3fa9774ca67c7ab5" providerId="LiveId" clId="{9EEE29C5-E2B5-4ED8-A755-FFDF0B889A0F}" dt="2023-09-27T12:33:25.545" v="150" actId="22"/>
          <ac:picMkLst>
            <pc:docMk/>
            <pc:sldMk cId="3416786459" sldId="278"/>
            <ac:picMk id="4" creationId="{47BE2CE6-96B3-B658-321A-C53F37C2CE1A}"/>
          </ac:picMkLst>
        </pc:picChg>
      </pc:sldChg>
      <pc:sldChg chg="addSp delSp add mod">
        <pc:chgData name="Arun Sunar" userId="3fa9774ca67c7ab5" providerId="LiveId" clId="{9EEE29C5-E2B5-4ED8-A755-FFDF0B889A0F}" dt="2023-09-27T12:33:54.114" v="153" actId="22"/>
        <pc:sldMkLst>
          <pc:docMk/>
          <pc:sldMk cId="4095795236" sldId="279"/>
        </pc:sldMkLst>
        <pc:picChg chg="add">
          <ac:chgData name="Arun Sunar" userId="3fa9774ca67c7ab5" providerId="LiveId" clId="{9EEE29C5-E2B5-4ED8-A755-FFDF0B889A0F}" dt="2023-09-27T12:33:54.114" v="153" actId="22"/>
          <ac:picMkLst>
            <pc:docMk/>
            <pc:sldMk cId="4095795236" sldId="279"/>
            <ac:picMk id="3" creationId="{87AAEA6D-E449-4867-C0D4-B92D569EB4EC}"/>
          </ac:picMkLst>
        </pc:picChg>
        <pc:picChg chg="del">
          <ac:chgData name="Arun Sunar" userId="3fa9774ca67c7ab5" providerId="LiveId" clId="{9EEE29C5-E2B5-4ED8-A755-FFDF0B889A0F}" dt="2023-09-27T12:33:53.162" v="152" actId="478"/>
          <ac:picMkLst>
            <pc:docMk/>
            <pc:sldMk cId="4095795236" sldId="279"/>
            <ac:picMk id="4" creationId="{47BE2CE6-96B3-B658-321A-C53F37C2CE1A}"/>
          </ac:picMkLst>
        </pc:picChg>
      </pc:sldChg>
      <pc:sldChg chg="addSp delSp add mod">
        <pc:chgData name="Arun Sunar" userId="3fa9774ca67c7ab5" providerId="LiveId" clId="{9EEE29C5-E2B5-4ED8-A755-FFDF0B889A0F}" dt="2023-09-27T12:34:55.781" v="156" actId="22"/>
        <pc:sldMkLst>
          <pc:docMk/>
          <pc:sldMk cId="1796245544" sldId="280"/>
        </pc:sldMkLst>
        <pc:picChg chg="del">
          <ac:chgData name="Arun Sunar" userId="3fa9774ca67c7ab5" providerId="LiveId" clId="{9EEE29C5-E2B5-4ED8-A755-FFDF0B889A0F}" dt="2023-09-27T12:34:55.052" v="155" actId="478"/>
          <ac:picMkLst>
            <pc:docMk/>
            <pc:sldMk cId="1796245544" sldId="280"/>
            <ac:picMk id="3" creationId="{87AAEA6D-E449-4867-C0D4-B92D569EB4EC}"/>
          </ac:picMkLst>
        </pc:picChg>
        <pc:picChg chg="add">
          <ac:chgData name="Arun Sunar" userId="3fa9774ca67c7ab5" providerId="LiveId" clId="{9EEE29C5-E2B5-4ED8-A755-FFDF0B889A0F}" dt="2023-09-27T12:34:55.781" v="156" actId="22"/>
          <ac:picMkLst>
            <pc:docMk/>
            <pc:sldMk cId="1796245544" sldId="280"/>
            <ac:picMk id="4" creationId="{6A0E3EF0-55DB-82E9-5769-2BA03EA43919}"/>
          </ac:picMkLst>
        </pc:picChg>
      </pc:sldChg>
      <pc:sldChg chg="addSp delSp add mod">
        <pc:chgData name="Arun Sunar" userId="3fa9774ca67c7ab5" providerId="LiveId" clId="{9EEE29C5-E2B5-4ED8-A755-FFDF0B889A0F}" dt="2023-09-27T12:36:09.672" v="159" actId="22"/>
        <pc:sldMkLst>
          <pc:docMk/>
          <pc:sldMk cId="2121399996" sldId="281"/>
        </pc:sldMkLst>
        <pc:picChg chg="add">
          <ac:chgData name="Arun Sunar" userId="3fa9774ca67c7ab5" providerId="LiveId" clId="{9EEE29C5-E2B5-4ED8-A755-FFDF0B889A0F}" dt="2023-09-27T12:36:09.672" v="159" actId="22"/>
          <ac:picMkLst>
            <pc:docMk/>
            <pc:sldMk cId="2121399996" sldId="281"/>
            <ac:picMk id="3" creationId="{17230731-5425-FB60-609E-6225ED6F00FB}"/>
          </ac:picMkLst>
        </pc:picChg>
        <pc:picChg chg="del">
          <ac:chgData name="Arun Sunar" userId="3fa9774ca67c7ab5" providerId="LiveId" clId="{9EEE29C5-E2B5-4ED8-A755-FFDF0B889A0F}" dt="2023-09-27T12:36:08.623" v="158" actId="478"/>
          <ac:picMkLst>
            <pc:docMk/>
            <pc:sldMk cId="2121399996" sldId="281"/>
            <ac:picMk id="4" creationId="{6A0E3EF0-55DB-82E9-5769-2BA03EA43919}"/>
          </ac:picMkLst>
        </pc:picChg>
      </pc:sldChg>
      <pc:sldChg chg="addSp delSp add mod">
        <pc:chgData name="Arun Sunar" userId="3fa9774ca67c7ab5" providerId="LiveId" clId="{9EEE29C5-E2B5-4ED8-A755-FFDF0B889A0F}" dt="2023-09-27T12:36:43.688" v="162" actId="22"/>
        <pc:sldMkLst>
          <pc:docMk/>
          <pc:sldMk cId="1403958975" sldId="282"/>
        </pc:sldMkLst>
        <pc:picChg chg="add">
          <ac:chgData name="Arun Sunar" userId="3fa9774ca67c7ab5" providerId="LiveId" clId="{9EEE29C5-E2B5-4ED8-A755-FFDF0B889A0F}" dt="2023-09-27T12:36:43.688" v="162" actId="22"/>
          <ac:picMkLst>
            <pc:docMk/>
            <pc:sldMk cId="1403958975" sldId="282"/>
            <ac:picMk id="3" creationId="{CEE658CC-06ED-4650-F116-01CF521E177C}"/>
          </ac:picMkLst>
        </pc:picChg>
        <pc:picChg chg="del">
          <ac:chgData name="Arun Sunar" userId="3fa9774ca67c7ab5" providerId="LiveId" clId="{9EEE29C5-E2B5-4ED8-A755-FFDF0B889A0F}" dt="2023-09-27T12:36:42.928" v="161" actId="478"/>
          <ac:picMkLst>
            <pc:docMk/>
            <pc:sldMk cId="1403958975" sldId="282"/>
            <ac:picMk id="4" creationId="{6A0E3EF0-55DB-82E9-5769-2BA03EA43919}"/>
          </ac:picMkLst>
        </pc:picChg>
      </pc:sldChg>
      <pc:sldChg chg="addSp delSp add mod">
        <pc:chgData name="Arun Sunar" userId="3fa9774ca67c7ab5" providerId="LiveId" clId="{9EEE29C5-E2B5-4ED8-A755-FFDF0B889A0F}" dt="2023-09-28T01:39:14.886" v="165" actId="22"/>
        <pc:sldMkLst>
          <pc:docMk/>
          <pc:sldMk cId="453137847" sldId="283"/>
        </pc:sldMkLst>
        <pc:picChg chg="del">
          <ac:chgData name="Arun Sunar" userId="3fa9774ca67c7ab5" providerId="LiveId" clId="{9EEE29C5-E2B5-4ED8-A755-FFDF0B889A0F}" dt="2023-09-28T01:39:13.307" v="164" actId="478"/>
          <ac:picMkLst>
            <pc:docMk/>
            <pc:sldMk cId="453137847" sldId="283"/>
            <ac:picMk id="3" creationId="{17230731-5425-FB60-609E-6225ED6F00FB}"/>
          </ac:picMkLst>
        </pc:picChg>
        <pc:picChg chg="add">
          <ac:chgData name="Arun Sunar" userId="3fa9774ca67c7ab5" providerId="LiveId" clId="{9EEE29C5-E2B5-4ED8-A755-FFDF0B889A0F}" dt="2023-09-28T01:39:14.886" v="165" actId="22"/>
          <ac:picMkLst>
            <pc:docMk/>
            <pc:sldMk cId="453137847" sldId="283"/>
            <ac:picMk id="4" creationId="{37B04955-672A-E23B-358C-71C59114518E}"/>
          </ac:picMkLst>
        </pc:picChg>
      </pc:sldChg>
      <pc:sldChg chg="addSp delSp add mod">
        <pc:chgData name="Arun Sunar" userId="3fa9774ca67c7ab5" providerId="LiveId" clId="{9EEE29C5-E2B5-4ED8-A755-FFDF0B889A0F}" dt="2023-09-28T02:02:58.407" v="168" actId="22"/>
        <pc:sldMkLst>
          <pc:docMk/>
          <pc:sldMk cId="3682260048" sldId="284"/>
        </pc:sldMkLst>
        <pc:picChg chg="add">
          <ac:chgData name="Arun Sunar" userId="3fa9774ca67c7ab5" providerId="LiveId" clId="{9EEE29C5-E2B5-4ED8-A755-FFDF0B889A0F}" dt="2023-09-28T02:02:58.407" v="168" actId="22"/>
          <ac:picMkLst>
            <pc:docMk/>
            <pc:sldMk cId="3682260048" sldId="284"/>
            <ac:picMk id="3" creationId="{2CBF8012-C2B1-5BF2-C7CC-A044E1305202}"/>
          </ac:picMkLst>
        </pc:picChg>
        <pc:picChg chg="del">
          <ac:chgData name="Arun Sunar" userId="3fa9774ca67c7ab5" providerId="LiveId" clId="{9EEE29C5-E2B5-4ED8-A755-FFDF0B889A0F}" dt="2023-09-28T02:02:56.831" v="167" actId="478"/>
          <ac:picMkLst>
            <pc:docMk/>
            <pc:sldMk cId="3682260048" sldId="284"/>
            <ac:picMk id="4" creationId="{37B04955-672A-E23B-358C-71C59114518E}"/>
          </ac:picMkLst>
        </pc:picChg>
      </pc:sldChg>
      <pc:sldChg chg="addSp delSp add mod">
        <pc:chgData name="Arun Sunar" userId="3fa9774ca67c7ab5" providerId="LiveId" clId="{9EEE29C5-E2B5-4ED8-A755-FFDF0B889A0F}" dt="2023-09-28T02:06:11.266" v="171" actId="22"/>
        <pc:sldMkLst>
          <pc:docMk/>
          <pc:sldMk cId="3523953140" sldId="285"/>
        </pc:sldMkLst>
        <pc:picChg chg="del">
          <ac:chgData name="Arun Sunar" userId="3fa9774ca67c7ab5" providerId="LiveId" clId="{9EEE29C5-E2B5-4ED8-A755-FFDF0B889A0F}" dt="2023-09-28T02:06:09.473" v="170" actId="478"/>
          <ac:picMkLst>
            <pc:docMk/>
            <pc:sldMk cId="3523953140" sldId="285"/>
            <ac:picMk id="3" creationId="{2CBF8012-C2B1-5BF2-C7CC-A044E1305202}"/>
          </ac:picMkLst>
        </pc:picChg>
        <pc:picChg chg="add">
          <ac:chgData name="Arun Sunar" userId="3fa9774ca67c7ab5" providerId="LiveId" clId="{9EEE29C5-E2B5-4ED8-A755-FFDF0B889A0F}" dt="2023-09-28T02:06:11.266" v="171" actId="22"/>
          <ac:picMkLst>
            <pc:docMk/>
            <pc:sldMk cId="3523953140" sldId="285"/>
            <ac:picMk id="4" creationId="{C8D0044A-FB76-B63A-BD1C-843DDBE085BD}"/>
          </ac:picMkLst>
        </pc:picChg>
      </pc:sldChg>
      <pc:sldChg chg="addSp delSp add mod">
        <pc:chgData name="Arun Sunar" userId="3fa9774ca67c7ab5" providerId="LiveId" clId="{9EEE29C5-E2B5-4ED8-A755-FFDF0B889A0F}" dt="2023-09-28T02:15:18.845" v="174" actId="22"/>
        <pc:sldMkLst>
          <pc:docMk/>
          <pc:sldMk cId="4188486129" sldId="286"/>
        </pc:sldMkLst>
        <pc:picChg chg="add">
          <ac:chgData name="Arun Sunar" userId="3fa9774ca67c7ab5" providerId="LiveId" clId="{9EEE29C5-E2B5-4ED8-A755-FFDF0B889A0F}" dt="2023-09-28T02:15:18.845" v="174" actId="22"/>
          <ac:picMkLst>
            <pc:docMk/>
            <pc:sldMk cId="4188486129" sldId="286"/>
            <ac:picMk id="3" creationId="{BC747FAE-7FE2-5682-4BAF-7D78A6DA39F2}"/>
          </ac:picMkLst>
        </pc:picChg>
        <pc:picChg chg="del">
          <ac:chgData name="Arun Sunar" userId="3fa9774ca67c7ab5" providerId="LiveId" clId="{9EEE29C5-E2B5-4ED8-A755-FFDF0B889A0F}" dt="2023-09-28T02:15:17.296" v="173" actId="478"/>
          <ac:picMkLst>
            <pc:docMk/>
            <pc:sldMk cId="4188486129" sldId="286"/>
            <ac:picMk id="4" creationId="{C8D0044A-FB76-B63A-BD1C-843DDBE085BD}"/>
          </ac:picMkLst>
        </pc:picChg>
      </pc:sldChg>
      <pc:sldChg chg="addSp delSp add mod">
        <pc:chgData name="Arun Sunar" userId="3fa9774ca67c7ab5" providerId="LiveId" clId="{9EEE29C5-E2B5-4ED8-A755-FFDF0B889A0F}" dt="2023-09-28T02:17:26.375" v="179" actId="22"/>
        <pc:sldMkLst>
          <pc:docMk/>
          <pc:sldMk cId="1637861272" sldId="287"/>
        </pc:sldMkLst>
        <pc:picChg chg="del">
          <ac:chgData name="Arun Sunar" userId="3fa9774ca67c7ab5" providerId="LiveId" clId="{9EEE29C5-E2B5-4ED8-A755-FFDF0B889A0F}" dt="2023-09-28T02:17:05.934" v="176" actId="478"/>
          <ac:picMkLst>
            <pc:docMk/>
            <pc:sldMk cId="1637861272" sldId="287"/>
            <ac:picMk id="3" creationId="{BC747FAE-7FE2-5682-4BAF-7D78A6DA39F2}"/>
          </ac:picMkLst>
        </pc:picChg>
        <pc:picChg chg="add del">
          <ac:chgData name="Arun Sunar" userId="3fa9774ca67c7ab5" providerId="LiveId" clId="{9EEE29C5-E2B5-4ED8-A755-FFDF0B889A0F}" dt="2023-09-28T02:17:25.584" v="178" actId="478"/>
          <ac:picMkLst>
            <pc:docMk/>
            <pc:sldMk cId="1637861272" sldId="287"/>
            <ac:picMk id="4" creationId="{F7A3149F-5E82-1393-BE6E-9025F6817FFF}"/>
          </ac:picMkLst>
        </pc:picChg>
        <pc:picChg chg="add">
          <ac:chgData name="Arun Sunar" userId="3fa9774ca67c7ab5" providerId="LiveId" clId="{9EEE29C5-E2B5-4ED8-A755-FFDF0B889A0F}" dt="2023-09-28T02:17:26.375" v="179" actId="22"/>
          <ac:picMkLst>
            <pc:docMk/>
            <pc:sldMk cId="1637861272" sldId="287"/>
            <ac:picMk id="6" creationId="{82ED77C4-AF46-E3A4-063F-1BB9A4FA497C}"/>
          </ac:picMkLst>
        </pc:picChg>
      </pc:sldChg>
      <pc:sldChg chg="addSp delSp add mod">
        <pc:chgData name="Arun Sunar" userId="3fa9774ca67c7ab5" providerId="LiveId" clId="{9EEE29C5-E2B5-4ED8-A755-FFDF0B889A0F}" dt="2023-09-28T02:18:20.449" v="182" actId="22"/>
        <pc:sldMkLst>
          <pc:docMk/>
          <pc:sldMk cId="370771466" sldId="288"/>
        </pc:sldMkLst>
        <pc:picChg chg="add">
          <ac:chgData name="Arun Sunar" userId="3fa9774ca67c7ab5" providerId="LiveId" clId="{9EEE29C5-E2B5-4ED8-A755-FFDF0B889A0F}" dt="2023-09-28T02:18:20.449" v="182" actId="22"/>
          <ac:picMkLst>
            <pc:docMk/>
            <pc:sldMk cId="370771466" sldId="288"/>
            <ac:picMk id="3" creationId="{1F38CDF7-EFD9-285C-383D-66A201F2F7C4}"/>
          </ac:picMkLst>
        </pc:picChg>
        <pc:picChg chg="del">
          <ac:chgData name="Arun Sunar" userId="3fa9774ca67c7ab5" providerId="LiveId" clId="{9EEE29C5-E2B5-4ED8-A755-FFDF0B889A0F}" dt="2023-09-28T02:18:19.625" v="181" actId="478"/>
          <ac:picMkLst>
            <pc:docMk/>
            <pc:sldMk cId="370771466" sldId="288"/>
            <ac:picMk id="6" creationId="{82ED77C4-AF46-E3A4-063F-1BB9A4FA497C}"/>
          </ac:picMkLst>
        </pc:picChg>
      </pc:sldChg>
      <pc:sldChg chg="addSp delSp add mod">
        <pc:chgData name="Arun Sunar" userId="3fa9774ca67c7ab5" providerId="LiveId" clId="{9EEE29C5-E2B5-4ED8-A755-FFDF0B889A0F}" dt="2023-09-28T02:21:22.494" v="185" actId="22"/>
        <pc:sldMkLst>
          <pc:docMk/>
          <pc:sldMk cId="2134367982" sldId="289"/>
        </pc:sldMkLst>
        <pc:picChg chg="del">
          <ac:chgData name="Arun Sunar" userId="3fa9774ca67c7ab5" providerId="LiveId" clId="{9EEE29C5-E2B5-4ED8-A755-FFDF0B889A0F}" dt="2023-09-28T02:21:20.908" v="184" actId="478"/>
          <ac:picMkLst>
            <pc:docMk/>
            <pc:sldMk cId="2134367982" sldId="289"/>
            <ac:picMk id="3" creationId="{1F38CDF7-EFD9-285C-383D-66A201F2F7C4}"/>
          </ac:picMkLst>
        </pc:picChg>
        <pc:picChg chg="add">
          <ac:chgData name="Arun Sunar" userId="3fa9774ca67c7ab5" providerId="LiveId" clId="{9EEE29C5-E2B5-4ED8-A755-FFDF0B889A0F}" dt="2023-09-28T02:21:22.494" v="185" actId="22"/>
          <ac:picMkLst>
            <pc:docMk/>
            <pc:sldMk cId="2134367982" sldId="289"/>
            <ac:picMk id="4" creationId="{E742635C-F784-6177-E073-B80E9CB18156}"/>
          </ac:picMkLst>
        </pc:picChg>
      </pc:sldChg>
      <pc:sldChg chg="addSp delSp add mod">
        <pc:chgData name="Arun Sunar" userId="3fa9774ca67c7ab5" providerId="LiveId" clId="{9EEE29C5-E2B5-4ED8-A755-FFDF0B889A0F}" dt="2023-09-28T02:23:32.339" v="188" actId="22"/>
        <pc:sldMkLst>
          <pc:docMk/>
          <pc:sldMk cId="2180857010" sldId="290"/>
        </pc:sldMkLst>
        <pc:picChg chg="add">
          <ac:chgData name="Arun Sunar" userId="3fa9774ca67c7ab5" providerId="LiveId" clId="{9EEE29C5-E2B5-4ED8-A755-FFDF0B889A0F}" dt="2023-09-28T02:23:32.339" v="188" actId="22"/>
          <ac:picMkLst>
            <pc:docMk/>
            <pc:sldMk cId="2180857010" sldId="290"/>
            <ac:picMk id="3" creationId="{FCCD0997-E83D-ECD9-2D65-B0942C556A81}"/>
          </ac:picMkLst>
        </pc:picChg>
        <pc:picChg chg="del">
          <ac:chgData name="Arun Sunar" userId="3fa9774ca67c7ab5" providerId="LiveId" clId="{9EEE29C5-E2B5-4ED8-A755-FFDF0B889A0F}" dt="2023-09-28T02:23:31.504" v="187" actId="478"/>
          <ac:picMkLst>
            <pc:docMk/>
            <pc:sldMk cId="2180857010" sldId="290"/>
            <ac:picMk id="4" creationId="{E742635C-F784-6177-E073-B80E9CB18156}"/>
          </ac:picMkLst>
        </pc:picChg>
      </pc:sldChg>
      <pc:sldChg chg="addSp delSp add mod">
        <pc:chgData name="Arun Sunar" userId="3fa9774ca67c7ab5" providerId="LiveId" clId="{9EEE29C5-E2B5-4ED8-A755-FFDF0B889A0F}" dt="2023-09-28T02:23:50.985" v="191" actId="22"/>
        <pc:sldMkLst>
          <pc:docMk/>
          <pc:sldMk cId="3344046151" sldId="291"/>
        </pc:sldMkLst>
        <pc:picChg chg="del">
          <ac:chgData name="Arun Sunar" userId="3fa9774ca67c7ab5" providerId="LiveId" clId="{9EEE29C5-E2B5-4ED8-A755-FFDF0B889A0F}" dt="2023-09-28T02:23:49.886" v="190" actId="478"/>
          <ac:picMkLst>
            <pc:docMk/>
            <pc:sldMk cId="3344046151" sldId="291"/>
            <ac:picMk id="3" creationId="{FCCD0997-E83D-ECD9-2D65-B0942C556A81}"/>
          </ac:picMkLst>
        </pc:picChg>
        <pc:picChg chg="add">
          <ac:chgData name="Arun Sunar" userId="3fa9774ca67c7ab5" providerId="LiveId" clId="{9EEE29C5-E2B5-4ED8-A755-FFDF0B889A0F}" dt="2023-09-28T02:23:50.985" v="191" actId="22"/>
          <ac:picMkLst>
            <pc:docMk/>
            <pc:sldMk cId="3344046151" sldId="291"/>
            <ac:picMk id="4" creationId="{B60527D6-EFED-EC96-CFB3-208D9B5760F2}"/>
          </ac:picMkLst>
        </pc:picChg>
      </pc:sldChg>
      <pc:sldChg chg="addSp delSp add mod">
        <pc:chgData name="Arun Sunar" userId="3fa9774ca67c7ab5" providerId="LiveId" clId="{9EEE29C5-E2B5-4ED8-A755-FFDF0B889A0F}" dt="2023-09-28T02:24:53.513" v="194" actId="22"/>
        <pc:sldMkLst>
          <pc:docMk/>
          <pc:sldMk cId="2054559098" sldId="292"/>
        </pc:sldMkLst>
        <pc:picChg chg="add">
          <ac:chgData name="Arun Sunar" userId="3fa9774ca67c7ab5" providerId="LiveId" clId="{9EEE29C5-E2B5-4ED8-A755-FFDF0B889A0F}" dt="2023-09-28T02:24:53.513" v="194" actId="22"/>
          <ac:picMkLst>
            <pc:docMk/>
            <pc:sldMk cId="2054559098" sldId="292"/>
            <ac:picMk id="3" creationId="{0143410C-9259-A40C-BD78-65D2B1DA41DC}"/>
          </ac:picMkLst>
        </pc:picChg>
        <pc:picChg chg="del">
          <ac:chgData name="Arun Sunar" userId="3fa9774ca67c7ab5" providerId="LiveId" clId="{9EEE29C5-E2B5-4ED8-A755-FFDF0B889A0F}" dt="2023-09-28T02:24:51.986" v="193" actId="478"/>
          <ac:picMkLst>
            <pc:docMk/>
            <pc:sldMk cId="2054559098" sldId="292"/>
            <ac:picMk id="4" creationId="{B60527D6-EFED-EC96-CFB3-208D9B5760F2}"/>
          </ac:picMkLst>
        </pc:picChg>
      </pc:sldChg>
      <pc:sldChg chg="addSp delSp add mod">
        <pc:chgData name="Arun Sunar" userId="3fa9774ca67c7ab5" providerId="LiveId" clId="{9EEE29C5-E2B5-4ED8-A755-FFDF0B889A0F}" dt="2023-09-28T02:26:16.308" v="197" actId="22"/>
        <pc:sldMkLst>
          <pc:docMk/>
          <pc:sldMk cId="1530412849" sldId="293"/>
        </pc:sldMkLst>
        <pc:picChg chg="del">
          <ac:chgData name="Arun Sunar" userId="3fa9774ca67c7ab5" providerId="LiveId" clId="{9EEE29C5-E2B5-4ED8-A755-FFDF0B889A0F}" dt="2023-09-28T02:26:15.607" v="196" actId="478"/>
          <ac:picMkLst>
            <pc:docMk/>
            <pc:sldMk cId="1530412849" sldId="293"/>
            <ac:picMk id="3" creationId="{0143410C-9259-A40C-BD78-65D2B1DA41DC}"/>
          </ac:picMkLst>
        </pc:picChg>
        <pc:picChg chg="add">
          <ac:chgData name="Arun Sunar" userId="3fa9774ca67c7ab5" providerId="LiveId" clId="{9EEE29C5-E2B5-4ED8-A755-FFDF0B889A0F}" dt="2023-09-28T02:26:16.308" v="197" actId="22"/>
          <ac:picMkLst>
            <pc:docMk/>
            <pc:sldMk cId="1530412849" sldId="293"/>
            <ac:picMk id="4" creationId="{880DEB75-63DD-5A5F-2D1B-BA43BEDE85E8}"/>
          </ac:picMkLst>
        </pc:picChg>
      </pc:sldChg>
      <pc:sldChg chg="addSp delSp add mod">
        <pc:chgData name="Arun Sunar" userId="3fa9774ca67c7ab5" providerId="LiveId" clId="{9EEE29C5-E2B5-4ED8-A755-FFDF0B889A0F}" dt="2023-09-28T02:26:49.338" v="200" actId="22"/>
        <pc:sldMkLst>
          <pc:docMk/>
          <pc:sldMk cId="4168351729" sldId="294"/>
        </pc:sldMkLst>
        <pc:picChg chg="add">
          <ac:chgData name="Arun Sunar" userId="3fa9774ca67c7ab5" providerId="LiveId" clId="{9EEE29C5-E2B5-4ED8-A755-FFDF0B889A0F}" dt="2023-09-28T02:26:49.338" v="200" actId="22"/>
          <ac:picMkLst>
            <pc:docMk/>
            <pc:sldMk cId="4168351729" sldId="294"/>
            <ac:picMk id="3" creationId="{0A61D94D-1CCC-C8DC-DA23-E016B0BD27E9}"/>
          </ac:picMkLst>
        </pc:picChg>
        <pc:picChg chg="del">
          <ac:chgData name="Arun Sunar" userId="3fa9774ca67c7ab5" providerId="LiveId" clId="{9EEE29C5-E2B5-4ED8-A755-FFDF0B889A0F}" dt="2023-09-28T02:26:48.708" v="199" actId="478"/>
          <ac:picMkLst>
            <pc:docMk/>
            <pc:sldMk cId="4168351729" sldId="294"/>
            <ac:picMk id="4" creationId="{880DEB75-63DD-5A5F-2D1B-BA43BEDE85E8}"/>
          </ac:picMkLst>
        </pc:picChg>
      </pc:sldChg>
      <pc:sldChg chg="addSp delSp add mod">
        <pc:chgData name="Arun Sunar" userId="3fa9774ca67c7ab5" providerId="LiveId" clId="{9EEE29C5-E2B5-4ED8-A755-FFDF0B889A0F}" dt="2023-09-28T02:27:11.868" v="203" actId="22"/>
        <pc:sldMkLst>
          <pc:docMk/>
          <pc:sldMk cId="2155413940" sldId="295"/>
        </pc:sldMkLst>
        <pc:picChg chg="add">
          <ac:chgData name="Arun Sunar" userId="3fa9774ca67c7ab5" providerId="LiveId" clId="{9EEE29C5-E2B5-4ED8-A755-FFDF0B889A0F}" dt="2023-09-28T02:27:11.868" v="203" actId="22"/>
          <ac:picMkLst>
            <pc:docMk/>
            <pc:sldMk cId="2155413940" sldId="295"/>
            <ac:picMk id="3" creationId="{F38F3F86-478B-1193-8144-C50D2AFE78FB}"/>
          </ac:picMkLst>
        </pc:picChg>
        <pc:picChg chg="del">
          <ac:chgData name="Arun Sunar" userId="3fa9774ca67c7ab5" providerId="LiveId" clId="{9EEE29C5-E2B5-4ED8-A755-FFDF0B889A0F}" dt="2023-09-28T02:27:10.968" v="202" actId="478"/>
          <ac:picMkLst>
            <pc:docMk/>
            <pc:sldMk cId="2155413940" sldId="295"/>
            <ac:picMk id="4" creationId="{880DEB75-63DD-5A5F-2D1B-BA43BEDE85E8}"/>
          </ac:picMkLst>
        </pc:picChg>
      </pc:sldChg>
      <pc:sldChg chg="addSp delSp add mod">
        <pc:chgData name="Arun Sunar" userId="3fa9774ca67c7ab5" providerId="LiveId" clId="{9EEE29C5-E2B5-4ED8-A755-FFDF0B889A0F}" dt="2023-09-28T02:28:52.107" v="206" actId="22"/>
        <pc:sldMkLst>
          <pc:docMk/>
          <pc:sldMk cId="2593609352" sldId="296"/>
        </pc:sldMkLst>
        <pc:picChg chg="del">
          <ac:chgData name="Arun Sunar" userId="3fa9774ca67c7ab5" providerId="LiveId" clId="{9EEE29C5-E2B5-4ED8-A755-FFDF0B889A0F}" dt="2023-09-28T02:28:51.117" v="205" actId="478"/>
          <ac:picMkLst>
            <pc:docMk/>
            <pc:sldMk cId="2593609352" sldId="296"/>
            <ac:picMk id="3" creationId="{0A61D94D-1CCC-C8DC-DA23-E016B0BD27E9}"/>
          </ac:picMkLst>
        </pc:picChg>
        <pc:picChg chg="add">
          <ac:chgData name="Arun Sunar" userId="3fa9774ca67c7ab5" providerId="LiveId" clId="{9EEE29C5-E2B5-4ED8-A755-FFDF0B889A0F}" dt="2023-09-28T02:28:52.107" v="206" actId="22"/>
          <ac:picMkLst>
            <pc:docMk/>
            <pc:sldMk cId="2593609352" sldId="296"/>
            <ac:picMk id="4" creationId="{36DEBDCE-EC08-962D-E0B0-3AE0B2554BF7}"/>
          </ac:picMkLst>
        </pc:picChg>
      </pc:sldChg>
      <pc:sldChg chg="addSp delSp add mod">
        <pc:chgData name="Arun Sunar" userId="3fa9774ca67c7ab5" providerId="LiveId" clId="{9EEE29C5-E2B5-4ED8-A755-FFDF0B889A0F}" dt="2023-09-28T02:30:38.337" v="209" actId="22"/>
        <pc:sldMkLst>
          <pc:docMk/>
          <pc:sldMk cId="1642162851" sldId="297"/>
        </pc:sldMkLst>
        <pc:picChg chg="add">
          <ac:chgData name="Arun Sunar" userId="3fa9774ca67c7ab5" providerId="LiveId" clId="{9EEE29C5-E2B5-4ED8-A755-FFDF0B889A0F}" dt="2023-09-28T02:30:38.337" v="209" actId="22"/>
          <ac:picMkLst>
            <pc:docMk/>
            <pc:sldMk cId="1642162851" sldId="297"/>
            <ac:picMk id="3" creationId="{6A2A9517-1232-F358-1197-F1EA710FE4CB}"/>
          </ac:picMkLst>
        </pc:picChg>
        <pc:picChg chg="del">
          <ac:chgData name="Arun Sunar" userId="3fa9774ca67c7ab5" providerId="LiveId" clId="{9EEE29C5-E2B5-4ED8-A755-FFDF0B889A0F}" dt="2023-09-28T02:30:36.818" v="208" actId="478"/>
          <ac:picMkLst>
            <pc:docMk/>
            <pc:sldMk cId="1642162851" sldId="297"/>
            <ac:picMk id="4" creationId="{36DEBDCE-EC08-962D-E0B0-3AE0B2554BF7}"/>
          </ac:picMkLst>
        </pc:picChg>
      </pc:sldChg>
      <pc:sldChg chg="addSp delSp add mod">
        <pc:chgData name="Arun Sunar" userId="3fa9774ca67c7ab5" providerId="LiveId" clId="{9EEE29C5-E2B5-4ED8-A755-FFDF0B889A0F}" dt="2023-09-28T02:31:39.561" v="212" actId="22"/>
        <pc:sldMkLst>
          <pc:docMk/>
          <pc:sldMk cId="2078864048" sldId="298"/>
        </pc:sldMkLst>
        <pc:picChg chg="del">
          <ac:chgData name="Arun Sunar" userId="3fa9774ca67c7ab5" providerId="LiveId" clId="{9EEE29C5-E2B5-4ED8-A755-FFDF0B889A0F}" dt="2023-09-28T02:31:38.093" v="211" actId="478"/>
          <ac:picMkLst>
            <pc:docMk/>
            <pc:sldMk cId="2078864048" sldId="298"/>
            <ac:picMk id="3" creationId="{6A2A9517-1232-F358-1197-F1EA710FE4CB}"/>
          </ac:picMkLst>
        </pc:picChg>
        <pc:picChg chg="add">
          <ac:chgData name="Arun Sunar" userId="3fa9774ca67c7ab5" providerId="LiveId" clId="{9EEE29C5-E2B5-4ED8-A755-FFDF0B889A0F}" dt="2023-09-28T02:31:39.561" v="212" actId="22"/>
          <ac:picMkLst>
            <pc:docMk/>
            <pc:sldMk cId="2078864048" sldId="298"/>
            <ac:picMk id="4" creationId="{1CE4175A-B832-8410-8C4D-BDB68001F65F}"/>
          </ac:picMkLst>
        </pc:picChg>
      </pc:sldChg>
      <pc:sldChg chg="addSp delSp add mod">
        <pc:chgData name="Arun Sunar" userId="3fa9774ca67c7ab5" providerId="LiveId" clId="{9EEE29C5-E2B5-4ED8-A755-FFDF0B889A0F}" dt="2023-10-02T12:29:04.529" v="215" actId="22"/>
        <pc:sldMkLst>
          <pc:docMk/>
          <pc:sldMk cId="2953666867" sldId="299"/>
        </pc:sldMkLst>
        <pc:picChg chg="add">
          <ac:chgData name="Arun Sunar" userId="3fa9774ca67c7ab5" providerId="LiveId" clId="{9EEE29C5-E2B5-4ED8-A755-FFDF0B889A0F}" dt="2023-10-02T12:29:04.529" v="215" actId="22"/>
          <ac:picMkLst>
            <pc:docMk/>
            <pc:sldMk cId="2953666867" sldId="299"/>
            <ac:picMk id="3" creationId="{096F1E3D-3C35-3CA1-675C-1BD13A57CBA7}"/>
          </ac:picMkLst>
        </pc:picChg>
        <pc:picChg chg="del">
          <ac:chgData name="Arun Sunar" userId="3fa9774ca67c7ab5" providerId="LiveId" clId="{9EEE29C5-E2B5-4ED8-A755-FFDF0B889A0F}" dt="2023-10-02T12:29:04.003" v="214" actId="478"/>
          <ac:picMkLst>
            <pc:docMk/>
            <pc:sldMk cId="2953666867" sldId="299"/>
            <ac:picMk id="4" creationId="{1CE4175A-B832-8410-8C4D-BDB68001F65F}"/>
          </ac:picMkLst>
        </pc:picChg>
      </pc:sldChg>
      <pc:sldChg chg="add del">
        <pc:chgData name="Arun Sunar" userId="3fa9774ca67c7ab5" providerId="LiveId" clId="{9EEE29C5-E2B5-4ED8-A755-FFDF0B889A0F}" dt="2023-10-02T12:29:39.740" v="217" actId="47"/>
        <pc:sldMkLst>
          <pc:docMk/>
          <pc:sldMk cId="46827609" sldId="300"/>
        </pc:sldMkLst>
      </pc:sldChg>
      <pc:sldChg chg="addSp delSp add mod">
        <pc:chgData name="Arun Sunar" userId="3fa9774ca67c7ab5" providerId="LiveId" clId="{9EEE29C5-E2B5-4ED8-A755-FFDF0B889A0F}" dt="2023-10-02T12:29:49.325" v="222" actId="22"/>
        <pc:sldMkLst>
          <pc:docMk/>
          <pc:sldMk cId="4254085208" sldId="300"/>
        </pc:sldMkLst>
        <pc:picChg chg="del">
          <ac:chgData name="Arun Sunar" userId="3fa9774ca67c7ab5" providerId="LiveId" clId="{9EEE29C5-E2B5-4ED8-A755-FFDF0B889A0F}" dt="2023-10-02T12:29:48.860" v="221" actId="478"/>
          <ac:picMkLst>
            <pc:docMk/>
            <pc:sldMk cId="4254085208" sldId="300"/>
            <ac:picMk id="3" creationId="{096F1E3D-3C35-3CA1-675C-1BD13A57CBA7}"/>
          </ac:picMkLst>
        </pc:picChg>
        <pc:picChg chg="add">
          <ac:chgData name="Arun Sunar" userId="3fa9774ca67c7ab5" providerId="LiveId" clId="{9EEE29C5-E2B5-4ED8-A755-FFDF0B889A0F}" dt="2023-10-02T12:29:49.325" v="222" actId="22"/>
          <ac:picMkLst>
            <pc:docMk/>
            <pc:sldMk cId="4254085208" sldId="300"/>
            <ac:picMk id="4" creationId="{FFE8186C-9CC4-B6E1-499C-51D1123C519B}"/>
          </ac:picMkLst>
        </pc:picChg>
      </pc:sldChg>
      <pc:sldChg chg="addSp delSp add mod">
        <pc:chgData name="Arun Sunar" userId="3fa9774ca67c7ab5" providerId="LiveId" clId="{9EEE29C5-E2B5-4ED8-A755-FFDF0B889A0F}" dt="2023-10-02T12:35:07.402" v="229" actId="22"/>
        <pc:sldMkLst>
          <pc:docMk/>
          <pc:sldMk cId="1900093633" sldId="301"/>
        </pc:sldMkLst>
        <pc:picChg chg="add">
          <ac:chgData name="Arun Sunar" userId="3fa9774ca67c7ab5" providerId="LiveId" clId="{9EEE29C5-E2B5-4ED8-A755-FFDF0B889A0F}" dt="2023-10-02T12:35:07.402" v="229" actId="22"/>
          <ac:picMkLst>
            <pc:docMk/>
            <pc:sldMk cId="1900093633" sldId="301"/>
            <ac:picMk id="3" creationId="{DC8B74EE-F678-400E-AEFD-74CE7F7830C7}"/>
          </ac:picMkLst>
        </pc:picChg>
        <pc:picChg chg="del">
          <ac:chgData name="Arun Sunar" userId="3fa9774ca67c7ab5" providerId="LiveId" clId="{9EEE29C5-E2B5-4ED8-A755-FFDF0B889A0F}" dt="2023-10-02T12:35:06.818" v="228" actId="478"/>
          <ac:picMkLst>
            <pc:docMk/>
            <pc:sldMk cId="1900093633" sldId="301"/>
            <ac:picMk id="4" creationId="{FFE8186C-9CC4-B6E1-499C-51D1123C519B}"/>
          </ac:picMkLst>
        </pc:picChg>
      </pc:sldChg>
      <pc:sldChg chg="addSp delSp add mod">
        <pc:chgData name="Arun Sunar" userId="3fa9774ca67c7ab5" providerId="LiveId" clId="{9EEE29C5-E2B5-4ED8-A755-FFDF0B889A0F}" dt="2023-10-02T12:42:52.135" v="232" actId="22"/>
        <pc:sldMkLst>
          <pc:docMk/>
          <pc:sldMk cId="1940285971" sldId="302"/>
        </pc:sldMkLst>
        <pc:picChg chg="del">
          <ac:chgData name="Arun Sunar" userId="3fa9774ca67c7ab5" providerId="LiveId" clId="{9EEE29C5-E2B5-4ED8-A755-FFDF0B889A0F}" dt="2023-10-02T12:42:51.565" v="231" actId="478"/>
          <ac:picMkLst>
            <pc:docMk/>
            <pc:sldMk cId="1940285971" sldId="302"/>
            <ac:picMk id="3" creationId="{DC8B74EE-F678-400E-AEFD-74CE7F7830C7}"/>
          </ac:picMkLst>
        </pc:picChg>
        <pc:picChg chg="add">
          <ac:chgData name="Arun Sunar" userId="3fa9774ca67c7ab5" providerId="LiveId" clId="{9EEE29C5-E2B5-4ED8-A755-FFDF0B889A0F}" dt="2023-10-02T12:42:52.135" v="232" actId="22"/>
          <ac:picMkLst>
            <pc:docMk/>
            <pc:sldMk cId="1940285971" sldId="302"/>
            <ac:picMk id="4" creationId="{0A76FB99-CB9C-1A50-F415-B9AC41A1B857}"/>
          </ac:picMkLst>
        </pc:picChg>
      </pc:sldChg>
      <pc:sldChg chg="addSp delSp add mod">
        <pc:chgData name="Arun Sunar" userId="3fa9774ca67c7ab5" providerId="LiveId" clId="{9EEE29C5-E2B5-4ED8-A755-FFDF0B889A0F}" dt="2023-10-02T12:45:31.250" v="235" actId="22"/>
        <pc:sldMkLst>
          <pc:docMk/>
          <pc:sldMk cId="3949845608" sldId="303"/>
        </pc:sldMkLst>
        <pc:picChg chg="add">
          <ac:chgData name="Arun Sunar" userId="3fa9774ca67c7ab5" providerId="LiveId" clId="{9EEE29C5-E2B5-4ED8-A755-FFDF0B889A0F}" dt="2023-10-02T12:45:31.250" v="235" actId="22"/>
          <ac:picMkLst>
            <pc:docMk/>
            <pc:sldMk cId="3949845608" sldId="303"/>
            <ac:picMk id="3" creationId="{F9BA3D1E-17B1-C8E0-9EC7-2C601C937EB8}"/>
          </ac:picMkLst>
        </pc:picChg>
        <pc:picChg chg="del">
          <ac:chgData name="Arun Sunar" userId="3fa9774ca67c7ab5" providerId="LiveId" clId="{9EEE29C5-E2B5-4ED8-A755-FFDF0B889A0F}" dt="2023-10-02T12:45:30.193" v="234" actId="478"/>
          <ac:picMkLst>
            <pc:docMk/>
            <pc:sldMk cId="3949845608" sldId="303"/>
            <ac:picMk id="4" creationId="{0A76FB99-CB9C-1A50-F415-B9AC41A1B857}"/>
          </ac:picMkLst>
        </pc:picChg>
      </pc:sldChg>
      <pc:sldChg chg="addSp delSp modSp add mod">
        <pc:chgData name="Arun Sunar" userId="3fa9774ca67c7ab5" providerId="LiveId" clId="{9EEE29C5-E2B5-4ED8-A755-FFDF0B889A0F}" dt="2023-10-05T05:54:58.690" v="251" actId="20577"/>
        <pc:sldMkLst>
          <pc:docMk/>
          <pc:sldMk cId="679447303" sldId="304"/>
        </pc:sldMkLst>
        <pc:spChg chg="add mod">
          <ac:chgData name="Arun Sunar" userId="3fa9774ca67c7ab5" providerId="LiveId" clId="{9EEE29C5-E2B5-4ED8-A755-FFDF0B889A0F}" dt="2023-10-05T05:54:58.690" v="251" actId="20577"/>
          <ac:spMkLst>
            <pc:docMk/>
            <pc:sldMk cId="679447303" sldId="304"/>
            <ac:spMk id="5" creationId="{DEE3FFC5-918C-6BDF-C9F0-9FF08D5F27F2}"/>
          </ac:spMkLst>
        </pc:spChg>
        <pc:picChg chg="del">
          <ac:chgData name="Arun Sunar" userId="3fa9774ca67c7ab5" providerId="LiveId" clId="{9EEE29C5-E2B5-4ED8-A755-FFDF0B889A0F}" dt="2023-10-05T05:54:41.470" v="237" actId="478"/>
          <ac:picMkLst>
            <pc:docMk/>
            <pc:sldMk cId="679447303" sldId="304"/>
            <ac:picMk id="3" creationId="{F9BA3D1E-17B1-C8E0-9EC7-2C601C937EB8}"/>
          </ac:picMkLst>
        </pc:picChg>
        <pc:picChg chg="add">
          <ac:chgData name="Arun Sunar" userId="3fa9774ca67c7ab5" providerId="LiveId" clId="{9EEE29C5-E2B5-4ED8-A755-FFDF0B889A0F}" dt="2023-10-05T05:54:42.041" v="238" actId="22"/>
          <ac:picMkLst>
            <pc:docMk/>
            <pc:sldMk cId="679447303" sldId="304"/>
            <ac:picMk id="4" creationId="{9307D200-7910-EAC3-F053-AF72A088219B}"/>
          </ac:picMkLst>
        </pc:picChg>
      </pc:sldChg>
    </pc:docChg>
  </pc:docChgLst>
  <pc:docChgLst>
    <pc:chgData name="Arun Sunar" userId="3fa9774ca67c7ab5" providerId="LiveId" clId="{D7AB05CF-E09B-4A9D-82F3-9EB3BBF63F70}"/>
    <pc:docChg chg="undo redo custSel addSld delSld modSld sldOrd">
      <pc:chgData name="Arun Sunar" userId="3fa9774ca67c7ab5" providerId="LiveId" clId="{D7AB05CF-E09B-4A9D-82F3-9EB3BBF63F70}" dt="2023-11-30T12:10:45.883" v="92" actId="20577"/>
      <pc:docMkLst>
        <pc:docMk/>
      </pc:docMkLst>
      <pc:sldChg chg="modSp mod">
        <pc:chgData name="Arun Sunar" userId="3fa9774ca67c7ab5" providerId="LiveId" clId="{D7AB05CF-E09B-4A9D-82F3-9EB3BBF63F70}" dt="2023-11-30T12:01:11.695" v="76" actId="20577"/>
        <pc:sldMkLst>
          <pc:docMk/>
          <pc:sldMk cId="613107027" sldId="261"/>
        </pc:sldMkLst>
        <pc:spChg chg="mod">
          <ac:chgData name="Arun Sunar" userId="3fa9774ca67c7ab5" providerId="LiveId" clId="{D7AB05CF-E09B-4A9D-82F3-9EB3BBF63F70}" dt="2023-11-30T12:01:11.695" v="76" actId="20577"/>
          <ac:spMkLst>
            <pc:docMk/>
            <pc:sldMk cId="613107027" sldId="261"/>
            <ac:spMk id="3" creationId="{C1B52DDA-A6C6-CE4A-3BC1-C2F6BD85E6E5}"/>
          </ac:spMkLst>
        </pc:spChg>
      </pc:sldChg>
      <pc:sldChg chg="modSp mod">
        <pc:chgData name="Arun Sunar" userId="3fa9774ca67c7ab5" providerId="LiveId" clId="{D7AB05CF-E09B-4A9D-82F3-9EB3BBF63F70}" dt="2023-11-30T11:58:45.841" v="35"/>
        <pc:sldMkLst>
          <pc:docMk/>
          <pc:sldMk cId="191732244" sldId="263"/>
        </pc:sldMkLst>
        <pc:spChg chg="mod">
          <ac:chgData name="Arun Sunar" userId="3fa9774ca67c7ab5" providerId="LiveId" clId="{D7AB05CF-E09B-4A9D-82F3-9EB3BBF63F70}" dt="2023-11-30T11:58:45.841" v="35"/>
          <ac:spMkLst>
            <pc:docMk/>
            <pc:sldMk cId="191732244" sldId="263"/>
            <ac:spMk id="3" creationId="{FB2018C1-3B24-5D26-230C-40A1B080FFE2}"/>
          </ac:spMkLst>
        </pc:spChg>
      </pc:sldChg>
      <pc:sldChg chg="modSp add mod ord">
        <pc:chgData name="Arun Sunar" userId="3fa9774ca67c7ab5" providerId="LiveId" clId="{D7AB05CF-E09B-4A9D-82F3-9EB3BBF63F70}" dt="2023-11-30T11:51:32.326" v="9" actId="27636"/>
        <pc:sldMkLst>
          <pc:docMk/>
          <pc:sldMk cId="1346742158" sldId="305"/>
        </pc:sldMkLst>
        <pc:spChg chg="mod">
          <ac:chgData name="Arun Sunar" userId="3fa9774ca67c7ab5" providerId="LiveId" clId="{D7AB05CF-E09B-4A9D-82F3-9EB3BBF63F70}" dt="2023-11-30T11:51:23.164" v="7"/>
          <ac:spMkLst>
            <pc:docMk/>
            <pc:sldMk cId="1346742158" sldId="305"/>
            <ac:spMk id="2" creationId="{15EAC6DB-9E10-E2EE-E9F4-C79405E82D48}"/>
          </ac:spMkLst>
        </pc:spChg>
        <pc:spChg chg="mod">
          <ac:chgData name="Arun Sunar" userId="3fa9774ca67c7ab5" providerId="LiveId" clId="{D7AB05CF-E09B-4A9D-82F3-9EB3BBF63F70}" dt="2023-11-30T11:51:32.326" v="9" actId="27636"/>
          <ac:spMkLst>
            <pc:docMk/>
            <pc:sldMk cId="1346742158" sldId="305"/>
            <ac:spMk id="3" creationId="{FB2018C1-3B24-5D26-230C-40A1B080FFE2}"/>
          </ac:spMkLst>
        </pc:spChg>
      </pc:sldChg>
      <pc:sldChg chg="add del">
        <pc:chgData name="Arun Sunar" userId="3fa9774ca67c7ab5" providerId="LiveId" clId="{D7AB05CF-E09B-4A9D-82F3-9EB3BBF63F70}" dt="2023-11-30T11:51:02.855" v="1" actId="2890"/>
        <pc:sldMkLst>
          <pc:docMk/>
          <pc:sldMk cId="1564794144" sldId="305"/>
        </pc:sldMkLst>
      </pc:sldChg>
      <pc:sldChg chg="modSp add mod">
        <pc:chgData name="Arun Sunar" userId="3fa9774ca67c7ab5" providerId="LiveId" clId="{D7AB05CF-E09B-4A9D-82F3-9EB3BBF63F70}" dt="2023-11-30T11:53:30.650" v="18" actId="27636"/>
        <pc:sldMkLst>
          <pc:docMk/>
          <pc:sldMk cId="4267203802" sldId="306"/>
        </pc:sldMkLst>
        <pc:spChg chg="mod">
          <ac:chgData name="Arun Sunar" userId="3fa9774ca67c7ab5" providerId="LiveId" clId="{D7AB05CF-E09B-4A9D-82F3-9EB3BBF63F70}" dt="2023-11-30T11:52:31.531" v="13"/>
          <ac:spMkLst>
            <pc:docMk/>
            <pc:sldMk cId="4267203802" sldId="306"/>
            <ac:spMk id="2" creationId="{15EAC6DB-9E10-E2EE-E9F4-C79405E82D48}"/>
          </ac:spMkLst>
        </pc:spChg>
        <pc:spChg chg="mod">
          <ac:chgData name="Arun Sunar" userId="3fa9774ca67c7ab5" providerId="LiveId" clId="{D7AB05CF-E09B-4A9D-82F3-9EB3BBF63F70}" dt="2023-11-30T11:53:30.650" v="18" actId="27636"/>
          <ac:spMkLst>
            <pc:docMk/>
            <pc:sldMk cId="4267203802" sldId="306"/>
            <ac:spMk id="3" creationId="{FB2018C1-3B24-5D26-230C-40A1B080FFE2}"/>
          </ac:spMkLst>
        </pc:spChg>
      </pc:sldChg>
      <pc:sldChg chg="modSp add mod">
        <pc:chgData name="Arun Sunar" userId="3fa9774ca67c7ab5" providerId="LiveId" clId="{D7AB05CF-E09B-4A9D-82F3-9EB3BBF63F70}" dt="2023-11-30T11:55:48.950" v="26" actId="27636"/>
        <pc:sldMkLst>
          <pc:docMk/>
          <pc:sldMk cId="510426022" sldId="307"/>
        </pc:sldMkLst>
        <pc:spChg chg="mod">
          <ac:chgData name="Arun Sunar" userId="3fa9774ca67c7ab5" providerId="LiveId" clId="{D7AB05CF-E09B-4A9D-82F3-9EB3BBF63F70}" dt="2023-11-30T11:54:46.844" v="22"/>
          <ac:spMkLst>
            <pc:docMk/>
            <pc:sldMk cId="510426022" sldId="307"/>
            <ac:spMk id="2" creationId="{15EAC6DB-9E10-E2EE-E9F4-C79405E82D48}"/>
          </ac:spMkLst>
        </pc:spChg>
        <pc:spChg chg="mod">
          <ac:chgData name="Arun Sunar" userId="3fa9774ca67c7ab5" providerId="LiveId" clId="{D7AB05CF-E09B-4A9D-82F3-9EB3BBF63F70}" dt="2023-11-30T11:55:48.950" v="26" actId="27636"/>
          <ac:spMkLst>
            <pc:docMk/>
            <pc:sldMk cId="510426022" sldId="307"/>
            <ac:spMk id="3" creationId="{FB2018C1-3B24-5D26-230C-40A1B080FFE2}"/>
          </ac:spMkLst>
        </pc:spChg>
      </pc:sldChg>
      <pc:sldChg chg="modSp add mod">
        <pc:chgData name="Arun Sunar" userId="3fa9774ca67c7ab5" providerId="LiveId" clId="{D7AB05CF-E09B-4A9D-82F3-9EB3BBF63F70}" dt="2023-11-30T11:57:54.159" v="32" actId="27636"/>
        <pc:sldMkLst>
          <pc:docMk/>
          <pc:sldMk cId="3048904484" sldId="308"/>
        </pc:sldMkLst>
        <pc:spChg chg="mod">
          <ac:chgData name="Arun Sunar" userId="3fa9774ca67c7ab5" providerId="LiveId" clId="{D7AB05CF-E09B-4A9D-82F3-9EB3BBF63F70}" dt="2023-11-30T11:57:30.261" v="30"/>
          <ac:spMkLst>
            <pc:docMk/>
            <pc:sldMk cId="3048904484" sldId="308"/>
            <ac:spMk id="2" creationId="{15EAC6DB-9E10-E2EE-E9F4-C79405E82D48}"/>
          </ac:spMkLst>
        </pc:spChg>
        <pc:spChg chg="mod">
          <ac:chgData name="Arun Sunar" userId="3fa9774ca67c7ab5" providerId="LiveId" clId="{D7AB05CF-E09B-4A9D-82F3-9EB3BBF63F70}" dt="2023-11-30T11:57:54.159" v="32" actId="27636"/>
          <ac:spMkLst>
            <pc:docMk/>
            <pc:sldMk cId="3048904484" sldId="308"/>
            <ac:spMk id="3" creationId="{FB2018C1-3B24-5D26-230C-40A1B080FFE2}"/>
          </ac:spMkLst>
        </pc:spChg>
      </pc:sldChg>
      <pc:sldChg chg="delSp modSp add mod">
        <pc:chgData name="Arun Sunar" userId="3fa9774ca67c7ab5" providerId="LiveId" clId="{D7AB05CF-E09B-4A9D-82F3-9EB3BBF63F70}" dt="2023-11-30T12:10:45.883" v="92" actId="20577"/>
        <pc:sldMkLst>
          <pc:docMk/>
          <pc:sldMk cId="2018257139" sldId="309"/>
        </pc:sldMkLst>
        <pc:spChg chg="mod">
          <ac:chgData name="Arun Sunar" userId="3fa9774ca67c7ab5" providerId="LiveId" clId="{D7AB05CF-E09B-4A9D-82F3-9EB3BBF63F70}" dt="2023-11-30T12:10:45.883" v="92" actId="20577"/>
          <ac:spMkLst>
            <pc:docMk/>
            <pc:sldMk cId="2018257139" sldId="309"/>
            <ac:spMk id="3" creationId="{C1B52DDA-A6C6-CE4A-3BC1-C2F6BD85E6E5}"/>
          </ac:spMkLst>
        </pc:spChg>
        <pc:picChg chg="del">
          <ac:chgData name="Arun Sunar" userId="3fa9774ca67c7ab5" providerId="LiveId" clId="{D7AB05CF-E09B-4A9D-82F3-9EB3BBF63F70}" dt="2023-11-30T12:02:43.168" v="78" actId="478"/>
          <ac:picMkLst>
            <pc:docMk/>
            <pc:sldMk cId="2018257139" sldId="309"/>
            <ac:picMk id="5" creationId="{4E4D7291-41A3-0436-5E9E-DBE681DD273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783FF-F2D4-7985-5AC1-B520EBDCCA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110A48-5897-8FB0-D4A0-36360F8AD5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1DA10DB-8FDF-36BD-7AA2-E08F05E66F42}"/>
              </a:ext>
            </a:extLst>
          </p:cNvPr>
          <p:cNvSpPr>
            <a:spLocks noGrp="1"/>
          </p:cNvSpPr>
          <p:nvPr>
            <p:ph type="dt" sz="half" idx="10"/>
          </p:nvPr>
        </p:nvSpPr>
        <p:spPr/>
        <p:txBody>
          <a:bodyPr/>
          <a:lstStyle/>
          <a:p>
            <a:fld id="{BA31916A-246B-4ADA-8088-1E0B15D56FBC}" type="datetimeFigureOut">
              <a:rPr lang="en-IN" smtClean="0"/>
              <a:t>30-11-2023</a:t>
            </a:fld>
            <a:endParaRPr lang="en-IN"/>
          </a:p>
        </p:txBody>
      </p:sp>
      <p:sp>
        <p:nvSpPr>
          <p:cNvPr id="5" name="Footer Placeholder 4">
            <a:extLst>
              <a:ext uri="{FF2B5EF4-FFF2-40B4-BE49-F238E27FC236}">
                <a16:creationId xmlns:a16="http://schemas.microsoft.com/office/drawing/2014/main" id="{605F1244-12D1-BA1F-CD86-57A8E13FFF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324743-624E-B0EC-4690-F2A97AADA33E}"/>
              </a:ext>
            </a:extLst>
          </p:cNvPr>
          <p:cNvSpPr>
            <a:spLocks noGrp="1"/>
          </p:cNvSpPr>
          <p:nvPr>
            <p:ph type="sldNum" sz="quarter" idx="12"/>
          </p:nvPr>
        </p:nvSpPr>
        <p:spPr/>
        <p:txBody>
          <a:bodyPr/>
          <a:lstStyle/>
          <a:p>
            <a:fld id="{83418B4F-BBC4-4C7E-854A-AA0A8FCC8FD4}" type="slidenum">
              <a:rPr lang="en-IN" smtClean="0"/>
              <a:t>‹#›</a:t>
            </a:fld>
            <a:endParaRPr lang="en-IN"/>
          </a:p>
        </p:txBody>
      </p:sp>
    </p:spTree>
    <p:extLst>
      <p:ext uri="{BB962C8B-B14F-4D97-AF65-F5344CB8AC3E}">
        <p14:creationId xmlns:p14="http://schemas.microsoft.com/office/powerpoint/2010/main" val="3322442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958CB-42C0-F920-F01E-8B80295E08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121446-15E6-95C8-BF95-4BABC37B04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0EBDFF-09A8-A826-EC4C-7289A5CA6A46}"/>
              </a:ext>
            </a:extLst>
          </p:cNvPr>
          <p:cNvSpPr>
            <a:spLocks noGrp="1"/>
          </p:cNvSpPr>
          <p:nvPr>
            <p:ph type="dt" sz="half" idx="10"/>
          </p:nvPr>
        </p:nvSpPr>
        <p:spPr/>
        <p:txBody>
          <a:bodyPr/>
          <a:lstStyle/>
          <a:p>
            <a:fld id="{BA31916A-246B-4ADA-8088-1E0B15D56FBC}" type="datetimeFigureOut">
              <a:rPr lang="en-IN" smtClean="0"/>
              <a:t>30-11-2023</a:t>
            </a:fld>
            <a:endParaRPr lang="en-IN"/>
          </a:p>
        </p:txBody>
      </p:sp>
      <p:sp>
        <p:nvSpPr>
          <p:cNvPr id="5" name="Footer Placeholder 4">
            <a:extLst>
              <a:ext uri="{FF2B5EF4-FFF2-40B4-BE49-F238E27FC236}">
                <a16:creationId xmlns:a16="http://schemas.microsoft.com/office/drawing/2014/main" id="{1EE5E613-9D38-7CD5-F189-37159101DF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5DE5ED-A6C5-A115-4D9B-A82DEA329BE8}"/>
              </a:ext>
            </a:extLst>
          </p:cNvPr>
          <p:cNvSpPr>
            <a:spLocks noGrp="1"/>
          </p:cNvSpPr>
          <p:nvPr>
            <p:ph type="sldNum" sz="quarter" idx="12"/>
          </p:nvPr>
        </p:nvSpPr>
        <p:spPr/>
        <p:txBody>
          <a:bodyPr/>
          <a:lstStyle/>
          <a:p>
            <a:fld id="{83418B4F-BBC4-4C7E-854A-AA0A8FCC8FD4}" type="slidenum">
              <a:rPr lang="en-IN" smtClean="0"/>
              <a:t>‹#›</a:t>
            </a:fld>
            <a:endParaRPr lang="en-IN"/>
          </a:p>
        </p:txBody>
      </p:sp>
    </p:spTree>
    <p:extLst>
      <p:ext uri="{BB962C8B-B14F-4D97-AF65-F5344CB8AC3E}">
        <p14:creationId xmlns:p14="http://schemas.microsoft.com/office/powerpoint/2010/main" val="2701024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D9B6D-3B81-07D6-82FF-121B8EC620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67E0994-9CA9-7396-45C7-C32A4EC64A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B4CB17-354A-783E-F739-4826495D06E5}"/>
              </a:ext>
            </a:extLst>
          </p:cNvPr>
          <p:cNvSpPr>
            <a:spLocks noGrp="1"/>
          </p:cNvSpPr>
          <p:nvPr>
            <p:ph type="dt" sz="half" idx="10"/>
          </p:nvPr>
        </p:nvSpPr>
        <p:spPr/>
        <p:txBody>
          <a:bodyPr/>
          <a:lstStyle/>
          <a:p>
            <a:fld id="{BA31916A-246B-4ADA-8088-1E0B15D56FBC}" type="datetimeFigureOut">
              <a:rPr lang="en-IN" smtClean="0"/>
              <a:t>30-11-2023</a:t>
            </a:fld>
            <a:endParaRPr lang="en-IN"/>
          </a:p>
        </p:txBody>
      </p:sp>
      <p:sp>
        <p:nvSpPr>
          <p:cNvPr id="5" name="Footer Placeholder 4">
            <a:extLst>
              <a:ext uri="{FF2B5EF4-FFF2-40B4-BE49-F238E27FC236}">
                <a16:creationId xmlns:a16="http://schemas.microsoft.com/office/drawing/2014/main" id="{7CAF61FB-B9B9-50F1-1CA2-D8D4AE6287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040972-0821-0A6E-6013-B283ACA9D85D}"/>
              </a:ext>
            </a:extLst>
          </p:cNvPr>
          <p:cNvSpPr>
            <a:spLocks noGrp="1"/>
          </p:cNvSpPr>
          <p:nvPr>
            <p:ph type="sldNum" sz="quarter" idx="12"/>
          </p:nvPr>
        </p:nvSpPr>
        <p:spPr/>
        <p:txBody>
          <a:bodyPr/>
          <a:lstStyle/>
          <a:p>
            <a:fld id="{83418B4F-BBC4-4C7E-854A-AA0A8FCC8FD4}" type="slidenum">
              <a:rPr lang="en-IN" smtClean="0"/>
              <a:t>‹#›</a:t>
            </a:fld>
            <a:endParaRPr lang="en-IN"/>
          </a:p>
        </p:txBody>
      </p:sp>
    </p:spTree>
    <p:extLst>
      <p:ext uri="{BB962C8B-B14F-4D97-AF65-F5344CB8AC3E}">
        <p14:creationId xmlns:p14="http://schemas.microsoft.com/office/powerpoint/2010/main" val="4074004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3A43A-909F-DDB2-FB9B-DF3E8D02F7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A9F02D-DC1D-278A-D7FF-7AA81142A1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FB5DBD-6A49-8069-B249-067CFF74E7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FBDA9B-EE8D-8C08-5D6E-88C4B35C7014}"/>
              </a:ext>
            </a:extLst>
          </p:cNvPr>
          <p:cNvSpPr>
            <a:spLocks noGrp="1"/>
          </p:cNvSpPr>
          <p:nvPr>
            <p:ph type="dt" sz="half" idx="10"/>
          </p:nvPr>
        </p:nvSpPr>
        <p:spPr/>
        <p:txBody>
          <a:bodyPr/>
          <a:lstStyle/>
          <a:p>
            <a:fld id="{BA31916A-246B-4ADA-8088-1E0B15D56FBC}" type="datetimeFigureOut">
              <a:rPr lang="en-IN" smtClean="0"/>
              <a:t>30-11-2023</a:t>
            </a:fld>
            <a:endParaRPr lang="en-IN"/>
          </a:p>
        </p:txBody>
      </p:sp>
      <p:sp>
        <p:nvSpPr>
          <p:cNvPr id="6" name="Footer Placeholder 5">
            <a:extLst>
              <a:ext uri="{FF2B5EF4-FFF2-40B4-BE49-F238E27FC236}">
                <a16:creationId xmlns:a16="http://schemas.microsoft.com/office/drawing/2014/main" id="{7AFA18AE-50C2-5FE6-CC38-78B8F0C688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40B2AC-A4F1-E116-6A68-11BAA966847B}"/>
              </a:ext>
            </a:extLst>
          </p:cNvPr>
          <p:cNvSpPr>
            <a:spLocks noGrp="1"/>
          </p:cNvSpPr>
          <p:nvPr>
            <p:ph type="sldNum" sz="quarter" idx="12"/>
          </p:nvPr>
        </p:nvSpPr>
        <p:spPr/>
        <p:txBody>
          <a:bodyPr/>
          <a:lstStyle/>
          <a:p>
            <a:fld id="{83418B4F-BBC4-4C7E-854A-AA0A8FCC8FD4}" type="slidenum">
              <a:rPr lang="en-IN" smtClean="0"/>
              <a:t>‹#›</a:t>
            </a:fld>
            <a:endParaRPr lang="en-IN"/>
          </a:p>
        </p:txBody>
      </p:sp>
    </p:spTree>
    <p:extLst>
      <p:ext uri="{BB962C8B-B14F-4D97-AF65-F5344CB8AC3E}">
        <p14:creationId xmlns:p14="http://schemas.microsoft.com/office/powerpoint/2010/main" val="80160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8E51A-A09E-D788-9226-2660F077EB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406E6A-FD74-1A95-DF69-0B85AD1BA9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43BD59-E889-40F7-5D02-8FB23F811F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970F0F-4B8A-A931-340E-5CD44B20FE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D3CA23-6209-D53B-E230-72EA8CC662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C7DC8C5-866F-CBAD-309E-485397985534}"/>
              </a:ext>
            </a:extLst>
          </p:cNvPr>
          <p:cNvSpPr>
            <a:spLocks noGrp="1"/>
          </p:cNvSpPr>
          <p:nvPr>
            <p:ph type="dt" sz="half" idx="10"/>
          </p:nvPr>
        </p:nvSpPr>
        <p:spPr/>
        <p:txBody>
          <a:bodyPr/>
          <a:lstStyle/>
          <a:p>
            <a:fld id="{BA31916A-246B-4ADA-8088-1E0B15D56FBC}" type="datetimeFigureOut">
              <a:rPr lang="en-IN" smtClean="0"/>
              <a:t>30-11-2023</a:t>
            </a:fld>
            <a:endParaRPr lang="en-IN"/>
          </a:p>
        </p:txBody>
      </p:sp>
      <p:sp>
        <p:nvSpPr>
          <p:cNvPr id="8" name="Footer Placeholder 7">
            <a:extLst>
              <a:ext uri="{FF2B5EF4-FFF2-40B4-BE49-F238E27FC236}">
                <a16:creationId xmlns:a16="http://schemas.microsoft.com/office/drawing/2014/main" id="{71F2BB22-6DF8-8326-D183-AE60397B859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8FE50CB-92F2-2F11-9FFF-98E4C0E59EEE}"/>
              </a:ext>
            </a:extLst>
          </p:cNvPr>
          <p:cNvSpPr>
            <a:spLocks noGrp="1"/>
          </p:cNvSpPr>
          <p:nvPr>
            <p:ph type="sldNum" sz="quarter" idx="12"/>
          </p:nvPr>
        </p:nvSpPr>
        <p:spPr/>
        <p:txBody>
          <a:bodyPr/>
          <a:lstStyle/>
          <a:p>
            <a:fld id="{83418B4F-BBC4-4C7E-854A-AA0A8FCC8FD4}" type="slidenum">
              <a:rPr lang="en-IN" smtClean="0"/>
              <a:t>‹#›</a:t>
            </a:fld>
            <a:endParaRPr lang="en-IN"/>
          </a:p>
        </p:txBody>
      </p:sp>
    </p:spTree>
    <p:extLst>
      <p:ext uri="{BB962C8B-B14F-4D97-AF65-F5344CB8AC3E}">
        <p14:creationId xmlns:p14="http://schemas.microsoft.com/office/powerpoint/2010/main" val="49136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2D8BC-E58A-EC5E-047D-B12EF8BBFB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9CE165-B453-57F5-7E97-6C7F47D88B3C}"/>
              </a:ext>
            </a:extLst>
          </p:cNvPr>
          <p:cNvSpPr>
            <a:spLocks noGrp="1"/>
          </p:cNvSpPr>
          <p:nvPr>
            <p:ph type="dt" sz="half" idx="10"/>
          </p:nvPr>
        </p:nvSpPr>
        <p:spPr/>
        <p:txBody>
          <a:bodyPr/>
          <a:lstStyle/>
          <a:p>
            <a:fld id="{BA31916A-246B-4ADA-8088-1E0B15D56FBC}" type="datetimeFigureOut">
              <a:rPr lang="en-IN" smtClean="0"/>
              <a:t>30-11-2023</a:t>
            </a:fld>
            <a:endParaRPr lang="en-IN"/>
          </a:p>
        </p:txBody>
      </p:sp>
      <p:sp>
        <p:nvSpPr>
          <p:cNvPr id="4" name="Footer Placeholder 3">
            <a:extLst>
              <a:ext uri="{FF2B5EF4-FFF2-40B4-BE49-F238E27FC236}">
                <a16:creationId xmlns:a16="http://schemas.microsoft.com/office/drawing/2014/main" id="{FBE16D69-5F82-C231-98FE-38C224EB88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7E34AC-EBAB-93E5-BEA1-ED45BAEDA36D}"/>
              </a:ext>
            </a:extLst>
          </p:cNvPr>
          <p:cNvSpPr>
            <a:spLocks noGrp="1"/>
          </p:cNvSpPr>
          <p:nvPr>
            <p:ph type="sldNum" sz="quarter" idx="12"/>
          </p:nvPr>
        </p:nvSpPr>
        <p:spPr/>
        <p:txBody>
          <a:bodyPr/>
          <a:lstStyle/>
          <a:p>
            <a:fld id="{83418B4F-BBC4-4C7E-854A-AA0A8FCC8FD4}" type="slidenum">
              <a:rPr lang="en-IN" smtClean="0"/>
              <a:t>‹#›</a:t>
            </a:fld>
            <a:endParaRPr lang="en-IN"/>
          </a:p>
        </p:txBody>
      </p:sp>
    </p:spTree>
    <p:extLst>
      <p:ext uri="{BB962C8B-B14F-4D97-AF65-F5344CB8AC3E}">
        <p14:creationId xmlns:p14="http://schemas.microsoft.com/office/powerpoint/2010/main" val="3041036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7303C1-DB34-F3C9-FD0F-552F66882BBC}"/>
              </a:ext>
            </a:extLst>
          </p:cNvPr>
          <p:cNvSpPr>
            <a:spLocks noGrp="1"/>
          </p:cNvSpPr>
          <p:nvPr>
            <p:ph type="dt" sz="half" idx="10"/>
          </p:nvPr>
        </p:nvSpPr>
        <p:spPr/>
        <p:txBody>
          <a:bodyPr/>
          <a:lstStyle/>
          <a:p>
            <a:fld id="{BA31916A-246B-4ADA-8088-1E0B15D56FBC}" type="datetimeFigureOut">
              <a:rPr lang="en-IN" smtClean="0"/>
              <a:t>30-11-2023</a:t>
            </a:fld>
            <a:endParaRPr lang="en-IN"/>
          </a:p>
        </p:txBody>
      </p:sp>
      <p:sp>
        <p:nvSpPr>
          <p:cNvPr id="3" name="Footer Placeholder 2">
            <a:extLst>
              <a:ext uri="{FF2B5EF4-FFF2-40B4-BE49-F238E27FC236}">
                <a16:creationId xmlns:a16="http://schemas.microsoft.com/office/drawing/2014/main" id="{578FCD3F-8DC5-F625-ED6D-480D749939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1F2306D-91E5-4D2F-7EFD-A8C53714A91C}"/>
              </a:ext>
            </a:extLst>
          </p:cNvPr>
          <p:cNvSpPr>
            <a:spLocks noGrp="1"/>
          </p:cNvSpPr>
          <p:nvPr>
            <p:ph type="sldNum" sz="quarter" idx="12"/>
          </p:nvPr>
        </p:nvSpPr>
        <p:spPr/>
        <p:txBody>
          <a:bodyPr/>
          <a:lstStyle/>
          <a:p>
            <a:fld id="{83418B4F-BBC4-4C7E-854A-AA0A8FCC8FD4}" type="slidenum">
              <a:rPr lang="en-IN" smtClean="0"/>
              <a:t>‹#›</a:t>
            </a:fld>
            <a:endParaRPr lang="en-IN"/>
          </a:p>
        </p:txBody>
      </p:sp>
    </p:spTree>
    <p:extLst>
      <p:ext uri="{BB962C8B-B14F-4D97-AF65-F5344CB8AC3E}">
        <p14:creationId xmlns:p14="http://schemas.microsoft.com/office/powerpoint/2010/main" val="2871419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DBE25-D598-AE04-A808-6AC24271B5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EFC8AEE-107F-43EE-14C5-AE850E6B60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9FC543D-2D51-D0FE-3FD0-48CA2751BB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4BC087-5997-D805-9771-E2FEB20B5DD8}"/>
              </a:ext>
            </a:extLst>
          </p:cNvPr>
          <p:cNvSpPr>
            <a:spLocks noGrp="1"/>
          </p:cNvSpPr>
          <p:nvPr>
            <p:ph type="dt" sz="half" idx="10"/>
          </p:nvPr>
        </p:nvSpPr>
        <p:spPr/>
        <p:txBody>
          <a:bodyPr/>
          <a:lstStyle/>
          <a:p>
            <a:fld id="{BA31916A-246B-4ADA-8088-1E0B15D56FBC}" type="datetimeFigureOut">
              <a:rPr lang="en-IN" smtClean="0"/>
              <a:t>30-11-2023</a:t>
            </a:fld>
            <a:endParaRPr lang="en-IN"/>
          </a:p>
        </p:txBody>
      </p:sp>
      <p:sp>
        <p:nvSpPr>
          <p:cNvPr id="6" name="Footer Placeholder 5">
            <a:extLst>
              <a:ext uri="{FF2B5EF4-FFF2-40B4-BE49-F238E27FC236}">
                <a16:creationId xmlns:a16="http://schemas.microsoft.com/office/drawing/2014/main" id="{4CCC9395-002A-FAA9-8558-E99389F471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B8F7E7-3CC8-9398-6A0A-622020417D6E}"/>
              </a:ext>
            </a:extLst>
          </p:cNvPr>
          <p:cNvSpPr>
            <a:spLocks noGrp="1"/>
          </p:cNvSpPr>
          <p:nvPr>
            <p:ph type="sldNum" sz="quarter" idx="12"/>
          </p:nvPr>
        </p:nvSpPr>
        <p:spPr/>
        <p:txBody>
          <a:bodyPr/>
          <a:lstStyle/>
          <a:p>
            <a:fld id="{83418B4F-BBC4-4C7E-854A-AA0A8FCC8FD4}" type="slidenum">
              <a:rPr lang="en-IN" smtClean="0"/>
              <a:t>‹#›</a:t>
            </a:fld>
            <a:endParaRPr lang="en-IN"/>
          </a:p>
        </p:txBody>
      </p:sp>
    </p:spTree>
    <p:extLst>
      <p:ext uri="{BB962C8B-B14F-4D97-AF65-F5344CB8AC3E}">
        <p14:creationId xmlns:p14="http://schemas.microsoft.com/office/powerpoint/2010/main" val="3220206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D9D8B-BDBB-514B-754D-AD925C3786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98DB692-3DD6-455B-6D7C-0F520DC0F8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D829E2D-B851-1F47-32B0-0AED1A92EF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87B922-CAD6-E8FA-0FA0-28F387734EAA}"/>
              </a:ext>
            </a:extLst>
          </p:cNvPr>
          <p:cNvSpPr>
            <a:spLocks noGrp="1"/>
          </p:cNvSpPr>
          <p:nvPr>
            <p:ph type="dt" sz="half" idx="10"/>
          </p:nvPr>
        </p:nvSpPr>
        <p:spPr/>
        <p:txBody>
          <a:bodyPr/>
          <a:lstStyle/>
          <a:p>
            <a:fld id="{BA31916A-246B-4ADA-8088-1E0B15D56FBC}" type="datetimeFigureOut">
              <a:rPr lang="en-IN" smtClean="0"/>
              <a:t>30-11-2023</a:t>
            </a:fld>
            <a:endParaRPr lang="en-IN"/>
          </a:p>
        </p:txBody>
      </p:sp>
      <p:sp>
        <p:nvSpPr>
          <p:cNvPr id="6" name="Footer Placeholder 5">
            <a:extLst>
              <a:ext uri="{FF2B5EF4-FFF2-40B4-BE49-F238E27FC236}">
                <a16:creationId xmlns:a16="http://schemas.microsoft.com/office/drawing/2014/main" id="{9B247DCE-A443-F9FA-E72F-A564FCB45D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51F236-3A7D-1F29-99DD-154D1721D6A8}"/>
              </a:ext>
            </a:extLst>
          </p:cNvPr>
          <p:cNvSpPr>
            <a:spLocks noGrp="1"/>
          </p:cNvSpPr>
          <p:nvPr>
            <p:ph type="sldNum" sz="quarter" idx="12"/>
          </p:nvPr>
        </p:nvSpPr>
        <p:spPr/>
        <p:txBody>
          <a:bodyPr/>
          <a:lstStyle/>
          <a:p>
            <a:fld id="{83418B4F-BBC4-4C7E-854A-AA0A8FCC8FD4}" type="slidenum">
              <a:rPr lang="en-IN" smtClean="0"/>
              <a:t>‹#›</a:t>
            </a:fld>
            <a:endParaRPr lang="en-IN"/>
          </a:p>
        </p:txBody>
      </p:sp>
    </p:spTree>
    <p:extLst>
      <p:ext uri="{BB962C8B-B14F-4D97-AF65-F5344CB8AC3E}">
        <p14:creationId xmlns:p14="http://schemas.microsoft.com/office/powerpoint/2010/main" val="828146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2E74-DF71-3440-17A0-CB5FD9868E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48EDCA-3634-6187-5233-A796A7C0EA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728394-6391-C753-FF6E-FD7726FDB12E}"/>
              </a:ext>
            </a:extLst>
          </p:cNvPr>
          <p:cNvSpPr>
            <a:spLocks noGrp="1"/>
          </p:cNvSpPr>
          <p:nvPr>
            <p:ph type="dt" sz="half" idx="10"/>
          </p:nvPr>
        </p:nvSpPr>
        <p:spPr/>
        <p:txBody>
          <a:bodyPr/>
          <a:lstStyle/>
          <a:p>
            <a:fld id="{BA31916A-246B-4ADA-8088-1E0B15D56FBC}" type="datetimeFigureOut">
              <a:rPr lang="en-IN" smtClean="0"/>
              <a:t>30-11-2023</a:t>
            </a:fld>
            <a:endParaRPr lang="en-IN"/>
          </a:p>
        </p:txBody>
      </p:sp>
      <p:sp>
        <p:nvSpPr>
          <p:cNvPr id="5" name="Footer Placeholder 4">
            <a:extLst>
              <a:ext uri="{FF2B5EF4-FFF2-40B4-BE49-F238E27FC236}">
                <a16:creationId xmlns:a16="http://schemas.microsoft.com/office/drawing/2014/main" id="{E33BE1C1-A29B-99D4-8818-FDB878D6DB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245183-66B0-1B72-43EC-B69DDE3C1A35}"/>
              </a:ext>
            </a:extLst>
          </p:cNvPr>
          <p:cNvSpPr>
            <a:spLocks noGrp="1"/>
          </p:cNvSpPr>
          <p:nvPr>
            <p:ph type="sldNum" sz="quarter" idx="12"/>
          </p:nvPr>
        </p:nvSpPr>
        <p:spPr/>
        <p:txBody>
          <a:bodyPr/>
          <a:lstStyle/>
          <a:p>
            <a:fld id="{83418B4F-BBC4-4C7E-854A-AA0A8FCC8FD4}" type="slidenum">
              <a:rPr lang="en-IN" smtClean="0"/>
              <a:t>‹#›</a:t>
            </a:fld>
            <a:endParaRPr lang="en-IN"/>
          </a:p>
        </p:txBody>
      </p:sp>
    </p:spTree>
    <p:extLst>
      <p:ext uri="{BB962C8B-B14F-4D97-AF65-F5344CB8AC3E}">
        <p14:creationId xmlns:p14="http://schemas.microsoft.com/office/powerpoint/2010/main" val="183121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AC176E-11D1-9F15-B6EC-56727226E3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3234EF-954A-32ED-9DE9-A12B9D0FA4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548B22-0CB9-4A52-7BB7-F34C42A20EF7}"/>
              </a:ext>
            </a:extLst>
          </p:cNvPr>
          <p:cNvSpPr>
            <a:spLocks noGrp="1"/>
          </p:cNvSpPr>
          <p:nvPr>
            <p:ph type="dt" sz="half" idx="10"/>
          </p:nvPr>
        </p:nvSpPr>
        <p:spPr/>
        <p:txBody>
          <a:bodyPr/>
          <a:lstStyle/>
          <a:p>
            <a:fld id="{BA31916A-246B-4ADA-8088-1E0B15D56FBC}" type="datetimeFigureOut">
              <a:rPr lang="en-IN" smtClean="0"/>
              <a:t>30-11-2023</a:t>
            </a:fld>
            <a:endParaRPr lang="en-IN"/>
          </a:p>
        </p:txBody>
      </p:sp>
      <p:sp>
        <p:nvSpPr>
          <p:cNvPr id="5" name="Footer Placeholder 4">
            <a:extLst>
              <a:ext uri="{FF2B5EF4-FFF2-40B4-BE49-F238E27FC236}">
                <a16:creationId xmlns:a16="http://schemas.microsoft.com/office/drawing/2014/main" id="{3B2A39CE-E840-C62E-F59A-DE922E15C6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5DB01A-5971-9F15-9D0E-BEB6A77534F1}"/>
              </a:ext>
            </a:extLst>
          </p:cNvPr>
          <p:cNvSpPr>
            <a:spLocks noGrp="1"/>
          </p:cNvSpPr>
          <p:nvPr>
            <p:ph type="sldNum" sz="quarter" idx="12"/>
          </p:nvPr>
        </p:nvSpPr>
        <p:spPr/>
        <p:txBody>
          <a:bodyPr/>
          <a:lstStyle/>
          <a:p>
            <a:fld id="{83418B4F-BBC4-4C7E-854A-AA0A8FCC8FD4}" type="slidenum">
              <a:rPr lang="en-IN" smtClean="0"/>
              <a:t>‹#›</a:t>
            </a:fld>
            <a:endParaRPr lang="en-IN"/>
          </a:p>
        </p:txBody>
      </p:sp>
    </p:spTree>
    <p:extLst>
      <p:ext uri="{BB962C8B-B14F-4D97-AF65-F5344CB8AC3E}">
        <p14:creationId xmlns:p14="http://schemas.microsoft.com/office/powerpoint/2010/main" val="3609396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1279CB-D214-0D9F-B070-747925C624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FEFF59-4388-DF3C-E27C-D1F2FDD791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69C46D-DD35-A5BC-9F08-09A97CD2A7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31916A-246B-4ADA-8088-1E0B15D56FBC}" type="datetimeFigureOut">
              <a:rPr lang="en-IN" smtClean="0"/>
              <a:t>30-11-2023</a:t>
            </a:fld>
            <a:endParaRPr lang="en-IN"/>
          </a:p>
        </p:txBody>
      </p:sp>
      <p:sp>
        <p:nvSpPr>
          <p:cNvPr id="5" name="Footer Placeholder 4">
            <a:extLst>
              <a:ext uri="{FF2B5EF4-FFF2-40B4-BE49-F238E27FC236}">
                <a16:creationId xmlns:a16="http://schemas.microsoft.com/office/drawing/2014/main" id="{46740247-388E-5B99-2DD1-A89D2FDC38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D5B96D8-040B-E802-5674-62903D24ED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418B4F-BBC4-4C7E-854A-AA0A8FCC8FD4}" type="slidenum">
              <a:rPr lang="en-IN" smtClean="0"/>
              <a:t>‹#›</a:t>
            </a:fld>
            <a:endParaRPr lang="en-IN"/>
          </a:p>
        </p:txBody>
      </p:sp>
    </p:spTree>
    <p:extLst>
      <p:ext uri="{BB962C8B-B14F-4D97-AF65-F5344CB8AC3E}">
        <p14:creationId xmlns:p14="http://schemas.microsoft.com/office/powerpoint/2010/main" val="2813215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konghq.com/products/kong-enterprise/kong-kubernete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springframework.guru/eureka-service-registry/"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www.youtube.com/watch?v=VO20SgiTTOU" TargetMode="External"/><Relationship Id="rId2" Type="http://schemas.openxmlformats.org/officeDocument/2006/relationships/hyperlink" Target="https://www.youtube.com/watch?v=PXkdFs2GSwE&amp;list=PLq3uEqRnr_2EDsuxPboP9_WtVRR_TaMrF&amp;index=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4DF19-2849-2583-4CA9-6321CA0FE4EE}"/>
              </a:ext>
            </a:extLst>
          </p:cNvPr>
          <p:cNvSpPr>
            <a:spLocks noGrp="1"/>
          </p:cNvSpPr>
          <p:nvPr>
            <p:ph type="ctrTitle"/>
          </p:nvPr>
        </p:nvSpPr>
        <p:spPr/>
        <p:txBody>
          <a:bodyPr/>
          <a:lstStyle/>
          <a:p>
            <a:r>
              <a:rPr lang="en-IN" dirty="0"/>
              <a:t>Microservice</a:t>
            </a:r>
          </a:p>
        </p:txBody>
      </p:sp>
    </p:spTree>
    <p:extLst>
      <p:ext uri="{BB962C8B-B14F-4D97-AF65-F5344CB8AC3E}">
        <p14:creationId xmlns:p14="http://schemas.microsoft.com/office/powerpoint/2010/main" val="3873163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54C629-6364-85DB-93B9-32BCBCCA54F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96079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35495D-7BB4-FD9D-3070-DB2D717CEF0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66257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D9199D-9D96-B9D6-813D-E301DF132A4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26348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3C1D91-17CF-F60A-C642-E35FC0BAB4DB}"/>
              </a:ext>
            </a:extLst>
          </p:cNvPr>
          <p:cNvPicPr>
            <a:picLocks noChangeAspect="1"/>
          </p:cNvPicPr>
          <p:nvPr/>
        </p:nvPicPr>
        <p:blipFill>
          <a:blip r:embed="rId2"/>
          <a:stretch>
            <a:fillRect/>
          </a:stretch>
        </p:blipFill>
        <p:spPr>
          <a:xfrm>
            <a:off x="3291597" y="1447628"/>
            <a:ext cx="5608806" cy="3962743"/>
          </a:xfrm>
          <a:prstGeom prst="rect">
            <a:avLst/>
          </a:prstGeom>
        </p:spPr>
      </p:pic>
    </p:spTree>
    <p:extLst>
      <p:ext uri="{BB962C8B-B14F-4D97-AF65-F5344CB8AC3E}">
        <p14:creationId xmlns:p14="http://schemas.microsoft.com/office/powerpoint/2010/main" val="3829871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C6DB-9E10-E2EE-E9F4-C79405E82D48}"/>
              </a:ext>
            </a:extLst>
          </p:cNvPr>
          <p:cNvSpPr>
            <a:spLocks noGrp="1"/>
          </p:cNvSpPr>
          <p:nvPr>
            <p:ph type="title"/>
          </p:nvPr>
        </p:nvSpPr>
        <p:spPr/>
        <p:txBody>
          <a:bodyPr/>
          <a:lstStyle/>
          <a:p>
            <a:r>
              <a:rPr lang="en-US" b="1" i="0" dirty="0">
                <a:solidFill>
                  <a:srgbClr val="009BE0"/>
                </a:solidFill>
                <a:effectLst/>
                <a:latin typeface="Clarity City"/>
              </a:rPr>
              <a:t>Microservices Service Registry</a:t>
            </a:r>
            <a:endParaRPr lang="en-IN" dirty="0"/>
          </a:p>
        </p:txBody>
      </p:sp>
      <p:sp>
        <p:nvSpPr>
          <p:cNvPr id="3" name="Content Placeholder 2">
            <a:extLst>
              <a:ext uri="{FF2B5EF4-FFF2-40B4-BE49-F238E27FC236}">
                <a16:creationId xmlns:a16="http://schemas.microsoft.com/office/drawing/2014/main" id="{FB2018C1-3B24-5D26-230C-40A1B080FFE2}"/>
              </a:ext>
            </a:extLst>
          </p:cNvPr>
          <p:cNvSpPr>
            <a:spLocks noGrp="1"/>
          </p:cNvSpPr>
          <p:nvPr>
            <p:ph idx="1"/>
          </p:nvPr>
        </p:nvSpPr>
        <p:spPr/>
        <p:txBody>
          <a:bodyPr>
            <a:normAutofit/>
          </a:bodyPr>
          <a:lstStyle/>
          <a:p>
            <a:pPr algn="l"/>
            <a:r>
              <a:rPr lang="en-US" b="0" i="0" dirty="0">
                <a:solidFill>
                  <a:srgbClr val="666C70"/>
                </a:solidFill>
                <a:effectLst/>
                <a:latin typeface="__Roboto_e2e847"/>
              </a:rPr>
              <a:t>A </a:t>
            </a:r>
            <a:r>
              <a:rPr lang="en-US" b="0" i="1" dirty="0">
                <a:solidFill>
                  <a:srgbClr val="666C70"/>
                </a:solidFill>
                <a:effectLst/>
                <a:latin typeface="__Roboto_e2e847"/>
              </a:rPr>
              <a:t>service registry</a:t>
            </a:r>
            <a:r>
              <a:rPr lang="en-US" b="0" i="0" dirty="0">
                <a:solidFill>
                  <a:srgbClr val="666C70"/>
                </a:solidFill>
                <a:effectLst/>
                <a:latin typeface="__Roboto_e2e847"/>
              </a:rPr>
              <a:t> is a database used to keep track of the available instances of each microservice in an application. The service registry needs to be updated each time a new service comes online and whenever a service is taken offline or becomes unavailable. This can be achieved with either self-registration or third-party registration.</a:t>
            </a:r>
            <a:endParaRPr lang="en-IN" dirty="0"/>
          </a:p>
        </p:txBody>
      </p:sp>
    </p:spTree>
    <p:extLst>
      <p:ext uri="{BB962C8B-B14F-4D97-AF65-F5344CB8AC3E}">
        <p14:creationId xmlns:p14="http://schemas.microsoft.com/office/powerpoint/2010/main" val="1346742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C6DB-9E10-E2EE-E9F4-C79405E82D48}"/>
              </a:ext>
            </a:extLst>
          </p:cNvPr>
          <p:cNvSpPr>
            <a:spLocks noGrp="1"/>
          </p:cNvSpPr>
          <p:nvPr>
            <p:ph type="title"/>
          </p:nvPr>
        </p:nvSpPr>
        <p:spPr/>
        <p:txBody>
          <a:bodyPr/>
          <a:lstStyle/>
          <a:p>
            <a:r>
              <a:rPr lang="en-US" b="1" i="0" dirty="0">
                <a:solidFill>
                  <a:srgbClr val="009BE0"/>
                </a:solidFill>
                <a:effectLst/>
                <a:latin typeface="Clarity City"/>
              </a:rPr>
              <a:t>Self-Registration</a:t>
            </a:r>
            <a:endParaRPr lang="en-IN" dirty="0"/>
          </a:p>
        </p:txBody>
      </p:sp>
      <p:sp>
        <p:nvSpPr>
          <p:cNvPr id="3" name="Content Placeholder 2">
            <a:extLst>
              <a:ext uri="{FF2B5EF4-FFF2-40B4-BE49-F238E27FC236}">
                <a16:creationId xmlns:a16="http://schemas.microsoft.com/office/drawing/2014/main" id="{FB2018C1-3B24-5D26-230C-40A1B080FFE2}"/>
              </a:ext>
            </a:extLst>
          </p:cNvPr>
          <p:cNvSpPr>
            <a:spLocks noGrp="1"/>
          </p:cNvSpPr>
          <p:nvPr>
            <p:ph idx="1"/>
          </p:nvPr>
        </p:nvSpPr>
        <p:spPr/>
        <p:txBody>
          <a:bodyPr>
            <a:normAutofit fontScale="92500" lnSpcReduction="10000"/>
          </a:bodyPr>
          <a:lstStyle/>
          <a:p>
            <a:pPr algn="l"/>
            <a:r>
              <a:rPr lang="en-US" b="0" i="0" dirty="0">
                <a:solidFill>
                  <a:srgbClr val="666C70"/>
                </a:solidFill>
                <a:effectLst/>
                <a:latin typeface="__Roboto_e2e847"/>
              </a:rPr>
              <a:t>With self-registration, each microservice is responsible for adding itself to the service registry when it comes online. Typically, the service registry exposes a REST API for this purpose. Each instance registers itself with a POST request and can remove itself with a DELETE request. As a fail-safe, service instances can send a heartbeat to the service registry to indicate that they are still online and available. If the heartbeat stops, this indicates that the instance is either offline or not responding, and the instance can be de-registered.</a:t>
            </a:r>
          </a:p>
          <a:p>
            <a:pPr algn="l"/>
            <a:endParaRPr lang="en-US" b="0" i="0" dirty="0">
              <a:solidFill>
                <a:srgbClr val="666C70"/>
              </a:solidFill>
              <a:effectLst/>
              <a:latin typeface="__Roboto_e2e847"/>
            </a:endParaRPr>
          </a:p>
          <a:p>
            <a:pPr algn="l"/>
            <a:r>
              <a:rPr lang="en-US" b="0" i="0" dirty="0">
                <a:solidFill>
                  <a:srgbClr val="666C70"/>
                </a:solidFill>
                <a:effectLst/>
                <a:latin typeface="__Roboto_e2e847"/>
              </a:rPr>
              <a:t>While self-registration is a simple design, it does require you to implement the registration logic in every language or framework that you use for your microservices.</a:t>
            </a:r>
            <a:endParaRPr lang="en-IN" dirty="0"/>
          </a:p>
        </p:txBody>
      </p:sp>
    </p:spTree>
    <p:extLst>
      <p:ext uri="{BB962C8B-B14F-4D97-AF65-F5344CB8AC3E}">
        <p14:creationId xmlns:p14="http://schemas.microsoft.com/office/powerpoint/2010/main" val="4267203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C6DB-9E10-E2EE-E9F4-C79405E82D48}"/>
              </a:ext>
            </a:extLst>
          </p:cNvPr>
          <p:cNvSpPr>
            <a:spLocks noGrp="1"/>
          </p:cNvSpPr>
          <p:nvPr>
            <p:ph type="title"/>
          </p:nvPr>
        </p:nvSpPr>
        <p:spPr/>
        <p:txBody>
          <a:bodyPr/>
          <a:lstStyle/>
          <a:p>
            <a:r>
              <a:rPr lang="en-US" b="1" i="0" dirty="0">
                <a:solidFill>
                  <a:srgbClr val="009BE0"/>
                </a:solidFill>
                <a:effectLst/>
                <a:latin typeface="Clarity City"/>
              </a:rPr>
              <a:t>Third-Party Registration</a:t>
            </a:r>
            <a:endParaRPr lang="en-IN" dirty="0"/>
          </a:p>
        </p:txBody>
      </p:sp>
      <p:sp>
        <p:nvSpPr>
          <p:cNvPr id="3" name="Content Placeholder 2">
            <a:extLst>
              <a:ext uri="{FF2B5EF4-FFF2-40B4-BE49-F238E27FC236}">
                <a16:creationId xmlns:a16="http://schemas.microsoft.com/office/drawing/2014/main" id="{FB2018C1-3B24-5D26-230C-40A1B080FFE2}"/>
              </a:ext>
            </a:extLst>
          </p:cNvPr>
          <p:cNvSpPr>
            <a:spLocks noGrp="1"/>
          </p:cNvSpPr>
          <p:nvPr>
            <p:ph idx="1"/>
          </p:nvPr>
        </p:nvSpPr>
        <p:spPr/>
        <p:txBody>
          <a:bodyPr>
            <a:normAutofit lnSpcReduction="10000"/>
          </a:bodyPr>
          <a:lstStyle/>
          <a:p>
            <a:pPr algn="l"/>
            <a:r>
              <a:rPr lang="en-US" b="0" i="0" dirty="0">
                <a:solidFill>
                  <a:srgbClr val="666C70"/>
                </a:solidFill>
                <a:effectLst/>
                <a:latin typeface="__Roboto_e2e847"/>
              </a:rPr>
              <a:t>Third-party registration offers a more loosely coupled solution: a </a:t>
            </a:r>
            <a:r>
              <a:rPr lang="en-US" b="0" i="1" dirty="0">
                <a:solidFill>
                  <a:srgbClr val="666C70"/>
                </a:solidFill>
                <a:effectLst/>
                <a:latin typeface="__Roboto_e2e847"/>
              </a:rPr>
              <a:t>service registrar</a:t>
            </a:r>
            <a:r>
              <a:rPr lang="en-US" b="0" i="0" dirty="0">
                <a:solidFill>
                  <a:srgbClr val="666C70"/>
                </a:solidFill>
                <a:effectLst/>
                <a:latin typeface="__Roboto_e2e847"/>
              </a:rPr>
              <a:t> (also known as a </a:t>
            </a:r>
            <a:r>
              <a:rPr lang="en-US" b="0" i="1" dirty="0">
                <a:solidFill>
                  <a:srgbClr val="666C70"/>
                </a:solidFill>
                <a:effectLst/>
                <a:latin typeface="__Roboto_e2e847"/>
              </a:rPr>
              <a:t>service manager</a:t>
            </a:r>
            <a:r>
              <a:rPr lang="en-US" b="0" i="0" dirty="0">
                <a:solidFill>
                  <a:srgbClr val="666C70"/>
                </a:solidFill>
                <a:effectLst/>
                <a:latin typeface="__Roboto_e2e847"/>
              </a:rPr>
              <a:t>) is responsible for registering each new instance as it comes online and de-registering it when it becomes unavailable. The service registrar does this by polling the deployment environment for updates or subscribing to event notifications. </a:t>
            </a:r>
          </a:p>
          <a:p>
            <a:pPr algn="l"/>
            <a:r>
              <a:rPr lang="en-US" b="0" i="0" dirty="0">
                <a:solidFill>
                  <a:srgbClr val="666C70"/>
                </a:solidFill>
                <a:effectLst/>
                <a:latin typeface="__Roboto_e2e847"/>
              </a:rPr>
              <a:t>While this may sound like a lot of overhead, deployment environments such as </a:t>
            </a:r>
            <a:r>
              <a:rPr lang="en-US" b="0" i="0" u="none" strike="noStrike" dirty="0">
                <a:effectLst/>
                <a:latin typeface="__Roboto_e2e847"/>
                <a:hlinkClick r:id="rId2"/>
              </a:rPr>
              <a:t>Kubernetes</a:t>
            </a:r>
            <a:r>
              <a:rPr lang="en-US" b="0" i="0" dirty="0">
                <a:solidFill>
                  <a:srgbClr val="666C70"/>
                </a:solidFill>
                <a:effectLst/>
                <a:latin typeface="__Roboto_e2e847"/>
              </a:rPr>
              <a:t> and Amazon EC2 come with a built-in service registry and third-party service registrar, saving you the effort of implementing and maintaining another highly available component.</a:t>
            </a:r>
            <a:endParaRPr lang="en-IN" dirty="0"/>
          </a:p>
        </p:txBody>
      </p:sp>
    </p:spTree>
    <p:extLst>
      <p:ext uri="{BB962C8B-B14F-4D97-AF65-F5344CB8AC3E}">
        <p14:creationId xmlns:p14="http://schemas.microsoft.com/office/powerpoint/2010/main" val="510426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C6DB-9E10-E2EE-E9F4-C79405E82D48}"/>
              </a:ext>
            </a:extLst>
          </p:cNvPr>
          <p:cNvSpPr>
            <a:spLocks noGrp="1"/>
          </p:cNvSpPr>
          <p:nvPr>
            <p:ph type="title"/>
          </p:nvPr>
        </p:nvSpPr>
        <p:spPr/>
        <p:txBody>
          <a:bodyPr/>
          <a:lstStyle/>
          <a:p>
            <a:r>
              <a:rPr lang="en-US" b="1" i="0" dirty="0">
                <a:solidFill>
                  <a:srgbClr val="009BE0"/>
                </a:solidFill>
                <a:effectLst/>
                <a:latin typeface="Clarity City"/>
              </a:rPr>
              <a:t>Discovering Services</a:t>
            </a:r>
            <a:endParaRPr lang="en-IN" dirty="0"/>
          </a:p>
        </p:txBody>
      </p:sp>
      <p:sp>
        <p:nvSpPr>
          <p:cNvPr id="3" name="Content Placeholder 2">
            <a:extLst>
              <a:ext uri="{FF2B5EF4-FFF2-40B4-BE49-F238E27FC236}">
                <a16:creationId xmlns:a16="http://schemas.microsoft.com/office/drawing/2014/main" id="{FB2018C1-3B24-5D26-230C-40A1B080FFE2}"/>
              </a:ext>
            </a:extLst>
          </p:cNvPr>
          <p:cNvSpPr>
            <a:spLocks noGrp="1"/>
          </p:cNvSpPr>
          <p:nvPr>
            <p:ph idx="1"/>
          </p:nvPr>
        </p:nvSpPr>
        <p:spPr/>
        <p:txBody>
          <a:bodyPr>
            <a:normAutofit/>
          </a:bodyPr>
          <a:lstStyle/>
          <a:p>
            <a:pPr algn="l"/>
            <a:r>
              <a:rPr lang="en-US" b="0" i="0" dirty="0">
                <a:solidFill>
                  <a:srgbClr val="666C70"/>
                </a:solidFill>
                <a:effectLst/>
                <a:latin typeface="__Roboto_e2e847"/>
              </a:rPr>
              <a:t>In order to send an API request to a service, the client or API gateway must know the location of the service that its addressing. As the microservice architecture is designed to support multiple instances of each service, service discovery is closely linked to load balancing of requests to instances of each microservice.</a:t>
            </a:r>
            <a:endParaRPr lang="en-IN" dirty="0"/>
          </a:p>
        </p:txBody>
      </p:sp>
    </p:spTree>
    <p:extLst>
      <p:ext uri="{BB962C8B-B14F-4D97-AF65-F5344CB8AC3E}">
        <p14:creationId xmlns:p14="http://schemas.microsoft.com/office/powerpoint/2010/main" val="3048904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AE071-4C14-EC25-FC59-EBE0431F5C68}"/>
              </a:ext>
            </a:extLst>
          </p:cNvPr>
          <p:cNvSpPr>
            <a:spLocks noGrp="1"/>
          </p:cNvSpPr>
          <p:nvPr>
            <p:ph type="title"/>
          </p:nvPr>
        </p:nvSpPr>
        <p:spPr/>
        <p:txBody>
          <a:bodyPr>
            <a:normAutofit/>
          </a:bodyPr>
          <a:lstStyle/>
          <a:p>
            <a:r>
              <a:rPr lang="en-US" b="1" i="0" dirty="0">
                <a:solidFill>
                  <a:srgbClr val="009BE0"/>
                </a:solidFill>
                <a:effectLst/>
                <a:latin typeface="Clarity City"/>
              </a:rPr>
              <a:t>Service discovery</a:t>
            </a:r>
            <a:r>
              <a:rPr lang="en-US" b="0" i="0" dirty="0">
                <a:solidFill>
                  <a:srgbClr val="565656"/>
                </a:solidFill>
                <a:effectLst/>
                <a:latin typeface="Clarity City"/>
              </a:rPr>
              <a:t> </a:t>
            </a:r>
            <a:endParaRPr lang="en-IN" dirty="0"/>
          </a:p>
        </p:txBody>
      </p:sp>
      <p:sp>
        <p:nvSpPr>
          <p:cNvPr id="3" name="Content Placeholder 2">
            <a:extLst>
              <a:ext uri="{FF2B5EF4-FFF2-40B4-BE49-F238E27FC236}">
                <a16:creationId xmlns:a16="http://schemas.microsoft.com/office/drawing/2014/main" id="{C1B52DDA-A6C6-CE4A-3BC1-C2F6BD85E6E5}"/>
              </a:ext>
            </a:extLst>
          </p:cNvPr>
          <p:cNvSpPr>
            <a:spLocks noGrp="1"/>
          </p:cNvSpPr>
          <p:nvPr>
            <p:ph idx="1"/>
          </p:nvPr>
        </p:nvSpPr>
        <p:spPr/>
        <p:txBody>
          <a:bodyPr/>
          <a:lstStyle/>
          <a:p>
            <a:r>
              <a:rPr lang="en-US" dirty="0"/>
              <a:t>Service discovery is the process of automatically detecting devices and services on a network.</a:t>
            </a:r>
          </a:p>
          <a:p>
            <a:r>
              <a:rPr lang="en-US" dirty="0"/>
              <a:t>Service discovery provides </a:t>
            </a:r>
            <a:br>
              <a:rPr lang="en-US" dirty="0"/>
            </a:br>
            <a:r>
              <a:rPr lang="en-US" dirty="0"/>
              <a:t>a mechanism for keeping </a:t>
            </a:r>
            <a:br>
              <a:rPr lang="en-US" dirty="0"/>
            </a:br>
            <a:r>
              <a:rPr lang="en-US" dirty="0"/>
              <a:t>track of the available </a:t>
            </a:r>
            <a:br>
              <a:rPr lang="en-US" dirty="0"/>
            </a:br>
            <a:r>
              <a:rPr lang="en-US" dirty="0"/>
              <a:t>instances and distributing </a:t>
            </a:r>
            <a:br>
              <a:rPr lang="en-US" dirty="0"/>
            </a:br>
            <a:r>
              <a:rPr lang="en-US" dirty="0"/>
              <a:t>requests across available</a:t>
            </a:r>
            <a:br>
              <a:rPr lang="en-US" dirty="0"/>
            </a:br>
            <a:r>
              <a:rPr lang="en-US" dirty="0"/>
              <a:t> instances.</a:t>
            </a:r>
          </a:p>
          <a:p>
            <a:endParaRPr lang="en-US" dirty="0"/>
          </a:p>
          <a:p>
            <a:endParaRPr lang="en-IN" dirty="0"/>
          </a:p>
        </p:txBody>
      </p:sp>
      <p:pic>
        <p:nvPicPr>
          <p:cNvPr id="5" name="Picture 4">
            <a:extLst>
              <a:ext uri="{FF2B5EF4-FFF2-40B4-BE49-F238E27FC236}">
                <a16:creationId xmlns:a16="http://schemas.microsoft.com/office/drawing/2014/main" id="{4E4D7291-41A3-0436-5E9E-DBE681DD273D}"/>
              </a:ext>
            </a:extLst>
          </p:cNvPr>
          <p:cNvPicPr>
            <a:picLocks noChangeAspect="1"/>
          </p:cNvPicPr>
          <p:nvPr/>
        </p:nvPicPr>
        <p:blipFill>
          <a:blip r:embed="rId2"/>
          <a:stretch>
            <a:fillRect/>
          </a:stretch>
        </p:blipFill>
        <p:spPr>
          <a:xfrm>
            <a:off x="5113720" y="2238145"/>
            <a:ext cx="7171041" cy="4397121"/>
          </a:xfrm>
          <a:prstGeom prst="rect">
            <a:avLst/>
          </a:prstGeom>
        </p:spPr>
      </p:pic>
    </p:spTree>
    <p:extLst>
      <p:ext uri="{BB962C8B-B14F-4D97-AF65-F5344CB8AC3E}">
        <p14:creationId xmlns:p14="http://schemas.microsoft.com/office/powerpoint/2010/main" val="613107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AE071-4C14-EC25-FC59-EBE0431F5C68}"/>
              </a:ext>
            </a:extLst>
          </p:cNvPr>
          <p:cNvSpPr>
            <a:spLocks noGrp="1"/>
          </p:cNvSpPr>
          <p:nvPr>
            <p:ph type="title"/>
          </p:nvPr>
        </p:nvSpPr>
        <p:spPr/>
        <p:txBody>
          <a:bodyPr>
            <a:normAutofit/>
          </a:bodyPr>
          <a:lstStyle/>
          <a:p>
            <a:r>
              <a:rPr lang="en-US" b="1" i="0" dirty="0">
                <a:solidFill>
                  <a:srgbClr val="009BE0"/>
                </a:solidFill>
                <a:effectLst/>
                <a:latin typeface="Clarity City"/>
              </a:rPr>
              <a:t>Service discovery</a:t>
            </a:r>
            <a:r>
              <a:rPr lang="en-US" b="0" i="0" dirty="0">
                <a:solidFill>
                  <a:srgbClr val="565656"/>
                </a:solidFill>
                <a:effectLst/>
                <a:latin typeface="Clarity City"/>
              </a:rPr>
              <a:t> </a:t>
            </a:r>
            <a:endParaRPr lang="en-IN" dirty="0"/>
          </a:p>
        </p:txBody>
      </p:sp>
      <p:sp>
        <p:nvSpPr>
          <p:cNvPr id="3" name="Content Placeholder 2">
            <a:extLst>
              <a:ext uri="{FF2B5EF4-FFF2-40B4-BE49-F238E27FC236}">
                <a16:creationId xmlns:a16="http://schemas.microsoft.com/office/drawing/2014/main" id="{C1B52DDA-A6C6-CE4A-3BC1-C2F6BD85E6E5}"/>
              </a:ext>
            </a:extLst>
          </p:cNvPr>
          <p:cNvSpPr>
            <a:spLocks noGrp="1"/>
          </p:cNvSpPr>
          <p:nvPr>
            <p:ph idx="1"/>
          </p:nvPr>
        </p:nvSpPr>
        <p:spPr/>
        <p:txBody>
          <a:bodyPr>
            <a:normAutofit/>
          </a:bodyPr>
          <a:lstStyle/>
          <a:p>
            <a:r>
              <a:rPr lang="en-US" dirty="0"/>
              <a:t>Service Discovery is a design pattern by which the Client or the API Gateways discover the network info (IP address and port) of the Server through an important component called Service Registry or Discovery Server.</a:t>
            </a:r>
          </a:p>
          <a:p>
            <a:r>
              <a:rPr lang="en-US">
                <a:hlinkClick r:id="rId2"/>
              </a:rPr>
              <a:t>https://springframework.guru/eureka-service-registry/</a:t>
            </a:r>
            <a:r>
              <a:rPr lang="en-US"/>
              <a:t> </a:t>
            </a:r>
            <a:endParaRPr lang="en-US" dirty="0"/>
          </a:p>
          <a:p>
            <a:pPr marL="0" indent="0">
              <a:buNone/>
            </a:pPr>
            <a:endParaRPr lang="en-US" dirty="0"/>
          </a:p>
          <a:p>
            <a:endParaRPr lang="en-US" dirty="0"/>
          </a:p>
          <a:p>
            <a:endParaRPr lang="en-IN" dirty="0"/>
          </a:p>
        </p:txBody>
      </p:sp>
    </p:spTree>
    <p:extLst>
      <p:ext uri="{BB962C8B-B14F-4D97-AF65-F5344CB8AC3E}">
        <p14:creationId xmlns:p14="http://schemas.microsoft.com/office/powerpoint/2010/main" val="2018257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C6DB-9E10-E2EE-E9F4-C79405E82D48}"/>
              </a:ext>
            </a:extLst>
          </p:cNvPr>
          <p:cNvSpPr>
            <a:spLocks noGrp="1"/>
          </p:cNvSpPr>
          <p:nvPr>
            <p:ph type="title"/>
          </p:nvPr>
        </p:nvSpPr>
        <p:spPr/>
        <p:txBody>
          <a:bodyPr/>
          <a:lstStyle/>
          <a:p>
            <a:r>
              <a:rPr lang="en-US" b="1" i="0" dirty="0">
                <a:solidFill>
                  <a:srgbClr val="009BE0"/>
                </a:solidFill>
                <a:effectLst/>
                <a:latin typeface="Clarity City"/>
              </a:rPr>
              <a:t>How does Service Discovery Work?</a:t>
            </a:r>
            <a:endParaRPr lang="en-IN" dirty="0"/>
          </a:p>
        </p:txBody>
      </p:sp>
      <p:sp>
        <p:nvSpPr>
          <p:cNvPr id="3" name="Content Placeholder 2">
            <a:extLst>
              <a:ext uri="{FF2B5EF4-FFF2-40B4-BE49-F238E27FC236}">
                <a16:creationId xmlns:a16="http://schemas.microsoft.com/office/drawing/2014/main" id="{FB2018C1-3B24-5D26-230C-40A1B080FFE2}"/>
              </a:ext>
            </a:extLst>
          </p:cNvPr>
          <p:cNvSpPr>
            <a:spLocks noGrp="1"/>
          </p:cNvSpPr>
          <p:nvPr>
            <p:ph idx="1"/>
          </p:nvPr>
        </p:nvSpPr>
        <p:spPr/>
        <p:txBody>
          <a:bodyPr>
            <a:normAutofit fontScale="92500" lnSpcReduction="10000"/>
          </a:bodyPr>
          <a:lstStyle/>
          <a:p>
            <a:pPr algn="l"/>
            <a:r>
              <a:rPr lang="en-US" b="0" i="0" dirty="0">
                <a:solidFill>
                  <a:srgbClr val="565656"/>
                </a:solidFill>
                <a:effectLst/>
                <a:latin typeface="Clarity City"/>
              </a:rPr>
              <a:t>There are three components to Service Discovery: the service provider, the service consumer and the service registry.</a:t>
            </a:r>
          </a:p>
          <a:p>
            <a:pPr algn="l"/>
            <a:r>
              <a:rPr lang="en-US" b="0" i="0" dirty="0">
                <a:solidFill>
                  <a:srgbClr val="565656"/>
                </a:solidFill>
                <a:effectLst/>
                <a:latin typeface="Clarity City"/>
              </a:rPr>
              <a:t>1) The Service Provider registers itself with the service registry when it enters the system and de-registers itself when it leaves the system.</a:t>
            </a:r>
          </a:p>
          <a:p>
            <a:pPr algn="l"/>
            <a:r>
              <a:rPr lang="en-US" b="0" i="0" dirty="0">
                <a:solidFill>
                  <a:srgbClr val="565656"/>
                </a:solidFill>
                <a:effectLst/>
                <a:latin typeface="Clarity City"/>
              </a:rPr>
              <a:t>2) The Service Consumer gets the location of a provider from the service registry, and then connects it to the service provider.</a:t>
            </a:r>
          </a:p>
          <a:p>
            <a:pPr algn="l"/>
            <a:r>
              <a:rPr lang="en-US" b="0" i="0" dirty="0">
                <a:solidFill>
                  <a:srgbClr val="565656"/>
                </a:solidFill>
                <a:effectLst/>
                <a:latin typeface="Clarity City"/>
              </a:rPr>
              <a:t>3) The Service Registry is a database that contains the network locations of service instances. The service registry needs to be highly available and up to date so clients can go through network locations obtained from the service registry. A service registry consists of a cluster of servers that use a replication protocol to maintain consistency.</a:t>
            </a:r>
          </a:p>
          <a:p>
            <a:endParaRPr lang="en-IN" dirty="0"/>
          </a:p>
        </p:txBody>
      </p:sp>
    </p:spTree>
    <p:extLst>
      <p:ext uri="{BB962C8B-B14F-4D97-AF65-F5344CB8AC3E}">
        <p14:creationId xmlns:p14="http://schemas.microsoft.com/office/powerpoint/2010/main" val="3144929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C6DB-9E10-E2EE-E9F4-C79405E82D48}"/>
              </a:ext>
            </a:extLst>
          </p:cNvPr>
          <p:cNvSpPr>
            <a:spLocks noGrp="1"/>
          </p:cNvSpPr>
          <p:nvPr>
            <p:ph type="title"/>
          </p:nvPr>
        </p:nvSpPr>
        <p:spPr/>
        <p:txBody>
          <a:bodyPr/>
          <a:lstStyle/>
          <a:p>
            <a:r>
              <a:rPr lang="en-US" b="1" i="0" dirty="0">
                <a:solidFill>
                  <a:srgbClr val="009BE0"/>
                </a:solidFill>
                <a:effectLst/>
                <a:latin typeface="Clarity City"/>
              </a:rPr>
              <a:t>Client Side Service Discovery</a:t>
            </a:r>
            <a:endParaRPr lang="en-IN" dirty="0"/>
          </a:p>
        </p:txBody>
      </p:sp>
      <p:sp>
        <p:nvSpPr>
          <p:cNvPr id="3" name="Content Placeholder 2">
            <a:extLst>
              <a:ext uri="{FF2B5EF4-FFF2-40B4-BE49-F238E27FC236}">
                <a16:creationId xmlns:a16="http://schemas.microsoft.com/office/drawing/2014/main" id="{FB2018C1-3B24-5D26-230C-40A1B080FFE2}"/>
              </a:ext>
            </a:extLst>
          </p:cNvPr>
          <p:cNvSpPr>
            <a:spLocks noGrp="1"/>
          </p:cNvSpPr>
          <p:nvPr>
            <p:ph idx="1"/>
          </p:nvPr>
        </p:nvSpPr>
        <p:spPr/>
        <p:txBody>
          <a:bodyPr>
            <a:normAutofit/>
          </a:bodyPr>
          <a:lstStyle/>
          <a:p>
            <a:pPr algn="l"/>
            <a:r>
              <a:rPr lang="en-US" b="0" i="0" dirty="0">
                <a:solidFill>
                  <a:srgbClr val="565656"/>
                </a:solidFill>
                <a:effectLst/>
                <a:latin typeface="Clarity City"/>
              </a:rPr>
              <a:t>With client-side discovery, the client or API gateway making the request is responsible for identifying the location of the service instance and routing the request to it. The client begins by querying the service registry to identify the location of the available instances of the service and then determines which instance to use. The load balancing logic can be a simple round-robin approach or use a weighting system to determine the best instance to query at a given time.</a:t>
            </a:r>
            <a:endParaRPr lang="en-IN" dirty="0"/>
          </a:p>
        </p:txBody>
      </p:sp>
    </p:spTree>
    <p:extLst>
      <p:ext uri="{BB962C8B-B14F-4D97-AF65-F5344CB8AC3E}">
        <p14:creationId xmlns:p14="http://schemas.microsoft.com/office/powerpoint/2010/main" val="191732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C6DB-9E10-E2EE-E9F4-C79405E82D48}"/>
              </a:ext>
            </a:extLst>
          </p:cNvPr>
          <p:cNvSpPr>
            <a:spLocks noGrp="1"/>
          </p:cNvSpPr>
          <p:nvPr>
            <p:ph type="title"/>
          </p:nvPr>
        </p:nvSpPr>
        <p:spPr/>
        <p:txBody>
          <a:bodyPr/>
          <a:lstStyle/>
          <a:p>
            <a:r>
              <a:rPr lang="en-US" b="1" i="0" dirty="0">
                <a:solidFill>
                  <a:srgbClr val="009BE0"/>
                </a:solidFill>
                <a:effectLst/>
                <a:latin typeface="Clarity City"/>
              </a:rPr>
              <a:t>Client Side Service Discovery</a:t>
            </a:r>
            <a:endParaRPr lang="en-IN" dirty="0"/>
          </a:p>
        </p:txBody>
      </p:sp>
      <p:pic>
        <p:nvPicPr>
          <p:cNvPr id="2050" name="Picture 2" descr="Service Discovery Client Side">
            <a:extLst>
              <a:ext uri="{FF2B5EF4-FFF2-40B4-BE49-F238E27FC236}">
                <a16:creationId xmlns:a16="http://schemas.microsoft.com/office/drawing/2014/main" id="{B0F479D6-6443-F97B-4FA0-4DDBBD7EBA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7874" y="1400855"/>
            <a:ext cx="6810375" cy="2619375"/>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A7C27C3D-B9A2-1A6C-11F1-48D7AA30CFAB}"/>
              </a:ext>
            </a:extLst>
          </p:cNvPr>
          <p:cNvSpPr txBox="1">
            <a:spLocks/>
          </p:cNvSpPr>
          <p:nvPr/>
        </p:nvSpPr>
        <p:spPr>
          <a:xfrm>
            <a:off x="374780" y="4393178"/>
            <a:ext cx="10515600" cy="185833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565656"/>
                </a:solidFill>
                <a:latin typeface="Clarity City"/>
                <a:ea typeface="+mn-ea"/>
                <a:cs typeface="+mn-cs"/>
              </a:rPr>
              <a:t>Giving responsibility for client-side load balancing is both a burden and an advantage. It’s an advantage because it saves an extra hop that we would’ve had with a dedicated load balancer. It’s a disadvantage because the Service Consumer must implement the load balancing logic.</a:t>
            </a:r>
            <a:endParaRPr lang="en-IN" sz="2800" dirty="0">
              <a:solidFill>
                <a:srgbClr val="565656"/>
              </a:solidFill>
              <a:latin typeface="Clarity City"/>
              <a:ea typeface="+mn-ea"/>
              <a:cs typeface="+mn-cs"/>
            </a:endParaRPr>
          </a:p>
        </p:txBody>
      </p:sp>
    </p:spTree>
    <p:extLst>
      <p:ext uri="{BB962C8B-B14F-4D97-AF65-F5344CB8AC3E}">
        <p14:creationId xmlns:p14="http://schemas.microsoft.com/office/powerpoint/2010/main" val="4012115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C6DB-9E10-E2EE-E9F4-C79405E82D48}"/>
              </a:ext>
            </a:extLst>
          </p:cNvPr>
          <p:cNvSpPr>
            <a:spLocks noGrp="1"/>
          </p:cNvSpPr>
          <p:nvPr>
            <p:ph type="title"/>
          </p:nvPr>
        </p:nvSpPr>
        <p:spPr/>
        <p:txBody>
          <a:bodyPr/>
          <a:lstStyle/>
          <a:p>
            <a:r>
              <a:rPr lang="en-US" b="1" i="0" dirty="0">
                <a:solidFill>
                  <a:srgbClr val="009BE0"/>
                </a:solidFill>
                <a:effectLst/>
                <a:latin typeface="Clarity City"/>
              </a:rPr>
              <a:t>Server-Side Service Discovery</a:t>
            </a:r>
            <a:endParaRPr lang="en-IN" dirty="0"/>
          </a:p>
        </p:txBody>
      </p:sp>
      <p:sp>
        <p:nvSpPr>
          <p:cNvPr id="3" name="Content Placeholder 2">
            <a:extLst>
              <a:ext uri="{FF2B5EF4-FFF2-40B4-BE49-F238E27FC236}">
                <a16:creationId xmlns:a16="http://schemas.microsoft.com/office/drawing/2014/main" id="{FB2018C1-3B24-5D26-230C-40A1B080FFE2}"/>
              </a:ext>
            </a:extLst>
          </p:cNvPr>
          <p:cNvSpPr>
            <a:spLocks noGrp="1"/>
          </p:cNvSpPr>
          <p:nvPr>
            <p:ph idx="1"/>
          </p:nvPr>
        </p:nvSpPr>
        <p:spPr/>
        <p:txBody>
          <a:bodyPr>
            <a:normAutofit/>
          </a:bodyPr>
          <a:lstStyle/>
          <a:p>
            <a:pPr algn="l"/>
            <a:r>
              <a:rPr lang="en-US" b="0" i="0" dirty="0">
                <a:solidFill>
                  <a:srgbClr val="666C70"/>
                </a:solidFill>
                <a:effectLst/>
                <a:latin typeface="__Roboto_8a2f2a"/>
              </a:rPr>
              <a:t> With server-side discovery, the client or API gateway simply passes the request, including the DNS name, to a router. The router queries the service registry (which may be a separate component or built-in to the router) to identify the available instances of the service and then applies load balancing logic to decide which one to use.</a:t>
            </a:r>
            <a:endParaRPr lang="en-IN" dirty="0"/>
          </a:p>
        </p:txBody>
      </p:sp>
    </p:spTree>
    <p:extLst>
      <p:ext uri="{BB962C8B-B14F-4D97-AF65-F5344CB8AC3E}">
        <p14:creationId xmlns:p14="http://schemas.microsoft.com/office/powerpoint/2010/main" val="2279373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C6DB-9E10-E2EE-E9F4-C79405E82D48}"/>
              </a:ext>
            </a:extLst>
          </p:cNvPr>
          <p:cNvSpPr>
            <a:spLocks noGrp="1"/>
          </p:cNvSpPr>
          <p:nvPr>
            <p:ph type="title"/>
          </p:nvPr>
        </p:nvSpPr>
        <p:spPr/>
        <p:txBody>
          <a:bodyPr/>
          <a:lstStyle/>
          <a:p>
            <a:r>
              <a:rPr lang="en-US" b="1" i="0" dirty="0">
                <a:solidFill>
                  <a:srgbClr val="009BE0"/>
                </a:solidFill>
                <a:effectLst/>
                <a:latin typeface="Clarity City"/>
              </a:rPr>
              <a:t>Server-Side Service Discovery</a:t>
            </a:r>
            <a:endParaRPr lang="en-IN" dirty="0"/>
          </a:p>
        </p:txBody>
      </p:sp>
      <p:pic>
        <p:nvPicPr>
          <p:cNvPr id="3074" name="Picture 2" descr="Service Discovery Server Side">
            <a:extLst>
              <a:ext uri="{FF2B5EF4-FFF2-40B4-BE49-F238E27FC236}">
                <a16:creationId xmlns:a16="http://schemas.microsoft.com/office/drawing/2014/main" id="{0F9C152E-1111-D766-4C8A-D209F86DD2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8544" y="1690688"/>
            <a:ext cx="6810375"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478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0E90B0-7060-18E5-1764-72F7E3B90A6F}"/>
              </a:ext>
            </a:extLst>
          </p:cNvPr>
          <p:cNvPicPr>
            <a:picLocks noChangeAspect="1"/>
          </p:cNvPicPr>
          <p:nvPr/>
        </p:nvPicPr>
        <p:blipFill>
          <a:blip r:embed="rId2"/>
          <a:stretch>
            <a:fillRect/>
          </a:stretch>
        </p:blipFill>
        <p:spPr>
          <a:xfrm>
            <a:off x="2011326" y="1440007"/>
            <a:ext cx="8169348" cy="3977985"/>
          </a:xfrm>
          <a:prstGeom prst="rect">
            <a:avLst/>
          </a:prstGeom>
        </p:spPr>
      </p:pic>
    </p:spTree>
    <p:extLst>
      <p:ext uri="{BB962C8B-B14F-4D97-AF65-F5344CB8AC3E}">
        <p14:creationId xmlns:p14="http://schemas.microsoft.com/office/powerpoint/2010/main" val="3760975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EBB744-A229-B4D6-7B4B-E4F035B0DC33}"/>
              </a:ext>
            </a:extLst>
          </p:cNvPr>
          <p:cNvPicPr>
            <a:picLocks noChangeAspect="1"/>
          </p:cNvPicPr>
          <p:nvPr/>
        </p:nvPicPr>
        <p:blipFill>
          <a:blip r:embed="rId2"/>
          <a:stretch>
            <a:fillRect/>
          </a:stretch>
        </p:blipFill>
        <p:spPr>
          <a:xfrm>
            <a:off x="1725551" y="1580990"/>
            <a:ext cx="8740897" cy="3696020"/>
          </a:xfrm>
          <a:prstGeom prst="rect">
            <a:avLst/>
          </a:prstGeom>
        </p:spPr>
      </p:pic>
    </p:spTree>
    <p:extLst>
      <p:ext uri="{BB962C8B-B14F-4D97-AF65-F5344CB8AC3E}">
        <p14:creationId xmlns:p14="http://schemas.microsoft.com/office/powerpoint/2010/main" val="1198107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47A72A-79EF-74BC-FB7B-782E19F467D3}"/>
              </a:ext>
            </a:extLst>
          </p:cNvPr>
          <p:cNvPicPr>
            <a:picLocks noChangeAspect="1"/>
          </p:cNvPicPr>
          <p:nvPr/>
        </p:nvPicPr>
        <p:blipFill>
          <a:blip r:embed="rId2"/>
          <a:stretch>
            <a:fillRect/>
          </a:stretch>
        </p:blipFill>
        <p:spPr>
          <a:xfrm>
            <a:off x="1550276" y="1420956"/>
            <a:ext cx="9091448" cy="4016088"/>
          </a:xfrm>
          <a:prstGeom prst="rect">
            <a:avLst/>
          </a:prstGeom>
        </p:spPr>
      </p:pic>
    </p:spTree>
    <p:extLst>
      <p:ext uri="{BB962C8B-B14F-4D97-AF65-F5344CB8AC3E}">
        <p14:creationId xmlns:p14="http://schemas.microsoft.com/office/powerpoint/2010/main" val="2729151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4CC7B6-9A97-BB38-8204-8D4C1252398B}"/>
              </a:ext>
            </a:extLst>
          </p:cNvPr>
          <p:cNvPicPr>
            <a:picLocks noChangeAspect="1"/>
          </p:cNvPicPr>
          <p:nvPr/>
        </p:nvPicPr>
        <p:blipFill>
          <a:blip r:embed="rId2"/>
          <a:stretch>
            <a:fillRect/>
          </a:stretch>
        </p:blipFill>
        <p:spPr>
          <a:xfrm>
            <a:off x="1721741" y="1523835"/>
            <a:ext cx="8748518" cy="3810330"/>
          </a:xfrm>
          <a:prstGeom prst="rect">
            <a:avLst/>
          </a:prstGeom>
        </p:spPr>
      </p:pic>
    </p:spTree>
    <p:extLst>
      <p:ext uri="{BB962C8B-B14F-4D97-AF65-F5344CB8AC3E}">
        <p14:creationId xmlns:p14="http://schemas.microsoft.com/office/powerpoint/2010/main" val="2890964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D4B215-4D25-7018-B24B-0077763DF76E}"/>
              </a:ext>
            </a:extLst>
          </p:cNvPr>
          <p:cNvPicPr>
            <a:picLocks noChangeAspect="1"/>
          </p:cNvPicPr>
          <p:nvPr/>
        </p:nvPicPr>
        <p:blipFill>
          <a:blip r:embed="rId2"/>
          <a:stretch>
            <a:fillRect/>
          </a:stretch>
        </p:blipFill>
        <p:spPr>
          <a:xfrm>
            <a:off x="1561707" y="1142802"/>
            <a:ext cx="9068586" cy="4572396"/>
          </a:xfrm>
          <a:prstGeom prst="rect">
            <a:avLst/>
          </a:prstGeom>
        </p:spPr>
      </p:pic>
    </p:spTree>
    <p:extLst>
      <p:ext uri="{BB962C8B-B14F-4D97-AF65-F5344CB8AC3E}">
        <p14:creationId xmlns:p14="http://schemas.microsoft.com/office/powerpoint/2010/main" val="71362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BC57C4-BFA6-F86C-D67C-C447B59C703F}"/>
              </a:ext>
            </a:extLst>
          </p:cNvPr>
          <p:cNvPicPr>
            <a:picLocks noChangeAspect="1"/>
          </p:cNvPicPr>
          <p:nvPr/>
        </p:nvPicPr>
        <p:blipFill>
          <a:blip r:embed="rId2"/>
          <a:stretch>
            <a:fillRect/>
          </a:stretch>
        </p:blipFill>
        <p:spPr>
          <a:xfrm>
            <a:off x="1592189" y="1512404"/>
            <a:ext cx="9007621" cy="3833192"/>
          </a:xfrm>
          <a:prstGeom prst="rect">
            <a:avLst/>
          </a:prstGeom>
        </p:spPr>
      </p:pic>
    </p:spTree>
    <p:extLst>
      <p:ext uri="{BB962C8B-B14F-4D97-AF65-F5344CB8AC3E}">
        <p14:creationId xmlns:p14="http://schemas.microsoft.com/office/powerpoint/2010/main" val="4028620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C7506A-2A26-AC9A-05F5-7785A2F2B995}"/>
              </a:ext>
            </a:extLst>
          </p:cNvPr>
          <p:cNvPicPr>
            <a:picLocks noChangeAspect="1"/>
          </p:cNvPicPr>
          <p:nvPr/>
        </p:nvPicPr>
        <p:blipFill>
          <a:blip r:embed="rId2"/>
          <a:stretch>
            <a:fillRect/>
          </a:stretch>
        </p:blipFill>
        <p:spPr>
          <a:xfrm>
            <a:off x="1618862" y="1382852"/>
            <a:ext cx="8954276" cy="4092295"/>
          </a:xfrm>
          <a:prstGeom prst="rect">
            <a:avLst/>
          </a:prstGeom>
        </p:spPr>
      </p:pic>
    </p:spTree>
    <p:extLst>
      <p:ext uri="{BB962C8B-B14F-4D97-AF65-F5344CB8AC3E}">
        <p14:creationId xmlns:p14="http://schemas.microsoft.com/office/powerpoint/2010/main" val="3772900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173538E-1D97-0511-B903-FC8B8037F655}"/>
              </a:ext>
            </a:extLst>
          </p:cNvPr>
          <p:cNvPicPr>
            <a:picLocks noChangeAspect="1"/>
          </p:cNvPicPr>
          <p:nvPr/>
        </p:nvPicPr>
        <p:blipFill>
          <a:blip r:embed="rId2"/>
          <a:stretch>
            <a:fillRect/>
          </a:stretch>
        </p:blipFill>
        <p:spPr>
          <a:xfrm>
            <a:off x="1683637" y="1535266"/>
            <a:ext cx="8824725" cy="3787468"/>
          </a:xfrm>
          <a:prstGeom prst="rect">
            <a:avLst/>
          </a:prstGeom>
        </p:spPr>
      </p:pic>
    </p:spTree>
    <p:extLst>
      <p:ext uri="{BB962C8B-B14F-4D97-AF65-F5344CB8AC3E}">
        <p14:creationId xmlns:p14="http://schemas.microsoft.com/office/powerpoint/2010/main" val="775726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173538E-1D97-0511-B903-FC8B8037F655}"/>
              </a:ext>
            </a:extLst>
          </p:cNvPr>
          <p:cNvPicPr>
            <a:picLocks noChangeAspect="1"/>
          </p:cNvPicPr>
          <p:nvPr/>
        </p:nvPicPr>
        <p:blipFill>
          <a:blip r:embed="rId2"/>
          <a:stretch>
            <a:fillRect/>
          </a:stretch>
        </p:blipFill>
        <p:spPr>
          <a:xfrm>
            <a:off x="1683637" y="1535266"/>
            <a:ext cx="8824725" cy="3787468"/>
          </a:xfrm>
          <a:prstGeom prst="rect">
            <a:avLst/>
          </a:prstGeom>
        </p:spPr>
      </p:pic>
    </p:spTree>
    <p:extLst>
      <p:ext uri="{BB962C8B-B14F-4D97-AF65-F5344CB8AC3E}">
        <p14:creationId xmlns:p14="http://schemas.microsoft.com/office/powerpoint/2010/main" val="112124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4DD153-086F-511C-2D86-DFD3794FE113}"/>
              </a:ext>
            </a:extLst>
          </p:cNvPr>
          <p:cNvPicPr>
            <a:picLocks noChangeAspect="1"/>
          </p:cNvPicPr>
          <p:nvPr/>
        </p:nvPicPr>
        <p:blipFill>
          <a:blip r:embed="rId2"/>
          <a:stretch>
            <a:fillRect/>
          </a:stretch>
        </p:blipFill>
        <p:spPr>
          <a:xfrm>
            <a:off x="1554086" y="1462869"/>
            <a:ext cx="9083827" cy="3932261"/>
          </a:xfrm>
          <a:prstGeom prst="rect">
            <a:avLst/>
          </a:prstGeom>
        </p:spPr>
      </p:pic>
    </p:spTree>
    <p:extLst>
      <p:ext uri="{BB962C8B-B14F-4D97-AF65-F5344CB8AC3E}">
        <p14:creationId xmlns:p14="http://schemas.microsoft.com/office/powerpoint/2010/main" val="1919280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BE2CE6-96B3-B658-321A-C53F37C2CE1A}"/>
              </a:ext>
            </a:extLst>
          </p:cNvPr>
          <p:cNvPicPr>
            <a:picLocks noChangeAspect="1"/>
          </p:cNvPicPr>
          <p:nvPr/>
        </p:nvPicPr>
        <p:blipFill>
          <a:blip r:embed="rId2"/>
          <a:stretch>
            <a:fillRect/>
          </a:stretch>
        </p:blipFill>
        <p:spPr>
          <a:xfrm>
            <a:off x="2087532" y="1359990"/>
            <a:ext cx="8016935" cy="4138019"/>
          </a:xfrm>
          <a:prstGeom prst="rect">
            <a:avLst/>
          </a:prstGeom>
        </p:spPr>
      </p:pic>
    </p:spTree>
    <p:extLst>
      <p:ext uri="{BB962C8B-B14F-4D97-AF65-F5344CB8AC3E}">
        <p14:creationId xmlns:p14="http://schemas.microsoft.com/office/powerpoint/2010/main" val="3416786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AAEA6D-E449-4867-C0D4-B92D569EB4E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95795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0E3EF0-55DB-82E9-5769-2BA03EA4391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962455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E658CC-06ED-4650-F116-01CF521E177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03958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230731-5425-FB60-609E-6225ED6F00F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213999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B04955-672A-E23B-358C-71C59114518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53137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BF8012-C2B1-5BF2-C7CC-A044E130520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822600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D0044A-FB76-B63A-BD1C-843DDBE085B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23953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747FAE-7FE2-5682-4BAF-7D78A6DA39F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884861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2ED77C4-AF46-E3A4-063F-1BB9A4FA497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378612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38CDF7-EFD9-285C-383D-66A201F2F7C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0771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42635C-F784-6177-E073-B80E9CB1815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343679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CD0997-E83D-ECD9-2D65-B0942C556A8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80857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0527D6-EFED-EC96-CFB3-208D9B5760F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3440461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43410C-9259-A40C-BD78-65D2B1DA41D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545590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0DEB75-63DD-5A5F-2D1B-BA43BEDE85E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5304128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8F3F86-478B-1193-8144-C50D2AFE78F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554139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61D94D-1CCC-C8DC-DA23-E016B0BD27E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68351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DEBDCE-EC08-962D-E0B0-3AE0B2554BF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936093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2A9517-1232-F358-1197-F1EA710FE4C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42162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E4175A-B832-8410-8C4D-BDB68001F65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788640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6F1E3D-3C35-3CA1-675C-1BD13A57CBA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9536668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E8186C-9CC4-B6E1-499C-51D1123C519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2540852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8B74EE-F678-400E-AEFD-74CE7F7830C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000936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76FB99-CB9C-1A50-F415-B9AC41A1B85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402859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BA3D1E-17B1-C8E0-9EC7-2C601C937EB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498456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07D200-7910-EAC3-F053-AF72A088219B}"/>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DEE3FFC5-918C-6BDF-C9F0-9FF08D5F27F2}"/>
              </a:ext>
            </a:extLst>
          </p:cNvPr>
          <p:cNvSpPr txBox="1"/>
          <p:nvPr/>
        </p:nvSpPr>
        <p:spPr>
          <a:xfrm>
            <a:off x="1595535" y="541176"/>
            <a:ext cx="4301412" cy="369332"/>
          </a:xfrm>
          <a:prstGeom prst="rect">
            <a:avLst/>
          </a:prstGeom>
          <a:noFill/>
        </p:spPr>
        <p:txBody>
          <a:bodyPr wrap="square" rtlCol="0">
            <a:spAutoFit/>
          </a:bodyPr>
          <a:lstStyle/>
          <a:p>
            <a:r>
              <a:rPr lang="en-IN" dirty="0"/>
              <a:t>Saga Pattern</a:t>
            </a:r>
          </a:p>
        </p:txBody>
      </p:sp>
    </p:spTree>
    <p:extLst>
      <p:ext uri="{BB962C8B-B14F-4D97-AF65-F5344CB8AC3E}">
        <p14:creationId xmlns:p14="http://schemas.microsoft.com/office/powerpoint/2010/main" val="6794473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C3D91-B2CF-B609-AACE-4FB33CA54EA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FF67C47-1CE6-B230-055B-207F90156FCA}"/>
              </a:ext>
            </a:extLst>
          </p:cNvPr>
          <p:cNvSpPr>
            <a:spLocks noGrp="1"/>
          </p:cNvSpPr>
          <p:nvPr>
            <p:ph idx="1"/>
          </p:nvPr>
        </p:nvSpPr>
        <p:spPr/>
        <p:txBody>
          <a:bodyPr/>
          <a:lstStyle/>
          <a:p>
            <a:r>
              <a:rPr lang="en-IN" dirty="0">
                <a:hlinkClick r:id="rId2"/>
              </a:rPr>
              <a:t>https://www.youtube.com/watch?v=PXkdFs2GSwE&amp;list=PLq3uEqRnr_2EDsuxPboP9_WtVRR_TaMrF&amp;index=3</a:t>
            </a:r>
            <a:r>
              <a:rPr lang="en-IN" dirty="0"/>
              <a:t> </a:t>
            </a:r>
          </a:p>
          <a:p>
            <a:endParaRPr lang="en-IN" dirty="0"/>
          </a:p>
          <a:p>
            <a:r>
              <a:rPr lang="en-IN" dirty="0">
                <a:hlinkClick r:id="rId3"/>
              </a:rPr>
              <a:t>https://www.youtube.com/watch?v=VO20SgiTTOU</a:t>
            </a:r>
            <a:r>
              <a:rPr lang="en-IN" dirty="0"/>
              <a:t> </a:t>
            </a:r>
          </a:p>
        </p:txBody>
      </p:sp>
    </p:spTree>
    <p:extLst>
      <p:ext uri="{BB962C8B-B14F-4D97-AF65-F5344CB8AC3E}">
        <p14:creationId xmlns:p14="http://schemas.microsoft.com/office/powerpoint/2010/main" val="1081774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823</Words>
  <Application>Microsoft Office PowerPoint</Application>
  <PresentationFormat>Widescreen</PresentationFormat>
  <Paragraphs>35</Paragraphs>
  <Slides>54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__Roboto_8a2f2a</vt:lpstr>
      <vt:lpstr>__Roboto_e2e847</vt:lpstr>
      <vt:lpstr>Arial</vt:lpstr>
      <vt:lpstr>Calibri</vt:lpstr>
      <vt:lpstr>Calibri Light</vt:lpstr>
      <vt:lpstr>Clarity City</vt:lpstr>
      <vt:lpstr>Office Theme</vt:lpstr>
      <vt:lpstr>Microservice</vt:lpstr>
      <vt:lpstr>PowerPoint Presentation</vt:lpstr>
      <vt:lpstr>PowerPoint Presentation</vt:lpstr>
      <vt:lpstr>PowerPoint Presentation</vt:lpstr>
      <vt:lpstr>PowerPoint Presentation</vt:lpstr>
      <vt:lpstr>Microservices Service Registry</vt:lpstr>
      <vt:lpstr>Self-Registration</vt:lpstr>
      <vt:lpstr>Third-Party Registration</vt:lpstr>
      <vt:lpstr>Discovering Services</vt:lpstr>
      <vt:lpstr>Service discovery </vt:lpstr>
      <vt:lpstr>Service discovery </vt:lpstr>
      <vt:lpstr>How does Service Discovery Work?</vt:lpstr>
      <vt:lpstr>Client Side Service Discovery</vt:lpstr>
      <vt:lpstr>Client Side Service Discovery</vt:lpstr>
      <vt:lpstr>Server-Side Service Discovery</vt:lpstr>
      <vt:lpstr>Server-Side Service Discovery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Microservice</dc:title>
  <dc:creator>Arun Sunar</dc:creator>
  <cp:lastModifiedBy>Arun Sunar</cp:lastModifiedBy>
  <cp:revision>1</cp:revision>
  <dcterms:created xsi:type="dcterms:W3CDTF">2023-09-25T01:24:24Z</dcterms:created>
  <dcterms:modified xsi:type="dcterms:W3CDTF">2023-11-30T12:10:47Z</dcterms:modified>
</cp:coreProperties>
</file>