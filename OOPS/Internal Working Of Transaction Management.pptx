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Sunar" userId="3fa9774ca67c7ab5" providerId="LiveId" clId="{21DAD43F-596D-4021-B1E0-91F6B980898B}"/>
    <pc:docChg chg="custSel addSld modSld">
      <pc:chgData name="Arun Sunar" userId="3fa9774ca67c7ab5" providerId="LiveId" clId="{21DAD43F-596D-4021-B1E0-91F6B980898B}" dt="2024-02-05T11:20:27.493" v="22" actId="20577"/>
      <pc:docMkLst>
        <pc:docMk/>
      </pc:docMkLst>
      <pc:sldChg chg="addSp delSp modSp new mod">
        <pc:chgData name="Arun Sunar" userId="3fa9774ca67c7ab5" providerId="LiveId" clId="{21DAD43F-596D-4021-B1E0-91F6B980898B}" dt="2024-02-05T11:09:47.271" v="17" actId="20577"/>
        <pc:sldMkLst>
          <pc:docMk/>
          <pc:sldMk cId="2304541170" sldId="259"/>
        </pc:sldMkLst>
        <pc:spChg chg="del">
          <ac:chgData name="Arun Sunar" userId="3fa9774ca67c7ab5" providerId="LiveId" clId="{21DAD43F-596D-4021-B1E0-91F6B980898B}" dt="2023-12-18T13:40:07.086" v="1" actId="478"/>
          <ac:spMkLst>
            <pc:docMk/>
            <pc:sldMk cId="2304541170" sldId="259"/>
            <ac:spMk id="2" creationId="{5142E72F-9D6E-BECD-4898-89B0B4612586}"/>
          </ac:spMkLst>
        </pc:spChg>
        <pc:spChg chg="add del mod">
          <ac:chgData name="Arun Sunar" userId="3fa9774ca67c7ab5" providerId="LiveId" clId="{21DAD43F-596D-4021-B1E0-91F6B980898B}" dt="2024-02-05T11:09:47.271" v="17" actId="20577"/>
          <ac:spMkLst>
            <pc:docMk/>
            <pc:sldMk cId="2304541170" sldId="259"/>
            <ac:spMk id="3" creationId="{6CC1DC33-15E7-8EEE-FD7F-D16D89C1224D}"/>
          </ac:spMkLst>
        </pc:spChg>
        <pc:spChg chg="add del mod">
          <ac:chgData name="Arun Sunar" userId="3fa9774ca67c7ab5" providerId="LiveId" clId="{21DAD43F-596D-4021-B1E0-91F6B980898B}" dt="2023-12-18T13:40:38.394" v="7"/>
          <ac:spMkLst>
            <pc:docMk/>
            <pc:sldMk cId="2304541170" sldId="259"/>
            <ac:spMk id="4" creationId="{F5357D51-83EF-6D63-3846-877D1EC7CE8A}"/>
          </ac:spMkLst>
        </pc:spChg>
      </pc:sldChg>
      <pc:sldChg chg="modSp new mod">
        <pc:chgData name="Arun Sunar" userId="3fa9774ca67c7ab5" providerId="LiveId" clId="{21DAD43F-596D-4021-B1E0-91F6B980898B}" dt="2024-02-05T11:20:27.493" v="22" actId="20577"/>
        <pc:sldMkLst>
          <pc:docMk/>
          <pc:sldMk cId="2936317960" sldId="260"/>
        </pc:sldMkLst>
        <pc:spChg chg="mod">
          <ac:chgData name="Arun Sunar" userId="3fa9774ca67c7ab5" providerId="LiveId" clId="{21DAD43F-596D-4021-B1E0-91F6B980898B}" dt="2024-02-05T11:20:27.493" v="22" actId="20577"/>
          <ac:spMkLst>
            <pc:docMk/>
            <pc:sldMk cId="2936317960" sldId="260"/>
            <ac:spMk id="3" creationId="{08E40293-92BB-1AE1-3310-25419743F813}"/>
          </ac:spMkLst>
        </pc:spChg>
      </pc:sldChg>
    </pc:docChg>
  </pc:docChgLst>
  <pc:docChgLst>
    <pc:chgData name="Arun Sunar" userId="3fa9774ca67c7ab5" providerId="LiveId" clId="{81BD195A-ADD8-4F33-99DA-ACBE06F9F041}"/>
    <pc:docChg chg="custSel addSld modSld">
      <pc:chgData name="Arun Sunar" userId="3fa9774ca67c7ab5" providerId="LiveId" clId="{81BD195A-ADD8-4F33-99DA-ACBE06F9F041}" dt="2024-03-11T05:12:20.550" v="5"/>
      <pc:docMkLst>
        <pc:docMk/>
      </pc:docMkLst>
      <pc:sldChg chg="modSp mod">
        <pc:chgData name="Arun Sunar" userId="3fa9774ca67c7ab5" providerId="LiveId" clId="{81BD195A-ADD8-4F33-99DA-ACBE06F9F041}" dt="2024-03-11T05:12:20.550" v="5"/>
        <pc:sldMkLst>
          <pc:docMk/>
          <pc:sldMk cId="2304541170" sldId="259"/>
        </pc:sldMkLst>
        <pc:spChg chg="mod">
          <ac:chgData name="Arun Sunar" userId="3fa9774ca67c7ab5" providerId="LiveId" clId="{81BD195A-ADD8-4F33-99DA-ACBE06F9F041}" dt="2024-03-11T05:12:20.550" v="5"/>
          <ac:spMkLst>
            <pc:docMk/>
            <pc:sldMk cId="2304541170" sldId="259"/>
            <ac:spMk id="3" creationId="{6CC1DC33-15E7-8EEE-FD7F-D16D89C1224D}"/>
          </ac:spMkLst>
        </pc:spChg>
      </pc:sldChg>
      <pc:sldChg chg="add">
        <pc:chgData name="Arun Sunar" userId="3fa9774ca67c7ab5" providerId="LiveId" clId="{81BD195A-ADD8-4F33-99DA-ACBE06F9F041}" dt="2024-03-11T05:11:55.440" v="0" actId="2890"/>
        <pc:sldMkLst>
          <pc:docMk/>
          <pc:sldMk cId="1128501436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C788-8B4B-8BC8-37D2-D5AC11219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72CC2-A2A5-C9BF-4D7E-CC9657EBF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0F707-6AC6-C188-4683-4C62D823B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264C-2AD8-4C9E-8806-30C769E3A0BC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EF9FE-5384-765A-0C67-53BBBFEF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8A201-5B53-5D5D-005A-94979AF3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DFE4-A7E9-4B2D-A40D-BBFAC448B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04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B501-5D8B-E20B-7970-A75BBE97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FAACC-C5C8-E699-8338-6F5B31AAC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A79FC-B50C-EA09-7E35-BCCA7C7D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264C-2AD8-4C9E-8806-30C769E3A0BC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638CF-813B-3A58-059F-4B972B886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4B922-F6B9-1344-6107-DAA563C0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DFE4-A7E9-4B2D-A40D-BBFAC448B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672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9A8A-F329-EF10-0DBD-F75F451DE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7A05D-89DE-57E3-0E4A-D242F8DB7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545C-1B50-6873-FB4C-EC883A23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264C-2AD8-4C9E-8806-30C769E3A0BC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CDA34-A706-5BC3-318E-A0185D07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FA372-7BF6-C203-9997-BAF03BECD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DFE4-A7E9-4B2D-A40D-BBFAC448B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83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DE5B-5F4C-AA23-67DE-78B7EC683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635AF-D0D8-6834-8592-3D98361CA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CCFBE-0329-F832-C18E-557AD1B82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302AB-1C4B-5ABC-43FE-B06310AE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264C-2AD8-4C9E-8806-30C769E3A0BC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66C8C-BB20-9C0F-EC91-0B02431AE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E4FC7-52A5-BDE5-40EA-D947AE73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DFE4-A7E9-4B2D-A40D-BBFAC448B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01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5AAF-00D0-4364-23A5-8B276A3DC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0E394-B355-591D-D5E0-B29D80834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0AC3F-BE89-0CD9-336F-60BB56662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A14C3-159B-4EDF-B072-17CD28B38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6677DC-F5F1-F3A6-286E-5C1B8ED4A0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58DD54-40C8-14C1-ADE9-7382EEB6D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264C-2AD8-4C9E-8806-30C769E3A0BC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4AE28-59B2-D932-D02F-914F3B9DE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B2223-8C1D-E9E4-D8A9-1F1057D89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DFE4-A7E9-4B2D-A40D-BBFAC448B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119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8FFCC-321F-C8FE-615A-9CAEBA948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AFEE7C-3AA4-6B24-41B5-F7B9F6F0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264C-2AD8-4C9E-8806-30C769E3A0BC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BC77D-9AAB-B786-70DF-ADC4DA40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EC80C-BBB8-1282-67BF-18F6CF91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DFE4-A7E9-4B2D-A40D-BBFAC448B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890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D843A6-191E-0F39-6B03-A2785B8E9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264C-2AD8-4C9E-8806-30C769E3A0BC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6B122-668D-9692-8335-21A61EA3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C74FA-ABA8-9E06-370E-0E16FA5B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DFE4-A7E9-4B2D-A40D-BBFAC448B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775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3CCF5-B271-A4D3-6F62-559D1E5F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83DC9-4B30-4359-42CA-E0C5BBCA9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DD89F-A67D-1CE1-CE1D-7BCF9D6C8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412FF-C3D0-9241-76E4-1B3EEEDBC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264C-2AD8-4C9E-8806-30C769E3A0BC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C7209-2B8F-FA82-EFE3-B5DE5F59B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11D2B-12F8-D5A3-6151-41E0C6F8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DFE4-A7E9-4B2D-A40D-BBFAC448B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650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6BF4-604D-A462-C6A3-E84AC0EF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5F9BEF-4E9F-6E09-24C3-0B38ED5C6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C6042-4C94-C6AE-FD6E-9435C08F3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EFF7B-DE21-3C5C-B86C-EC2E80D3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264C-2AD8-4C9E-8806-30C769E3A0BC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5D731-7EAE-F7A8-4F94-2A7EAFFAB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3DCEC-B7C7-179F-D925-DC501B63E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DFE4-A7E9-4B2D-A40D-BBFAC448B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68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B82CC-E307-EEB6-2DF5-8FBA30BE0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DAD5A-A7A4-53E9-1342-BE1C6F1A1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C7966-CAD7-AA2B-DA18-C4F9761D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264C-2AD8-4C9E-8806-30C769E3A0BC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A772-040B-48D5-EB91-5B30F47D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7DE4F-AE48-A84D-92C4-BCAB0ECE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DFE4-A7E9-4B2D-A40D-BBFAC448B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16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32F983-1BB7-084F-9CA2-16697FD14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B593D-33B4-95F3-1237-87E24484F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A464F-66F5-E2F3-A70E-AD7ECB076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264C-2AD8-4C9E-8806-30C769E3A0BC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92034-9A65-183E-0BA7-E587453D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1394C-7548-7FA9-DF0E-95EE963E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DFE4-A7E9-4B2D-A40D-BBFAC448B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14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E15709-8CA1-E9F6-C6FF-B943E7B9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09BB8-7670-4B15-0607-B7C5FFE63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C17AF-E19D-58DE-F311-DB20CCCAD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E264C-2AD8-4C9E-8806-30C769E3A0BC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BCD03-58F0-D8A0-AD95-B977E3037C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C404-BEA8-BE9A-0C6F-A4270D0C1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DDFE4-A7E9-4B2D-A40D-BBFAC448B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52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rcobehler.com/guides/spring-transaction-management-transactional-in-depth" TargetMode="External"/><Relationship Id="rId2" Type="http://schemas.openxmlformats.org/officeDocument/2006/relationships/hyperlink" Target="https://reflectoring.io/spring-transactions-and-exceptions/#:~:text=If%20Spring%20detects%20%40Transactional%20annotation,plain%20old%20JDBC%20connection%20implementati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javarevisited/mastering-projections-in-spring-data-jpa-a-comprehensive-introduction-7bc2e64e4c14" TargetMode="External"/><Relationship Id="rId2" Type="http://schemas.openxmlformats.org/officeDocument/2006/relationships/hyperlink" Target="https://medium.com/@bubu.tripathy/spring-data-jpa-projections-cc5f9289089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96D06-22E2-8A64-034B-72FAE86D3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804" y="1122363"/>
            <a:ext cx="10515600" cy="2387600"/>
          </a:xfrm>
        </p:spPr>
        <p:txBody>
          <a:bodyPr/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Internal Working Of Transaction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33543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AA46FF6-30D9-E95B-F1AC-AD7B34271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1"/>
            <a:ext cx="12055151" cy="70788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Roboto Slab" pitchFamily="2" charset="0"/>
                <a:cs typeface="Roboto Slab" pitchFamily="2" charset="0"/>
              </a:rPr>
              <a:t>Now whenever we use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@Transactional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Roboto Slab" pitchFamily="2" charset="0"/>
                <a:cs typeface="Roboto Slab" pitchFamily="2" charset="0"/>
              </a:rPr>
              <a:t> annotation on a bean, Spring uses a tiny trick.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Roboto Slab" pitchFamily="2" charset="0"/>
                <a:cs typeface="Roboto Slab" pitchFamily="2" charset="0"/>
              </a:rPr>
              <a:t>It doesn’t just instantiate the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EntityService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Roboto Slab" pitchFamily="2" charset="0"/>
                <a:cs typeface="Roboto Slab" pitchFamily="2" charset="0"/>
              </a:rPr>
              <a:t> but it also creates a transactional proxy of the same bean: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E152AE-12A9-0DE2-1144-ED622661D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" y="975304"/>
            <a:ext cx="12055151" cy="2294820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CE223CB6-C39B-3912-E596-E62198CE6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4" y="3429000"/>
            <a:ext cx="11178073" cy="12926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222222"/>
                </a:solidFill>
                <a:latin typeface="Roboto Slab" pitchFamily="2" charset="0"/>
                <a:cs typeface="Roboto Slab" pitchFamily="2" charset="0"/>
              </a:rPr>
              <a:t>As we can see from the above diagram, the proxy has two jobs: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Roboto Slab" pitchFamily="2" charset="0"/>
                <a:cs typeface="Roboto Slab" pitchFamily="2" charset="0"/>
              </a:rPr>
              <a:t>Opening and closing database connections/transactions.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Roboto Slab" pitchFamily="2" charset="0"/>
                <a:cs typeface="Roboto Slab" pitchFamily="2" charset="0"/>
              </a:rPr>
              <a:t>And then delegating to the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Roboto Slab" pitchFamily="2" charset="0"/>
                <a:cs typeface="Roboto Slab" pitchFamily="2" charset="0"/>
              </a:rPr>
              <a:t>original 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Roboto Slab" pitchFamily="2" charset="0"/>
              </a:rPr>
              <a:t>EntityService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Roboto Slab" pitchFamily="2" charset="0"/>
                <a:cs typeface="Roboto Slab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C26F06D-265C-EE11-50BA-2666F5013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3" y="4586616"/>
            <a:ext cx="12055152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Roboto Slab" pitchFamily="2" charset="0"/>
                <a:cs typeface="Roboto Slab" pitchFamily="2" charset="0"/>
              </a:rPr>
              <a:t>Other beans, like our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EntityController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Roboto Slab" pitchFamily="2" charset="0"/>
                <a:cs typeface="Roboto Slab" pitchFamily="2" charset="0"/>
              </a:rPr>
              <a:t> in the diagram above, will never know that they are talking to a proxy, and not the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Roboto Slab" pitchFamily="2" charset="0"/>
                <a:cs typeface="Roboto Slab" pitchFamily="2" charset="0"/>
              </a:rPr>
              <a:t>real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Roboto Slab" pitchFamily="2" charset="0"/>
                <a:cs typeface="Roboto Slab" pitchFamily="2" charset="0"/>
              </a:rPr>
              <a:t> bean.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731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54E055-641C-74C6-275C-D858F55D60BF}"/>
              </a:ext>
            </a:extLst>
          </p:cNvPr>
          <p:cNvSpPr txBox="1"/>
          <p:nvPr/>
        </p:nvSpPr>
        <p:spPr>
          <a:xfrm>
            <a:off x="0" y="75337"/>
            <a:ext cx="1219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If we get inside in more detail, then we would find that our </a:t>
            </a:r>
            <a:r>
              <a:rPr lang="en-US" sz="2000" dirty="0" err="1"/>
              <a:t>EntityService</a:t>
            </a:r>
            <a:r>
              <a:rPr lang="en-US" sz="2000" dirty="0"/>
              <a:t> gets proxied on the fly,</a:t>
            </a:r>
          </a:p>
          <a:p>
            <a:r>
              <a:rPr lang="en-US" sz="2000" dirty="0"/>
              <a:t> but it is not the proxy that handles the transactional states (open, commit, close, rollback). </a:t>
            </a:r>
          </a:p>
          <a:p>
            <a:r>
              <a:rPr lang="en-US" sz="2000" dirty="0"/>
              <a:t>Instead the proxy delegates the job to a transaction manager.</a:t>
            </a:r>
          </a:p>
          <a:p>
            <a:endParaRPr lang="en-US" sz="2000" dirty="0"/>
          </a:p>
          <a:p>
            <a:r>
              <a:rPr lang="en-US" sz="2000" dirty="0"/>
              <a:t>Spring offers a </a:t>
            </a:r>
            <a:r>
              <a:rPr lang="en-US" sz="2000" dirty="0" err="1"/>
              <a:t>PlatformTransactionManager</a:t>
            </a:r>
            <a:r>
              <a:rPr lang="en-US" sz="2000" dirty="0"/>
              <a:t>/</a:t>
            </a:r>
            <a:r>
              <a:rPr lang="en-US" sz="2000" dirty="0" err="1"/>
              <a:t>TransactionManager</a:t>
            </a:r>
            <a:r>
              <a:rPr lang="en-US" sz="2000" dirty="0"/>
              <a:t> interface, which, by default, </a:t>
            </a:r>
          </a:p>
          <a:p>
            <a:r>
              <a:rPr lang="en-US" sz="2000" dirty="0"/>
              <a:t>comes with a couple of handy implementations. One of them is the </a:t>
            </a:r>
            <a:r>
              <a:rPr lang="en-US" sz="2000" dirty="0" err="1"/>
              <a:t>datasource</a:t>
            </a:r>
            <a:r>
              <a:rPr lang="en-US" sz="2000" dirty="0"/>
              <a:t> transaction manager.</a:t>
            </a:r>
          </a:p>
          <a:p>
            <a:r>
              <a:rPr lang="en-US" sz="2000" dirty="0"/>
              <a:t> Now all transaction managers have methods like </a:t>
            </a:r>
            <a:r>
              <a:rPr lang="en-US" sz="2000" dirty="0" err="1"/>
              <a:t>doBegin</a:t>
            </a:r>
            <a:r>
              <a:rPr lang="en-US" sz="2000" dirty="0"/>
              <a:t>() or </a:t>
            </a:r>
            <a:r>
              <a:rPr lang="en-US" sz="2000" dirty="0" err="1"/>
              <a:t>doCommit</a:t>
            </a:r>
            <a:r>
              <a:rPr lang="en-US" sz="2000" dirty="0"/>
              <a:t>() that takes care of the connectivity and final execution.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1BD499-752D-F2A5-0AC4-03E4599E5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1207"/>
            <a:ext cx="12192000" cy="295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5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DC33-15E7-8EEE-FD7F-D16D89C12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90524"/>
            <a:ext cx="11658600" cy="6181725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The internal working of the @Transactional annotation is as follows: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When Spring encounters the @Transactional annotation, it creates a 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TransactionInterceptor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object.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The 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TransactionInterceptor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object is responsible for managing the transaction lifecycle.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Before the annotated method is invoked, the 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TransactionInterceptor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object starts a new transaction.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The annotated method is then invoked.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After the annotated method returns, the 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TransactionInterceptor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object commits the transaction.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If an exception is thrown during the execution of the annotated method, the 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TransactionInterceptor</a:t>
            </a:r>
            <a:r>
              <a:rPr lang="en-US" b="0" i="0">
                <a:solidFill>
                  <a:srgbClr val="001D35"/>
                </a:solidFill>
                <a:effectLst/>
                <a:latin typeface="Google Sans"/>
              </a:rPr>
              <a:t> object rolls back the transaction.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541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DC33-15E7-8EEE-FD7F-D16D89C12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90524"/>
            <a:ext cx="11658600" cy="61817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put all of the above discussion in a gist:</a:t>
            </a:r>
          </a:p>
          <a:p>
            <a:endParaRPr lang="en-US" dirty="0"/>
          </a:p>
          <a:p>
            <a:r>
              <a:rPr lang="en-US" dirty="0"/>
              <a:t>If Spring detects @Transactional annotation on a bean, it creates a dynamic proxy of the bean.</a:t>
            </a:r>
          </a:p>
          <a:p>
            <a:r>
              <a:rPr lang="en-US" dirty="0"/>
              <a:t>The proxy will then have access to a transaction manager which will open and close transactions/connections.</a:t>
            </a:r>
          </a:p>
          <a:p>
            <a:r>
              <a:rPr lang="en-US" dirty="0"/>
              <a:t>Finally, the transaction manager will simply do what we did as part of our plain old JDBC connection implementation.</a:t>
            </a:r>
          </a:p>
          <a:p>
            <a:endParaRPr lang="en-US" dirty="0"/>
          </a:p>
          <a:p>
            <a:r>
              <a:rPr lang="en-IN" dirty="0">
                <a:hlinkClick r:id="rId2"/>
              </a:rPr>
              <a:t>https://reflectoring.io/spring-transactions-and-exceptions/#:~:text=If%20Spring%20detects%20%40Transactional%20annotation,plain%20old%20JDBC%20connection%20implementation</a:t>
            </a:r>
            <a:r>
              <a:rPr lang="en-IN" dirty="0"/>
              <a:t>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IN" dirty="0">
                <a:hlinkClick r:id="rId3"/>
              </a:rPr>
              <a:t>https://www.marcobehler.com/guides/spring-transaction-management-transactional-in-depth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8501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0658C-C3F3-5C3B-BEE1-4185FE9A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0293-92BB-1AE1-3310-25419743F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https://medium.com/@bubu.tripathy/spring-data-jpa-projections-cc5f9289089f</a:t>
            </a:r>
            <a:endParaRPr lang="en-IN" dirty="0"/>
          </a:p>
          <a:p>
            <a:r>
              <a:rPr lang="en-IN">
                <a:hlinkClick r:id="rId3"/>
              </a:rPr>
              <a:t>https://medium.com/javarevisited/mastering-projections-in-spring-data-jpa-a-comprehensive-introduction-7bc2e64e4c14</a:t>
            </a:r>
            <a:r>
              <a:rPr lang="en-I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631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430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Roboto Slab</vt:lpstr>
      <vt:lpstr>var(--bs-font-monospace)</vt:lpstr>
      <vt:lpstr>Office Theme</vt:lpstr>
      <vt:lpstr>Internal Working Of Transaction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Working Of Transaction Management</dc:title>
  <dc:creator>Arun Sunar</dc:creator>
  <cp:lastModifiedBy>Arun Sunar</cp:lastModifiedBy>
  <cp:revision>1</cp:revision>
  <dcterms:created xsi:type="dcterms:W3CDTF">2023-12-18T13:39:35Z</dcterms:created>
  <dcterms:modified xsi:type="dcterms:W3CDTF">2024-03-11T05:12:23Z</dcterms:modified>
</cp:coreProperties>
</file>