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9" r:id="rId4"/>
    <p:sldId id="260" r:id="rId5"/>
    <p:sldId id="261" r:id="rId6"/>
    <p:sldId id="262" r:id="rId7"/>
    <p:sldId id="263" r:id="rId8"/>
    <p:sldId id="264" r:id="rId9"/>
    <p:sldId id="265" r:id="rId10"/>
    <p:sldId id="266" r:id="rId11"/>
    <p:sldId id="267" r:id="rId12"/>
    <p:sldId id="268" r:id="rId13"/>
    <p:sldId id="269" r:id="rId14"/>
    <p:sldId id="270" r:id="rId15"/>
    <p:sldId id="271" r:id="rId16"/>
    <p:sldId id="272" r:id="rId17"/>
    <p:sldId id="273" r:id="rId18"/>
    <p:sldId id="274" r:id="rId19"/>
    <p:sldId id="275" r:id="rId20"/>
    <p:sldId id="276" r:id="rId21"/>
    <p:sldId id="277" r:id="rId22"/>
    <p:sldId id="278" r:id="rId23"/>
    <p:sldId id="279" r:id="rId24"/>
    <p:sldId id="280" r:id="rId25"/>
    <p:sldId id="281" r:id="rId26"/>
    <p:sldId id="282" r:id="rId27"/>
    <p:sldId id="283" r:id="rId28"/>
    <p:sldId id="284" r:id="rId29"/>
    <p:sldId id="285" r:id="rId30"/>
    <p:sldId id="286" r:id="rId31"/>
    <p:sldId id="287" r:id="rId32"/>
    <p:sldId id="288" r:id="rId33"/>
    <p:sldId id="289" r:id="rId34"/>
    <p:sldId id="290" r:id="rId35"/>
    <p:sldId id="291" r:id="rId36"/>
    <p:sldId id="292" r:id="rId37"/>
    <p:sldId id="293" r:id="rId38"/>
    <p:sldId id="294" r:id="rId39"/>
    <p:sldId id="331" r:id="rId40"/>
    <p:sldId id="295" r:id="rId41"/>
    <p:sldId id="296" r:id="rId42"/>
    <p:sldId id="297" r:id="rId43"/>
    <p:sldId id="298" r:id="rId44"/>
    <p:sldId id="299" r:id="rId45"/>
    <p:sldId id="300" r:id="rId46"/>
    <p:sldId id="301" r:id="rId47"/>
    <p:sldId id="302" r:id="rId48"/>
    <p:sldId id="303" r:id="rId49"/>
    <p:sldId id="304" r:id="rId50"/>
    <p:sldId id="305" r:id="rId51"/>
    <p:sldId id="332" r:id="rId52"/>
    <p:sldId id="306" r:id="rId53"/>
    <p:sldId id="307" r:id="rId54"/>
    <p:sldId id="308" r:id="rId55"/>
    <p:sldId id="309" r:id="rId56"/>
    <p:sldId id="310" r:id="rId57"/>
    <p:sldId id="311" r:id="rId58"/>
    <p:sldId id="312" r:id="rId59"/>
    <p:sldId id="313" r:id="rId60"/>
    <p:sldId id="314" r:id="rId61"/>
    <p:sldId id="315" r:id="rId62"/>
    <p:sldId id="316" r:id="rId63"/>
    <p:sldId id="317" r:id="rId64"/>
    <p:sldId id="318" r:id="rId65"/>
    <p:sldId id="319" r:id="rId66"/>
    <p:sldId id="320" r:id="rId67"/>
    <p:sldId id="321" r:id="rId68"/>
    <p:sldId id="322" r:id="rId69"/>
    <p:sldId id="323" r:id="rId70"/>
    <p:sldId id="324" r:id="rId71"/>
    <p:sldId id="325" r:id="rId72"/>
    <p:sldId id="326" r:id="rId73"/>
    <p:sldId id="327" r:id="rId74"/>
    <p:sldId id="328" r:id="rId75"/>
    <p:sldId id="329" r:id="rId76"/>
    <p:sldId id="330" r:id="rId77"/>
    <p:sldId id="333" r:id="rId78"/>
    <p:sldId id="334" r:id="rId79"/>
    <p:sldId id="335" r:id="rId80"/>
    <p:sldId id="336" r:id="rId8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E40D1C88-0FA2-4228-828A-2A3E47C4388C}" v="65" dt="2023-09-04T14:31:24.379"/>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82" d="100"/>
          <a:sy n="82" d="100"/>
        </p:scale>
        <p:origin x="720"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theme" Target="theme/theme1.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5" Type="http://schemas.openxmlformats.org/officeDocument/2006/relationships/slide" Target="slides/slide4.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tableStyles" Target="tableStyle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microsoft.com/office/2016/11/relationships/changesInfo" Target="changesInfos/changesInfo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microsoft.com/office/2015/10/relationships/revisionInfo" Target="revisionInfo.xml"/><Relationship Id="rId61" Type="http://schemas.openxmlformats.org/officeDocument/2006/relationships/slide" Target="slides/slide60.xml"/><Relationship Id="rId82"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run Sunar" userId="3fa9774ca67c7ab5" providerId="LiveId" clId="{E40D1C88-0FA2-4228-828A-2A3E47C4388C}"/>
    <pc:docChg chg="undo redo custSel addSld delSld modSld sldOrd">
      <pc:chgData name="Arun Sunar" userId="3fa9774ca67c7ab5" providerId="LiveId" clId="{E40D1C88-0FA2-4228-828A-2A3E47C4388C}" dt="2023-09-04T14:33:50.774" v="966" actId="20577"/>
      <pc:docMkLst>
        <pc:docMk/>
      </pc:docMkLst>
      <pc:sldChg chg="modSp mod">
        <pc:chgData name="Arun Sunar" userId="3fa9774ca67c7ab5" providerId="LiveId" clId="{E40D1C88-0FA2-4228-828A-2A3E47C4388C}" dt="2023-08-04T07:26:51.127" v="287" actId="20577"/>
        <pc:sldMkLst>
          <pc:docMk/>
          <pc:sldMk cId="3597565703" sldId="256"/>
        </pc:sldMkLst>
        <pc:spChg chg="mod">
          <ac:chgData name="Arun Sunar" userId="3fa9774ca67c7ab5" providerId="LiveId" clId="{E40D1C88-0FA2-4228-828A-2A3E47C4388C}" dt="2023-08-04T07:26:51.127" v="287" actId="20577"/>
          <ac:spMkLst>
            <pc:docMk/>
            <pc:sldMk cId="3597565703" sldId="256"/>
            <ac:spMk id="3" creationId="{9484A1B8-AB11-B08B-DF29-F957935C6F4D}"/>
          </ac:spMkLst>
        </pc:spChg>
      </pc:sldChg>
      <pc:sldChg chg="del">
        <pc:chgData name="Arun Sunar" userId="3fa9774ca67c7ab5" providerId="LiveId" clId="{E40D1C88-0FA2-4228-828A-2A3E47C4388C}" dt="2023-08-04T05:54:33.815" v="2" actId="2696"/>
        <pc:sldMkLst>
          <pc:docMk/>
          <pc:sldMk cId="210776259" sldId="258"/>
        </pc:sldMkLst>
      </pc:sldChg>
      <pc:sldChg chg="ord">
        <pc:chgData name="Arun Sunar" userId="3fa9774ca67c7ab5" providerId="LiveId" clId="{E40D1C88-0FA2-4228-828A-2A3E47C4388C}" dt="2023-08-04T05:54:23.300" v="1"/>
        <pc:sldMkLst>
          <pc:docMk/>
          <pc:sldMk cId="3543193018" sldId="259"/>
        </pc:sldMkLst>
      </pc:sldChg>
      <pc:sldChg chg="modSp add mod">
        <pc:chgData name="Arun Sunar" userId="3fa9774ca67c7ab5" providerId="LiveId" clId="{E40D1C88-0FA2-4228-828A-2A3E47C4388C}" dt="2023-08-04T05:56:03.126" v="12" actId="27636"/>
        <pc:sldMkLst>
          <pc:docMk/>
          <pc:sldMk cId="3336795907" sldId="260"/>
        </pc:sldMkLst>
        <pc:spChg chg="mod">
          <ac:chgData name="Arun Sunar" userId="3fa9774ca67c7ab5" providerId="LiveId" clId="{E40D1C88-0FA2-4228-828A-2A3E47C4388C}" dt="2023-08-04T05:54:56.802" v="8" actId="255"/>
          <ac:spMkLst>
            <pc:docMk/>
            <pc:sldMk cId="3336795907" sldId="260"/>
            <ac:spMk id="2" creationId="{3EF3EB09-7893-00A2-AEEC-382F6D7D0B2E}"/>
          </ac:spMkLst>
        </pc:spChg>
        <pc:spChg chg="mod">
          <ac:chgData name="Arun Sunar" userId="3fa9774ca67c7ab5" providerId="LiveId" clId="{E40D1C88-0FA2-4228-828A-2A3E47C4388C}" dt="2023-08-04T05:56:03.126" v="12" actId="27636"/>
          <ac:spMkLst>
            <pc:docMk/>
            <pc:sldMk cId="3336795907" sldId="260"/>
            <ac:spMk id="3" creationId="{9484A1B8-AB11-B08B-DF29-F957935C6F4D}"/>
          </ac:spMkLst>
        </pc:spChg>
      </pc:sldChg>
      <pc:sldChg chg="modSp add mod">
        <pc:chgData name="Arun Sunar" userId="3fa9774ca67c7ab5" providerId="LiveId" clId="{E40D1C88-0FA2-4228-828A-2A3E47C4388C}" dt="2023-08-04T05:56:38.488" v="15" actId="27636"/>
        <pc:sldMkLst>
          <pc:docMk/>
          <pc:sldMk cId="1702887758" sldId="261"/>
        </pc:sldMkLst>
        <pc:spChg chg="mod">
          <ac:chgData name="Arun Sunar" userId="3fa9774ca67c7ab5" providerId="LiveId" clId="{E40D1C88-0FA2-4228-828A-2A3E47C4388C}" dt="2023-08-04T05:56:38.488" v="15" actId="27636"/>
          <ac:spMkLst>
            <pc:docMk/>
            <pc:sldMk cId="1702887758" sldId="261"/>
            <ac:spMk id="3" creationId="{9484A1B8-AB11-B08B-DF29-F957935C6F4D}"/>
          </ac:spMkLst>
        </pc:spChg>
      </pc:sldChg>
      <pc:sldChg chg="addSp delSp modSp add mod">
        <pc:chgData name="Arun Sunar" userId="3fa9774ca67c7ab5" providerId="LiveId" clId="{E40D1C88-0FA2-4228-828A-2A3E47C4388C}" dt="2023-08-04T05:59:57.980" v="25" actId="27636"/>
        <pc:sldMkLst>
          <pc:docMk/>
          <pc:sldMk cId="404728189" sldId="262"/>
        </pc:sldMkLst>
        <pc:spChg chg="mod">
          <ac:chgData name="Arun Sunar" userId="3fa9774ca67c7ab5" providerId="LiveId" clId="{E40D1C88-0FA2-4228-828A-2A3E47C4388C}" dt="2023-08-04T05:57:06.180" v="19" actId="255"/>
          <ac:spMkLst>
            <pc:docMk/>
            <pc:sldMk cId="404728189" sldId="262"/>
            <ac:spMk id="2" creationId="{3EF3EB09-7893-00A2-AEEC-382F6D7D0B2E}"/>
          </ac:spMkLst>
        </pc:spChg>
        <pc:spChg chg="mod">
          <ac:chgData name="Arun Sunar" userId="3fa9774ca67c7ab5" providerId="LiveId" clId="{E40D1C88-0FA2-4228-828A-2A3E47C4388C}" dt="2023-08-04T05:59:57.980" v="25" actId="27636"/>
          <ac:spMkLst>
            <pc:docMk/>
            <pc:sldMk cId="404728189" sldId="262"/>
            <ac:spMk id="3" creationId="{9484A1B8-AB11-B08B-DF29-F957935C6F4D}"/>
          </ac:spMkLst>
        </pc:spChg>
        <pc:spChg chg="add del">
          <ac:chgData name="Arun Sunar" userId="3fa9774ca67c7ab5" providerId="LiveId" clId="{E40D1C88-0FA2-4228-828A-2A3E47C4388C}" dt="2023-08-04T05:59:49.867" v="23"/>
          <ac:spMkLst>
            <pc:docMk/>
            <pc:sldMk cId="404728189" sldId="262"/>
            <ac:spMk id="4" creationId="{E277746E-3605-4938-5AB0-739D6B16C904}"/>
          </ac:spMkLst>
        </pc:spChg>
      </pc:sldChg>
      <pc:sldChg chg="addSp delSp modSp add mod">
        <pc:chgData name="Arun Sunar" userId="3fa9774ca67c7ab5" providerId="LiveId" clId="{E40D1C88-0FA2-4228-828A-2A3E47C4388C}" dt="2023-08-04T06:35:40.139" v="55"/>
        <pc:sldMkLst>
          <pc:docMk/>
          <pc:sldMk cId="192815225" sldId="263"/>
        </pc:sldMkLst>
        <pc:spChg chg="mod">
          <ac:chgData name="Arun Sunar" userId="3fa9774ca67c7ab5" providerId="LiveId" clId="{E40D1C88-0FA2-4228-828A-2A3E47C4388C}" dt="2023-08-04T06:22:06.424" v="29" actId="255"/>
          <ac:spMkLst>
            <pc:docMk/>
            <pc:sldMk cId="192815225" sldId="263"/>
            <ac:spMk id="2" creationId="{3EF3EB09-7893-00A2-AEEC-382F6D7D0B2E}"/>
          </ac:spMkLst>
        </pc:spChg>
        <pc:spChg chg="add del mod">
          <ac:chgData name="Arun Sunar" userId="3fa9774ca67c7ab5" providerId="LiveId" clId="{E40D1C88-0FA2-4228-828A-2A3E47C4388C}" dt="2023-08-04T06:35:40.139" v="55"/>
          <ac:spMkLst>
            <pc:docMk/>
            <pc:sldMk cId="192815225" sldId="263"/>
            <ac:spMk id="3" creationId="{9484A1B8-AB11-B08B-DF29-F957935C6F4D}"/>
          </ac:spMkLst>
        </pc:spChg>
        <pc:spChg chg="add del mod">
          <ac:chgData name="Arun Sunar" userId="3fa9774ca67c7ab5" providerId="LiveId" clId="{E40D1C88-0FA2-4228-828A-2A3E47C4388C}" dt="2023-08-04T06:22:24.998" v="33"/>
          <ac:spMkLst>
            <pc:docMk/>
            <pc:sldMk cId="192815225" sldId="263"/>
            <ac:spMk id="4" creationId="{0CFC379E-E05B-163A-0B77-3BC0D1DC474D}"/>
          </ac:spMkLst>
        </pc:spChg>
      </pc:sldChg>
      <pc:sldChg chg="modSp add del mod">
        <pc:chgData name="Arun Sunar" userId="3fa9774ca67c7ab5" providerId="LiveId" clId="{E40D1C88-0FA2-4228-828A-2A3E47C4388C}" dt="2023-08-16T05:22:53.778" v="823" actId="2696"/>
        <pc:sldMkLst>
          <pc:docMk/>
          <pc:sldMk cId="2880952168" sldId="264"/>
        </pc:sldMkLst>
        <pc:spChg chg="mod">
          <ac:chgData name="Arun Sunar" userId="3fa9774ca67c7ab5" providerId="LiveId" clId="{E40D1C88-0FA2-4228-828A-2A3E47C4388C}" dt="2023-08-04T06:35:50.355" v="64" actId="20577"/>
          <ac:spMkLst>
            <pc:docMk/>
            <pc:sldMk cId="2880952168" sldId="264"/>
            <ac:spMk id="2" creationId="{3EF3EB09-7893-00A2-AEEC-382F6D7D0B2E}"/>
          </ac:spMkLst>
        </pc:spChg>
        <pc:spChg chg="mod">
          <ac:chgData name="Arun Sunar" userId="3fa9774ca67c7ab5" providerId="LiveId" clId="{E40D1C88-0FA2-4228-828A-2A3E47C4388C}" dt="2023-08-04T06:42:14.394" v="66"/>
          <ac:spMkLst>
            <pc:docMk/>
            <pc:sldMk cId="2880952168" sldId="264"/>
            <ac:spMk id="3" creationId="{9484A1B8-AB11-B08B-DF29-F957935C6F4D}"/>
          </ac:spMkLst>
        </pc:spChg>
      </pc:sldChg>
      <pc:sldChg chg="modSp add mod">
        <pc:chgData name="Arun Sunar" userId="3fa9774ca67c7ab5" providerId="LiveId" clId="{E40D1C88-0FA2-4228-828A-2A3E47C4388C}" dt="2023-08-04T06:42:57.340" v="70"/>
        <pc:sldMkLst>
          <pc:docMk/>
          <pc:sldMk cId="3578243908" sldId="265"/>
        </pc:sldMkLst>
        <pc:spChg chg="mod">
          <ac:chgData name="Arun Sunar" userId="3fa9774ca67c7ab5" providerId="LiveId" clId="{E40D1C88-0FA2-4228-828A-2A3E47C4388C}" dt="2023-08-04T06:42:57.340" v="70"/>
          <ac:spMkLst>
            <pc:docMk/>
            <pc:sldMk cId="3578243908" sldId="265"/>
            <ac:spMk id="3" creationId="{9484A1B8-AB11-B08B-DF29-F957935C6F4D}"/>
          </ac:spMkLst>
        </pc:spChg>
      </pc:sldChg>
      <pc:sldChg chg="modSp add mod">
        <pc:chgData name="Arun Sunar" userId="3fa9774ca67c7ab5" providerId="LiveId" clId="{E40D1C88-0FA2-4228-828A-2A3E47C4388C}" dt="2023-08-04T06:44:53.403" v="73" actId="27636"/>
        <pc:sldMkLst>
          <pc:docMk/>
          <pc:sldMk cId="2538983988" sldId="266"/>
        </pc:sldMkLst>
        <pc:spChg chg="mod">
          <ac:chgData name="Arun Sunar" userId="3fa9774ca67c7ab5" providerId="LiveId" clId="{E40D1C88-0FA2-4228-828A-2A3E47C4388C}" dt="2023-08-04T06:44:53.403" v="73" actId="27636"/>
          <ac:spMkLst>
            <pc:docMk/>
            <pc:sldMk cId="2538983988" sldId="266"/>
            <ac:spMk id="3" creationId="{9484A1B8-AB11-B08B-DF29-F957935C6F4D}"/>
          </ac:spMkLst>
        </pc:spChg>
      </pc:sldChg>
      <pc:sldChg chg="modSp add mod">
        <pc:chgData name="Arun Sunar" userId="3fa9774ca67c7ab5" providerId="LiveId" clId="{E40D1C88-0FA2-4228-828A-2A3E47C4388C}" dt="2023-08-04T06:45:17.888" v="78"/>
        <pc:sldMkLst>
          <pc:docMk/>
          <pc:sldMk cId="1055205738" sldId="267"/>
        </pc:sldMkLst>
        <pc:spChg chg="mod">
          <ac:chgData name="Arun Sunar" userId="3fa9774ca67c7ab5" providerId="LiveId" clId="{E40D1C88-0FA2-4228-828A-2A3E47C4388C}" dt="2023-08-04T06:45:17.888" v="78"/>
          <ac:spMkLst>
            <pc:docMk/>
            <pc:sldMk cId="1055205738" sldId="267"/>
            <ac:spMk id="3" creationId="{9484A1B8-AB11-B08B-DF29-F957935C6F4D}"/>
          </ac:spMkLst>
        </pc:spChg>
      </pc:sldChg>
      <pc:sldChg chg="modSp add mod">
        <pc:chgData name="Arun Sunar" userId="3fa9774ca67c7ab5" providerId="LiveId" clId="{E40D1C88-0FA2-4228-828A-2A3E47C4388C}" dt="2023-08-04T06:50:39.405" v="89"/>
        <pc:sldMkLst>
          <pc:docMk/>
          <pc:sldMk cId="2351997124" sldId="268"/>
        </pc:sldMkLst>
        <pc:spChg chg="mod">
          <ac:chgData name="Arun Sunar" userId="3fa9774ca67c7ab5" providerId="LiveId" clId="{E40D1C88-0FA2-4228-828A-2A3E47C4388C}" dt="2023-08-04T06:45:47.333" v="88" actId="20577"/>
          <ac:spMkLst>
            <pc:docMk/>
            <pc:sldMk cId="2351997124" sldId="268"/>
            <ac:spMk id="2" creationId="{3EF3EB09-7893-00A2-AEEC-382F6D7D0B2E}"/>
          </ac:spMkLst>
        </pc:spChg>
        <pc:spChg chg="mod">
          <ac:chgData name="Arun Sunar" userId="3fa9774ca67c7ab5" providerId="LiveId" clId="{E40D1C88-0FA2-4228-828A-2A3E47C4388C}" dt="2023-08-04T06:50:39.405" v="89"/>
          <ac:spMkLst>
            <pc:docMk/>
            <pc:sldMk cId="2351997124" sldId="268"/>
            <ac:spMk id="3" creationId="{9484A1B8-AB11-B08B-DF29-F957935C6F4D}"/>
          </ac:spMkLst>
        </pc:spChg>
      </pc:sldChg>
      <pc:sldChg chg="addSp delSp modSp add mod">
        <pc:chgData name="Arun Sunar" userId="3fa9774ca67c7ab5" providerId="LiveId" clId="{E40D1C88-0FA2-4228-828A-2A3E47C4388C}" dt="2023-08-04T07:02:54.050" v="170" actId="113"/>
        <pc:sldMkLst>
          <pc:docMk/>
          <pc:sldMk cId="3220996518" sldId="269"/>
        </pc:sldMkLst>
        <pc:spChg chg="mod">
          <ac:chgData name="Arun Sunar" userId="3fa9774ca67c7ab5" providerId="LiveId" clId="{E40D1C88-0FA2-4228-828A-2A3E47C4388C}" dt="2023-08-04T06:53:00.070" v="93"/>
          <ac:spMkLst>
            <pc:docMk/>
            <pc:sldMk cId="3220996518" sldId="269"/>
            <ac:spMk id="2" creationId="{3EF3EB09-7893-00A2-AEEC-382F6D7D0B2E}"/>
          </ac:spMkLst>
        </pc:spChg>
        <pc:spChg chg="mod">
          <ac:chgData name="Arun Sunar" userId="3fa9774ca67c7ab5" providerId="LiveId" clId="{E40D1C88-0FA2-4228-828A-2A3E47C4388C}" dt="2023-08-04T07:02:54.050" v="170" actId="113"/>
          <ac:spMkLst>
            <pc:docMk/>
            <pc:sldMk cId="3220996518" sldId="269"/>
            <ac:spMk id="3" creationId="{9484A1B8-AB11-B08B-DF29-F957935C6F4D}"/>
          </ac:spMkLst>
        </pc:spChg>
        <pc:spChg chg="add del">
          <ac:chgData name="Arun Sunar" userId="3fa9774ca67c7ab5" providerId="LiveId" clId="{E40D1C88-0FA2-4228-828A-2A3E47C4388C}" dt="2023-08-04T07:01:59.656" v="163"/>
          <ac:spMkLst>
            <pc:docMk/>
            <pc:sldMk cId="3220996518" sldId="269"/>
            <ac:spMk id="4" creationId="{BDFD7BEC-8CD5-ADFC-F89A-3F16DC2DCCFA}"/>
          </ac:spMkLst>
        </pc:spChg>
      </pc:sldChg>
      <pc:sldChg chg="modSp add mod">
        <pc:chgData name="Arun Sunar" userId="3fa9774ca67c7ab5" providerId="LiveId" clId="{E40D1C88-0FA2-4228-828A-2A3E47C4388C}" dt="2023-08-04T07:15:41.045" v="173"/>
        <pc:sldMkLst>
          <pc:docMk/>
          <pc:sldMk cId="1062181116" sldId="270"/>
        </pc:sldMkLst>
        <pc:spChg chg="mod">
          <ac:chgData name="Arun Sunar" userId="3fa9774ca67c7ab5" providerId="LiveId" clId="{E40D1C88-0FA2-4228-828A-2A3E47C4388C}" dt="2023-08-04T06:59:47.990" v="160" actId="20577"/>
          <ac:spMkLst>
            <pc:docMk/>
            <pc:sldMk cId="1062181116" sldId="270"/>
            <ac:spMk id="2" creationId="{3EF3EB09-7893-00A2-AEEC-382F6D7D0B2E}"/>
          </ac:spMkLst>
        </pc:spChg>
        <pc:spChg chg="mod">
          <ac:chgData name="Arun Sunar" userId="3fa9774ca67c7ab5" providerId="LiveId" clId="{E40D1C88-0FA2-4228-828A-2A3E47C4388C}" dt="2023-08-04T07:15:41.045" v="173"/>
          <ac:spMkLst>
            <pc:docMk/>
            <pc:sldMk cId="1062181116" sldId="270"/>
            <ac:spMk id="3" creationId="{9484A1B8-AB11-B08B-DF29-F957935C6F4D}"/>
          </ac:spMkLst>
        </pc:spChg>
      </pc:sldChg>
      <pc:sldChg chg="modSp add mod">
        <pc:chgData name="Arun Sunar" userId="3fa9774ca67c7ab5" providerId="LiveId" clId="{E40D1C88-0FA2-4228-828A-2A3E47C4388C}" dt="2023-08-04T07:19:26.979" v="218" actId="20577"/>
        <pc:sldMkLst>
          <pc:docMk/>
          <pc:sldMk cId="35631494" sldId="271"/>
        </pc:sldMkLst>
        <pc:spChg chg="mod">
          <ac:chgData name="Arun Sunar" userId="3fa9774ca67c7ab5" providerId="LiveId" clId="{E40D1C88-0FA2-4228-828A-2A3E47C4388C}" dt="2023-08-04T07:16:00.217" v="189" actId="20577"/>
          <ac:spMkLst>
            <pc:docMk/>
            <pc:sldMk cId="35631494" sldId="271"/>
            <ac:spMk id="2" creationId="{3EF3EB09-7893-00A2-AEEC-382F6D7D0B2E}"/>
          </ac:spMkLst>
        </pc:spChg>
        <pc:spChg chg="mod">
          <ac:chgData name="Arun Sunar" userId="3fa9774ca67c7ab5" providerId="LiveId" clId="{E40D1C88-0FA2-4228-828A-2A3E47C4388C}" dt="2023-08-04T07:19:26.979" v="218" actId="20577"/>
          <ac:spMkLst>
            <pc:docMk/>
            <pc:sldMk cId="35631494" sldId="271"/>
            <ac:spMk id="3" creationId="{9484A1B8-AB11-B08B-DF29-F957935C6F4D}"/>
          </ac:spMkLst>
        </pc:spChg>
      </pc:sldChg>
      <pc:sldChg chg="addSp delSp modSp add mod">
        <pc:chgData name="Arun Sunar" userId="3fa9774ca67c7ab5" providerId="LiveId" clId="{E40D1C88-0FA2-4228-828A-2A3E47C4388C}" dt="2023-08-04T07:22:53.820" v="254" actId="6549"/>
        <pc:sldMkLst>
          <pc:docMk/>
          <pc:sldMk cId="3283930719" sldId="272"/>
        </pc:sldMkLst>
        <pc:spChg chg="mod">
          <ac:chgData name="Arun Sunar" userId="3fa9774ca67c7ab5" providerId="LiveId" clId="{E40D1C88-0FA2-4228-828A-2A3E47C4388C}" dt="2023-08-04T07:19:59.968" v="222"/>
          <ac:spMkLst>
            <pc:docMk/>
            <pc:sldMk cId="3283930719" sldId="272"/>
            <ac:spMk id="2" creationId="{3EF3EB09-7893-00A2-AEEC-382F6D7D0B2E}"/>
          </ac:spMkLst>
        </pc:spChg>
        <pc:spChg chg="mod">
          <ac:chgData name="Arun Sunar" userId="3fa9774ca67c7ab5" providerId="LiveId" clId="{E40D1C88-0FA2-4228-828A-2A3E47C4388C}" dt="2023-08-04T07:22:53.820" v="254" actId="6549"/>
          <ac:spMkLst>
            <pc:docMk/>
            <pc:sldMk cId="3283930719" sldId="272"/>
            <ac:spMk id="3" creationId="{9484A1B8-AB11-B08B-DF29-F957935C6F4D}"/>
          </ac:spMkLst>
        </pc:spChg>
        <pc:spChg chg="add del">
          <ac:chgData name="Arun Sunar" userId="3fa9774ca67c7ab5" providerId="LiveId" clId="{E40D1C88-0FA2-4228-828A-2A3E47C4388C}" dt="2023-08-04T07:20:14.293" v="224"/>
          <ac:spMkLst>
            <pc:docMk/>
            <pc:sldMk cId="3283930719" sldId="272"/>
            <ac:spMk id="4" creationId="{305A5757-2A3C-CC9F-220E-8B856BD8A341}"/>
          </ac:spMkLst>
        </pc:spChg>
      </pc:sldChg>
      <pc:sldChg chg="modSp add mod">
        <pc:chgData name="Arun Sunar" userId="3fa9774ca67c7ab5" providerId="LiveId" clId="{E40D1C88-0FA2-4228-828A-2A3E47C4388C}" dt="2023-08-04T07:25:33.610" v="286" actId="6549"/>
        <pc:sldMkLst>
          <pc:docMk/>
          <pc:sldMk cId="3046160666" sldId="273"/>
        </pc:sldMkLst>
        <pc:spChg chg="mod">
          <ac:chgData name="Arun Sunar" userId="3fa9774ca67c7ab5" providerId="LiveId" clId="{E40D1C88-0FA2-4228-828A-2A3E47C4388C}" dt="2023-08-04T07:23:26.592" v="259" actId="20577"/>
          <ac:spMkLst>
            <pc:docMk/>
            <pc:sldMk cId="3046160666" sldId="273"/>
            <ac:spMk id="2" creationId="{3EF3EB09-7893-00A2-AEEC-382F6D7D0B2E}"/>
          </ac:spMkLst>
        </pc:spChg>
        <pc:spChg chg="mod">
          <ac:chgData name="Arun Sunar" userId="3fa9774ca67c7ab5" providerId="LiveId" clId="{E40D1C88-0FA2-4228-828A-2A3E47C4388C}" dt="2023-08-04T07:25:33.610" v="286" actId="6549"/>
          <ac:spMkLst>
            <pc:docMk/>
            <pc:sldMk cId="3046160666" sldId="273"/>
            <ac:spMk id="3" creationId="{9484A1B8-AB11-B08B-DF29-F957935C6F4D}"/>
          </ac:spMkLst>
        </pc:spChg>
      </pc:sldChg>
      <pc:sldChg chg="modSp new mod">
        <pc:chgData name="Arun Sunar" userId="3fa9774ca67c7ab5" providerId="LiveId" clId="{E40D1C88-0FA2-4228-828A-2A3E47C4388C}" dt="2023-08-04T08:01:33.547" v="400" actId="207"/>
        <pc:sldMkLst>
          <pc:docMk/>
          <pc:sldMk cId="2929745920" sldId="274"/>
        </pc:sldMkLst>
        <pc:spChg chg="mod">
          <ac:chgData name="Arun Sunar" userId="3fa9774ca67c7ab5" providerId="LiveId" clId="{E40D1C88-0FA2-4228-828A-2A3E47C4388C}" dt="2023-08-04T08:01:33.547" v="400" actId="207"/>
          <ac:spMkLst>
            <pc:docMk/>
            <pc:sldMk cId="2929745920" sldId="274"/>
            <ac:spMk id="2" creationId="{0A16613F-2C53-1185-8C07-B5EA9589CD16}"/>
          </ac:spMkLst>
        </pc:spChg>
        <pc:spChg chg="mod">
          <ac:chgData name="Arun Sunar" userId="3fa9774ca67c7ab5" providerId="LiveId" clId="{E40D1C88-0FA2-4228-828A-2A3E47C4388C}" dt="2023-08-04T07:33:55.118" v="305"/>
          <ac:spMkLst>
            <pc:docMk/>
            <pc:sldMk cId="2929745920" sldId="274"/>
            <ac:spMk id="3" creationId="{812FE562-47A4-F7F8-C116-99D2F9547881}"/>
          </ac:spMkLst>
        </pc:spChg>
      </pc:sldChg>
      <pc:sldChg chg="addSp delSp modSp add mod">
        <pc:chgData name="Arun Sunar" userId="3fa9774ca67c7ab5" providerId="LiveId" clId="{E40D1C88-0FA2-4228-828A-2A3E47C4388C}" dt="2023-08-04T07:46:19.172" v="351" actId="313"/>
        <pc:sldMkLst>
          <pc:docMk/>
          <pc:sldMk cId="2038383345" sldId="275"/>
        </pc:sldMkLst>
        <pc:spChg chg="mod">
          <ac:chgData name="Arun Sunar" userId="3fa9774ca67c7ab5" providerId="LiveId" clId="{E40D1C88-0FA2-4228-828A-2A3E47C4388C}" dt="2023-08-04T07:34:23.096" v="310"/>
          <ac:spMkLst>
            <pc:docMk/>
            <pc:sldMk cId="2038383345" sldId="275"/>
            <ac:spMk id="2" creationId="{0A16613F-2C53-1185-8C07-B5EA9589CD16}"/>
          </ac:spMkLst>
        </pc:spChg>
        <pc:spChg chg="add del mod">
          <ac:chgData name="Arun Sunar" userId="3fa9774ca67c7ab5" providerId="LiveId" clId="{E40D1C88-0FA2-4228-828A-2A3E47C4388C}" dt="2023-08-04T07:43:19.458" v="340" actId="255"/>
          <ac:spMkLst>
            <pc:docMk/>
            <pc:sldMk cId="2038383345" sldId="275"/>
            <ac:spMk id="3" creationId="{812FE562-47A4-F7F8-C116-99D2F9547881}"/>
          </ac:spMkLst>
        </pc:spChg>
        <pc:spChg chg="add del mod">
          <ac:chgData name="Arun Sunar" userId="3fa9774ca67c7ab5" providerId="LiveId" clId="{E40D1C88-0FA2-4228-828A-2A3E47C4388C}" dt="2023-08-04T07:37:15.033" v="313"/>
          <ac:spMkLst>
            <pc:docMk/>
            <pc:sldMk cId="2038383345" sldId="275"/>
            <ac:spMk id="4" creationId="{923EC1BD-FDD5-E831-71D8-1F78CE4FBD4B}"/>
          </ac:spMkLst>
        </pc:spChg>
        <pc:graphicFrameChg chg="add mod modGraphic">
          <ac:chgData name="Arun Sunar" userId="3fa9774ca67c7ab5" providerId="LiveId" clId="{E40D1C88-0FA2-4228-828A-2A3E47C4388C}" dt="2023-08-04T07:43:23.032" v="341" actId="1076"/>
          <ac:graphicFrameMkLst>
            <pc:docMk/>
            <pc:sldMk cId="2038383345" sldId="275"/>
            <ac:graphicFrameMk id="5" creationId="{CFA34461-4051-6410-A234-2D5173CAD37D}"/>
          </ac:graphicFrameMkLst>
        </pc:graphicFrameChg>
        <pc:graphicFrameChg chg="add mod modGraphic">
          <ac:chgData name="Arun Sunar" userId="3fa9774ca67c7ab5" providerId="LiveId" clId="{E40D1C88-0FA2-4228-828A-2A3E47C4388C}" dt="2023-08-04T07:46:19.172" v="351" actId="313"/>
          <ac:graphicFrameMkLst>
            <pc:docMk/>
            <pc:sldMk cId="2038383345" sldId="275"/>
            <ac:graphicFrameMk id="6" creationId="{90D25AA5-EF33-1563-C889-65FC121BCF4C}"/>
          </ac:graphicFrameMkLst>
        </pc:graphicFrameChg>
      </pc:sldChg>
      <pc:sldChg chg="delSp modSp add mod">
        <pc:chgData name="Arun Sunar" userId="3fa9774ca67c7ab5" providerId="LiveId" clId="{E40D1C88-0FA2-4228-828A-2A3E47C4388C}" dt="2023-08-04T07:57:04.461" v="383" actId="27636"/>
        <pc:sldMkLst>
          <pc:docMk/>
          <pc:sldMk cId="1930735085" sldId="276"/>
        </pc:sldMkLst>
        <pc:spChg chg="mod">
          <ac:chgData name="Arun Sunar" userId="3fa9774ca67c7ab5" providerId="LiveId" clId="{E40D1C88-0FA2-4228-828A-2A3E47C4388C}" dt="2023-08-04T07:54:36.915" v="362"/>
          <ac:spMkLst>
            <pc:docMk/>
            <pc:sldMk cId="1930735085" sldId="276"/>
            <ac:spMk id="2" creationId="{0A16613F-2C53-1185-8C07-B5EA9589CD16}"/>
          </ac:spMkLst>
        </pc:spChg>
        <pc:spChg chg="mod">
          <ac:chgData name="Arun Sunar" userId="3fa9774ca67c7ab5" providerId="LiveId" clId="{E40D1C88-0FA2-4228-828A-2A3E47C4388C}" dt="2023-08-04T07:57:04.461" v="383" actId="27636"/>
          <ac:spMkLst>
            <pc:docMk/>
            <pc:sldMk cId="1930735085" sldId="276"/>
            <ac:spMk id="3" creationId="{812FE562-47A4-F7F8-C116-99D2F9547881}"/>
          </ac:spMkLst>
        </pc:spChg>
        <pc:graphicFrameChg chg="del modGraphic">
          <ac:chgData name="Arun Sunar" userId="3fa9774ca67c7ab5" providerId="LiveId" clId="{E40D1C88-0FA2-4228-828A-2A3E47C4388C}" dt="2023-08-04T07:46:41.839" v="354" actId="478"/>
          <ac:graphicFrameMkLst>
            <pc:docMk/>
            <pc:sldMk cId="1930735085" sldId="276"/>
            <ac:graphicFrameMk id="5" creationId="{CFA34461-4051-6410-A234-2D5173CAD37D}"/>
          </ac:graphicFrameMkLst>
        </pc:graphicFrameChg>
        <pc:graphicFrameChg chg="del modGraphic">
          <ac:chgData name="Arun Sunar" userId="3fa9774ca67c7ab5" providerId="LiveId" clId="{E40D1C88-0FA2-4228-828A-2A3E47C4388C}" dt="2023-08-04T07:46:44.903" v="356" actId="478"/>
          <ac:graphicFrameMkLst>
            <pc:docMk/>
            <pc:sldMk cId="1930735085" sldId="276"/>
            <ac:graphicFrameMk id="6" creationId="{90D25AA5-EF33-1563-C889-65FC121BCF4C}"/>
          </ac:graphicFrameMkLst>
        </pc:graphicFrameChg>
      </pc:sldChg>
      <pc:sldChg chg="modSp add mod">
        <pc:chgData name="Arun Sunar" userId="3fa9774ca67c7ab5" providerId="LiveId" clId="{E40D1C88-0FA2-4228-828A-2A3E47C4388C}" dt="2023-08-04T08:00:47.640" v="394"/>
        <pc:sldMkLst>
          <pc:docMk/>
          <pc:sldMk cId="4206938766" sldId="277"/>
        </pc:sldMkLst>
        <pc:spChg chg="mod">
          <ac:chgData name="Arun Sunar" userId="3fa9774ca67c7ab5" providerId="LiveId" clId="{E40D1C88-0FA2-4228-828A-2A3E47C4388C}" dt="2023-08-04T07:57:57.118" v="389" actId="20577"/>
          <ac:spMkLst>
            <pc:docMk/>
            <pc:sldMk cId="4206938766" sldId="277"/>
            <ac:spMk id="2" creationId="{0A16613F-2C53-1185-8C07-B5EA9589CD16}"/>
          </ac:spMkLst>
        </pc:spChg>
        <pc:spChg chg="mod">
          <ac:chgData name="Arun Sunar" userId="3fa9774ca67c7ab5" providerId="LiveId" clId="{E40D1C88-0FA2-4228-828A-2A3E47C4388C}" dt="2023-08-04T08:00:47.640" v="394"/>
          <ac:spMkLst>
            <pc:docMk/>
            <pc:sldMk cId="4206938766" sldId="277"/>
            <ac:spMk id="3" creationId="{812FE562-47A4-F7F8-C116-99D2F9547881}"/>
          </ac:spMkLst>
        </pc:spChg>
      </pc:sldChg>
      <pc:sldChg chg="modSp add mod">
        <pc:chgData name="Arun Sunar" userId="3fa9774ca67c7ab5" providerId="LiveId" clId="{E40D1C88-0FA2-4228-828A-2A3E47C4388C}" dt="2023-08-04T08:05:24.480" v="407"/>
        <pc:sldMkLst>
          <pc:docMk/>
          <pc:sldMk cId="2474199972" sldId="278"/>
        </pc:sldMkLst>
        <pc:spChg chg="mod">
          <ac:chgData name="Arun Sunar" userId="3fa9774ca67c7ab5" providerId="LiveId" clId="{E40D1C88-0FA2-4228-828A-2A3E47C4388C}" dt="2023-08-04T08:04:34.276" v="404" actId="20577"/>
          <ac:spMkLst>
            <pc:docMk/>
            <pc:sldMk cId="2474199972" sldId="278"/>
            <ac:spMk id="2" creationId="{0A16613F-2C53-1185-8C07-B5EA9589CD16}"/>
          </ac:spMkLst>
        </pc:spChg>
        <pc:spChg chg="mod">
          <ac:chgData name="Arun Sunar" userId="3fa9774ca67c7ab5" providerId="LiveId" clId="{E40D1C88-0FA2-4228-828A-2A3E47C4388C}" dt="2023-08-04T08:05:24.480" v="407"/>
          <ac:spMkLst>
            <pc:docMk/>
            <pc:sldMk cId="2474199972" sldId="278"/>
            <ac:spMk id="3" creationId="{812FE562-47A4-F7F8-C116-99D2F9547881}"/>
          </ac:spMkLst>
        </pc:spChg>
      </pc:sldChg>
      <pc:sldChg chg="modSp new mod">
        <pc:chgData name="Arun Sunar" userId="3fa9774ca67c7ab5" providerId="LiveId" clId="{E40D1C88-0FA2-4228-828A-2A3E47C4388C}" dt="2023-08-18T12:48:31.110" v="890" actId="20577"/>
        <pc:sldMkLst>
          <pc:docMk/>
          <pc:sldMk cId="1554179968" sldId="279"/>
        </pc:sldMkLst>
        <pc:spChg chg="mod">
          <ac:chgData name="Arun Sunar" userId="3fa9774ca67c7ab5" providerId="LiveId" clId="{E40D1C88-0FA2-4228-828A-2A3E47C4388C}" dt="2023-08-04T08:49:18.993" v="426" actId="207"/>
          <ac:spMkLst>
            <pc:docMk/>
            <pc:sldMk cId="1554179968" sldId="279"/>
            <ac:spMk id="2" creationId="{7B6552A2-7AB1-0525-27E2-9C6583BCE20B}"/>
          </ac:spMkLst>
        </pc:spChg>
        <pc:spChg chg="mod">
          <ac:chgData name="Arun Sunar" userId="3fa9774ca67c7ab5" providerId="LiveId" clId="{E40D1C88-0FA2-4228-828A-2A3E47C4388C}" dt="2023-08-18T12:48:31.110" v="890" actId="20577"/>
          <ac:spMkLst>
            <pc:docMk/>
            <pc:sldMk cId="1554179968" sldId="279"/>
            <ac:spMk id="3" creationId="{172E746D-25B6-329F-7676-D3AF7B0B6A2B}"/>
          </ac:spMkLst>
        </pc:spChg>
      </pc:sldChg>
      <pc:sldChg chg="modSp add mod">
        <pc:chgData name="Arun Sunar" userId="3fa9774ca67c7ab5" providerId="LiveId" clId="{E40D1C88-0FA2-4228-828A-2A3E47C4388C}" dt="2023-08-04T08:52:49.430" v="437" actId="27636"/>
        <pc:sldMkLst>
          <pc:docMk/>
          <pc:sldMk cId="2927546392" sldId="280"/>
        </pc:sldMkLst>
        <pc:spChg chg="mod">
          <ac:chgData name="Arun Sunar" userId="3fa9774ca67c7ab5" providerId="LiveId" clId="{E40D1C88-0FA2-4228-828A-2A3E47C4388C}" dt="2023-08-04T08:52:10.927" v="434" actId="27636"/>
          <ac:spMkLst>
            <pc:docMk/>
            <pc:sldMk cId="2927546392" sldId="280"/>
            <ac:spMk id="2" creationId="{7B6552A2-7AB1-0525-27E2-9C6583BCE20B}"/>
          </ac:spMkLst>
        </pc:spChg>
        <pc:spChg chg="mod">
          <ac:chgData name="Arun Sunar" userId="3fa9774ca67c7ab5" providerId="LiveId" clId="{E40D1C88-0FA2-4228-828A-2A3E47C4388C}" dt="2023-08-04T08:52:49.430" v="437" actId="27636"/>
          <ac:spMkLst>
            <pc:docMk/>
            <pc:sldMk cId="2927546392" sldId="280"/>
            <ac:spMk id="3" creationId="{172E746D-25B6-329F-7676-D3AF7B0B6A2B}"/>
          </ac:spMkLst>
        </pc:spChg>
      </pc:sldChg>
      <pc:sldChg chg="modSp add mod">
        <pc:chgData name="Arun Sunar" userId="3fa9774ca67c7ab5" providerId="LiveId" clId="{E40D1C88-0FA2-4228-828A-2A3E47C4388C}" dt="2023-08-04T08:56:35.963" v="448"/>
        <pc:sldMkLst>
          <pc:docMk/>
          <pc:sldMk cId="16200301" sldId="281"/>
        </pc:sldMkLst>
        <pc:spChg chg="mod">
          <ac:chgData name="Arun Sunar" userId="3fa9774ca67c7ab5" providerId="LiveId" clId="{E40D1C88-0FA2-4228-828A-2A3E47C4388C}" dt="2023-08-04T08:53:11.248" v="440" actId="20577"/>
          <ac:spMkLst>
            <pc:docMk/>
            <pc:sldMk cId="16200301" sldId="281"/>
            <ac:spMk id="2" creationId="{7B6552A2-7AB1-0525-27E2-9C6583BCE20B}"/>
          </ac:spMkLst>
        </pc:spChg>
        <pc:spChg chg="mod">
          <ac:chgData name="Arun Sunar" userId="3fa9774ca67c7ab5" providerId="LiveId" clId="{E40D1C88-0FA2-4228-828A-2A3E47C4388C}" dt="2023-08-04T08:56:35.963" v="448"/>
          <ac:spMkLst>
            <pc:docMk/>
            <pc:sldMk cId="16200301" sldId="281"/>
            <ac:spMk id="3" creationId="{172E746D-25B6-329F-7676-D3AF7B0B6A2B}"/>
          </ac:spMkLst>
        </pc:spChg>
      </pc:sldChg>
      <pc:sldChg chg="addSp delSp modSp add mod">
        <pc:chgData name="Arun Sunar" userId="3fa9774ca67c7ab5" providerId="LiveId" clId="{E40D1C88-0FA2-4228-828A-2A3E47C4388C}" dt="2023-08-04T08:57:16.788" v="454"/>
        <pc:sldMkLst>
          <pc:docMk/>
          <pc:sldMk cId="685291920" sldId="282"/>
        </pc:sldMkLst>
        <pc:spChg chg="mod">
          <ac:chgData name="Arun Sunar" userId="3fa9774ca67c7ab5" providerId="LiveId" clId="{E40D1C88-0FA2-4228-828A-2A3E47C4388C}" dt="2023-08-04T08:57:16.788" v="454"/>
          <ac:spMkLst>
            <pc:docMk/>
            <pc:sldMk cId="685291920" sldId="282"/>
            <ac:spMk id="3" creationId="{172E746D-25B6-329F-7676-D3AF7B0B6A2B}"/>
          </ac:spMkLst>
        </pc:spChg>
        <pc:spChg chg="add del">
          <ac:chgData name="Arun Sunar" userId="3fa9774ca67c7ab5" providerId="LiveId" clId="{E40D1C88-0FA2-4228-828A-2A3E47C4388C}" dt="2023-08-04T08:57:07.539" v="453"/>
          <ac:spMkLst>
            <pc:docMk/>
            <pc:sldMk cId="685291920" sldId="282"/>
            <ac:spMk id="4" creationId="{A0CE398D-792B-D6FA-3C70-1B41FC41D8BB}"/>
          </ac:spMkLst>
        </pc:spChg>
      </pc:sldChg>
      <pc:sldChg chg="addSp delSp modSp add mod setBg">
        <pc:chgData name="Arun Sunar" userId="3fa9774ca67c7ab5" providerId="LiveId" clId="{E40D1C88-0FA2-4228-828A-2A3E47C4388C}" dt="2023-08-04T08:59:35.885" v="465" actId="27636"/>
        <pc:sldMkLst>
          <pc:docMk/>
          <pc:sldMk cId="4134647219" sldId="283"/>
        </pc:sldMkLst>
        <pc:spChg chg="mod">
          <ac:chgData name="Arun Sunar" userId="3fa9774ca67c7ab5" providerId="LiveId" clId="{E40D1C88-0FA2-4228-828A-2A3E47C4388C}" dt="2023-08-04T08:57:33.634" v="457" actId="20577"/>
          <ac:spMkLst>
            <pc:docMk/>
            <pc:sldMk cId="4134647219" sldId="283"/>
            <ac:spMk id="2" creationId="{7B6552A2-7AB1-0525-27E2-9C6583BCE20B}"/>
          </ac:spMkLst>
        </pc:spChg>
        <pc:spChg chg="mod">
          <ac:chgData name="Arun Sunar" userId="3fa9774ca67c7ab5" providerId="LiveId" clId="{E40D1C88-0FA2-4228-828A-2A3E47C4388C}" dt="2023-08-04T08:59:35.885" v="465" actId="27636"/>
          <ac:spMkLst>
            <pc:docMk/>
            <pc:sldMk cId="4134647219" sldId="283"/>
            <ac:spMk id="3" creationId="{172E746D-25B6-329F-7676-D3AF7B0B6A2B}"/>
          </ac:spMkLst>
        </pc:spChg>
        <pc:spChg chg="add del">
          <ac:chgData name="Arun Sunar" userId="3fa9774ca67c7ab5" providerId="LiveId" clId="{E40D1C88-0FA2-4228-828A-2A3E47C4388C}" dt="2023-08-04T08:59:13.820" v="463"/>
          <ac:spMkLst>
            <pc:docMk/>
            <pc:sldMk cId="4134647219" sldId="283"/>
            <ac:spMk id="4" creationId="{D5F1C655-35F3-8834-3C85-F74ADAF6210E}"/>
          </ac:spMkLst>
        </pc:spChg>
      </pc:sldChg>
      <pc:sldChg chg="modSp add mod">
        <pc:chgData name="Arun Sunar" userId="3fa9774ca67c7ab5" providerId="LiveId" clId="{E40D1C88-0FA2-4228-828A-2A3E47C4388C}" dt="2023-08-04T09:00:21.759" v="473"/>
        <pc:sldMkLst>
          <pc:docMk/>
          <pc:sldMk cId="1889025442" sldId="284"/>
        </pc:sldMkLst>
        <pc:spChg chg="mod">
          <ac:chgData name="Arun Sunar" userId="3fa9774ca67c7ab5" providerId="LiveId" clId="{E40D1C88-0FA2-4228-828A-2A3E47C4388C}" dt="2023-08-04T09:00:21.759" v="473"/>
          <ac:spMkLst>
            <pc:docMk/>
            <pc:sldMk cId="1889025442" sldId="284"/>
            <ac:spMk id="3" creationId="{172E746D-25B6-329F-7676-D3AF7B0B6A2B}"/>
          </ac:spMkLst>
        </pc:spChg>
      </pc:sldChg>
      <pc:sldChg chg="new del">
        <pc:chgData name="Arun Sunar" userId="3fa9774ca67c7ab5" providerId="LiveId" clId="{E40D1C88-0FA2-4228-828A-2A3E47C4388C}" dt="2023-08-04T09:00:37.453" v="475" actId="2696"/>
        <pc:sldMkLst>
          <pc:docMk/>
          <pc:sldMk cId="2043418431" sldId="285"/>
        </pc:sldMkLst>
      </pc:sldChg>
      <pc:sldChg chg="modSp add mod">
        <pc:chgData name="Arun Sunar" userId="3fa9774ca67c7ab5" providerId="LiveId" clId="{E40D1C88-0FA2-4228-828A-2A3E47C4388C}" dt="2023-08-04T09:01:18.547" v="480"/>
        <pc:sldMkLst>
          <pc:docMk/>
          <pc:sldMk cId="2594609807" sldId="285"/>
        </pc:sldMkLst>
        <pc:spChg chg="mod">
          <ac:chgData name="Arun Sunar" userId="3fa9774ca67c7ab5" providerId="LiveId" clId="{E40D1C88-0FA2-4228-828A-2A3E47C4388C}" dt="2023-08-04T09:01:18.547" v="480"/>
          <ac:spMkLst>
            <pc:docMk/>
            <pc:sldMk cId="2594609807" sldId="285"/>
            <ac:spMk id="3" creationId="{172E746D-25B6-329F-7676-D3AF7B0B6A2B}"/>
          </ac:spMkLst>
        </pc:spChg>
      </pc:sldChg>
      <pc:sldChg chg="modSp add mod">
        <pc:chgData name="Arun Sunar" userId="3fa9774ca67c7ab5" providerId="LiveId" clId="{E40D1C88-0FA2-4228-828A-2A3E47C4388C}" dt="2023-08-04T09:06:18.842" v="490"/>
        <pc:sldMkLst>
          <pc:docMk/>
          <pc:sldMk cId="2345338107" sldId="286"/>
        </pc:sldMkLst>
        <pc:spChg chg="mod">
          <ac:chgData name="Arun Sunar" userId="3fa9774ca67c7ab5" providerId="LiveId" clId="{E40D1C88-0FA2-4228-828A-2A3E47C4388C}" dt="2023-08-04T09:05:57.214" v="487" actId="20577"/>
          <ac:spMkLst>
            <pc:docMk/>
            <pc:sldMk cId="2345338107" sldId="286"/>
            <ac:spMk id="2" creationId="{7B6552A2-7AB1-0525-27E2-9C6583BCE20B}"/>
          </ac:spMkLst>
        </pc:spChg>
        <pc:spChg chg="mod">
          <ac:chgData name="Arun Sunar" userId="3fa9774ca67c7ab5" providerId="LiveId" clId="{E40D1C88-0FA2-4228-828A-2A3E47C4388C}" dt="2023-08-04T09:06:18.842" v="490"/>
          <ac:spMkLst>
            <pc:docMk/>
            <pc:sldMk cId="2345338107" sldId="286"/>
            <ac:spMk id="3" creationId="{172E746D-25B6-329F-7676-D3AF7B0B6A2B}"/>
          </ac:spMkLst>
        </pc:spChg>
      </pc:sldChg>
      <pc:sldChg chg="modSp add mod">
        <pc:chgData name="Arun Sunar" userId="3fa9774ca67c7ab5" providerId="LiveId" clId="{E40D1C88-0FA2-4228-828A-2A3E47C4388C}" dt="2023-08-04T09:09:00.155" v="501" actId="27636"/>
        <pc:sldMkLst>
          <pc:docMk/>
          <pc:sldMk cId="2876722123" sldId="287"/>
        </pc:sldMkLst>
        <pc:spChg chg="mod">
          <ac:chgData name="Arun Sunar" userId="3fa9774ca67c7ab5" providerId="LiveId" clId="{E40D1C88-0FA2-4228-828A-2A3E47C4388C}" dt="2023-08-04T09:08:33.023" v="496" actId="14100"/>
          <ac:spMkLst>
            <pc:docMk/>
            <pc:sldMk cId="2876722123" sldId="287"/>
            <ac:spMk id="2" creationId="{7B6552A2-7AB1-0525-27E2-9C6583BCE20B}"/>
          </ac:spMkLst>
        </pc:spChg>
        <pc:spChg chg="mod">
          <ac:chgData name="Arun Sunar" userId="3fa9774ca67c7ab5" providerId="LiveId" clId="{E40D1C88-0FA2-4228-828A-2A3E47C4388C}" dt="2023-08-04T09:09:00.155" v="501" actId="27636"/>
          <ac:spMkLst>
            <pc:docMk/>
            <pc:sldMk cId="2876722123" sldId="287"/>
            <ac:spMk id="3" creationId="{172E746D-25B6-329F-7676-D3AF7B0B6A2B}"/>
          </ac:spMkLst>
        </pc:spChg>
      </pc:sldChg>
      <pc:sldChg chg="modSp add mod">
        <pc:chgData name="Arun Sunar" userId="3fa9774ca67c7ab5" providerId="LiveId" clId="{E40D1C88-0FA2-4228-828A-2A3E47C4388C}" dt="2023-08-04T09:10:52.676" v="505" actId="27636"/>
        <pc:sldMkLst>
          <pc:docMk/>
          <pc:sldMk cId="3580270314" sldId="288"/>
        </pc:sldMkLst>
        <pc:spChg chg="mod">
          <ac:chgData name="Arun Sunar" userId="3fa9774ca67c7ab5" providerId="LiveId" clId="{E40D1C88-0FA2-4228-828A-2A3E47C4388C}" dt="2023-08-04T09:10:33.278" v="503"/>
          <ac:spMkLst>
            <pc:docMk/>
            <pc:sldMk cId="3580270314" sldId="288"/>
            <ac:spMk id="2" creationId="{7B6552A2-7AB1-0525-27E2-9C6583BCE20B}"/>
          </ac:spMkLst>
        </pc:spChg>
        <pc:spChg chg="mod">
          <ac:chgData name="Arun Sunar" userId="3fa9774ca67c7ab5" providerId="LiveId" clId="{E40D1C88-0FA2-4228-828A-2A3E47C4388C}" dt="2023-08-04T09:10:52.676" v="505" actId="27636"/>
          <ac:spMkLst>
            <pc:docMk/>
            <pc:sldMk cId="3580270314" sldId="288"/>
            <ac:spMk id="3" creationId="{172E746D-25B6-329F-7676-D3AF7B0B6A2B}"/>
          </ac:spMkLst>
        </pc:spChg>
      </pc:sldChg>
      <pc:sldChg chg="modSp add mod">
        <pc:chgData name="Arun Sunar" userId="3fa9774ca67c7ab5" providerId="LiveId" clId="{E40D1C88-0FA2-4228-828A-2A3E47C4388C}" dt="2023-08-04T09:13:49.826" v="526" actId="27636"/>
        <pc:sldMkLst>
          <pc:docMk/>
          <pc:sldMk cId="2706642384" sldId="289"/>
        </pc:sldMkLst>
        <pc:spChg chg="mod">
          <ac:chgData name="Arun Sunar" userId="3fa9774ca67c7ab5" providerId="LiveId" clId="{E40D1C88-0FA2-4228-828A-2A3E47C4388C}" dt="2023-08-04T09:13:05.868" v="522" actId="20577"/>
          <ac:spMkLst>
            <pc:docMk/>
            <pc:sldMk cId="2706642384" sldId="289"/>
            <ac:spMk id="2" creationId="{7B6552A2-7AB1-0525-27E2-9C6583BCE20B}"/>
          </ac:spMkLst>
        </pc:spChg>
        <pc:spChg chg="mod">
          <ac:chgData name="Arun Sunar" userId="3fa9774ca67c7ab5" providerId="LiveId" clId="{E40D1C88-0FA2-4228-828A-2A3E47C4388C}" dt="2023-08-04T09:13:49.826" v="526" actId="27636"/>
          <ac:spMkLst>
            <pc:docMk/>
            <pc:sldMk cId="2706642384" sldId="289"/>
            <ac:spMk id="3" creationId="{172E746D-25B6-329F-7676-D3AF7B0B6A2B}"/>
          </ac:spMkLst>
        </pc:spChg>
      </pc:sldChg>
      <pc:sldChg chg="modSp add mod">
        <pc:chgData name="Arun Sunar" userId="3fa9774ca67c7ab5" providerId="LiveId" clId="{E40D1C88-0FA2-4228-828A-2A3E47C4388C}" dt="2023-08-04T09:21:22.982" v="544" actId="20577"/>
        <pc:sldMkLst>
          <pc:docMk/>
          <pc:sldMk cId="690076251" sldId="290"/>
        </pc:sldMkLst>
        <pc:spChg chg="mod">
          <ac:chgData name="Arun Sunar" userId="3fa9774ca67c7ab5" providerId="LiveId" clId="{E40D1C88-0FA2-4228-828A-2A3E47C4388C}" dt="2023-08-04T09:14:11.873" v="541" actId="20577"/>
          <ac:spMkLst>
            <pc:docMk/>
            <pc:sldMk cId="690076251" sldId="290"/>
            <ac:spMk id="2" creationId="{7B6552A2-7AB1-0525-27E2-9C6583BCE20B}"/>
          </ac:spMkLst>
        </pc:spChg>
        <pc:spChg chg="mod">
          <ac:chgData name="Arun Sunar" userId="3fa9774ca67c7ab5" providerId="LiveId" clId="{E40D1C88-0FA2-4228-828A-2A3E47C4388C}" dt="2023-08-04T09:21:22.982" v="544" actId="20577"/>
          <ac:spMkLst>
            <pc:docMk/>
            <pc:sldMk cId="690076251" sldId="290"/>
            <ac:spMk id="3" creationId="{172E746D-25B6-329F-7676-D3AF7B0B6A2B}"/>
          </ac:spMkLst>
        </pc:spChg>
      </pc:sldChg>
      <pc:sldChg chg="modSp add mod">
        <pc:chgData name="Arun Sunar" userId="3fa9774ca67c7ab5" providerId="LiveId" clId="{E40D1C88-0FA2-4228-828A-2A3E47C4388C}" dt="2023-08-04T09:22:54.317" v="550" actId="27636"/>
        <pc:sldMkLst>
          <pc:docMk/>
          <pc:sldMk cId="1280738160" sldId="291"/>
        </pc:sldMkLst>
        <pc:spChg chg="mod">
          <ac:chgData name="Arun Sunar" userId="3fa9774ca67c7ab5" providerId="LiveId" clId="{E40D1C88-0FA2-4228-828A-2A3E47C4388C}" dt="2023-08-04T09:21:39.259" v="546"/>
          <ac:spMkLst>
            <pc:docMk/>
            <pc:sldMk cId="1280738160" sldId="291"/>
            <ac:spMk id="2" creationId="{7B6552A2-7AB1-0525-27E2-9C6583BCE20B}"/>
          </ac:spMkLst>
        </pc:spChg>
        <pc:spChg chg="mod">
          <ac:chgData name="Arun Sunar" userId="3fa9774ca67c7ab5" providerId="LiveId" clId="{E40D1C88-0FA2-4228-828A-2A3E47C4388C}" dt="2023-08-04T09:22:54.317" v="550" actId="27636"/>
          <ac:spMkLst>
            <pc:docMk/>
            <pc:sldMk cId="1280738160" sldId="291"/>
            <ac:spMk id="3" creationId="{172E746D-25B6-329F-7676-D3AF7B0B6A2B}"/>
          </ac:spMkLst>
        </pc:spChg>
      </pc:sldChg>
      <pc:sldChg chg="addSp delSp modSp add mod">
        <pc:chgData name="Arun Sunar" userId="3fa9774ca67c7ab5" providerId="LiveId" clId="{E40D1C88-0FA2-4228-828A-2A3E47C4388C}" dt="2023-08-04T09:24:25.513" v="561"/>
        <pc:sldMkLst>
          <pc:docMk/>
          <pc:sldMk cId="3840038882" sldId="292"/>
        </pc:sldMkLst>
        <pc:spChg chg="mod">
          <ac:chgData name="Arun Sunar" userId="3fa9774ca67c7ab5" providerId="LiveId" clId="{E40D1C88-0FA2-4228-828A-2A3E47C4388C}" dt="2023-08-04T09:24:25.513" v="561"/>
          <ac:spMkLst>
            <pc:docMk/>
            <pc:sldMk cId="3840038882" sldId="292"/>
            <ac:spMk id="3" creationId="{172E746D-25B6-329F-7676-D3AF7B0B6A2B}"/>
          </ac:spMkLst>
        </pc:spChg>
        <pc:spChg chg="add del">
          <ac:chgData name="Arun Sunar" userId="3fa9774ca67c7ab5" providerId="LiveId" clId="{E40D1C88-0FA2-4228-828A-2A3E47C4388C}" dt="2023-08-04T09:24:14.288" v="560"/>
          <ac:spMkLst>
            <pc:docMk/>
            <pc:sldMk cId="3840038882" sldId="292"/>
            <ac:spMk id="4" creationId="{95233F00-0185-AB59-833B-E1E00AED0ED0}"/>
          </ac:spMkLst>
        </pc:spChg>
      </pc:sldChg>
      <pc:sldChg chg="addSp delSp modSp add mod setBg">
        <pc:chgData name="Arun Sunar" userId="3fa9774ca67c7ab5" providerId="LiveId" clId="{E40D1C88-0FA2-4228-828A-2A3E47C4388C}" dt="2023-08-16T07:10:57.623" v="830" actId="27636"/>
        <pc:sldMkLst>
          <pc:docMk/>
          <pc:sldMk cId="3536254980" sldId="293"/>
        </pc:sldMkLst>
        <pc:spChg chg="mod">
          <ac:chgData name="Arun Sunar" userId="3fa9774ca67c7ab5" providerId="LiveId" clId="{E40D1C88-0FA2-4228-828A-2A3E47C4388C}" dt="2023-08-16T07:10:57.623" v="830" actId="27636"/>
          <ac:spMkLst>
            <pc:docMk/>
            <pc:sldMk cId="3536254980" sldId="293"/>
            <ac:spMk id="3" creationId="{172E746D-25B6-329F-7676-D3AF7B0B6A2B}"/>
          </ac:spMkLst>
        </pc:spChg>
        <pc:spChg chg="add del">
          <ac:chgData name="Arun Sunar" userId="3fa9774ca67c7ab5" providerId="LiveId" clId="{E40D1C88-0FA2-4228-828A-2A3E47C4388C}" dt="2023-08-16T07:10:57.388" v="827"/>
          <ac:spMkLst>
            <pc:docMk/>
            <pc:sldMk cId="3536254980" sldId="293"/>
            <ac:spMk id="4" creationId="{5351F08D-3BB5-E4B2-6CCD-A96DAAA0CFFD}"/>
          </ac:spMkLst>
        </pc:spChg>
      </pc:sldChg>
      <pc:sldChg chg="addSp delSp modSp add mod">
        <pc:chgData name="Arun Sunar" userId="3fa9774ca67c7ab5" providerId="LiveId" clId="{E40D1C88-0FA2-4228-828A-2A3E47C4388C}" dt="2023-08-16T07:28:35.222" v="867"/>
        <pc:sldMkLst>
          <pc:docMk/>
          <pc:sldMk cId="3586763856" sldId="294"/>
        </pc:sldMkLst>
        <pc:spChg chg="mod">
          <ac:chgData name="Arun Sunar" userId="3fa9774ca67c7ab5" providerId="LiveId" clId="{E40D1C88-0FA2-4228-828A-2A3E47C4388C}" dt="2023-08-04T09:26:49.241" v="570" actId="27636"/>
          <ac:spMkLst>
            <pc:docMk/>
            <pc:sldMk cId="3586763856" sldId="294"/>
            <ac:spMk id="2" creationId="{7B6552A2-7AB1-0525-27E2-9C6583BCE20B}"/>
          </ac:spMkLst>
        </pc:spChg>
        <pc:spChg chg="mod">
          <ac:chgData name="Arun Sunar" userId="3fa9774ca67c7ab5" providerId="LiveId" clId="{E40D1C88-0FA2-4228-828A-2A3E47C4388C}" dt="2023-08-16T07:28:35.222" v="867"/>
          <ac:spMkLst>
            <pc:docMk/>
            <pc:sldMk cId="3586763856" sldId="294"/>
            <ac:spMk id="3" creationId="{172E746D-25B6-329F-7676-D3AF7B0B6A2B}"/>
          </ac:spMkLst>
        </pc:spChg>
        <pc:picChg chg="add del mod">
          <ac:chgData name="Arun Sunar" userId="3fa9774ca67c7ab5" providerId="LiveId" clId="{E40D1C88-0FA2-4228-828A-2A3E47C4388C}" dt="2023-08-16T07:15:46.323" v="848"/>
          <ac:picMkLst>
            <pc:docMk/>
            <pc:sldMk cId="3586763856" sldId="294"/>
            <ac:picMk id="4" creationId="{A1B9794F-A8B2-D7CD-B5E9-007B88D78B35}"/>
          </ac:picMkLst>
        </pc:picChg>
        <pc:picChg chg="add mod">
          <ac:chgData name="Arun Sunar" userId="3fa9774ca67c7ab5" providerId="LiveId" clId="{E40D1C88-0FA2-4228-828A-2A3E47C4388C}" dt="2023-08-16T07:15:59.800" v="862" actId="1076"/>
          <ac:picMkLst>
            <pc:docMk/>
            <pc:sldMk cId="3586763856" sldId="294"/>
            <ac:picMk id="5" creationId="{6EC9C61B-F38A-1D4D-1E65-0EB963D93D0A}"/>
          </ac:picMkLst>
        </pc:picChg>
        <pc:picChg chg="add del mod">
          <ac:chgData name="Arun Sunar" userId="3fa9774ca67c7ab5" providerId="LiveId" clId="{E40D1C88-0FA2-4228-828A-2A3E47C4388C}" dt="2023-08-16T07:15:34.171" v="842"/>
          <ac:picMkLst>
            <pc:docMk/>
            <pc:sldMk cId="3586763856" sldId="294"/>
            <ac:picMk id="2050" creationId="{05E116F4-A22B-A371-9DB7-3192B5A4D96F}"/>
          </ac:picMkLst>
        </pc:picChg>
        <pc:picChg chg="add del">
          <ac:chgData name="Arun Sunar" userId="3fa9774ca67c7ab5" providerId="LiveId" clId="{E40D1C88-0FA2-4228-828A-2A3E47C4388C}" dt="2023-08-16T07:15:37.904" v="844"/>
          <ac:picMkLst>
            <pc:docMk/>
            <pc:sldMk cId="3586763856" sldId="294"/>
            <ac:picMk id="2052" creationId="{536D70DD-B3B9-481A-EAD8-0E9717C2F436}"/>
          </ac:picMkLst>
        </pc:picChg>
        <pc:picChg chg="add del">
          <ac:chgData name="Arun Sunar" userId="3fa9774ca67c7ab5" providerId="LiveId" clId="{E40D1C88-0FA2-4228-828A-2A3E47C4388C}" dt="2023-08-16T07:15:56.845" v="860"/>
          <ac:picMkLst>
            <pc:docMk/>
            <pc:sldMk cId="3586763856" sldId="294"/>
            <ac:picMk id="2054" creationId="{0B4FA4A8-79DE-CB2C-5572-9CE1AFD2A639}"/>
          </ac:picMkLst>
        </pc:picChg>
      </pc:sldChg>
      <pc:sldChg chg="modSp add mod">
        <pc:chgData name="Arun Sunar" userId="3fa9774ca67c7ab5" providerId="LiveId" clId="{E40D1C88-0FA2-4228-828A-2A3E47C4388C}" dt="2023-08-04T09:28:37.863" v="594"/>
        <pc:sldMkLst>
          <pc:docMk/>
          <pc:sldMk cId="2420323637" sldId="295"/>
        </pc:sldMkLst>
        <pc:spChg chg="mod">
          <ac:chgData name="Arun Sunar" userId="3fa9774ca67c7ab5" providerId="LiveId" clId="{E40D1C88-0FA2-4228-828A-2A3E47C4388C}" dt="2023-08-04T09:28:37.863" v="594"/>
          <ac:spMkLst>
            <pc:docMk/>
            <pc:sldMk cId="2420323637" sldId="295"/>
            <ac:spMk id="3" creationId="{172E746D-25B6-329F-7676-D3AF7B0B6A2B}"/>
          </ac:spMkLst>
        </pc:spChg>
      </pc:sldChg>
      <pc:sldChg chg="modSp add mod">
        <pc:chgData name="Arun Sunar" userId="3fa9774ca67c7ab5" providerId="LiveId" clId="{E40D1C88-0FA2-4228-828A-2A3E47C4388C}" dt="2023-08-04T09:29:14.396" v="597" actId="27636"/>
        <pc:sldMkLst>
          <pc:docMk/>
          <pc:sldMk cId="1502219156" sldId="296"/>
        </pc:sldMkLst>
        <pc:spChg chg="mod">
          <ac:chgData name="Arun Sunar" userId="3fa9774ca67c7ab5" providerId="LiveId" clId="{E40D1C88-0FA2-4228-828A-2A3E47C4388C}" dt="2023-08-04T09:29:14.396" v="597" actId="27636"/>
          <ac:spMkLst>
            <pc:docMk/>
            <pc:sldMk cId="1502219156" sldId="296"/>
            <ac:spMk id="3" creationId="{172E746D-25B6-329F-7676-D3AF7B0B6A2B}"/>
          </ac:spMkLst>
        </pc:spChg>
      </pc:sldChg>
      <pc:sldChg chg="modSp add mod">
        <pc:chgData name="Arun Sunar" userId="3fa9774ca67c7ab5" providerId="LiveId" clId="{E40D1C88-0FA2-4228-828A-2A3E47C4388C}" dt="2023-08-04T09:29:44.317" v="601"/>
        <pc:sldMkLst>
          <pc:docMk/>
          <pc:sldMk cId="3492483974" sldId="297"/>
        </pc:sldMkLst>
        <pc:spChg chg="mod">
          <ac:chgData name="Arun Sunar" userId="3fa9774ca67c7ab5" providerId="LiveId" clId="{E40D1C88-0FA2-4228-828A-2A3E47C4388C}" dt="2023-08-04T09:29:44.317" v="601"/>
          <ac:spMkLst>
            <pc:docMk/>
            <pc:sldMk cId="3492483974" sldId="297"/>
            <ac:spMk id="3" creationId="{172E746D-25B6-329F-7676-D3AF7B0B6A2B}"/>
          </ac:spMkLst>
        </pc:spChg>
      </pc:sldChg>
      <pc:sldChg chg="addSp delSp modSp add mod">
        <pc:chgData name="Arun Sunar" userId="3fa9774ca67c7ab5" providerId="LiveId" clId="{E40D1C88-0FA2-4228-828A-2A3E47C4388C}" dt="2023-08-04T09:30:03" v="604"/>
        <pc:sldMkLst>
          <pc:docMk/>
          <pc:sldMk cId="3119308831" sldId="298"/>
        </pc:sldMkLst>
        <pc:spChg chg="del mod">
          <ac:chgData name="Arun Sunar" userId="3fa9774ca67c7ab5" providerId="LiveId" clId="{E40D1C88-0FA2-4228-828A-2A3E47C4388C}" dt="2023-08-04T09:30:03" v="604"/>
          <ac:spMkLst>
            <pc:docMk/>
            <pc:sldMk cId="3119308831" sldId="298"/>
            <ac:spMk id="3" creationId="{172E746D-25B6-329F-7676-D3AF7B0B6A2B}"/>
          </ac:spMkLst>
        </pc:spChg>
        <pc:picChg chg="add mod">
          <ac:chgData name="Arun Sunar" userId="3fa9774ca67c7ab5" providerId="LiveId" clId="{E40D1C88-0FA2-4228-828A-2A3E47C4388C}" dt="2023-08-04T09:30:03" v="604"/>
          <ac:picMkLst>
            <pc:docMk/>
            <pc:sldMk cId="3119308831" sldId="298"/>
            <ac:picMk id="7170" creationId="{C9C51D36-226D-972A-6AFF-0312E433A9F0}"/>
          </ac:picMkLst>
        </pc:picChg>
      </pc:sldChg>
      <pc:sldChg chg="addSp delSp modSp add mod">
        <pc:chgData name="Arun Sunar" userId="3fa9774ca67c7ab5" providerId="LiveId" clId="{E40D1C88-0FA2-4228-828A-2A3E47C4388C}" dt="2023-08-04T09:30:47.070" v="609"/>
        <pc:sldMkLst>
          <pc:docMk/>
          <pc:sldMk cId="1535167494" sldId="299"/>
        </pc:sldMkLst>
        <pc:spChg chg="mod">
          <ac:chgData name="Arun Sunar" userId="3fa9774ca67c7ab5" providerId="LiveId" clId="{E40D1C88-0FA2-4228-828A-2A3E47C4388C}" dt="2023-08-04T09:30:26.853" v="608" actId="27636"/>
          <ac:spMkLst>
            <pc:docMk/>
            <pc:sldMk cId="1535167494" sldId="299"/>
            <ac:spMk id="2" creationId="{7B6552A2-7AB1-0525-27E2-9C6583BCE20B}"/>
          </ac:spMkLst>
        </pc:spChg>
        <pc:spChg chg="add mod">
          <ac:chgData name="Arun Sunar" userId="3fa9774ca67c7ab5" providerId="LiveId" clId="{E40D1C88-0FA2-4228-828A-2A3E47C4388C}" dt="2023-08-04T09:30:47.070" v="609"/>
          <ac:spMkLst>
            <pc:docMk/>
            <pc:sldMk cId="1535167494" sldId="299"/>
            <ac:spMk id="3" creationId="{9920103A-EA3F-C5BC-D280-945ADD901FB0}"/>
          </ac:spMkLst>
        </pc:spChg>
        <pc:picChg chg="del">
          <ac:chgData name="Arun Sunar" userId="3fa9774ca67c7ab5" providerId="LiveId" clId="{E40D1C88-0FA2-4228-828A-2A3E47C4388C}" dt="2023-08-04T09:30:22.616" v="606" actId="478"/>
          <ac:picMkLst>
            <pc:docMk/>
            <pc:sldMk cId="1535167494" sldId="299"/>
            <ac:picMk id="7170" creationId="{C9C51D36-226D-972A-6AFF-0312E433A9F0}"/>
          </ac:picMkLst>
        </pc:picChg>
      </pc:sldChg>
      <pc:sldChg chg="modSp add mod">
        <pc:chgData name="Arun Sunar" userId="3fa9774ca67c7ab5" providerId="LiveId" clId="{E40D1C88-0FA2-4228-828A-2A3E47C4388C}" dt="2023-08-04T09:31:11.255" v="612" actId="27636"/>
        <pc:sldMkLst>
          <pc:docMk/>
          <pc:sldMk cId="2568011470" sldId="300"/>
        </pc:sldMkLst>
        <pc:spChg chg="mod">
          <ac:chgData name="Arun Sunar" userId="3fa9774ca67c7ab5" providerId="LiveId" clId="{E40D1C88-0FA2-4228-828A-2A3E47C4388C}" dt="2023-08-04T09:31:11.255" v="612" actId="27636"/>
          <ac:spMkLst>
            <pc:docMk/>
            <pc:sldMk cId="2568011470" sldId="300"/>
            <ac:spMk id="3" creationId="{9920103A-EA3F-C5BC-D280-945ADD901FB0}"/>
          </ac:spMkLst>
        </pc:spChg>
      </pc:sldChg>
      <pc:sldChg chg="modSp add mod">
        <pc:chgData name="Arun Sunar" userId="3fa9774ca67c7ab5" providerId="LiveId" clId="{E40D1C88-0FA2-4228-828A-2A3E47C4388C}" dt="2023-08-04T09:36:11.553" v="618"/>
        <pc:sldMkLst>
          <pc:docMk/>
          <pc:sldMk cId="443985643" sldId="301"/>
        </pc:sldMkLst>
        <pc:spChg chg="mod">
          <ac:chgData name="Arun Sunar" userId="3fa9774ca67c7ab5" providerId="LiveId" clId="{E40D1C88-0FA2-4228-828A-2A3E47C4388C}" dt="2023-08-04T09:31:31.263" v="615" actId="27636"/>
          <ac:spMkLst>
            <pc:docMk/>
            <pc:sldMk cId="443985643" sldId="301"/>
            <ac:spMk id="2" creationId="{7B6552A2-7AB1-0525-27E2-9C6583BCE20B}"/>
          </ac:spMkLst>
        </pc:spChg>
        <pc:spChg chg="mod">
          <ac:chgData name="Arun Sunar" userId="3fa9774ca67c7ab5" providerId="LiveId" clId="{E40D1C88-0FA2-4228-828A-2A3E47C4388C}" dt="2023-08-04T09:36:11.553" v="618"/>
          <ac:spMkLst>
            <pc:docMk/>
            <pc:sldMk cId="443985643" sldId="301"/>
            <ac:spMk id="3" creationId="{9920103A-EA3F-C5BC-D280-945ADD901FB0}"/>
          </ac:spMkLst>
        </pc:spChg>
      </pc:sldChg>
      <pc:sldChg chg="modSp add mod">
        <pc:chgData name="Arun Sunar" userId="3fa9774ca67c7ab5" providerId="LiveId" clId="{E40D1C88-0FA2-4228-828A-2A3E47C4388C}" dt="2023-08-04T09:37:00.176" v="621" actId="27636"/>
        <pc:sldMkLst>
          <pc:docMk/>
          <pc:sldMk cId="1221106884" sldId="302"/>
        </pc:sldMkLst>
        <pc:spChg chg="mod">
          <ac:chgData name="Arun Sunar" userId="3fa9774ca67c7ab5" providerId="LiveId" clId="{E40D1C88-0FA2-4228-828A-2A3E47C4388C}" dt="2023-08-04T09:37:00.176" v="621" actId="27636"/>
          <ac:spMkLst>
            <pc:docMk/>
            <pc:sldMk cId="1221106884" sldId="302"/>
            <ac:spMk id="3" creationId="{9920103A-EA3F-C5BC-D280-945ADD901FB0}"/>
          </ac:spMkLst>
        </pc:spChg>
      </pc:sldChg>
      <pc:sldChg chg="modSp add mod">
        <pc:chgData name="Arun Sunar" userId="3fa9774ca67c7ab5" providerId="LiveId" clId="{E40D1C88-0FA2-4228-828A-2A3E47C4388C}" dt="2023-08-16T07:36:33.735" v="871"/>
        <pc:sldMkLst>
          <pc:docMk/>
          <pc:sldMk cId="2379196328" sldId="303"/>
        </pc:sldMkLst>
        <pc:spChg chg="mod">
          <ac:chgData name="Arun Sunar" userId="3fa9774ca67c7ab5" providerId="LiveId" clId="{E40D1C88-0FA2-4228-828A-2A3E47C4388C}" dt="2023-08-04T09:37:26.245" v="626" actId="20577"/>
          <ac:spMkLst>
            <pc:docMk/>
            <pc:sldMk cId="2379196328" sldId="303"/>
            <ac:spMk id="2" creationId="{7B6552A2-7AB1-0525-27E2-9C6583BCE20B}"/>
          </ac:spMkLst>
        </pc:spChg>
        <pc:spChg chg="mod">
          <ac:chgData name="Arun Sunar" userId="3fa9774ca67c7ab5" providerId="LiveId" clId="{E40D1C88-0FA2-4228-828A-2A3E47C4388C}" dt="2023-08-16T07:36:33.735" v="871"/>
          <ac:spMkLst>
            <pc:docMk/>
            <pc:sldMk cId="2379196328" sldId="303"/>
            <ac:spMk id="3" creationId="{9920103A-EA3F-C5BC-D280-945ADD901FB0}"/>
          </ac:spMkLst>
        </pc:spChg>
      </pc:sldChg>
      <pc:sldChg chg="modSp add mod">
        <pc:chgData name="Arun Sunar" userId="3fa9774ca67c7ab5" providerId="LiveId" clId="{E40D1C88-0FA2-4228-828A-2A3E47C4388C}" dt="2023-08-04T09:42:39.011" v="633"/>
        <pc:sldMkLst>
          <pc:docMk/>
          <pc:sldMk cId="2034950656" sldId="304"/>
        </pc:sldMkLst>
        <pc:spChg chg="mod">
          <ac:chgData name="Arun Sunar" userId="3fa9774ca67c7ab5" providerId="LiveId" clId="{E40D1C88-0FA2-4228-828A-2A3E47C4388C}" dt="2023-08-04T09:42:02.345" v="632" actId="27636"/>
          <ac:spMkLst>
            <pc:docMk/>
            <pc:sldMk cId="2034950656" sldId="304"/>
            <ac:spMk id="2" creationId="{7B6552A2-7AB1-0525-27E2-9C6583BCE20B}"/>
          </ac:spMkLst>
        </pc:spChg>
        <pc:spChg chg="mod">
          <ac:chgData name="Arun Sunar" userId="3fa9774ca67c7ab5" providerId="LiveId" clId="{E40D1C88-0FA2-4228-828A-2A3E47C4388C}" dt="2023-08-04T09:42:39.011" v="633"/>
          <ac:spMkLst>
            <pc:docMk/>
            <pc:sldMk cId="2034950656" sldId="304"/>
            <ac:spMk id="3" creationId="{9920103A-EA3F-C5BC-D280-945ADD901FB0}"/>
          </ac:spMkLst>
        </pc:spChg>
      </pc:sldChg>
      <pc:sldChg chg="modSp add mod">
        <pc:chgData name="Arun Sunar" userId="3fa9774ca67c7ab5" providerId="LiveId" clId="{E40D1C88-0FA2-4228-828A-2A3E47C4388C}" dt="2023-08-04T09:44:00.288" v="638"/>
        <pc:sldMkLst>
          <pc:docMk/>
          <pc:sldMk cId="1392077003" sldId="305"/>
        </pc:sldMkLst>
        <pc:spChg chg="mod">
          <ac:chgData name="Arun Sunar" userId="3fa9774ca67c7ab5" providerId="LiveId" clId="{E40D1C88-0FA2-4228-828A-2A3E47C4388C}" dt="2023-08-04T09:43:14.946" v="635"/>
          <ac:spMkLst>
            <pc:docMk/>
            <pc:sldMk cId="1392077003" sldId="305"/>
            <ac:spMk id="2" creationId="{7B6552A2-7AB1-0525-27E2-9C6583BCE20B}"/>
          </ac:spMkLst>
        </pc:spChg>
        <pc:spChg chg="mod">
          <ac:chgData name="Arun Sunar" userId="3fa9774ca67c7ab5" providerId="LiveId" clId="{E40D1C88-0FA2-4228-828A-2A3E47C4388C}" dt="2023-08-04T09:44:00.288" v="638"/>
          <ac:spMkLst>
            <pc:docMk/>
            <pc:sldMk cId="1392077003" sldId="305"/>
            <ac:spMk id="3" creationId="{9920103A-EA3F-C5BC-D280-945ADD901FB0}"/>
          </ac:spMkLst>
        </pc:spChg>
      </pc:sldChg>
      <pc:sldChg chg="modSp new mod">
        <pc:chgData name="Arun Sunar" userId="3fa9774ca67c7ab5" providerId="LiveId" clId="{E40D1C88-0FA2-4228-828A-2A3E47C4388C}" dt="2023-08-04T11:40:41.039" v="657" actId="207"/>
        <pc:sldMkLst>
          <pc:docMk/>
          <pc:sldMk cId="1842131100" sldId="306"/>
        </pc:sldMkLst>
        <pc:spChg chg="mod">
          <ac:chgData name="Arun Sunar" userId="3fa9774ca67c7ab5" providerId="LiveId" clId="{E40D1C88-0FA2-4228-828A-2A3E47C4388C}" dt="2023-08-04T11:40:41.039" v="657" actId="207"/>
          <ac:spMkLst>
            <pc:docMk/>
            <pc:sldMk cId="1842131100" sldId="306"/>
            <ac:spMk id="2" creationId="{2424196B-CB95-4806-0997-3A3B7DBDC3A3}"/>
          </ac:spMkLst>
        </pc:spChg>
        <pc:spChg chg="mod">
          <ac:chgData name="Arun Sunar" userId="3fa9774ca67c7ab5" providerId="LiveId" clId="{E40D1C88-0FA2-4228-828A-2A3E47C4388C}" dt="2023-08-04T11:40:38.548" v="656"/>
          <ac:spMkLst>
            <pc:docMk/>
            <pc:sldMk cId="1842131100" sldId="306"/>
            <ac:spMk id="3" creationId="{9974ED60-7DEE-085D-999D-E6E4B031B2B4}"/>
          </ac:spMkLst>
        </pc:spChg>
      </pc:sldChg>
      <pc:sldChg chg="modSp add mod">
        <pc:chgData name="Arun Sunar" userId="3fa9774ca67c7ab5" providerId="LiveId" clId="{E40D1C88-0FA2-4228-828A-2A3E47C4388C}" dt="2023-08-04T11:43:43.257" v="674"/>
        <pc:sldMkLst>
          <pc:docMk/>
          <pc:sldMk cId="2797423364" sldId="307"/>
        </pc:sldMkLst>
        <pc:spChg chg="mod">
          <ac:chgData name="Arun Sunar" userId="3fa9774ca67c7ab5" providerId="LiveId" clId="{E40D1C88-0FA2-4228-828A-2A3E47C4388C}" dt="2023-08-04T11:42:40.533" v="673" actId="20577"/>
          <ac:spMkLst>
            <pc:docMk/>
            <pc:sldMk cId="2797423364" sldId="307"/>
            <ac:spMk id="2" creationId="{2424196B-CB95-4806-0997-3A3B7DBDC3A3}"/>
          </ac:spMkLst>
        </pc:spChg>
        <pc:spChg chg="mod">
          <ac:chgData name="Arun Sunar" userId="3fa9774ca67c7ab5" providerId="LiveId" clId="{E40D1C88-0FA2-4228-828A-2A3E47C4388C}" dt="2023-08-04T11:43:43.257" v="674"/>
          <ac:spMkLst>
            <pc:docMk/>
            <pc:sldMk cId="2797423364" sldId="307"/>
            <ac:spMk id="3" creationId="{9974ED60-7DEE-085D-999D-E6E4B031B2B4}"/>
          </ac:spMkLst>
        </pc:spChg>
      </pc:sldChg>
      <pc:sldChg chg="addSp delSp modSp add mod">
        <pc:chgData name="Arun Sunar" userId="3fa9774ca67c7ab5" providerId="LiveId" clId="{E40D1C88-0FA2-4228-828A-2A3E47C4388C}" dt="2023-08-04T11:44:25.357" v="680" actId="27636"/>
        <pc:sldMkLst>
          <pc:docMk/>
          <pc:sldMk cId="488978565" sldId="308"/>
        </pc:sldMkLst>
        <pc:spChg chg="mod">
          <ac:chgData name="Arun Sunar" userId="3fa9774ca67c7ab5" providerId="LiveId" clId="{E40D1C88-0FA2-4228-828A-2A3E47C4388C}" dt="2023-08-04T11:44:25.357" v="680" actId="27636"/>
          <ac:spMkLst>
            <pc:docMk/>
            <pc:sldMk cId="488978565" sldId="308"/>
            <ac:spMk id="3" creationId="{9974ED60-7DEE-085D-999D-E6E4B031B2B4}"/>
          </ac:spMkLst>
        </pc:spChg>
        <pc:spChg chg="add">
          <ac:chgData name="Arun Sunar" userId="3fa9774ca67c7ab5" providerId="LiveId" clId="{E40D1C88-0FA2-4228-828A-2A3E47C4388C}" dt="2023-08-04T11:44:02.306" v="676"/>
          <ac:spMkLst>
            <pc:docMk/>
            <pc:sldMk cId="488978565" sldId="308"/>
            <ac:spMk id="4" creationId="{C115A274-0F37-F581-64A2-5BB71A38616F}"/>
          </ac:spMkLst>
        </pc:spChg>
        <pc:spChg chg="add del mod">
          <ac:chgData name="Arun Sunar" userId="3fa9774ca67c7ab5" providerId="LiveId" clId="{E40D1C88-0FA2-4228-828A-2A3E47C4388C}" dt="2023-08-04T11:44:16.673" v="678"/>
          <ac:spMkLst>
            <pc:docMk/>
            <pc:sldMk cId="488978565" sldId="308"/>
            <ac:spMk id="5" creationId="{BB19B270-76E0-E5D0-B86C-A6552B61A71D}"/>
          </ac:spMkLst>
        </pc:spChg>
      </pc:sldChg>
      <pc:sldChg chg="addSp delSp modSp add mod">
        <pc:chgData name="Arun Sunar" userId="3fa9774ca67c7ab5" providerId="LiveId" clId="{E40D1C88-0FA2-4228-828A-2A3E47C4388C}" dt="2023-08-04T11:46:04.944" v="700" actId="20577"/>
        <pc:sldMkLst>
          <pc:docMk/>
          <pc:sldMk cId="3462985623" sldId="309"/>
        </pc:sldMkLst>
        <pc:spChg chg="mod">
          <ac:chgData name="Arun Sunar" userId="3fa9774ca67c7ab5" providerId="LiveId" clId="{E40D1C88-0FA2-4228-828A-2A3E47C4388C}" dt="2023-08-04T11:44:56.024" v="682"/>
          <ac:spMkLst>
            <pc:docMk/>
            <pc:sldMk cId="3462985623" sldId="309"/>
            <ac:spMk id="2" creationId="{2424196B-CB95-4806-0997-3A3B7DBDC3A3}"/>
          </ac:spMkLst>
        </pc:spChg>
        <pc:spChg chg="mod">
          <ac:chgData name="Arun Sunar" userId="3fa9774ca67c7ab5" providerId="LiveId" clId="{E40D1C88-0FA2-4228-828A-2A3E47C4388C}" dt="2023-08-04T11:46:04.944" v="700" actId="20577"/>
          <ac:spMkLst>
            <pc:docMk/>
            <pc:sldMk cId="3462985623" sldId="309"/>
            <ac:spMk id="3" creationId="{9974ED60-7DEE-085D-999D-E6E4B031B2B4}"/>
          </ac:spMkLst>
        </pc:spChg>
        <pc:spChg chg="add del mod">
          <ac:chgData name="Arun Sunar" userId="3fa9774ca67c7ab5" providerId="LiveId" clId="{E40D1C88-0FA2-4228-828A-2A3E47C4388C}" dt="2023-08-04T11:45:36.197" v="688"/>
          <ac:spMkLst>
            <pc:docMk/>
            <pc:sldMk cId="3462985623" sldId="309"/>
            <ac:spMk id="5" creationId="{66F38966-5D7B-4FF6-61D5-EBC9E1906226}"/>
          </ac:spMkLst>
        </pc:spChg>
      </pc:sldChg>
      <pc:sldChg chg="modSp add mod">
        <pc:chgData name="Arun Sunar" userId="3fa9774ca67c7ab5" providerId="LiveId" clId="{E40D1C88-0FA2-4228-828A-2A3E47C4388C}" dt="2023-08-04T11:47:13.913" v="705"/>
        <pc:sldMkLst>
          <pc:docMk/>
          <pc:sldMk cId="514496140" sldId="310"/>
        </pc:sldMkLst>
        <pc:spChg chg="mod">
          <ac:chgData name="Arun Sunar" userId="3fa9774ca67c7ab5" providerId="LiveId" clId="{E40D1C88-0FA2-4228-828A-2A3E47C4388C}" dt="2023-08-04T11:46:30.750" v="702"/>
          <ac:spMkLst>
            <pc:docMk/>
            <pc:sldMk cId="514496140" sldId="310"/>
            <ac:spMk id="2" creationId="{2424196B-CB95-4806-0997-3A3B7DBDC3A3}"/>
          </ac:spMkLst>
        </pc:spChg>
        <pc:spChg chg="mod">
          <ac:chgData name="Arun Sunar" userId="3fa9774ca67c7ab5" providerId="LiveId" clId="{E40D1C88-0FA2-4228-828A-2A3E47C4388C}" dt="2023-08-04T11:47:13.913" v="705"/>
          <ac:spMkLst>
            <pc:docMk/>
            <pc:sldMk cId="514496140" sldId="310"/>
            <ac:spMk id="3" creationId="{9974ED60-7DEE-085D-999D-E6E4B031B2B4}"/>
          </ac:spMkLst>
        </pc:spChg>
      </pc:sldChg>
      <pc:sldChg chg="addSp delSp modSp add mod">
        <pc:chgData name="Arun Sunar" userId="3fa9774ca67c7ab5" providerId="LiveId" clId="{E40D1C88-0FA2-4228-828A-2A3E47C4388C}" dt="2023-08-04T11:48:07.693" v="712"/>
        <pc:sldMkLst>
          <pc:docMk/>
          <pc:sldMk cId="3388824464" sldId="311"/>
        </pc:sldMkLst>
        <pc:spChg chg="mod">
          <ac:chgData name="Arun Sunar" userId="3fa9774ca67c7ab5" providerId="LiveId" clId="{E40D1C88-0FA2-4228-828A-2A3E47C4388C}" dt="2023-08-04T11:47:40.926" v="707"/>
          <ac:spMkLst>
            <pc:docMk/>
            <pc:sldMk cId="3388824464" sldId="311"/>
            <ac:spMk id="2" creationId="{2424196B-CB95-4806-0997-3A3B7DBDC3A3}"/>
          </ac:spMkLst>
        </pc:spChg>
        <pc:spChg chg="add del mod">
          <ac:chgData name="Arun Sunar" userId="3fa9774ca67c7ab5" providerId="LiveId" clId="{E40D1C88-0FA2-4228-828A-2A3E47C4388C}" dt="2023-08-04T11:48:07.693" v="712"/>
          <ac:spMkLst>
            <pc:docMk/>
            <pc:sldMk cId="3388824464" sldId="311"/>
            <ac:spMk id="3" creationId="{9974ED60-7DEE-085D-999D-E6E4B031B2B4}"/>
          </ac:spMkLst>
        </pc:spChg>
        <pc:spChg chg="del">
          <ac:chgData name="Arun Sunar" userId="3fa9774ca67c7ab5" providerId="LiveId" clId="{E40D1C88-0FA2-4228-828A-2A3E47C4388C}" dt="2023-08-04T11:47:42.925" v="708" actId="478"/>
          <ac:spMkLst>
            <pc:docMk/>
            <pc:sldMk cId="3388824464" sldId="311"/>
            <ac:spMk id="4" creationId="{C115A274-0F37-F581-64A2-5BB71A38616F}"/>
          </ac:spMkLst>
        </pc:spChg>
        <pc:spChg chg="add del mod">
          <ac:chgData name="Arun Sunar" userId="3fa9774ca67c7ab5" providerId="LiveId" clId="{E40D1C88-0FA2-4228-828A-2A3E47C4388C}" dt="2023-08-04T11:48:01.735" v="711"/>
          <ac:spMkLst>
            <pc:docMk/>
            <pc:sldMk cId="3388824464" sldId="311"/>
            <ac:spMk id="5" creationId="{E488EE0B-D5C7-781F-E2E0-505E52FDF805}"/>
          </ac:spMkLst>
        </pc:spChg>
      </pc:sldChg>
      <pc:sldChg chg="modSp add mod">
        <pc:chgData name="Arun Sunar" userId="3fa9774ca67c7ab5" providerId="LiveId" clId="{E40D1C88-0FA2-4228-828A-2A3E47C4388C}" dt="2023-08-04T11:48:32.428" v="714"/>
        <pc:sldMkLst>
          <pc:docMk/>
          <pc:sldMk cId="794692709" sldId="312"/>
        </pc:sldMkLst>
        <pc:spChg chg="mod">
          <ac:chgData name="Arun Sunar" userId="3fa9774ca67c7ab5" providerId="LiveId" clId="{E40D1C88-0FA2-4228-828A-2A3E47C4388C}" dt="2023-08-04T11:48:32.428" v="714"/>
          <ac:spMkLst>
            <pc:docMk/>
            <pc:sldMk cId="794692709" sldId="312"/>
            <ac:spMk id="3" creationId="{9974ED60-7DEE-085D-999D-E6E4B031B2B4}"/>
          </ac:spMkLst>
        </pc:spChg>
      </pc:sldChg>
      <pc:sldChg chg="modSp add mod">
        <pc:chgData name="Arun Sunar" userId="3fa9774ca67c7ab5" providerId="LiveId" clId="{E40D1C88-0FA2-4228-828A-2A3E47C4388C}" dt="2023-08-04T11:49:00.239" v="717" actId="27636"/>
        <pc:sldMkLst>
          <pc:docMk/>
          <pc:sldMk cId="4036520443" sldId="313"/>
        </pc:sldMkLst>
        <pc:spChg chg="mod">
          <ac:chgData name="Arun Sunar" userId="3fa9774ca67c7ab5" providerId="LiveId" clId="{E40D1C88-0FA2-4228-828A-2A3E47C4388C}" dt="2023-08-04T11:49:00.239" v="717" actId="27636"/>
          <ac:spMkLst>
            <pc:docMk/>
            <pc:sldMk cId="4036520443" sldId="313"/>
            <ac:spMk id="3" creationId="{9974ED60-7DEE-085D-999D-E6E4B031B2B4}"/>
          </ac:spMkLst>
        </pc:spChg>
      </pc:sldChg>
      <pc:sldChg chg="modSp add mod">
        <pc:chgData name="Arun Sunar" userId="3fa9774ca67c7ab5" providerId="LiveId" clId="{E40D1C88-0FA2-4228-828A-2A3E47C4388C}" dt="2023-08-04T11:49:35.398" v="720" actId="27636"/>
        <pc:sldMkLst>
          <pc:docMk/>
          <pc:sldMk cId="124512433" sldId="314"/>
        </pc:sldMkLst>
        <pc:spChg chg="mod">
          <ac:chgData name="Arun Sunar" userId="3fa9774ca67c7ab5" providerId="LiveId" clId="{E40D1C88-0FA2-4228-828A-2A3E47C4388C}" dt="2023-08-04T11:49:35.398" v="720" actId="27636"/>
          <ac:spMkLst>
            <pc:docMk/>
            <pc:sldMk cId="124512433" sldId="314"/>
            <ac:spMk id="3" creationId="{9974ED60-7DEE-085D-999D-E6E4B031B2B4}"/>
          </ac:spMkLst>
        </pc:spChg>
      </pc:sldChg>
      <pc:sldChg chg="modSp add mod">
        <pc:chgData name="Arun Sunar" userId="3fa9774ca67c7ab5" providerId="LiveId" clId="{E40D1C88-0FA2-4228-828A-2A3E47C4388C}" dt="2023-08-04T11:51:03.481" v="729" actId="27636"/>
        <pc:sldMkLst>
          <pc:docMk/>
          <pc:sldMk cId="1161124771" sldId="315"/>
        </pc:sldMkLst>
        <pc:spChg chg="mod">
          <ac:chgData name="Arun Sunar" userId="3fa9774ca67c7ab5" providerId="LiveId" clId="{E40D1C88-0FA2-4228-828A-2A3E47C4388C}" dt="2023-08-04T11:51:03.481" v="729" actId="27636"/>
          <ac:spMkLst>
            <pc:docMk/>
            <pc:sldMk cId="1161124771" sldId="315"/>
            <ac:spMk id="3" creationId="{9974ED60-7DEE-085D-999D-E6E4B031B2B4}"/>
          </ac:spMkLst>
        </pc:spChg>
      </pc:sldChg>
      <pc:sldChg chg="modSp add mod">
        <pc:chgData name="Arun Sunar" userId="3fa9774ca67c7ab5" providerId="LiveId" clId="{E40D1C88-0FA2-4228-828A-2A3E47C4388C}" dt="2023-08-04T11:51:47.791" v="735" actId="27636"/>
        <pc:sldMkLst>
          <pc:docMk/>
          <pc:sldMk cId="603520885" sldId="316"/>
        </pc:sldMkLst>
        <pc:spChg chg="mod">
          <ac:chgData name="Arun Sunar" userId="3fa9774ca67c7ab5" providerId="LiveId" clId="{E40D1C88-0FA2-4228-828A-2A3E47C4388C}" dt="2023-08-04T11:51:47.791" v="735" actId="27636"/>
          <ac:spMkLst>
            <pc:docMk/>
            <pc:sldMk cId="603520885" sldId="316"/>
            <ac:spMk id="3" creationId="{9974ED60-7DEE-085D-999D-E6E4B031B2B4}"/>
          </ac:spMkLst>
        </pc:spChg>
      </pc:sldChg>
      <pc:sldChg chg="modSp add mod">
        <pc:chgData name="Arun Sunar" userId="3fa9774ca67c7ab5" providerId="LiveId" clId="{E40D1C88-0FA2-4228-828A-2A3E47C4388C}" dt="2023-08-04T11:52:29.483" v="740"/>
        <pc:sldMkLst>
          <pc:docMk/>
          <pc:sldMk cId="2988263904" sldId="317"/>
        </pc:sldMkLst>
        <pc:spChg chg="mod">
          <ac:chgData name="Arun Sunar" userId="3fa9774ca67c7ab5" providerId="LiveId" clId="{E40D1C88-0FA2-4228-828A-2A3E47C4388C}" dt="2023-08-04T11:52:29.483" v="740"/>
          <ac:spMkLst>
            <pc:docMk/>
            <pc:sldMk cId="2988263904" sldId="317"/>
            <ac:spMk id="3" creationId="{9974ED60-7DEE-085D-999D-E6E4B031B2B4}"/>
          </ac:spMkLst>
        </pc:spChg>
      </pc:sldChg>
      <pc:sldChg chg="modSp add mod">
        <pc:chgData name="Arun Sunar" userId="3fa9774ca67c7ab5" providerId="LiveId" clId="{E40D1C88-0FA2-4228-828A-2A3E47C4388C}" dt="2023-08-04T11:53:11.913" v="745" actId="27636"/>
        <pc:sldMkLst>
          <pc:docMk/>
          <pc:sldMk cId="260160328" sldId="318"/>
        </pc:sldMkLst>
        <pc:spChg chg="mod">
          <ac:chgData name="Arun Sunar" userId="3fa9774ca67c7ab5" providerId="LiveId" clId="{E40D1C88-0FA2-4228-828A-2A3E47C4388C}" dt="2023-08-04T11:52:53.950" v="742"/>
          <ac:spMkLst>
            <pc:docMk/>
            <pc:sldMk cId="260160328" sldId="318"/>
            <ac:spMk id="2" creationId="{2424196B-CB95-4806-0997-3A3B7DBDC3A3}"/>
          </ac:spMkLst>
        </pc:spChg>
        <pc:spChg chg="mod">
          <ac:chgData name="Arun Sunar" userId="3fa9774ca67c7ab5" providerId="LiveId" clId="{E40D1C88-0FA2-4228-828A-2A3E47C4388C}" dt="2023-08-04T11:53:11.913" v="745" actId="27636"/>
          <ac:spMkLst>
            <pc:docMk/>
            <pc:sldMk cId="260160328" sldId="318"/>
            <ac:spMk id="3" creationId="{9974ED60-7DEE-085D-999D-E6E4B031B2B4}"/>
          </ac:spMkLst>
        </pc:spChg>
      </pc:sldChg>
      <pc:sldChg chg="modSp add mod">
        <pc:chgData name="Arun Sunar" userId="3fa9774ca67c7ab5" providerId="LiveId" clId="{E40D1C88-0FA2-4228-828A-2A3E47C4388C}" dt="2023-08-04T11:53:37.506" v="748" actId="27636"/>
        <pc:sldMkLst>
          <pc:docMk/>
          <pc:sldMk cId="3041849186" sldId="319"/>
        </pc:sldMkLst>
        <pc:spChg chg="mod">
          <ac:chgData name="Arun Sunar" userId="3fa9774ca67c7ab5" providerId="LiveId" clId="{E40D1C88-0FA2-4228-828A-2A3E47C4388C}" dt="2023-08-04T11:53:37.506" v="748" actId="27636"/>
          <ac:spMkLst>
            <pc:docMk/>
            <pc:sldMk cId="3041849186" sldId="319"/>
            <ac:spMk id="3" creationId="{9974ED60-7DEE-085D-999D-E6E4B031B2B4}"/>
          </ac:spMkLst>
        </pc:spChg>
      </pc:sldChg>
      <pc:sldChg chg="modSp new mod">
        <pc:chgData name="Arun Sunar" userId="3fa9774ca67c7ab5" providerId="LiveId" clId="{E40D1C88-0FA2-4228-828A-2A3E47C4388C}" dt="2023-08-04T12:03:41.259" v="794" actId="20577"/>
        <pc:sldMkLst>
          <pc:docMk/>
          <pc:sldMk cId="4111164698" sldId="320"/>
        </pc:sldMkLst>
        <pc:spChg chg="mod">
          <ac:chgData name="Arun Sunar" userId="3fa9774ca67c7ab5" providerId="LiveId" clId="{E40D1C88-0FA2-4228-828A-2A3E47C4388C}" dt="2023-08-04T11:55:43.188" v="766" actId="207"/>
          <ac:spMkLst>
            <pc:docMk/>
            <pc:sldMk cId="4111164698" sldId="320"/>
            <ac:spMk id="2" creationId="{6D8A5AE6-CA50-4651-3742-EFA5DD8E6343}"/>
          </ac:spMkLst>
        </pc:spChg>
        <pc:spChg chg="mod">
          <ac:chgData name="Arun Sunar" userId="3fa9774ca67c7ab5" providerId="LiveId" clId="{E40D1C88-0FA2-4228-828A-2A3E47C4388C}" dt="2023-08-04T12:03:41.259" v="794" actId="20577"/>
          <ac:spMkLst>
            <pc:docMk/>
            <pc:sldMk cId="4111164698" sldId="320"/>
            <ac:spMk id="3" creationId="{740ADD0C-79F7-75EA-E3F6-FF2262AF8B85}"/>
          </ac:spMkLst>
        </pc:spChg>
      </pc:sldChg>
      <pc:sldChg chg="modSp add mod">
        <pc:chgData name="Arun Sunar" userId="3fa9774ca67c7ab5" providerId="LiveId" clId="{E40D1C88-0FA2-4228-828A-2A3E47C4388C}" dt="2023-08-04T11:59:44.723" v="775"/>
        <pc:sldMkLst>
          <pc:docMk/>
          <pc:sldMk cId="906377159" sldId="321"/>
        </pc:sldMkLst>
        <pc:spChg chg="mod">
          <ac:chgData name="Arun Sunar" userId="3fa9774ca67c7ab5" providerId="LiveId" clId="{E40D1C88-0FA2-4228-828A-2A3E47C4388C}" dt="2023-08-04T11:59:23.560" v="774"/>
          <ac:spMkLst>
            <pc:docMk/>
            <pc:sldMk cId="906377159" sldId="321"/>
            <ac:spMk id="2" creationId="{6D8A5AE6-CA50-4651-3742-EFA5DD8E6343}"/>
          </ac:spMkLst>
        </pc:spChg>
        <pc:spChg chg="mod">
          <ac:chgData name="Arun Sunar" userId="3fa9774ca67c7ab5" providerId="LiveId" clId="{E40D1C88-0FA2-4228-828A-2A3E47C4388C}" dt="2023-08-04T11:59:44.723" v="775"/>
          <ac:spMkLst>
            <pc:docMk/>
            <pc:sldMk cId="906377159" sldId="321"/>
            <ac:spMk id="3" creationId="{740ADD0C-79F7-75EA-E3F6-FF2262AF8B85}"/>
          </ac:spMkLst>
        </pc:spChg>
      </pc:sldChg>
      <pc:sldChg chg="modSp add mod">
        <pc:chgData name="Arun Sunar" userId="3fa9774ca67c7ab5" providerId="LiveId" clId="{E40D1C88-0FA2-4228-828A-2A3E47C4388C}" dt="2023-08-04T12:00:26.682" v="778" actId="27636"/>
        <pc:sldMkLst>
          <pc:docMk/>
          <pc:sldMk cId="3514759023" sldId="322"/>
        </pc:sldMkLst>
        <pc:spChg chg="mod">
          <ac:chgData name="Arun Sunar" userId="3fa9774ca67c7ab5" providerId="LiveId" clId="{E40D1C88-0FA2-4228-828A-2A3E47C4388C}" dt="2023-08-04T12:00:26.682" v="778" actId="27636"/>
          <ac:spMkLst>
            <pc:docMk/>
            <pc:sldMk cId="3514759023" sldId="322"/>
            <ac:spMk id="3" creationId="{740ADD0C-79F7-75EA-E3F6-FF2262AF8B85}"/>
          </ac:spMkLst>
        </pc:spChg>
      </pc:sldChg>
      <pc:sldChg chg="addSp delSp modSp add mod">
        <pc:chgData name="Arun Sunar" userId="3fa9774ca67c7ab5" providerId="LiveId" clId="{E40D1C88-0FA2-4228-828A-2A3E47C4388C}" dt="2023-08-16T09:57:49.790" v="888" actId="27636"/>
        <pc:sldMkLst>
          <pc:docMk/>
          <pc:sldMk cId="592665524" sldId="323"/>
        </pc:sldMkLst>
        <pc:spChg chg="mod">
          <ac:chgData name="Arun Sunar" userId="3fa9774ca67c7ab5" providerId="LiveId" clId="{E40D1C88-0FA2-4228-828A-2A3E47C4388C}" dt="2023-08-16T09:57:49.790" v="888" actId="27636"/>
          <ac:spMkLst>
            <pc:docMk/>
            <pc:sldMk cId="592665524" sldId="323"/>
            <ac:spMk id="3" creationId="{740ADD0C-79F7-75EA-E3F6-FF2262AF8B85}"/>
          </ac:spMkLst>
        </pc:spChg>
        <pc:spChg chg="add del">
          <ac:chgData name="Arun Sunar" userId="3fa9774ca67c7ab5" providerId="LiveId" clId="{E40D1C88-0FA2-4228-828A-2A3E47C4388C}" dt="2023-08-16T09:56:49.630" v="874"/>
          <ac:spMkLst>
            <pc:docMk/>
            <pc:sldMk cId="592665524" sldId="323"/>
            <ac:spMk id="4" creationId="{13A94F7B-00BB-4FD0-B0D0-4B77336E096D}"/>
          </ac:spMkLst>
        </pc:spChg>
      </pc:sldChg>
      <pc:sldChg chg="addSp delSp modSp add mod">
        <pc:chgData name="Arun Sunar" userId="3fa9774ca67c7ab5" providerId="LiveId" clId="{E40D1C88-0FA2-4228-828A-2A3E47C4388C}" dt="2023-08-04T12:02:46.752" v="789" actId="27636"/>
        <pc:sldMkLst>
          <pc:docMk/>
          <pc:sldMk cId="2893495163" sldId="324"/>
        </pc:sldMkLst>
        <pc:spChg chg="mod">
          <ac:chgData name="Arun Sunar" userId="3fa9774ca67c7ab5" providerId="LiveId" clId="{E40D1C88-0FA2-4228-828A-2A3E47C4388C}" dt="2023-08-04T12:02:46.752" v="789" actId="27636"/>
          <ac:spMkLst>
            <pc:docMk/>
            <pc:sldMk cId="2893495163" sldId="324"/>
            <ac:spMk id="3" creationId="{740ADD0C-79F7-75EA-E3F6-FF2262AF8B85}"/>
          </ac:spMkLst>
        </pc:spChg>
        <pc:spChg chg="add del">
          <ac:chgData name="Arun Sunar" userId="3fa9774ca67c7ab5" providerId="LiveId" clId="{E40D1C88-0FA2-4228-828A-2A3E47C4388C}" dt="2023-08-04T12:02:45.238" v="787"/>
          <ac:spMkLst>
            <pc:docMk/>
            <pc:sldMk cId="2893495163" sldId="324"/>
            <ac:spMk id="4" creationId="{EAC95CF8-D0E8-E5B2-6C2C-944302336781}"/>
          </ac:spMkLst>
        </pc:spChg>
      </pc:sldChg>
      <pc:sldChg chg="modSp add mod">
        <pc:chgData name="Arun Sunar" userId="3fa9774ca67c7ab5" providerId="LiveId" clId="{E40D1C88-0FA2-4228-828A-2A3E47C4388C}" dt="2023-08-04T12:03:27.622" v="793"/>
        <pc:sldMkLst>
          <pc:docMk/>
          <pc:sldMk cId="2652783857" sldId="325"/>
        </pc:sldMkLst>
        <pc:spChg chg="mod">
          <ac:chgData name="Arun Sunar" userId="3fa9774ca67c7ab5" providerId="LiveId" clId="{E40D1C88-0FA2-4228-828A-2A3E47C4388C}" dt="2023-08-04T12:03:13.901" v="792" actId="20577"/>
          <ac:spMkLst>
            <pc:docMk/>
            <pc:sldMk cId="2652783857" sldId="325"/>
            <ac:spMk id="2" creationId="{6D8A5AE6-CA50-4651-3742-EFA5DD8E6343}"/>
          </ac:spMkLst>
        </pc:spChg>
        <pc:spChg chg="mod">
          <ac:chgData name="Arun Sunar" userId="3fa9774ca67c7ab5" providerId="LiveId" clId="{E40D1C88-0FA2-4228-828A-2A3E47C4388C}" dt="2023-08-04T12:03:27.622" v="793"/>
          <ac:spMkLst>
            <pc:docMk/>
            <pc:sldMk cId="2652783857" sldId="325"/>
            <ac:spMk id="3" creationId="{740ADD0C-79F7-75EA-E3F6-FF2262AF8B85}"/>
          </ac:spMkLst>
        </pc:spChg>
      </pc:sldChg>
      <pc:sldChg chg="modSp add mod">
        <pc:chgData name="Arun Sunar" userId="3fa9774ca67c7ab5" providerId="LiveId" clId="{E40D1C88-0FA2-4228-828A-2A3E47C4388C}" dt="2023-08-04T12:05:09.167" v="799"/>
        <pc:sldMkLst>
          <pc:docMk/>
          <pc:sldMk cId="1877166700" sldId="326"/>
        </pc:sldMkLst>
        <pc:spChg chg="mod">
          <ac:chgData name="Arun Sunar" userId="3fa9774ca67c7ab5" providerId="LiveId" clId="{E40D1C88-0FA2-4228-828A-2A3E47C4388C}" dt="2023-08-04T12:04:38.265" v="796"/>
          <ac:spMkLst>
            <pc:docMk/>
            <pc:sldMk cId="1877166700" sldId="326"/>
            <ac:spMk id="2" creationId="{6D8A5AE6-CA50-4651-3742-EFA5DD8E6343}"/>
          </ac:spMkLst>
        </pc:spChg>
        <pc:spChg chg="mod">
          <ac:chgData name="Arun Sunar" userId="3fa9774ca67c7ab5" providerId="LiveId" clId="{E40D1C88-0FA2-4228-828A-2A3E47C4388C}" dt="2023-08-04T12:05:09.167" v="799"/>
          <ac:spMkLst>
            <pc:docMk/>
            <pc:sldMk cId="1877166700" sldId="326"/>
            <ac:spMk id="3" creationId="{740ADD0C-79F7-75EA-E3F6-FF2262AF8B85}"/>
          </ac:spMkLst>
        </pc:spChg>
      </pc:sldChg>
      <pc:sldChg chg="modSp add mod">
        <pc:chgData name="Arun Sunar" userId="3fa9774ca67c7ab5" providerId="LiveId" clId="{E40D1C88-0FA2-4228-828A-2A3E47C4388C}" dt="2023-08-04T12:06:08.989" v="805"/>
        <pc:sldMkLst>
          <pc:docMk/>
          <pc:sldMk cId="3168133170" sldId="327"/>
        </pc:sldMkLst>
        <pc:spChg chg="mod">
          <ac:chgData name="Arun Sunar" userId="3fa9774ca67c7ab5" providerId="LiveId" clId="{E40D1C88-0FA2-4228-828A-2A3E47C4388C}" dt="2023-08-04T12:06:08.989" v="805"/>
          <ac:spMkLst>
            <pc:docMk/>
            <pc:sldMk cId="3168133170" sldId="327"/>
            <ac:spMk id="3" creationId="{740ADD0C-79F7-75EA-E3F6-FF2262AF8B85}"/>
          </ac:spMkLst>
        </pc:spChg>
      </pc:sldChg>
      <pc:sldChg chg="modSp add mod">
        <pc:chgData name="Arun Sunar" userId="3fa9774ca67c7ab5" providerId="LiveId" clId="{E40D1C88-0FA2-4228-828A-2A3E47C4388C}" dt="2023-08-04T12:06:55.842" v="807"/>
        <pc:sldMkLst>
          <pc:docMk/>
          <pc:sldMk cId="4082997514" sldId="328"/>
        </pc:sldMkLst>
        <pc:spChg chg="mod">
          <ac:chgData name="Arun Sunar" userId="3fa9774ca67c7ab5" providerId="LiveId" clId="{E40D1C88-0FA2-4228-828A-2A3E47C4388C}" dt="2023-08-04T12:06:55.842" v="807"/>
          <ac:spMkLst>
            <pc:docMk/>
            <pc:sldMk cId="4082997514" sldId="328"/>
            <ac:spMk id="3" creationId="{740ADD0C-79F7-75EA-E3F6-FF2262AF8B85}"/>
          </ac:spMkLst>
        </pc:spChg>
      </pc:sldChg>
      <pc:sldChg chg="modSp add mod">
        <pc:chgData name="Arun Sunar" userId="3fa9774ca67c7ab5" providerId="LiveId" clId="{E40D1C88-0FA2-4228-828A-2A3E47C4388C}" dt="2023-08-04T12:07:19.053" v="812" actId="27636"/>
        <pc:sldMkLst>
          <pc:docMk/>
          <pc:sldMk cId="170022097" sldId="329"/>
        </pc:sldMkLst>
        <pc:spChg chg="mod">
          <ac:chgData name="Arun Sunar" userId="3fa9774ca67c7ab5" providerId="LiveId" clId="{E40D1C88-0FA2-4228-828A-2A3E47C4388C}" dt="2023-08-04T12:07:19.053" v="812" actId="27636"/>
          <ac:spMkLst>
            <pc:docMk/>
            <pc:sldMk cId="170022097" sldId="329"/>
            <ac:spMk id="3" creationId="{740ADD0C-79F7-75EA-E3F6-FF2262AF8B85}"/>
          </ac:spMkLst>
        </pc:spChg>
      </pc:sldChg>
      <pc:sldChg chg="new del">
        <pc:chgData name="Arun Sunar" userId="3fa9774ca67c7ab5" providerId="LiveId" clId="{E40D1C88-0FA2-4228-828A-2A3E47C4388C}" dt="2023-08-04T12:07:01.958" v="809" actId="680"/>
        <pc:sldMkLst>
          <pc:docMk/>
          <pc:sldMk cId="4137284382" sldId="329"/>
        </pc:sldMkLst>
      </pc:sldChg>
      <pc:sldChg chg="modSp add mod">
        <pc:chgData name="Arun Sunar" userId="3fa9774ca67c7ab5" providerId="LiveId" clId="{E40D1C88-0FA2-4228-828A-2A3E47C4388C}" dt="2023-08-04T12:09:04.864" v="821"/>
        <pc:sldMkLst>
          <pc:docMk/>
          <pc:sldMk cId="2228445324" sldId="330"/>
        </pc:sldMkLst>
        <pc:spChg chg="mod">
          <ac:chgData name="Arun Sunar" userId="3fa9774ca67c7ab5" providerId="LiveId" clId="{E40D1C88-0FA2-4228-828A-2A3E47C4388C}" dt="2023-08-04T12:08:14.126" v="815" actId="20577"/>
          <ac:spMkLst>
            <pc:docMk/>
            <pc:sldMk cId="2228445324" sldId="330"/>
            <ac:spMk id="2" creationId="{6D8A5AE6-CA50-4651-3742-EFA5DD8E6343}"/>
          </ac:spMkLst>
        </pc:spChg>
        <pc:spChg chg="mod">
          <ac:chgData name="Arun Sunar" userId="3fa9774ca67c7ab5" providerId="LiveId" clId="{E40D1C88-0FA2-4228-828A-2A3E47C4388C}" dt="2023-08-04T12:09:04.864" v="821"/>
          <ac:spMkLst>
            <pc:docMk/>
            <pc:sldMk cId="2228445324" sldId="330"/>
            <ac:spMk id="3" creationId="{740ADD0C-79F7-75EA-E3F6-FF2262AF8B85}"/>
          </ac:spMkLst>
        </pc:spChg>
      </pc:sldChg>
      <pc:sldChg chg="add">
        <pc:chgData name="Arun Sunar" userId="3fa9774ca67c7ab5" providerId="LiveId" clId="{E40D1C88-0FA2-4228-828A-2A3E47C4388C}" dt="2023-08-16T07:14:58.789" v="831" actId="2890"/>
        <pc:sldMkLst>
          <pc:docMk/>
          <pc:sldMk cId="3846943986" sldId="331"/>
        </pc:sldMkLst>
      </pc:sldChg>
      <pc:sldChg chg="add">
        <pc:chgData name="Arun Sunar" userId="3fa9774ca67c7ab5" providerId="LiveId" clId="{E40D1C88-0FA2-4228-828A-2A3E47C4388C}" dt="2023-08-16T07:36:40.817" v="872" actId="2890"/>
        <pc:sldMkLst>
          <pc:docMk/>
          <pc:sldMk cId="3360892130" sldId="332"/>
        </pc:sldMkLst>
      </pc:sldChg>
      <pc:sldChg chg="modSp new mod">
        <pc:chgData name="Arun Sunar" userId="3fa9774ca67c7ab5" providerId="LiveId" clId="{E40D1C88-0FA2-4228-828A-2A3E47C4388C}" dt="2023-09-04T14:29:19.621" v="921"/>
        <pc:sldMkLst>
          <pc:docMk/>
          <pc:sldMk cId="563147645" sldId="333"/>
        </pc:sldMkLst>
        <pc:spChg chg="mod">
          <ac:chgData name="Arun Sunar" userId="3fa9774ca67c7ab5" providerId="LiveId" clId="{E40D1C88-0FA2-4228-828A-2A3E47C4388C}" dt="2023-09-04T14:25:08.585" v="913" actId="20577"/>
          <ac:spMkLst>
            <pc:docMk/>
            <pc:sldMk cId="563147645" sldId="333"/>
            <ac:spMk id="2" creationId="{7B72F4E7-75E8-5B2D-80BE-5CE136ECDC6D}"/>
          </ac:spMkLst>
        </pc:spChg>
        <pc:spChg chg="mod">
          <ac:chgData name="Arun Sunar" userId="3fa9774ca67c7ab5" providerId="LiveId" clId="{E40D1C88-0FA2-4228-828A-2A3E47C4388C}" dt="2023-09-04T14:29:19.621" v="921"/>
          <ac:spMkLst>
            <pc:docMk/>
            <pc:sldMk cId="563147645" sldId="333"/>
            <ac:spMk id="3" creationId="{C9AC2EEF-8BE2-0BC1-9A6E-B1415788A48A}"/>
          </ac:spMkLst>
        </pc:spChg>
      </pc:sldChg>
      <pc:sldChg chg="addSp delSp modSp add mod">
        <pc:chgData name="Arun Sunar" userId="3fa9774ca67c7ab5" providerId="LiveId" clId="{E40D1C88-0FA2-4228-828A-2A3E47C4388C}" dt="2023-09-04T14:30:38.337" v="945" actId="20577"/>
        <pc:sldMkLst>
          <pc:docMk/>
          <pc:sldMk cId="3285667473" sldId="334"/>
        </pc:sldMkLst>
        <pc:spChg chg="mod">
          <ac:chgData name="Arun Sunar" userId="3fa9774ca67c7ab5" providerId="LiveId" clId="{E40D1C88-0FA2-4228-828A-2A3E47C4388C}" dt="2023-09-04T14:29:29.610" v="936" actId="20577"/>
          <ac:spMkLst>
            <pc:docMk/>
            <pc:sldMk cId="3285667473" sldId="334"/>
            <ac:spMk id="2" creationId="{7B72F4E7-75E8-5B2D-80BE-5CE136ECDC6D}"/>
          </ac:spMkLst>
        </pc:spChg>
        <pc:spChg chg="mod">
          <ac:chgData name="Arun Sunar" userId="3fa9774ca67c7ab5" providerId="LiveId" clId="{E40D1C88-0FA2-4228-828A-2A3E47C4388C}" dt="2023-09-04T14:30:38.337" v="945" actId="20577"/>
          <ac:spMkLst>
            <pc:docMk/>
            <pc:sldMk cId="3285667473" sldId="334"/>
            <ac:spMk id="3" creationId="{C9AC2EEF-8BE2-0BC1-9A6E-B1415788A48A}"/>
          </ac:spMkLst>
        </pc:spChg>
        <pc:spChg chg="add del">
          <ac:chgData name="Arun Sunar" userId="3fa9774ca67c7ab5" providerId="LiveId" clId="{E40D1C88-0FA2-4228-828A-2A3E47C4388C}" dt="2023-09-04T14:30:27.012" v="942"/>
          <ac:spMkLst>
            <pc:docMk/>
            <pc:sldMk cId="3285667473" sldId="334"/>
            <ac:spMk id="4" creationId="{8FA27F7B-5EB5-C007-8D8B-F3EE800F3E1C}"/>
          </ac:spMkLst>
        </pc:spChg>
      </pc:sldChg>
      <pc:sldChg chg="addSp delSp modSp add mod">
        <pc:chgData name="Arun Sunar" userId="3fa9774ca67c7ab5" providerId="LiveId" clId="{E40D1C88-0FA2-4228-828A-2A3E47C4388C}" dt="2023-09-04T14:31:24.379" v="956"/>
        <pc:sldMkLst>
          <pc:docMk/>
          <pc:sldMk cId="1995063518" sldId="335"/>
        </pc:sldMkLst>
        <pc:spChg chg="mod">
          <ac:chgData name="Arun Sunar" userId="3fa9774ca67c7ab5" providerId="LiveId" clId="{E40D1C88-0FA2-4228-828A-2A3E47C4388C}" dt="2023-09-04T14:31:07.200" v="948" actId="20577"/>
          <ac:spMkLst>
            <pc:docMk/>
            <pc:sldMk cId="1995063518" sldId="335"/>
            <ac:spMk id="2" creationId="{7B72F4E7-75E8-5B2D-80BE-5CE136ECDC6D}"/>
          </ac:spMkLst>
        </pc:spChg>
        <pc:spChg chg="mod">
          <ac:chgData name="Arun Sunar" userId="3fa9774ca67c7ab5" providerId="LiveId" clId="{E40D1C88-0FA2-4228-828A-2A3E47C4388C}" dt="2023-09-04T14:31:24.379" v="956"/>
          <ac:spMkLst>
            <pc:docMk/>
            <pc:sldMk cId="1995063518" sldId="335"/>
            <ac:spMk id="3" creationId="{C9AC2EEF-8BE2-0BC1-9A6E-B1415788A48A}"/>
          </ac:spMkLst>
        </pc:spChg>
        <pc:spChg chg="add del">
          <ac:chgData name="Arun Sunar" userId="3fa9774ca67c7ab5" providerId="LiveId" clId="{E40D1C88-0FA2-4228-828A-2A3E47C4388C}" dt="2023-09-04T14:31:24.347" v="954"/>
          <ac:spMkLst>
            <pc:docMk/>
            <pc:sldMk cId="1995063518" sldId="335"/>
            <ac:spMk id="4" creationId="{A240A31D-CA4F-240C-FA24-D9D73AE3F4AD}"/>
          </ac:spMkLst>
        </pc:spChg>
      </pc:sldChg>
      <pc:sldChg chg="modSp add mod">
        <pc:chgData name="Arun Sunar" userId="3fa9774ca67c7ab5" providerId="LiveId" clId="{E40D1C88-0FA2-4228-828A-2A3E47C4388C}" dt="2023-09-04T14:33:50.774" v="966" actId="20577"/>
        <pc:sldMkLst>
          <pc:docMk/>
          <pc:sldMk cId="3540183519" sldId="336"/>
        </pc:sldMkLst>
        <pc:spChg chg="mod">
          <ac:chgData name="Arun Sunar" userId="3fa9774ca67c7ab5" providerId="LiveId" clId="{E40D1C88-0FA2-4228-828A-2A3E47C4388C}" dt="2023-09-04T14:33:32.359" v="960"/>
          <ac:spMkLst>
            <pc:docMk/>
            <pc:sldMk cId="3540183519" sldId="336"/>
            <ac:spMk id="2" creationId="{7B72F4E7-75E8-5B2D-80BE-5CE136ECDC6D}"/>
          </ac:spMkLst>
        </pc:spChg>
        <pc:spChg chg="mod">
          <ac:chgData name="Arun Sunar" userId="3fa9774ca67c7ab5" providerId="LiveId" clId="{E40D1C88-0FA2-4228-828A-2A3E47C4388C}" dt="2023-09-04T14:33:50.774" v="966" actId="20577"/>
          <ac:spMkLst>
            <pc:docMk/>
            <pc:sldMk cId="3540183519" sldId="336"/>
            <ac:spMk id="3" creationId="{C9AC2EEF-8BE2-0BC1-9A6E-B1415788A48A}"/>
          </ac:spMkLst>
        </pc:sp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005468-5334-0A98-8E83-C20606103C70}"/>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B94017DC-FD5F-BB21-F59D-35CDDF893AE2}"/>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86A916E1-8999-7E33-76B2-635AE0D2967E}"/>
              </a:ext>
            </a:extLst>
          </p:cNvPr>
          <p:cNvSpPr>
            <a:spLocks noGrp="1"/>
          </p:cNvSpPr>
          <p:nvPr>
            <p:ph type="dt" sz="half" idx="10"/>
          </p:nvPr>
        </p:nvSpPr>
        <p:spPr/>
        <p:txBody>
          <a:bodyPr/>
          <a:lstStyle/>
          <a:p>
            <a:fld id="{009F7715-7102-4100-B5D6-C9656B4FCF31}" type="datetimeFigureOut">
              <a:rPr lang="en-IN" smtClean="0"/>
              <a:t>04-09-2023</a:t>
            </a:fld>
            <a:endParaRPr lang="en-IN"/>
          </a:p>
        </p:txBody>
      </p:sp>
      <p:sp>
        <p:nvSpPr>
          <p:cNvPr id="5" name="Footer Placeholder 4">
            <a:extLst>
              <a:ext uri="{FF2B5EF4-FFF2-40B4-BE49-F238E27FC236}">
                <a16:creationId xmlns:a16="http://schemas.microsoft.com/office/drawing/2014/main" id="{B2A74510-72F5-6DB0-3B69-D08909093ADA}"/>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980FD2C8-1A35-6095-0FD1-5E8C931B0BC2}"/>
              </a:ext>
            </a:extLst>
          </p:cNvPr>
          <p:cNvSpPr>
            <a:spLocks noGrp="1"/>
          </p:cNvSpPr>
          <p:nvPr>
            <p:ph type="sldNum" sz="quarter" idx="12"/>
          </p:nvPr>
        </p:nvSpPr>
        <p:spPr/>
        <p:txBody>
          <a:bodyPr/>
          <a:lstStyle/>
          <a:p>
            <a:fld id="{EA010979-5F4F-4EBD-8E8F-339E62896AAC}" type="slidenum">
              <a:rPr lang="en-IN" smtClean="0"/>
              <a:t>‹#›</a:t>
            </a:fld>
            <a:endParaRPr lang="en-IN"/>
          </a:p>
        </p:txBody>
      </p:sp>
    </p:spTree>
    <p:extLst>
      <p:ext uri="{BB962C8B-B14F-4D97-AF65-F5344CB8AC3E}">
        <p14:creationId xmlns:p14="http://schemas.microsoft.com/office/powerpoint/2010/main" val="295386242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F62EDD-8BC8-9326-A982-12245F9F8108}"/>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CD748A21-6A4A-D4D2-8638-5CD6644518E0}"/>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E82E3BA7-74DF-DFEE-A7E2-FD7DC009D3F5}"/>
              </a:ext>
            </a:extLst>
          </p:cNvPr>
          <p:cNvSpPr>
            <a:spLocks noGrp="1"/>
          </p:cNvSpPr>
          <p:nvPr>
            <p:ph type="dt" sz="half" idx="10"/>
          </p:nvPr>
        </p:nvSpPr>
        <p:spPr/>
        <p:txBody>
          <a:bodyPr/>
          <a:lstStyle/>
          <a:p>
            <a:fld id="{009F7715-7102-4100-B5D6-C9656B4FCF31}" type="datetimeFigureOut">
              <a:rPr lang="en-IN" smtClean="0"/>
              <a:t>04-09-2023</a:t>
            </a:fld>
            <a:endParaRPr lang="en-IN"/>
          </a:p>
        </p:txBody>
      </p:sp>
      <p:sp>
        <p:nvSpPr>
          <p:cNvPr id="5" name="Footer Placeholder 4">
            <a:extLst>
              <a:ext uri="{FF2B5EF4-FFF2-40B4-BE49-F238E27FC236}">
                <a16:creationId xmlns:a16="http://schemas.microsoft.com/office/drawing/2014/main" id="{D9AAF2C7-80CE-4696-28C3-41FDAAB846C4}"/>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D511B674-69DB-9370-80FF-86DCAD363EFD}"/>
              </a:ext>
            </a:extLst>
          </p:cNvPr>
          <p:cNvSpPr>
            <a:spLocks noGrp="1"/>
          </p:cNvSpPr>
          <p:nvPr>
            <p:ph type="sldNum" sz="quarter" idx="12"/>
          </p:nvPr>
        </p:nvSpPr>
        <p:spPr/>
        <p:txBody>
          <a:bodyPr/>
          <a:lstStyle/>
          <a:p>
            <a:fld id="{EA010979-5F4F-4EBD-8E8F-339E62896AAC}" type="slidenum">
              <a:rPr lang="en-IN" smtClean="0"/>
              <a:t>‹#›</a:t>
            </a:fld>
            <a:endParaRPr lang="en-IN"/>
          </a:p>
        </p:txBody>
      </p:sp>
    </p:spTree>
    <p:extLst>
      <p:ext uri="{BB962C8B-B14F-4D97-AF65-F5344CB8AC3E}">
        <p14:creationId xmlns:p14="http://schemas.microsoft.com/office/powerpoint/2010/main" val="258170859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D315F2-522D-9818-BB4A-889E69C87D56}"/>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5E33A553-CE6A-B76C-EB3C-DC8126B97FE5}"/>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0194EEEF-862A-3E06-BBC2-48F445D2B68A}"/>
              </a:ext>
            </a:extLst>
          </p:cNvPr>
          <p:cNvSpPr>
            <a:spLocks noGrp="1"/>
          </p:cNvSpPr>
          <p:nvPr>
            <p:ph type="dt" sz="half" idx="10"/>
          </p:nvPr>
        </p:nvSpPr>
        <p:spPr/>
        <p:txBody>
          <a:bodyPr/>
          <a:lstStyle/>
          <a:p>
            <a:fld id="{009F7715-7102-4100-B5D6-C9656B4FCF31}" type="datetimeFigureOut">
              <a:rPr lang="en-IN" smtClean="0"/>
              <a:t>04-09-2023</a:t>
            </a:fld>
            <a:endParaRPr lang="en-IN"/>
          </a:p>
        </p:txBody>
      </p:sp>
      <p:sp>
        <p:nvSpPr>
          <p:cNvPr id="5" name="Footer Placeholder 4">
            <a:extLst>
              <a:ext uri="{FF2B5EF4-FFF2-40B4-BE49-F238E27FC236}">
                <a16:creationId xmlns:a16="http://schemas.microsoft.com/office/drawing/2014/main" id="{33B6047A-DAB6-D397-7737-1BAFF652A5A2}"/>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54219B6E-150B-CAB8-3FA3-BB97708BE160}"/>
              </a:ext>
            </a:extLst>
          </p:cNvPr>
          <p:cNvSpPr>
            <a:spLocks noGrp="1"/>
          </p:cNvSpPr>
          <p:nvPr>
            <p:ph type="sldNum" sz="quarter" idx="12"/>
          </p:nvPr>
        </p:nvSpPr>
        <p:spPr/>
        <p:txBody>
          <a:bodyPr/>
          <a:lstStyle/>
          <a:p>
            <a:fld id="{EA010979-5F4F-4EBD-8E8F-339E62896AAC}" type="slidenum">
              <a:rPr lang="en-IN" smtClean="0"/>
              <a:t>‹#›</a:t>
            </a:fld>
            <a:endParaRPr lang="en-IN"/>
          </a:p>
        </p:txBody>
      </p:sp>
    </p:spTree>
    <p:extLst>
      <p:ext uri="{BB962C8B-B14F-4D97-AF65-F5344CB8AC3E}">
        <p14:creationId xmlns:p14="http://schemas.microsoft.com/office/powerpoint/2010/main" val="404583422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601A58-97FC-8C9D-31A1-C5AD96109058}"/>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4C63F79A-8814-E7FC-9BC8-D0F791398BCE}"/>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3724BB1A-4EFD-6781-BF68-4383BB38D9B0}"/>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479CA528-3695-F8CF-07A5-9881B49CE443}"/>
              </a:ext>
            </a:extLst>
          </p:cNvPr>
          <p:cNvSpPr>
            <a:spLocks noGrp="1"/>
          </p:cNvSpPr>
          <p:nvPr>
            <p:ph type="dt" sz="half" idx="10"/>
          </p:nvPr>
        </p:nvSpPr>
        <p:spPr/>
        <p:txBody>
          <a:bodyPr/>
          <a:lstStyle/>
          <a:p>
            <a:fld id="{009F7715-7102-4100-B5D6-C9656B4FCF31}" type="datetimeFigureOut">
              <a:rPr lang="en-IN" smtClean="0"/>
              <a:t>04-09-2023</a:t>
            </a:fld>
            <a:endParaRPr lang="en-IN"/>
          </a:p>
        </p:txBody>
      </p:sp>
      <p:sp>
        <p:nvSpPr>
          <p:cNvPr id="6" name="Footer Placeholder 5">
            <a:extLst>
              <a:ext uri="{FF2B5EF4-FFF2-40B4-BE49-F238E27FC236}">
                <a16:creationId xmlns:a16="http://schemas.microsoft.com/office/drawing/2014/main" id="{583F1E32-7164-3D0E-3418-2F9EDE2236E8}"/>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0E8011FC-2392-6E7A-E863-CF4CD6E972FA}"/>
              </a:ext>
            </a:extLst>
          </p:cNvPr>
          <p:cNvSpPr>
            <a:spLocks noGrp="1"/>
          </p:cNvSpPr>
          <p:nvPr>
            <p:ph type="sldNum" sz="quarter" idx="12"/>
          </p:nvPr>
        </p:nvSpPr>
        <p:spPr/>
        <p:txBody>
          <a:bodyPr/>
          <a:lstStyle/>
          <a:p>
            <a:fld id="{EA010979-5F4F-4EBD-8E8F-339E62896AAC}" type="slidenum">
              <a:rPr lang="en-IN" smtClean="0"/>
              <a:t>‹#›</a:t>
            </a:fld>
            <a:endParaRPr lang="en-IN"/>
          </a:p>
        </p:txBody>
      </p:sp>
    </p:spTree>
    <p:extLst>
      <p:ext uri="{BB962C8B-B14F-4D97-AF65-F5344CB8AC3E}">
        <p14:creationId xmlns:p14="http://schemas.microsoft.com/office/powerpoint/2010/main" val="156541180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F9EEE1-A080-07C0-8420-5161EF4E3324}"/>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3E10E0F5-E52F-D3AA-3052-33649CFBA1EC}"/>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C971BDE3-D52A-6477-7F3B-A8984FC2BEE7}"/>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4D93290D-7CFF-4BB3-33AF-1B9E47CDAA85}"/>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F4409C72-B54D-77A4-4C21-7430DC319B6A}"/>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CC532BD0-092B-D5D7-665E-33AD2A2F84DD}"/>
              </a:ext>
            </a:extLst>
          </p:cNvPr>
          <p:cNvSpPr>
            <a:spLocks noGrp="1"/>
          </p:cNvSpPr>
          <p:nvPr>
            <p:ph type="dt" sz="half" idx="10"/>
          </p:nvPr>
        </p:nvSpPr>
        <p:spPr/>
        <p:txBody>
          <a:bodyPr/>
          <a:lstStyle/>
          <a:p>
            <a:fld id="{009F7715-7102-4100-B5D6-C9656B4FCF31}" type="datetimeFigureOut">
              <a:rPr lang="en-IN" smtClean="0"/>
              <a:t>04-09-2023</a:t>
            </a:fld>
            <a:endParaRPr lang="en-IN"/>
          </a:p>
        </p:txBody>
      </p:sp>
      <p:sp>
        <p:nvSpPr>
          <p:cNvPr id="8" name="Footer Placeholder 7">
            <a:extLst>
              <a:ext uri="{FF2B5EF4-FFF2-40B4-BE49-F238E27FC236}">
                <a16:creationId xmlns:a16="http://schemas.microsoft.com/office/drawing/2014/main" id="{E02BB97E-EBCF-31D7-5823-2AF438DBE5A4}"/>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1493F83C-BBA6-03F8-89FC-F0FAAF4A77E6}"/>
              </a:ext>
            </a:extLst>
          </p:cNvPr>
          <p:cNvSpPr>
            <a:spLocks noGrp="1"/>
          </p:cNvSpPr>
          <p:nvPr>
            <p:ph type="sldNum" sz="quarter" idx="12"/>
          </p:nvPr>
        </p:nvSpPr>
        <p:spPr/>
        <p:txBody>
          <a:bodyPr/>
          <a:lstStyle/>
          <a:p>
            <a:fld id="{EA010979-5F4F-4EBD-8E8F-339E62896AAC}" type="slidenum">
              <a:rPr lang="en-IN" smtClean="0"/>
              <a:t>‹#›</a:t>
            </a:fld>
            <a:endParaRPr lang="en-IN"/>
          </a:p>
        </p:txBody>
      </p:sp>
    </p:spTree>
    <p:extLst>
      <p:ext uri="{BB962C8B-B14F-4D97-AF65-F5344CB8AC3E}">
        <p14:creationId xmlns:p14="http://schemas.microsoft.com/office/powerpoint/2010/main" val="180924187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2E6C38-A0C6-3407-FC84-2A9F3C2DC71B}"/>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64CB6E4C-B8CC-BA92-B4F9-6DEFF72786B0}"/>
              </a:ext>
            </a:extLst>
          </p:cNvPr>
          <p:cNvSpPr>
            <a:spLocks noGrp="1"/>
          </p:cNvSpPr>
          <p:nvPr>
            <p:ph type="dt" sz="half" idx="10"/>
          </p:nvPr>
        </p:nvSpPr>
        <p:spPr/>
        <p:txBody>
          <a:bodyPr/>
          <a:lstStyle/>
          <a:p>
            <a:fld id="{009F7715-7102-4100-B5D6-C9656B4FCF31}" type="datetimeFigureOut">
              <a:rPr lang="en-IN" smtClean="0"/>
              <a:t>04-09-2023</a:t>
            </a:fld>
            <a:endParaRPr lang="en-IN"/>
          </a:p>
        </p:txBody>
      </p:sp>
      <p:sp>
        <p:nvSpPr>
          <p:cNvPr id="4" name="Footer Placeholder 3">
            <a:extLst>
              <a:ext uri="{FF2B5EF4-FFF2-40B4-BE49-F238E27FC236}">
                <a16:creationId xmlns:a16="http://schemas.microsoft.com/office/drawing/2014/main" id="{AF61D0A7-5D26-EDC3-F6A9-756F8065BF65}"/>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71191883-1964-4062-2045-452739B37556}"/>
              </a:ext>
            </a:extLst>
          </p:cNvPr>
          <p:cNvSpPr>
            <a:spLocks noGrp="1"/>
          </p:cNvSpPr>
          <p:nvPr>
            <p:ph type="sldNum" sz="quarter" idx="12"/>
          </p:nvPr>
        </p:nvSpPr>
        <p:spPr/>
        <p:txBody>
          <a:bodyPr/>
          <a:lstStyle/>
          <a:p>
            <a:fld id="{EA010979-5F4F-4EBD-8E8F-339E62896AAC}" type="slidenum">
              <a:rPr lang="en-IN" smtClean="0"/>
              <a:t>‹#›</a:t>
            </a:fld>
            <a:endParaRPr lang="en-IN"/>
          </a:p>
        </p:txBody>
      </p:sp>
    </p:spTree>
    <p:extLst>
      <p:ext uri="{BB962C8B-B14F-4D97-AF65-F5344CB8AC3E}">
        <p14:creationId xmlns:p14="http://schemas.microsoft.com/office/powerpoint/2010/main" val="400260610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EA6077CE-2F29-7BE3-B36A-6AF3D03573CD}"/>
              </a:ext>
            </a:extLst>
          </p:cNvPr>
          <p:cNvSpPr>
            <a:spLocks noGrp="1"/>
          </p:cNvSpPr>
          <p:nvPr>
            <p:ph type="dt" sz="half" idx="10"/>
          </p:nvPr>
        </p:nvSpPr>
        <p:spPr/>
        <p:txBody>
          <a:bodyPr/>
          <a:lstStyle/>
          <a:p>
            <a:fld id="{009F7715-7102-4100-B5D6-C9656B4FCF31}" type="datetimeFigureOut">
              <a:rPr lang="en-IN" smtClean="0"/>
              <a:t>04-09-2023</a:t>
            </a:fld>
            <a:endParaRPr lang="en-IN"/>
          </a:p>
        </p:txBody>
      </p:sp>
      <p:sp>
        <p:nvSpPr>
          <p:cNvPr id="3" name="Footer Placeholder 2">
            <a:extLst>
              <a:ext uri="{FF2B5EF4-FFF2-40B4-BE49-F238E27FC236}">
                <a16:creationId xmlns:a16="http://schemas.microsoft.com/office/drawing/2014/main" id="{6598B84E-2F7D-905F-6E3B-B8372635850E}"/>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8401D5DD-B16E-1BE6-40F1-D1053370A1EC}"/>
              </a:ext>
            </a:extLst>
          </p:cNvPr>
          <p:cNvSpPr>
            <a:spLocks noGrp="1"/>
          </p:cNvSpPr>
          <p:nvPr>
            <p:ph type="sldNum" sz="quarter" idx="12"/>
          </p:nvPr>
        </p:nvSpPr>
        <p:spPr/>
        <p:txBody>
          <a:bodyPr/>
          <a:lstStyle/>
          <a:p>
            <a:fld id="{EA010979-5F4F-4EBD-8E8F-339E62896AAC}" type="slidenum">
              <a:rPr lang="en-IN" smtClean="0"/>
              <a:t>‹#›</a:t>
            </a:fld>
            <a:endParaRPr lang="en-IN"/>
          </a:p>
        </p:txBody>
      </p:sp>
    </p:spTree>
    <p:extLst>
      <p:ext uri="{BB962C8B-B14F-4D97-AF65-F5344CB8AC3E}">
        <p14:creationId xmlns:p14="http://schemas.microsoft.com/office/powerpoint/2010/main" val="378347580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25B6E5-C673-82C1-515F-939B7307029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5D72DDF0-D2C9-DDDC-8B52-D16A4EABE7C5}"/>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C8583BEC-8863-16FE-1D7D-CC02801903E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851E8A1-548D-7D2B-614C-BDA5918ED1C1}"/>
              </a:ext>
            </a:extLst>
          </p:cNvPr>
          <p:cNvSpPr>
            <a:spLocks noGrp="1"/>
          </p:cNvSpPr>
          <p:nvPr>
            <p:ph type="dt" sz="half" idx="10"/>
          </p:nvPr>
        </p:nvSpPr>
        <p:spPr/>
        <p:txBody>
          <a:bodyPr/>
          <a:lstStyle/>
          <a:p>
            <a:fld id="{009F7715-7102-4100-B5D6-C9656B4FCF31}" type="datetimeFigureOut">
              <a:rPr lang="en-IN" smtClean="0"/>
              <a:t>04-09-2023</a:t>
            </a:fld>
            <a:endParaRPr lang="en-IN"/>
          </a:p>
        </p:txBody>
      </p:sp>
      <p:sp>
        <p:nvSpPr>
          <p:cNvPr id="6" name="Footer Placeholder 5">
            <a:extLst>
              <a:ext uri="{FF2B5EF4-FFF2-40B4-BE49-F238E27FC236}">
                <a16:creationId xmlns:a16="http://schemas.microsoft.com/office/drawing/2014/main" id="{02320E7F-C5F6-C1B1-C481-2069C7669130}"/>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8E347EF4-18A7-70BB-B231-011707C70B60}"/>
              </a:ext>
            </a:extLst>
          </p:cNvPr>
          <p:cNvSpPr>
            <a:spLocks noGrp="1"/>
          </p:cNvSpPr>
          <p:nvPr>
            <p:ph type="sldNum" sz="quarter" idx="12"/>
          </p:nvPr>
        </p:nvSpPr>
        <p:spPr/>
        <p:txBody>
          <a:bodyPr/>
          <a:lstStyle/>
          <a:p>
            <a:fld id="{EA010979-5F4F-4EBD-8E8F-339E62896AAC}" type="slidenum">
              <a:rPr lang="en-IN" smtClean="0"/>
              <a:t>‹#›</a:t>
            </a:fld>
            <a:endParaRPr lang="en-IN"/>
          </a:p>
        </p:txBody>
      </p:sp>
    </p:spTree>
    <p:extLst>
      <p:ext uri="{BB962C8B-B14F-4D97-AF65-F5344CB8AC3E}">
        <p14:creationId xmlns:p14="http://schemas.microsoft.com/office/powerpoint/2010/main" val="206806784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539AC4-5140-B2A1-C194-8263A24AFED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52302612-40D8-096A-720B-D80AE23A87C3}"/>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8DC8F92A-5A6D-44B3-3943-292833B5C7F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9B460C9-7B7A-4460-55E4-32EBD9BF7D27}"/>
              </a:ext>
            </a:extLst>
          </p:cNvPr>
          <p:cNvSpPr>
            <a:spLocks noGrp="1"/>
          </p:cNvSpPr>
          <p:nvPr>
            <p:ph type="dt" sz="half" idx="10"/>
          </p:nvPr>
        </p:nvSpPr>
        <p:spPr/>
        <p:txBody>
          <a:bodyPr/>
          <a:lstStyle/>
          <a:p>
            <a:fld id="{009F7715-7102-4100-B5D6-C9656B4FCF31}" type="datetimeFigureOut">
              <a:rPr lang="en-IN" smtClean="0"/>
              <a:t>04-09-2023</a:t>
            </a:fld>
            <a:endParaRPr lang="en-IN"/>
          </a:p>
        </p:txBody>
      </p:sp>
      <p:sp>
        <p:nvSpPr>
          <p:cNvPr id="6" name="Footer Placeholder 5">
            <a:extLst>
              <a:ext uri="{FF2B5EF4-FFF2-40B4-BE49-F238E27FC236}">
                <a16:creationId xmlns:a16="http://schemas.microsoft.com/office/drawing/2014/main" id="{C30984BE-D3A6-E1ED-64BB-A71833CF4851}"/>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E4732967-4D96-AE38-A2E5-AAC96A29EADC}"/>
              </a:ext>
            </a:extLst>
          </p:cNvPr>
          <p:cNvSpPr>
            <a:spLocks noGrp="1"/>
          </p:cNvSpPr>
          <p:nvPr>
            <p:ph type="sldNum" sz="quarter" idx="12"/>
          </p:nvPr>
        </p:nvSpPr>
        <p:spPr/>
        <p:txBody>
          <a:bodyPr/>
          <a:lstStyle/>
          <a:p>
            <a:fld id="{EA010979-5F4F-4EBD-8E8F-339E62896AAC}" type="slidenum">
              <a:rPr lang="en-IN" smtClean="0"/>
              <a:t>‹#›</a:t>
            </a:fld>
            <a:endParaRPr lang="en-IN"/>
          </a:p>
        </p:txBody>
      </p:sp>
    </p:spTree>
    <p:extLst>
      <p:ext uri="{BB962C8B-B14F-4D97-AF65-F5344CB8AC3E}">
        <p14:creationId xmlns:p14="http://schemas.microsoft.com/office/powerpoint/2010/main" val="97111318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E54CEC-AF68-2DB4-E00D-87F5AE51FBB3}"/>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025673AB-CEB3-4F34-2E5F-D0A8EB4E74D9}"/>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36168AE0-EB8D-4DB9-90A3-7892BE7C8839}"/>
              </a:ext>
            </a:extLst>
          </p:cNvPr>
          <p:cNvSpPr>
            <a:spLocks noGrp="1"/>
          </p:cNvSpPr>
          <p:nvPr>
            <p:ph type="dt" sz="half" idx="10"/>
          </p:nvPr>
        </p:nvSpPr>
        <p:spPr/>
        <p:txBody>
          <a:bodyPr/>
          <a:lstStyle/>
          <a:p>
            <a:fld id="{009F7715-7102-4100-B5D6-C9656B4FCF31}" type="datetimeFigureOut">
              <a:rPr lang="en-IN" smtClean="0"/>
              <a:t>04-09-2023</a:t>
            </a:fld>
            <a:endParaRPr lang="en-IN"/>
          </a:p>
        </p:txBody>
      </p:sp>
      <p:sp>
        <p:nvSpPr>
          <p:cNvPr id="5" name="Footer Placeholder 4">
            <a:extLst>
              <a:ext uri="{FF2B5EF4-FFF2-40B4-BE49-F238E27FC236}">
                <a16:creationId xmlns:a16="http://schemas.microsoft.com/office/drawing/2014/main" id="{FC695F4C-D850-2ABA-9E45-FB602BFD242E}"/>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6E6108AE-8FB8-F8DA-5962-61AAE9CA74E8}"/>
              </a:ext>
            </a:extLst>
          </p:cNvPr>
          <p:cNvSpPr>
            <a:spLocks noGrp="1"/>
          </p:cNvSpPr>
          <p:nvPr>
            <p:ph type="sldNum" sz="quarter" idx="12"/>
          </p:nvPr>
        </p:nvSpPr>
        <p:spPr/>
        <p:txBody>
          <a:bodyPr/>
          <a:lstStyle/>
          <a:p>
            <a:fld id="{EA010979-5F4F-4EBD-8E8F-339E62896AAC}" type="slidenum">
              <a:rPr lang="en-IN" smtClean="0"/>
              <a:t>‹#›</a:t>
            </a:fld>
            <a:endParaRPr lang="en-IN"/>
          </a:p>
        </p:txBody>
      </p:sp>
    </p:spTree>
    <p:extLst>
      <p:ext uri="{BB962C8B-B14F-4D97-AF65-F5344CB8AC3E}">
        <p14:creationId xmlns:p14="http://schemas.microsoft.com/office/powerpoint/2010/main" val="323632636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90E2AEEE-B506-8C90-3C88-CED999967479}"/>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901D99AE-DA4F-47A7-A079-6A227D588E69}"/>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D3B41EBE-8C66-DA8B-5B0E-A9B4374FED59}"/>
              </a:ext>
            </a:extLst>
          </p:cNvPr>
          <p:cNvSpPr>
            <a:spLocks noGrp="1"/>
          </p:cNvSpPr>
          <p:nvPr>
            <p:ph type="dt" sz="half" idx="10"/>
          </p:nvPr>
        </p:nvSpPr>
        <p:spPr/>
        <p:txBody>
          <a:bodyPr/>
          <a:lstStyle/>
          <a:p>
            <a:fld id="{009F7715-7102-4100-B5D6-C9656B4FCF31}" type="datetimeFigureOut">
              <a:rPr lang="en-IN" smtClean="0"/>
              <a:t>04-09-2023</a:t>
            </a:fld>
            <a:endParaRPr lang="en-IN"/>
          </a:p>
        </p:txBody>
      </p:sp>
      <p:sp>
        <p:nvSpPr>
          <p:cNvPr id="5" name="Footer Placeholder 4">
            <a:extLst>
              <a:ext uri="{FF2B5EF4-FFF2-40B4-BE49-F238E27FC236}">
                <a16:creationId xmlns:a16="http://schemas.microsoft.com/office/drawing/2014/main" id="{B458DE5F-DDAF-F96F-3645-51FDC1C28001}"/>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B056F78D-3179-D90C-1E18-3A54D1974B2C}"/>
              </a:ext>
            </a:extLst>
          </p:cNvPr>
          <p:cNvSpPr>
            <a:spLocks noGrp="1"/>
          </p:cNvSpPr>
          <p:nvPr>
            <p:ph type="sldNum" sz="quarter" idx="12"/>
          </p:nvPr>
        </p:nvSpPr>
        <p:spPr/>
        <p:txBody>
          <a:bodyPr/>
          <a:lstStyle/>
          <a:p>
            <a:fld id="{EA010979-5F4F-4EBD-8E8F-339E62896AAC}" type="slidenum">
              <a:rPr lang="en-IN" smtClean="0"/>
              <a:t>‹#›</a:t>
            </a:fld>
            <a:endParaRPr lang="en-IN"/>
          </a:p>
        </p:txBody>
      </p:sp>
    </p:spTree>
    <p:extLst>
      <p:ext uri="{BB962C8B-B14F-4D97-AF65-F5344CB8AC3E}">
        <p14:creationId xmlns:p14="http://schemas.microsoft.com/office/powerpoint/2010/main" val="419517670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ECED7DF2-6520-6C8F-BA22-C0B734A8BA54}"/>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390C9F48-0B99-2420-C206-CDADA9398AF0}"/>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3D3DB6AE-7C49-DB7A-ED1C-A93C17B62AD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09F7715-7102-4100-B5D6-C9656B4FCF31}" type="datetimeFigureOut">
              <a:rPr lang="en-IN" smtClean="0"/>
              <a:t>04-09-2023</a:t>
            </a:fld>
            <a:endParaRPr lang="en-IN"/>
          </a:p>
        </p:txBody>
      </p:sp>
      <p:sp>
        <p:nvSpPr>
          <p:cNvPr id="5" name="Footer Placeholder 4">
            <a:extLst>
              <a:ext uri="{FF2B5EF4-FFF2-40B4-BE49-F238E27FC236}">
                <a16:creationId xmlns:a16="http://schemas.microsoft.com/office/drawing/2014/main" id="{F1345818-5BDD-82CA-BCEA-875C0FEDBAE0}"/>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A9B4A3AB-376D-88DE-559A-B63760637901}"/>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A010979-5F4F-4EBD-8E8F-339E62896AAC}" type="slidenum">
              <a:rPr lang="en-IN" smtClean="0"/>
              <a:t>‹#›</a:t>
            </a:fld>
            <a:endParaRPr lang="en-IN"/>
          </a:p>
        </p:txBody>
      </p:sp>
    </p:spTree>
    <p:extLst>
      <p:ext uri="{BB962C8B-B14F-4D97-AF65-F5344CB8AC3E}">
        <p14:creationId xmlns:p14="http://schemas.microsoft.com/office/powerpoint/2010/main" val="267025039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hyperlink" Target="https://www.digitalocean.com/community/tutorials/java-9-features-with-examples#java-9-features" TargetMode="Externa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hyperlink" Target="https://www.digitalocean.com/community/tutorials/java-9-features-with-examples#java-9-features" TargetMode="Externa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hyperlink" Target="https://www.digitalocean.com/community/tutorials/java-9-features-with-examples#java-9-features" TargetMode="Externa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hyperlink" Target="https://www.digitalocean.com/community/tutorials/java-9-features-with-examples#java-9-features" TargetMode="Externa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hyperlink" Target="https://www.digitalocean.com/community/tutorials/java-9-features-with-examples#java-9-features" TargetMode="Externa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hyperlink" Target="https://www.digitalocean.com/community/tutorials/java-9-features-with-examples#java-9-features" TargetMode="Externa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hyperlink" Target="https://www.digitalocean.com/community/tutorials/java-9-features-with-examples#java-9-features" TargetMode="Externa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hyperlink" Target="https://www.digitalocean.com/community/tutorials/java-9-features-with-examples#java-9-features" TargetMode="Externa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hyperlink" Target="https://www.digitalocean.com/community/tutorials/java-9-features-with-examples#java-9-features" TargetMode="Externa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hyperlink" Target="https://www.digitalocean.com/community/tutorials/java-9-features-with-examples#java-9-features" TargetMode="Externa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hyperlink" Target="https://www.digitalocean.com/community/tutorials/java-9-features-with-examples#java-9-features" TargetMode="Externa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hyperlink" Target="https://www.digitalocean.com/community/tutorials/java-9-features-with-examples#java-9-features" TargetMode="Externa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fullstackdeveloper.guru/2020/06/08/how-and-why-to-use-collectors-teeeing-method-in-java/" TargetMode="Externa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F3EB09-7893-00A2-AEEC-382F6D7D0B2E}"/>
              </a:ext>
            </a:extLst>
          </p:cNvPr>
          <p:cNvSpPr>
            <a:spLocks noGrp="1"/>
          </p:cNvSpPr>
          <p:nvPr>
            <p:ph type="ctrTitle"/>
          </p:nvPr>
        </p:nvSpPr>
        <p:spPr>
          <a:xfrm>
            <a:off x="1318726" y="223935"/>
            <a:ext cx="9144000" cy="583163"/>
          </a:xfrm>
        </p:spPr>
        <p:txBody>
          <a:bodyPr>
            <a:normAutofit/>
          </a:bodyPr>
          <a:lstStyle/>
          <a:p>
            <a:r>
              <a:rPr lang="en-IN" sz="2400" b="1" i="0" u="none" strike="noStrike" dirty="0">
                <a:solidFill>
                  <a:srgbClr val="4D5B7C"/>
                </a:solidFill>
                <a:effectLst/>
                <a:latin typeface="Epilogue"/>
                <a:hlinkClick r:id="rId2"/>
              </a:rPr>
              <a:t>Java 9 Features</a:t>
            </a:r>
            <a:endParaRPr lang="en-IN" dirty="0"/>
          </a:p>
        </p:txBody>
      </p:sp>
      <p:sp>
        <p:nvSpPr>
          <p:cNvPr id="3" name="Subtitle 2">
            <a:extLst>
              <a:ext uri="{FF2B5EF4-FFF2-40B4-BE49-F238E27FC236}">
                <a16:creationId xmlns:a16="http://schemas.microsoft.com/office/drawing/2014/main" id="{9484A1B8-AB11-B08B-DF29-F957935C6F4D}"/>
              </a:ext>
            </a:extLst>
          </p:cNvPr>
          <p:cNvSpPr>
            <a:spLocks noGrp="1"/>
          </p:cNvSpPr>
          <p:nvPr>
            <p:ph type="subTitle" idx="1"/>
          </p:nvPr>
        </p:nvSpPr>
        <p:spPr>
          <a:xfrm>
            <a:off x="205273" y="1017037"/>
            <a:ext cx="11607282" cy="5411755"/>
          </a:xfrm>
        </p:spPr>
        <p:txBody>
          <a:bodyPr>
            <a:normAutofit/>
          </a:bodyPr>
          <a:lstStyle/>
          <a:p>
            <a:pPr marL="342900" indent="-342900" algn="l">
              <a:buFont typeface="Arial" panose="020B0604020202020204" pitchFamily="34" charset="0"/>
              <a:buChar char="•"/>
            </a:pPr>
            <a:r>
              <a:rPr lang="en-IN" b="1" i="0" dirty="0">
                <a:solidFill>
                  <a:srgbClr val="000000"/>
                </a:solidFill>
                <a:effectLst/>
                <a:latin typeface="Raleway" panose="020F0502020204030204" pitchFamily="2" charset="0"/>
              </a:rPr>
              <a:t>Factory Methods for Immutable List, Set, Map and </a:t>
            </a:r>
            <a:r>
              <a:rPr lang="en-IN" b="1" i="0" dirty="0" err="1">
                <a:solidFill>
                  <a:srgbClr val="000000"/>
                </a:solidFill>
                <a:effectLst/>
                <a:latin typeface="Raleway" panose="020F0502020204030204" pitchFamily="2" charset="0"/>
              </a:rPr>
              <a:t>Map.Entry</a:t>
            </a:r>
            <a:endParaRPr lang="en-IN" b="1" i="0" dirty="0">
              <a:solidFill>
                <a:srgbClr val="000000"/>
              </a:solidFill>
              <a:effectLst/>
              <a:latin typeface="Raleway" panose="020F0502020204030204" pitchFamily="2" charset="0"/>
            </a:endParaRPr>
          </a:p>
          <a:p>
            <a:pPr marL="342900" indent="-342900" algn="l">
              <a:buFont typeface="Arial" panose="020B0604020202020204" pitchFamily="34" charset="0"/>
              <a:buChar char="•"/>
            </a:pPr>
            <a:r>
              <a:rPr lang="en-IN" b="1" i="0" dirty="0">
                <a:solidFill>
                  <a:srgbClr val="000000"/>
                </a:solidFill>
                <a:effectLst/>
                <a:latin typeface="Raleway" panose="020F0502020204030204" pitchFamily="2" charset="0"/>
              </a:rPr>
              <a:t>Private methods in Interfaces</a:t>
            </a:r>
          </a:p>
          <a:p>
            <a:pPr marL="342900" indent="-342900" algn="l">
              <a:buFont typeface="Arial" panose="020B0604020202020204" pitchFamily="34" charset="0"/>
              <a:buChar char="•"/>
            </a:pPr>
            <a:r>
              <a:rPr lang="en-IN" b="1" i="0" dirty="0">
                <a:solidFill>
                  <a:srgbClr val="000000"/>
                </a:solidFill>
                <a:effectLst/>
                <a:latin typeface="Raleway" panose="020F0502020204030204" pitchFamily="2" charset="0"/>
              </a:rPr>
              <a:t>Java 9 Module System</a:t>
            </a:r>
          </a:p>
          <a:p>
            <a:pPr marL="342900" indent="-342900" algn="l">
              <a:buFont typeface="Arial" panose="020B0604020202020204" pitchFamily="34" charset="0"/>
              <a:buChar char="•"/>
            </a:pPr>
            <a:r>
              <a:rPr lang="en-IN" b="1" i="0" dirty="0">
                <a:solidFill>
                  <a:srgbClr val="000000"/>
                </a:solidFill>
                <a:effectLst/>
                <a:latin typeface="Raleway" panose="020F0502020204030204" pitchFamily="2" charset="0"/>
              </a:rPr>
              <a:t>Try With Resources Improvement</a:t>
            </a:r>
          </a:p>
          <a:p>
            <a:pPr marL="342900" indent="-342900" algn="l">
              <a:buFont typeface="Arial" panose="020B0604020202020204" pitchFamily="34" charset="0"/>
              <a:buChar char="•"/>
            </a:pPr>
            <a:r>
              <a:rPr lang="en-IN" b="1" i="0" dirty="0">
                <a:solidFill>
                  <a:srgbClr val="000000"/>
                </a:solidFill>
                <a:effectLst/>
                <a:latin typeface="Raleway" panose="020F0502020204030204" pitchFamily="2" charset="0"/>
              </a:rPr>
              <a:t>Reactive Streams</a:t>
            </a:r>
          </a:p>
          <a:p>
            <a:pPr marL="342900" indent="-342900" algn="l">
              <a:buFont typeface="Arial" panose="020B0604020202020204" pitchFamily="34" charset="0"/>
              <a:buChar char="•"/>
            </a:pPr>
            <a:r>
              <a:rPr lang="en-IN" b="1" i="0" dirty="0">
                <a:solidFill>
                  <a:srgbClr val="000000"/>
                </a:solidFill>
                <a:effectLst/>
                <a:latin typeface="Raleway" panose="020F0502020204030204" pitchFamily="2" charset="0"/>
              </a:rPr>
              <a:t>Diamond Operator for Anonymous Inner Class</a:t>
            </a:r>
          </a:p>
          <a:p>
            <a:pPr marL="342900" indent="-342900" algn="l">
              <a:buFont typeface="Arial" panose="020B0604020202020204" pitchFamily="34" charset="0"/>
              <a:buChar char="•"/>
            </a:pPr>
            <a:r>
              <a:rPr lang="en-IN" b="1" i="0" dirty="0">
                <a:solidFill>
                  <a:srgbClr val="000000"/>
                </a:solidFill>
                <a:effectLst/>
                <a:latin typeface="Raleway" panose="020F0502020204030204" pitchFamily="2" charset="0"/>
              </a:rPr>
              <a:t>Optional Class Improvements</a:t>
            </a:r>
          </a:p>
          <a:p>
            <a:pPr marL="342900" indent="-342900" algn="l">
              <a:buFont typeface="Arial" panose="020B0604020202020204" pitchFamily="34" charset="0"/>
              <a:buChar char="•"/>
            </a:pPr>
            <a:r>
              <a:rPr lang="en-IN" b="1" i="0" dirty="0">
                <a:solidFill>
                  <a:srgbClr val="000000"/>
                </a:solidFill>
                <a:effectLst/>
                <a:latin typeface="Raleway" panose="020F0502020204030204" pitchFamily="2" charset="0"/>
              </a:rPr>
              <a:t>Stream API Improvements</a:t>
            </a:r>
          </a:p>
          <a:p>
            <a:pPr marL="342900" indent="-342900" algn="l">
              <a:buFont typeface="Arial" panose="020B0604020202020204" pitchFamily="34" charset="0"/>
              <a:buChar char="•"/>
            </a:pPr>
            <a:r>
              <a:rPr lang="en-IN" b="1" i="0" dirty="0">
                <a:solidFill>
                  <a:srgbClr val="000000"/>
                </a:solidFill>
                <a:effectLst/>
                <a:latin typeface="Raleway" panose="020F0502020204030204" pitchFamily="2" charset="0"/>
              </a:rPr>
              <a:t>Enhanced @Deprecated annotation</a:t>
            </a:r>
          </a:p>
        </p:txBody>
      </p:sp>
    </p:spTree>
    <p:extLst>
      <p:ext uri="{BB962C8B-B14F-4D97-AF65-F5344CB8AC3E}">
        <p14:creationId xmlns:p14="http://schemas.microsoft.com/office/powerpoint/2010/main" val="359756570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F3EB09-7893-00A2-AEEC-382F6D7D0B2E}"/>
              </a:ext>
            </a:extLst>
          </p:cNvPr>
          <p:cNvSpPr>
            <a:spLocks noGrp="1"/>
          </p:cNvSpPr>
          <p:nvPr>
            <p:ph type="ctrTitle"/>
          </p:nvPr>
        </p:nvSpPr>
        <p:spPr>
          <a:xfrm>
            <a:off x="1318726" y="223935"/>
            <a:ext cx="9144000" cy="583163"/>
          </a:xfrm>
        </p:spPr>
        <p:txBody>
          <a:bodyPr>
            <a:normAutofit fontScale="90000"/>
          </a:bodyPr>
          <a:lstStyle/>
          <a:p>
            <a:pPr algn="l"/>
            <a:r>
              <a:rPr lang="en-IN" sz="2400" b="1" i="0" u="none" strike="noStrike" dirty="0">
                <a:solidFill>
                  <a:srgbClr val="4D5B7C"/>
                </a:solidFill>
                <a:effectLst/>
                <a:latin typeface="Epilogue"/>
                <a:hlinkClick r:id="rId2"/>
              </a:rPr>
              <a:t>Java 9 Features</a:t>
            </a:r>
            <a:r>
              <a:rPr lang="en-IN" sz="2400" b="1" i="0" u="none" strike="noStrike" dirty="0">
                <a:solidFill>
                  <a:srgbClr val="4D5B7C"/>
                </a:solidFill>
                <a:effectLst/>
                <a:latin typeface="Epilogue"/>
              </a:rPr>
              <a:t>(</a:t>
            </a:r>
            <a:r>
              <a:rPr lang="en-IN" sz="2000" b="1" i="0" dirty="0">
                <a:solidFill>
                  <a:srgbClr val="000000"/>
                </a:solidFill>
                <a:effectLst/>
                <a:latin typeface="Raleway" panose="020F0502020204030204" pitchFamily="2" charset="0"/>
              </a:rPr>
              <a:t>Factory Methods for Immutable List, Set, Map and </a:t>
            </a:r>
            <a:r>
              <a:rPr lang="en-IN" sz="2000" b="1" i="0" dirty="0" err="1">
                <a:solidFill>
                  <a:srgbClr val="000000"/>
                </a:solidFill>
                <a:effectLst/>
                <a:latin typeface="Raleway" panose="020F0502020204030204" pitchFamily="2" charset="0"/>
              </a:rPr>
              <a:t>Map.Entry</a:t>
            </a:r>
            <a:br>
              <a:rPr lang="en-IN" sz="2000" b="1" i="0" dirty="0">
                <a:solidFill>
                  <a:srgbClr val="000000"/>
                </a:solidFill>
                <a:effectLst/>
                <a:latin typeface="Raleway" panose="020F0502020204030204" pitchFamily="2" charset="0"/>
              </a:rPr>
            </a:br>
            <a:r>
              <a:rPr lang="en-IN" sz="2000" b="1" i="0" u="none" strike="noStrike" dirty="0">
                <a:solidFill>
                  <a:srgbClr val="4D5B7C"/>
                </a:solidFill>
                <a:effectLst/>
                <a:latin typeface="Epilogue"/>
              </a:rPr>
              <a:t>)</a:t>
            </a:r>
            <a:endParaRPr lang="en-IN" sz="2000" dirty="0"/>
          </a:p>
        </p:txBody>
      </p:sp>
      <p:sp>
        <p:nvSpPr>
          <p:cNvPr id="3" name="Subtitle 2">
            <a:extLst>
              <a:ext uri="{FF2B5EF4-FFF2-40B4-BE49-F238E27FC236}">
                <a16:creationId xmlns:a16="http://schemas.microsoft.com/office/drawing/2014/main" id="{9484A1B8-AB11-B08B-DF29-F957935C6F4D}"/>
              </a:ext>
            </a:extLst>
          </p:cNvPr>
          <p:cNvSpPr>
            <a:spLocks noGrp="1"/>
          </p:cNvSpPr>
          <p:nvPr>
            <p:ph type="subTitle" idx="1"/>
          </p:nvPr>
        </p:nvSpPr>
        <p:spPr>
          <a:xfrm>
            <a:off x="205273" y="1017037"/>
            <a:ext cx="11607282" cy="5411755"/>
          </a:xfrm>
        </p:spPr>
        <p:txBody>
          <a:bodyPr>
            <a:normAutofit/>
          </a:bodyPr>
          <a:lstStyle/>
          <a:p>
            <a:pPr marL="342900" indent="-342900" algn="l">
              <a:buFont typeface="Arial" panose="020B0604020202020204" pitchFamily="34" charset="0"/>
              <a:buChar char="•"/>
            </a:pPr>
            <a:r>
              <a:rPr lang="en-IN" i="0" dirty="0">
                <a:solidFill>
                  <a:srgbClr val="000000"/>
                </a:solidFill>
                <a:effectLst/>
              </a:rPr>
              <a:t>Java 9 has introduces factory method </a:t>
            </a:r>
            <a:r>
              <a:rPr lang="en-IN" i="0" dirty="0">
                <a:solidFill>
                  <a:srgbClr val="4D5B7C"/>
                </a:solidFill>
                <a:effectLst/>
              </a:rPr>
              <a:t>“of()” to create immutable collection objects</a:t>
            </a:r>
          </a:p>
          <a:p>
            <a:pPr marL="342900" indent="-342900" algn="l">
              <a:buFont typeface="Arial" panose="020B0604020202020204" pitchFamily="34" charset="0"/>
              <a:buChar char="•"/>
            </a:pPr>
            <a:r>
              <a:rPr lang="en-US" i="0" dirty="0">
                <a:solidFill>
                  <a:srgbClr val="000000"/>
                </a:solidFill>
                <a:effectLst/>
              </a:rPr>
              <a:t>List </a:t>
            </a:r>
            <a:r>
              <a:rPr lang="en-US" i="0" dirty="0" err="1">
                <a:solidFill>
                  <a:srgbClr val="000000"/>
                </a:solidFill>
                <a:effectLst/>
              </a:rPr>
              <a:t>immutableList</a:t>
            </a:r>
            <a:r>
              <a:rPr lang="en-US" i="0" dirty="0">
                <a:solidFill>
                  <a:srgbClr val="000000"/>
                </a:solidFill>
                <a:effectLst/>
              </a:rPr>
              <a:t> = </a:t>
            </a:r>
            <a:r>
              <a:rPr lang="en-US" i="0" dirty="0" err="1">
                <a:solidFill>
                  <a:srgbClr val="000000"/>
                </a:solidFill>
                <a:effectLst/>
              </a:rPr>
              <a:t>List.of</a:t>
            </a:r>
            <a:r>
              <a:rPr lang="en-US" i="0" dirty="0">
                <a:solidFill>
                  <a:srgbClr val="000000"/>
                </a:solidFill>
                <a:effectLst/>
              </a:rPr>
              <a:t>("</a:t>
            </a:r>
            <a:r>
              <a:rPr lang="en-US" i="0" dirty="0" err="1">
                <a:solidFill>
                  <a:srgbClr val="000000"/>
                </a:solidFill>
                <a:effectLst/>
              </a:rPr>
              <a:t>one","two","three</a:t>
            </a:r>
            <a:r>
              <a:rPr lang="en-US" i="0" dirty="0">
                <a:solidFill>
                  <a:srgbClr val="000000"/>
                </a:solidFill>
                <a:effectLst/>
              </a:rPr>
              <a:t>");</a:t>
            </a:r>
          </a:p>
          <a:p>
            <a:pPr marL="342900" indent="-342900" algn="l">
              <a:buFont typeface="Arial" panose="020B0604020202020204" pitchFamily="34" charset="0"/>
              <a:buChar char="•"/>
            </a:pPr>
            <a:r>
              <a:rPr lang="en-US" i="0" dirty="0">
                <a:solidFill>
                  <a:srgbClr val="000000"/>
                </a:solidFill>
                <a:effectLst/>
              </a:rPr>
              <a:t>Map </a:t>
            </a:r>
            <a:r>
              <a:rPr lang="en-US" i="0" dirty="0" err="1">
                <a:solidFill>
                  <a:srgbClr val="000000"/>
                </a:solidFill>
                <a:effectLst/>
              </a:rPr>
              <a:t>nonemptyImmutableMap</a:t>
            </a:r>
            <a:r>
              <a:rPr lang="en-US" i="0" dirty="0">
                <a:solidFill>
                  <a:srgbClr val="000000"/>
                </a:solidFill>
                <a:effectLst/>
              </a:rPr>
              <a:t> = </a:t>
            </a:r>
            <a:r>
              <a:rPr lang="en-US" i="0" dirty="0" err="1">
                <a:solidFill>
                  <a:srgbClr val="000000"/>
                </a:solidFill>
                <a:effectLst/>
              </a:rPr>
              <a:t>Map.of</a:t>
            </a:r>
            <a:r>
              <a:rPr lang="en-US" i="0" dirty="0">
                <a:solidFill>
                  <a:srgbClr val="000000"/>
                </a:solidFill>
                <a:effectLst/>
              </a:rPr>
              <a:t>(1, "one", 2, "two", 3, "three")</a:t>
            </a:r>
          </a:p>
          <a:p>
            <a:pPr marL="342900" indent="-342900" algn="l">
              <a:buFont typeface="Arial" panose="020B0604020202020204" pitchFamily="34" charset="0"/>
              <a:buChar char="•"/>
            </a:pPr>
            <a:r>
              <a:rPr lang="en-US" i="0" dirty="0" err="1">
                <a:solidFill>
                  <a:srgbClr val="000000"/>
                </a:solidFill>
                <a:effectLst/>
              </a:rPr>
              <a:t>nonemptyImmutableMap</a:t>
            </a:r>
            <a:r>
              <a:rPr lang="en-US" i="0" dirty="0">
                <a:solidFill>
                  <a:srgbClr val="000000"/>
                </a:solidFill>
                <a:effectLst/>
              </a:rPr>
              <a:t> ==&gt; {2=two, 3=three, 1=one}</a:t>
            </a:r>
          </a:p>
          <a:p>
            <a:pPr marL="342900" indent="-342900" algn="l">
              <a:buFont typeface="Arial" panose="020B0604020202020204" pitchFamily="34" charset="0"/>
              <a:buChar char="•"/>
            </a:pPr>
            <a:r>
              <a:rPr lang="en-US" i="0" dirty="0">
                <a:solidFill>
                  <a:srgbClr val="000000"/>
                </a:solidFill>
                <a:effectLst/>
              </a:rPr>
              <a:t>Set </a:t>
            </a:r>
            <a:r>
              <a:rPr lang="en-US" i="0" dirty="0" err="1">
                <a:solidFill>
                  <a:srgbClr val="000000"/>
                </a:solidFill>
                <a:effectLst/>
              </a:rPr>
              <a:t>immutableList</a:t>
            </a:r>
            <a:r>
              <a:rPr lang="en-US" i="0" dirty="0">
                <a:solidFill>
                  <a:srgbClr val="000000"/>
                </a:solidFill>
                <a:effectLst/>
              </a:rPr>
              <a:t> = </a:t>
            </a:r>
            <a:r>
              <a:rPr lang="en-US" i="0" dirty="0" err="1">
                <a:solidFill>
                  <a:srgbClr val="000000"/>
                </a:solidFill>
                <a:effectLst/>
              </a:rPr>
              <a:t>Set.of</a:t>
            </a:r>
            <a:r>
              <a:rPr lang="en-US" i="0" dirty="0">
                <a:solidFill>
                  <a:srgbClr val="000000"/>
                </a:solidFill>
                <a:effectLst/>
              </a:rPr>
              <a:t>("</a:t>
            </a:r>
            <a:r>
              <a:rPr lang="en-US" i="0" dirty="0" err="1">
                <a:solidFill>
                  <a:srgbClr val="000000"/>
                </a:solidFill>
                <a:effectLst/>
              </a:rPr>
              <a:t>one","two","three</a:t>
            </a:r>
            <a:r>
              <a:rPr lang="en-US" i="0" dirty="0">
                <a:solidFill>
                  <a:srgbClr val="000000"/>
                </a:solidFill>
                <a:effectLst/>
              </a:rPr>
              <a:t>");</a:t>
            </a:r>
          </a:p>
          <a:p>
            <a:pPr marL="342900" indent="-342900" algn="l">
              <a:buFont typeface="Arial" panose="020B0604020202020204" pitchFamily="34" charset="0"/>
              <a:buChar char="•"/>
            </a:pPr>
            <a:r>
              <a:rPr lang="en-US" dirty="0">
                <a:solidFill>
                  <a:srgbClr val="000000"/>
                </a:solidFill>
              </a:rPr>
              <a:t>Before java 9 immutable collection are created as follows:</a:t>
            </a:r>
          </a:p>
          <a:p>
            <a:pPr marL="342900" indent="-342900" algn="l">
              <a:buFont typeface="Arial" panose="020B0604020202020204" pitchFamily="34" charset="0"/>
              <a:buChar char="•"/>
            </a:pPr>
            <a:r>
              <a:rPr lang="en-US" i="0" dirty="0">
                <a:solidFill>
                  <a:srgbClr val="000000"/>
                </a:solidFill>
                <a:effectLst/>
              </a:rPr>
              <a:t>Set&lt;String&gt; </a:t>
            </a:r>
            <a:r>
              <a:rPr lang="en-US" i="0" dirty="0" err="1">
                <a:solidFill>
                  <a:srgbClr val="000000"/>
                </a:solidFill>
                <a:effectLst/>
              </a:rPr>
              <a:t>emptyHashSet</a:t>
            </a:r>
            <a:r>
              <a:rPr lang="en-US" i="0" dirty="0">
                <a:solidFill>
                  <a:srgbClr val="000000"/>
                </a:solidFill>
                <a:effectLst/>
              </a:rPr>
              <a:t> = new HashSet&lt;String&gt;();</a:t>
            </a:r>
          </a:p>
          <a:p>
            <a:pPr marL="342900" indent="-342900" algn="l">
              <a:buFont typeface="Arial" panose="020B0604020202020204" pitchFamily="34" charset="0"/>
              <a:buChar char="•"/>
            </a:pPr>
            <a:r>
              <a:rPr lang="en-US" i="0" dirty="0">
                <a:solidFill>
                  <a:srgbClr val="000000"/>
                </a:solidFill>
                <a:effectLst/>
              </a:rPr>
              <a:t>Set&lt;String&gt; </a:t>
            </a:r>
            <a:r>
              <a:rPr lang="en-US" i="0" dirty="0" err="1">
                <a:solidFill>
                  <a:srgbClr val="000000"/>
                </a:solidFill>
                <a:effectLst/>
              </a:rPr>
              <a:t>immutableHSet</a:t>
            </a:r>
            <a:r>
              <a:rPr lang="en-US" i="0" dirty="0">
                <a:solidFill>
                  <a:srgbClr val="000000"/>
                </a:solidFill>
                <a:effectLst/>
              </a:rPr>
              <a:t> = </a:t>
            </a:r>
            <a:r>
              <a:rPr lang="en-US" i="0" dirty="0" err="1">
                <a:solidFill>
                  <a:srgbClr val="000000"/>
                </a:solidFill>
                <a:effectLst/>
              </a:rPr>
              <a:t>Collections.unmodifiableSet</a:t>
            </a:r>
            <a:r>
              <a:rPr lang="en-US" i="0" dirty="0">
                <a:solidFill>
                  <a:srgbClr val="000000"/>
                </a:solidFill>
                <a:effectLst/>
              </a:rPr>
              <a:t>(</a:t>
            </a:r>
            <a:r>
              <a:rPr lang="en-US" i="0" dirty="0" err="1">
                <a:solidFill>
                  <a:srgbClr val="000000"/>
                </a:solidFill>
                <a:effectLst/>
              </a:rPr>
              <a:t>emptyHashSet</a:t>
            </a:r>
            <a:r>
              <a:rPr lang="en-US" i="0" dirty="0">
                <a:solidFill>
                  <a:srgbClr val="000000"/>
                </a:solidFill>
                <a:effectLst/>
              </a:rPr>
              <a:t>);</a:t>
            </a:r>
          </a:p>
          <a:p>
            <a:pPr marL="342900" indent="-342900" algn="l">
              <a:buFont typeface="Arial" panose="020B0604020202020204" pitchFamily="34" charset="0"/>
              <a:buChar char="•"/>
            </a:pPr>
            <a:endParaRPr lang="en-IN" b="1" i="0" dirty="0">
              <a:solidFill>
                <a:srgbClr val="000000"/>
              </a:solidFill>
              <a:effectLst/>
              <a:latin typeface="Raleway" panose="020F0502020204030204" pitchFamily="2" charset="0"/>
            </a:endParaRPr>
          </a:p>
        </p:txBody>
      </p:sp>
    </p:spTree>
    <p:extLst>
      <p:ext uri="{BB962C8B-B14F-4D97-AF65-F5344CB8AC3E}">
        <p14:creationId xmlns:p14="http://schemas.microsoft.com/office/powerpoint/2010/main" val="116554694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F3EB09-7893-00A2-AEEC-382F6D7D0B2E}"/>
              </a:ext>
            </a:extLst>
          </p:cNvPr>
          <p:cNvSpPr>
            <a:spLocks noGrp="1"/>
          </p:cNvSpPr>
          <p:nvPr>
            <p:ph type="ctrTitle"/>
          </p:nvPr>
        </p:nvSpPr>
        <p:spPr>
          <a:xfrm>
            <a:off x="1318726" y="223935"/>
            <a:ext cx="9144000" cy="942392"/>
          </a:xfrm>
        </p:spPr>
        <p:txBody>
          <a:bodyPr>
            <a:normAutofit/>
          </a:bodyPr>
          <a:lstStyle/>
          <a:p>
            <a:pPr algn="l"/>
            <a:r>
              <a:rPr lang="en-IN" sz="2400" b="1" i="0" u="none" strike="noStrike" dirty="0">
                <a:solidFill>
                  <a:srgbClr val="4D5B7C"/>
                </a:solidFill>
                <a:effectLst/>
                <a:latin typeface="Epilogue"/>
                <a:hlinkClick r:id="rId2"/>
              </a:rPr>
              <a:t>Java 9 Features</a:t>
            </a:r>
            <a:r>
              <a:rPr lang="en-IN" sz="2400" b="1" i="0" u="none" strike="noStrike" dirty="0">
                <a:solidFill>
                  <a:srgbClr val="4D5B7C"/>
                </a:solidFill>
                <a:effectLst/>
                <a:latin typeface="Epilogue"/>
              </a:rPr>
              <a:t>  Private methods in Interfaces</a:t>
            </a:r>
            <a:endParaRPr lang="en-IN" dirty="0"/>
          </a:p>
        </p:txBody>
      </p:sp>
      <p:sp>
        <p:nvSpPr>
          <p:cNvPr id="3" name="Subtitle 2">
            <a:extLst>
              <a:ext uri="{FF2B5EF4-FFF2-40B4-BE49-F238E27FC236}">
                <a16:creationId xmlns:a16="http://schemas.microsoft.com/office/drawing/2014/main" id="{9484A1B8-AB11-B08B-DF29-F957935C6F4D}"/>
              </a:ext>
            </a:extLst>
          </p:cNvPr>
          <p:cNvSpPr>
            <a:spLocks noGrp="1"/>
          </p:cNvSpPr>
          <p:nvPr>
            <p:ph type="subTitle" idx="1"/>
          </p:nvPr>
        </p:nvSpPr>
        <p:spPr>
          <a:xfrm>
            <a:off x="292359" y="1586205"/>
            <a:ext cx="11607282" cy="4926562"/>
          </a:xfrm>
        </p:spPr>
        <p:txBody>
          <a:bodyPr>
            <a:normAutofit fontScale="47500" lnSpcReduction="20000"/>
          </a:bodyPr>
          <a:lstStyle/>
          <a:p>
            <a:pPr marL="342900" indent="-342900" algn="l">
              <a:buFont typeface="Arial" panose="020B0604020202020204" pitchFamily="34" charset="0"/>
              <a:buChar char="•"/>
            </a:pPr>
            <a:r>
              <a:rPr lang="en-US" sz="4200" dirty="0"/>
              <a:t>Interfaces in the upcoming JVM version can have private methods, which can be used to split lengthy default methods:</a:t>
            </a:r>
          </a:p>
          <a:p>
            <a:pPr marL="342900" indent="-342900" algn="l">
              <a:buFont typeface="Arial" panose="020B0604020202020204" pitchFamily="34" charset="0"/>
              <a:buChar char="•"/>
            </a:pPr>
            <a:r>
              <a:rPr lang="en-IN" dirty="0"/>
              <a:t>interface </a:t>
            </a:r>
            <a:r>
              <a:rPr lang="en-IN" dirty="0" err="1"/>
              <a:t>InterfaceWithPrivateMethods</a:t>
            </a:r>
            <a:r>
              <a:rPr lang="en-IN" dirty="0"/>
              <a:t> {</a:t>
            </a:r>
          </a:p>
          <a:p>
            <a:pPr marL="342900" indent="-342900" algn="l">
              <a:buFont typeface="Arial" panose="020B0604020202020204" pitchFamily="34" charset="0"/>
              <a:buChar char="•"/>
            </a:pPr>
            <a:r>
              <a:rPr lang="en-IN" dirty="0"/>
              <a:t>    </a:t>
            </a:r>
          </a:p>
          <a:p>
            <a:pPr marL="342900" indent="-342900" algn="l">
              <a:buFont typeface="Arial" panose="020B0604020202020204" pitchFamily="34" charset="0"/>
              <a:buChar char="•"/>
            </a:pPr>
            <a:r>
              <a:rPr lang="en-IN" dirty="0"/>
              <a:t>    private static String </a:t>
            </a:r>
            <a:r>
              <a:rPr lang="en-IN" dirty="0" err="1"/>
              <a:t>staticPrivate</a:t>
            </a:r>
            <a:r>
              <a:rPr lang="en-IN" dirty="0"/>
              <a:t>() {</a:t>
            </a:r>
          </a:p>
          <a:p>
            <a:pPr marL="342900" indent="-342900" algn="l">
              <a:buFont typeface="Arial" panose="020B0604020202020204" pitchFamily="34" charset="0"/>
              <a:buChar char="•"/>
            </a:pPr>
            <a:r>
              <a:rPr lang="en-IN" dirty="0"/>
              <a:t>        return "static private";</a:t>
            </a:r>
          </a:p>
          <a:p>
            <a:pPr marL="342900" indent="-342900" algn="l">
              <a:buFont typeface="Arial" panose="020B0604020202020204" pitchFamily="34" charset="0"/>
              <a:buChar char="•"/>
            </a:pPr>
            <a:r>
              <a:rPr lang="en-IN" dirty="0"/>
              <a:t>    }</a:t>
            </a:r>
          </a:p>
          <a:p>
            <a:pPr marL="342900" indent="-342900" algn="l">
              <a:buFont typeface="Arial" panose="020B0604020202020204" pitchFamily="34" charset="0"/>
              <a:buChar char="•"/>
            </a:pPr>
            <a:r>
              <a:rPr lang="en-IN" dirty="0"/>
              <a:t>    </a:t>
            </a:r>
          </a:p>
          <a:p>
            <a:pPr marL="342900" indent="-342900" algn="l">
              <a:buFont typeface="Arial" panose="020B0604020202020204" pitchFamily="34" charset="0"/>
              <a:buChar char="•"/>
            </a:pPr>
            <a:r>
              <a:rPr lang="en-IN" dirty="0"/>
              <a:t>    private String </a:t>
            </a:r>
            <a:r>
              <a:rPr lang="en-IN" dirty="0" err="1"/>
              <a:t>instancePrivate</a:t>
            </a:r>
            <a:r>
              <a:rPr lang="en-IN" dirty="0"/>
              <a:t>() {</a:t>
            </a:r>
          </a:p>
          <a:p>
            <a:pPr marL="342900" indent="-342900" algn="l">
              <a:buFont typeface="Arial" panose="020B0604020202020204" pitchFamily="34" charset="0"/>
              <a:buChar char="•"/>
            </a:pPr>
            <a:r>
              <a:rPr lang="en-IN" dirty="0"/>
              <a:t>        return "instance private";</a:t>
            </a:r>
          </a:p>
          <a:p>
            <a:pPr marL="342900" indent="-342900" algn="l">
              <a:buFont typeface="Arial" panose="020B0604020202020204" pitchFamily="34" charset="0"/>
              <a:buChar char="•"/>
            </a:pPr>
            <a:r>
              <a:rPr lang="en-IN" dirty="0"/>
              <a:t>    }</a:t>
            </a:r>
          </a:p>
          <a:p>
            <a:pPr marL="342900" indent="-342900" algn="l">
              <a:buFont typeface="Arial" panose="020B0604020202020204" pitchFamily="34" charset="0"/>
              <a:buChar char="•"/>
            </a:pPr>
            <a:r>
              <a:rPr lang="en-IN" dirty="0"/>
              <a:t>    </a:t>
            </a:r>
          </a:p>
          <a:p>
            <a:pPr marL="342900" indent="-342900" algn="l">
              <a:buFont typeface="Arial" panose="020B0604020202020204" pitchFamily="34" charset="0"/>
              <a:buChar char="•"/>
            </a:pPr>
            <a:r>
              <a:rPr lang="en-IN" dirty="0"/>
              <a:t>    default void check() {</a:t>
            </a:r>
          </a:p>
          <a:p>
            <a:pPr marL="342900" indent="-342900" algn="l">
              <a:buFont typeface="Arial" panose="020B0604020202020204" pitchFamily="34" charset="0"/>
              <a:buChar char="•"/>
            </a:pPr>
            <a:r>
              <a:rPr lang="en-IN" dirty="0"/>
              <a:t>        String result = </a:t>
            </a:r>
            <a:r>
              <a:rPr lang="en-IN" dirty="0" err="1"/>
              <a:t>staticPrivate</a:t>
            </a:r>
            <a:r>
              <a:rPr lang="en-IN" dirty="0"/>
              <a:t>();</a:t>
            </a:r>
          </a:p>
          <a:p>
            <a:pPr marL="342900" indent="-342900" algn="l">
              <a:buFont typeface="Arial" panose="020B0604020202020204" pitchFamily="34" charset="0"/>
              <a:buChar char="•"/>
            </a:pPr>
            <a:r>
              <a:rPr lang="en-IN" dirty="0"/>
              <a:t>        </a:t>
            </a:r>
            <a:r>
              <a:rPr lang="en-IN" dirty="0" err="1"/>
              <a:t>InterfaceWithPrivateMethods</a:t>
            </a:r>
            <a:r>
              <a:rPr lang="en-IN" dirty="0"/>
              <a:t> </a:t>
            </a:r>
            <a:r>
              <a:rPr lang="en-IN" dirty="0" err="1"/>
              <a:t>pvt</a:t>
            </a:r>
            <a:r>
              <a:rPr lang="en-IN" dirty="0"/>
              <a:t> = new </a:t>
            </a:r>
            <a:r>
              <a:rPr lang="en-IN" dirty="0" err="1"/>
              <a:t>InterfaceWithPrivateMethods</a:t>
            </a:r>
            <a:r>
              <a:rPr lang="en-IN" dirty="0"/>
              <a:t>() {</a:t>
            </a:r>
          </a:p>
          <a:p>
            <a:pPr marL="342900" indent="-342900" algn="l">
              <a:buFont typeface="Arial" panose="020B0604020202020204" pitchFamily="34" charset="0"/>
              <a:buChar char="•"/>
            </a:pPr>
            <a:r>
              <a:rPr lang="en-IN" dirty="0"/>
              <a:t>            // anonymous class</a:t>
            </a:r>
          </a:p>
          <a:p>
            <a:pPr marL="342900" indent="-342900" algn="l">
              <a:buFont typeface="Arial" panose="020B0604020202020204" pitchFamily="34" charset="0"/>
              <a:buChar char="•"/>
            </a:pPr>
            <a:r>
              <a:rPr lang="en-IN" dirty="0"/>
              <a:t>        };</a:t>
            </a:r>
          </a:p>
          <a:p>
            <a:pPr marL="342900" indent="-342900" algn="l">
              <a:buFont typeface="Arial" panose="020B0604020202020204" pitchFamily="34" charset="0"/>
              <a:buChar char="•"/>
            </a:pPr>
            <a:r>
              <a:rPr lang="en-IN" dirty="0"/>
              <a:t>        result = </a:t>
            </a:r>
            <a:r>
              <a:rPr lang="en-IN" dirty="0" err="1"/>
              <a:t>pvt.instancePrivate</a:t>
            </a:r>
            <a:r>
              <a:rPr lang="en-IN" dirty="0"/>
              <a:t>();</a:t>
            </a:r>
          </a:p>
          <a:p>
            <a:pPr marL="342900" indent="-342900" algn="l">
              <a:buFont typeface="Arial" panose="020B0604020202020204" pitchFamily="34" charset="0"/>
              <a:buChar char="•"/>
            </a:pPr>
            <a:r>
              <a:rPr lang="en-IN" dirty="0"/>
              <a:t>    }</a:t>
            </a:r>
          </a:p>
          <a:p>
            <a:pPr marL="342900" indent="-342900" algn="l">
              <a:buFont typeface="Arial" panose="020B0604020202020204" pitchFamily="34" charset="0"/>
              <a:buChar char="•"/>
            </a:pPr>
            <a:r>
              <a:rPr lang="en-IN" dirty="0"/>
              <a:t>}}</a:t>
            </a:r>
          </a:p>
        </p:txBody>
      </p:sp>
    </p:spTree>
    <p:extLst>
      <p:ext uri="{BB962C8B-B14F-4D97-AF65-F5344CB8AC3E}">
        <p14:creationId xmlns:p14="http://schemas.microsoft.com/office/powerpoint/2010/main" val="354319301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F3EB09-7893-00A2-AEEC-382F6D7D0B2E}"/>
              </a:ext>
            </a:extLst>
          </p:cNvPr>
          <p:cNvSpPr>
            <a:spLocks noGrp="1"/>
          </p:cNvSpPr>
          <p:nvPr>
            <p:ph type="ctrTitle"/>
          </p:nvPr>
        </p:nvSpPr>
        <p:spPr>
          <a:xfrm>
            <a:off x="1318726" y="223935"/>
            <a:ext cx="9144000" cy="942392"/>
          </a:xfrm>
        </p:spPr>
        <p:txBody>
          <a:bodyPr>
            <a:normAutofit/>
          </a:bodyPr>
          <a:lstStyle/>
          <a:p>
            <a:pPr algn="l"/>
            <a:r>
              <a:rPr lang="en-IN" sz="2400" b="1" i="0" u="none" strike="noStrike" dirty="0">
                <a:solidFill>
                  <a:srgbClr val="4D5B7C"/>
                </a:solidFill>
                <a:effectLst/>
                <a:latin typeface="Epilogue"/>
                <a:hlinkClick r:id="rId2"/>
              </a:rPr>
              <a:t>Java 9 Features</a:t>
            </a:r>
            <a:r>
              <a:rPr lang="en-IN" sz="2400" b="1" i="0" u="none" strike="noStrike" dirty="0">
                <a:solidFill>
                  <a:srgbClr val="4D5B7C"/>
                </a:solidFill>
                <a:effectLst/>
                <a:latin typeface="Epilogue"/>
              </a:rPr>
              <a:t>  </a:t>
            </a:r>
            <a:r>
              <a:rPr lang="en-IN" sz="2400" b="1" i="0" dirty="0">
                <a:solidFill>
                  <a:srgbClr val="000000"/>
                </a:solidFill>
                <a:effectLst/>
                <a:latin typeface="Raleway" panose="020F0502020204030204" pitchFamily="2" charset="0"/>
              </a:rPr>
              <a:t>Java 9 Module System</a:t>
            </a:r>
            <a:endParaRPr lang="en-IN" sz="2400" dirty="0"/>
          </a:p>
        </p:txBody>
      </p:sp>
      <p:sp>
        <p:nvSpPr>
          <p:cNvPr id="3" name="Subtitle 2">
            <a:extLst>
              <a:ext uri="{FF2B5EF4-FFF2-40B4-BE49-F238E27FC236}">
                <a16:creationId xmlns:a16="http://schemas.microsoft.com/office/drawing/2014/main" id="{9484A1B8-AB11-B08B-DF29-F957935C6F4D}"/>
              </a:ext>
            </a:extLst>
          </p:cNvPr>
          <p:cNvSpPr>
            <a:spLocks noGrp="1"/>
          </p:cNvSpPr>
          <p:nvPr>
            <p:ph type="subTitle" idx="1"/>
          </p:nvPr>
        </p:nvSpPr>
        <p:spPr>
          <a:xfrm>
            <a:off x="292359" y="1586205"/>
            <a:ext cx="11607282" cy="4926562"/>
          </a:xfrm>
        </p:spPr>
        <p:txBody>
          <a:bodyPr>
            <a:normAutofit lnSpcReduction="10000"/>
          </a:bodyPr>
          <a:lstStyle/>
          <a:p>
            <a:pPr marL="342900" indent="-342900" algn="l">
              <a:buFont typeface="Arial" panose="020B0604020202020204" pitchFamily="34" charset="0"/>
              <a:buChar char="•"/>
            </a:pPr>
            <a:r>
              <a:rPr lang="en-US" dirty="0"/>
              <a:t>One of the big changes or java 9 feature is the Module System. Oracle Corp is going to introduce the following features as part of Jigsaw Project.</a:t>
            </a:r>
          </a:p>
          <a:p>
            <a:pPr marL="342900" indent="-342900" algn="l">
              <a:buFont typeface="Arial" panose="020B0604020202020204" pitchFamily="34" charset="0"/>
              <a:buChar char="•"/>
            </a:pPr>
            <a:endParaRPr lang="en-US" dirty="0"/>
          </a:p>
          <a:p>
            <a:pPr marL="342900" indent="-342900" algn="l">
              <a:buFont typeface="Arial" panose="020B0604020202020204" pitchFamily="34" charset="0"/>
              <a:buChar char="•"/>
            </a:pPr>
            <a:r>
              <a:rPr lang="en-US" dirty="0"/>
              <a:t>Modular JDK</a:t>
            </a:r>
          </a:p>
          <a:p>
            <a:pPr marL="342900" indent="-342900" algn="l">
              <a:buFont typeface="Arial" panose="020B0604020202020204" pitchFamily="34" charset="0"/>
              <a:buChar char="•"/>
            </a:pPr>
            <a:r>
              <a:rPr lang="en-US" dirty="0"/>
              <a:t>Modular Java Source Code</a:t>
            </a:r>
          </a:p>
          <a:p>
            <a:pPr marL="342900" indent="-342900" algn="l">
              <a:buFont typeface="Arial" panose="020B0604020202020204" pitchFamily="34" charset="0"/>
              <a:buChar char="•"/>
            </a:pPr>
            <a:r>
              <a:rPr lang="en-US" dirty="0"/>
              <a:t>Modular Run-time Images</a:t>
            </a:r>
          </a:p>
          <a:p>
            <a:pPr marL="342900" indent="-342900" algn="l">
              <a:buFont typeface="Arial" panose="020B0604020202020204" pitchFamily="34" charset="0"/>
              <a:buChar char="•"/>
            </a:pPr>
            <a:r>
              <a:rPr lang="en-US" dirty="0"/>
              <a:t>Encapsulate Java Internal APIs</a:t>
            </a:r>
          </a:p>
          <a:p>
            <a:pPr marL="342900" indent="-342900" algn="l">
              <a:buFont typeface="Arial" panose="020B0604020202020204" pitchFamily="34" charset="0"/>
              <a:buChar char="•"/>
            </a:pPr>
            <a:r>
              <a:rPr lang="en-US" dirty="0"/>
              <a:t>Java Platform Module System</a:t>
            </a:r>
          </a:p>
          <a:p>
            <a:pPr marL="342900" indent="-342900" algn="l">
              <a:buFont typeface="Arial" panose="020B0604020202020204" pitchFamily="34" charset="0"/>
              <a:buChar char="•"/>
            </a:pPr>
            <a:r>
              <a:rPr lang="en-US" dirty="0"/>
              <a:t>Before Java SE 9 versions, we are using Monolithic Jars to develop Java-Based applications. This architecture has a lot of limitations and drawbacks. To avoid all these shortcomings, Java SE 9 is coming with the Module System. JDK 9 is coming with 92 modules (may change in final release). We can use JDK Modules and also we can create our own modules as shown below: Simple Module Example</a:t>
            </a:r>
            <a:endParaRPr lang="en-IN" dirty="0"/>
          </a:p>
        </p:txBody>
      </p:sp>
    </p:spTree>
    <p:extLst>
      <p:ext uri="{BB962C8B-B14F-4D97-AF65-F5344CB8AC3E}">
        <p14:creationId xmlns:p14="http://schemas.microsoft.com/office/powerpoint/2010/main" val="333679590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F3EB09-7893-00A2-AEEC-382F6D7D0B2E}"/>
              </a:ext>
            </a:extLst>
          </p:cNvPr>
          <p:cNvSpPr>
            <a:spLocks noGrp="1"/>
          </p:cNvSpPr>
          <p:nvPr>
            <p:ph type="ctrTitle"/>
          </p:nvPr>
        </p:nvSpPr>
        <p:spPr>
          <a:xfrm>
            <a:off x="1318726" y="223935"/>
            <a:ext cx="9144000" cy="942392"/>
          </a:xfrm>
        </p:spPr>
        <p:txBody>
          <a:bodyPr>
            <a:normAutofit/>
          </a:bodyPr>
          <a:lstStyle/>
          <a:p>
            <a:pPr algn="l"/>
            <a:r>
              <a:rPr lang="en-IN" sz="2400" b="1" i="0" u="none" strike="noStrike" dirty="0">
                <a:solidFill>
                  <a:srgbClr val="4D5B7C"/>
                </a:solidFill>
                <a:effectLst/>
                <a:latin typeface="Epilogue"/>
                <a:hlinkClick r:id="rId2"/>
              </a:rPr>
              <a:t>Java 9 Features</a:t>
            </a:r>
            <a:r>
              <a:rPr lang="en-IN" sz="2400" b="1" i="0" u="none" strike="noStrike" dirty="0">
                <a:solidFill>
                  <a:srgbClr val="4D5B7C"/>
                </a:solidFill>
                <a:effectLst/>
                <a:latin typeface="Epilogue"/>
              </a:rPr>
              <a:t>  </a:t>
            </a:r>
            <a:r>
              <a:rPr lang="en-IN" sz="2400" b="1" i="0" dirty="0">
                <a:solidFill>
                  <a:srgbClr val="000000"/>
                </a:solidFill>
                <a:effectLst/>
                <a:latin typeface="Raleway" panose="020F0502020204030204" pitchFamily="2" charset="0"/>
              </a:rPr>
              <a:t>Java 9 Module System</a:t>
            </a:r>
            <a:endParaRPr lang="en-IN" sz="2400" dirty="0"/>
          </a:p>
        </p:txBody>
      </p:sp>
      <p:sp>
        <p:nvSpPr>
          <p:cNvPr id="3" name="Subtitle 2">
            <a:extLst>
              <a:ext uri="{FF2B5EF4-FFF2-40B4-BE49-F238E27FC236}">
                <a16:creationId xmlns:a16="http://schemas.microsoft.com/office/drawing/2014/main" id="{9484A1B8-AB11-B08B-DF29-F957935C6F4D}"/>
              </a:ext>
            </a:extLst>
          </p:cNvPr>
          <p:cNvSpPr>
            <a:spLocks noGrp="1"/>
          </p:cNvSpPr>
          <p:nvPr>
            <p:ph type="subTitle" idx="1"/>
          </p:nvPr>
        </p:nvSpPr>
        <p:spPr>
          <a:xfrm>
            <a:off x="292359" y="1586205"/>
            <a:ext cx="11607282" cy="4926562"/>
          </a:xfrm>
        </p:spPr>
        <p:txBody>
          <a:bodyPr>
            <a:normAutofit/>
          </a:bodyPr>
          <a:lstStyle/>
          <a:p>
            <a:pPr marL="342900" indent="-342900" algn="l">
              <a:buFont typeface="Arial" panose="020B0604020202020204" pitchFamily="34" charset="0"/>
              <a:buChar char="•"/>
            </a:pPr>
            <a:r>
              <a:rPr lang="en-US" dirty="0"/>
              <a:t>module </a:t>
            </a:r>
            <a:r>
              <a:rPr lang="en-US" dirty="0" err="1"/>
              <a:t>com.foo.bar</a:t>
            </a:r>
            <a:r>
              <a:rPr lang="en-US" dirty="0"/>
              <a:t> { }</a:t>
            </a:r>
          </a:p>
          <a:p>
            <a:pPr marL="342900" indent="-342900" algn="l">
              <a:buFont typeface="Arial" panose="020B0604020202020204" pitchFamily="34" charset="0"/>
              <a:buChar char="•"/>
            </a:pPr>
            <a:r>
              <a:rPr lang="en-US" dirty="0"/>
              <a:t>Here we are using ‘module’ to create a simple module. Each module has a name, related code, and other resources. To read more details about this new architecture and hands-on experience, please go through my original tutorials here:</a:t>
            </a:r>
            <a:endParaRPr lang="en-IN" dirty="0"/>
          </a:p>
        </p:txBody>
      </p:sp>
    </p:spTree>
    <p:extLst>
      <p:ext uri="{BB962C8B-B14F-4D97-AF65-F5344CB8AC3E}">
        <p14:creationId xmlns:p14="http://schemas.microsoft.com/office/powerpoint/2010/main" val="170288775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F3EB09-7893-00A2-AEEC-382F6D7D0B2E}"/>
              </a:ext>
            </a:extLst>
          </p:cNvPr>
          <p:cNvSpPr>
            <a:spLocks noGrp="1"/>
          </p:cNvSpPr>
          <p:nvPr>
            <p:ph type="ctrTitle"/>
          </p:nvPr>
        </p:nvSpPr>
        <p:spPr>
          <a:xfrm>
            <a:off x="1318726" y="223935"/>
            <a:ext cx="9144000" cy="942392"/>
          </a:xfrm>
        </p:spPr>
        <p:txBody>
          <a:bodyPr>
            <a:normAutofit/>
          </a:bodyPr>
          <a:lstStyle/>
          <a:p>
            <a:pPr algn="l"/>
            <a:r>
              <a:rPr lang="en-IN" sz="2400" b="1" i="0" u="none" strike="noStrike" dirty="0">
                <a:solidFill>
                  <a:srgbClr val="4D5B7C"/>
                </a:solidFill>
                <a:effectLst/>
                <a:latin typeface="Epilogue"/>
                <a:hlinkClick r:id="rId2"/>
              </a:rPr>
              <a:t>Java 9 Features</a:t>
            </a:r>
            <a:r>
              <a:rPr lang="en-IN" sz="2400" b="1" i="0" u="none" strike="noStrike" dirty="0">
                <a:solidFill>
                  <a:srgbClr val="4D5B7C"/>
                </a:solidFill>
                <a:effectLst/>
                <a:latin typeface="Epilogue"/>
              </a:rPr>
              <a:t>  </a:t>
            </a:r>
            <a:r>
              <a:rPr lang="en-IN" sz="2400" b="1" i="0" dirty="0">
                <a:solidFill>
                  <a:srgbClr val="000000"/>
                </a:solidFill>
                <a:effectLst/>
                <a:latin typeface="Raleway" panose="020F0502020204030204" pitchFamily="2" charset="0"/>
              </a:rPr>
              <a:t>Try With Resources Improvement</a:t>
            </a:r>
            <a:endParaRPr lang="en-IN" sz="2400" dirty="0"/>
          </a:p>
        </p:txBody>
      </p:sp>
      <p:sp>
        <p:nvSpPr>
          <p:cNvPr id="3" name="Subtitle 2">
            <a:extLst>
              <a:ext uri="{FF2B5EF4-FFF2-40B4-BE49-F238E27FC236}">
                <a16:creationId xmlns:a16="http://schemas.microsoft.com/office/drawing/2014/main" id="{9484A1B8-AB11-B08B-DF29-F957935C6F4D}"/>
              </a:ext>
            </a:extLst>
          </p:cNvPr>
          <p:cNvSpPr>
            <a:spLocks noGrp="1"/>
          </p:cNvSpPr>
          <p:nvPr>
            <p:ph type="subTitle" idx="1"/>
          </p:nvPr>
        </p:nvSpPr>
        <p:spPr>
          <a:xfrm>
            <a:off x="292359" y="1586205"/>
            <a:ext cx="11607282" cy="4926562"/>
          </a:xfrm>
        </p:spPr>
        <p:txBody>
          <a:bodyPr>
            <a:normAutofit lnSpcReduction="10000"/>
          </a:bodyPr>
          <a:lstStyle/>
          <a:p>
            <a:pPr marL="342900" indent="-342900" algn="l">
              <a:buFont typeface="Arial" panose="020B0604020202020204" pitchFamily="34" charset="0"/>
              <a:buChar char="•"/>
            </a:pPr>
            <a:r>
              <a:rPr lang="en-US" dirty="0"/>
              <a:t>void testARM_Before_Java9() throws </a:t>
            </a:r>
            <a:r>
              <a:rPr lang="en-US" dirty="0" err="1"/>
              <a:t>IOException</a:t>
            </a:r>
            <a:r>
              <a:rPr lang="en-US" dirty="0"/>
              <a:t>{</a:t>
            </a:r>
          </a:p>
          <a:p>
            <a:pPr marL="342900" indent="-342900" algn="l">
              <a:buFont typeface="Arial" panose="020B0604020202020204" pitchFamily="34" charset="0"/>
              <a:buChar char="•"/>
            </a:pPr>
            <a:r>
              <a:rPr lang="en-US" dirty="0"/>
              <a:t> </a:t>
            </a:r>
            <a:r>
              <a:rPr lang="en-US" dirty="0" err="1"/>
              <a:t>BufferedReader</a:t>
            </a:r>
            <a:r>
              <a:rPr lang="en-US" dirty="0"/>
              <a:t> reader1 = new </a:t>
            </a:r>
            <a:r>
              <a:rPr lang="en-US" dirty="0" err="1"/>
              <a:t>BufferedReader</a:t>
            </a:r>
            <a:r>
              <a:rPr lang="en-US" dirty="0"/>
              <a:t>(new </a:t>
            </a:r>
            <a:r>
              <a:rPr lang="en-US" dirty="0" err="1"/>
              <a:t>FileReader</a:t>
            </a:r>
            <a:r>
              <a:rPr lang="en-US" dirty="0"/>
              <a:t>("journaldev.txt"));</a:t>
            </a:r>
          </a:p>
          <a:p>
            <a:pPr marL="342900" indent="-342900" algn="l">
              <a:buFont typeface="Arial" panose="020B0604020202020204" pitchFamily="34" charset="0"/>
              <a:buChar char="•"/>
            </a:pPr>
            <a:r>
              <a:rPr lang="en-US" dirty="0"/>
              <a:t> try (</a:t>
            </a:r>
            <a:r>
              <a:rPr lang="en-US" dirty="0" err="1"/>
              <a:t>BufferedReader</a:t>
            </a:r>
            <a:r>
              <a:rPr lang="en-US" dirty="0"/>
              <a:t> reader2 = reader1) {</a:t>
            </a:r>
          </a:p>
          <a:p>
            <a:pPr marL="342900" indent="-342900" algn="l">
              <a:buFont typeface="Arial" panose="020B0604020202020204" pitchFamily="34" charset="0"/>
              <a:buChar char="•"/>
            </a:pPr>
            <a:r>
              <a:rPr lang="en-US" dirty="0"/>
              <a:t>   </a:t>
            </a:r>
            <a:r>
              <a:rPr lang="en-US" dirty="0" err="1"/>
              <a:t>System.out.println</a:t>
            </a:r>
            <a:r>
              <a:rPr lang="en-US" dirty="0"/>
              <a:t>(reader2.readLine());</a:t>
            </a:r>
          </a:p>
          <a:p>
            <a:pPr marL="342900" indent="-342900" algn="l">
              <a:buFont typeface="Arial" panose="020B0604020202020204" pitchFamily="34" charset="0"/>
              <a:buChar char="•"/>
            </a:pPr>
            <a:r>
              <a:rPr lang="en-US" dirty="0"/>
              <a:t> }</a:t>
            </a:r>
          </a:p>
          <a:p>
            <a:pPr marL="342900" indent="-342900" algn="l">
              <a:buFont typeface="Arial" panose="020B0604020202020204" pitchFamily="34" charset="0"/>
              <a:buChar char="•"/>
            </a:pPr>
            <a:r>
              <a:rPr lang="en-US" dirty="0"/>
              <a:t>}</a:t>
            </a:r>
          </a:p>
          <a:p>
            <a:pPr marL="342900" indent="-342900" algn="l">
              <a:buFont typeface="Arial" panose="020B0604020202020204" pitchFamily="34" charset="0"/>
              <a:buChar char="•"/>
            </a:pPr>
            <a:r>
              <a:rPr lang="en-IN" dirty="0"/>
              <a:t>void testARM_Java9() throws </a:t>
            </a:r>
            <a:r>
              <a:rPr lang="en-IN" dirty="0" err="1"/>
              <a:t>IOException</a:t>
            </a:r>
            <a:r>
              <a:rPr lang="en-IN" dirty="0"/>
              <a:t>{</a:t>
            </a:r>
          </a:p>
          <a:p>
            <a:pPr marL="342900" indent="-342900" algn="l">
              <a:buFont typeface="Arial" panose="020B0604020202020204" pitchFamily="34" charset="0"/>
              <a:buChar char="•"/>
            </a:pPr>
            <a:r>
              <a:rPr lang="en-IN" dirty="0"/>
              <a:t> </a:t>
            </a:r>
            <a:r>
              <a:rPr lang="en-IN" dirty="0" err="1"/>
              <a:t>BufferedReader</a:t>
            </a:r>
            <a:r>
              <a:rPr lang="en-IN" dirty="0"/>
              <a:t> reader1 = new </a:t>
            </a:r>
            <a:r>
              <a:rPr lang="en-IN" dirty="0" err="1"/>
              <a:t>BufferedReader</a:t>
            </a:r>
            <a:r>
              <a:rPr lang="en-IN" dirty="0"/>
              <a:t>(new </a:t>
            </a:r>
            <a:r>
              <a:rPr lang="en-IN" dirty="0" err="1"/>
              <a:t>FileReader</a:t>
            </a:r>
            <a:r>
              <a:rPr lang="en-IN" dirty="0"/>
              <a:t>("journaldev.txt"));</a:t>
            </a:r>
          </a:p>
          <a:p>
            <a:pPr marL="342900" indent="-342900" algn="l">
              <a:buFont typeface="Arial" panose="020B0604020202020204" pitchFamily="34" charset="0"/>
              <a:buChar char="•"/>
            </a:pPr>
            <a:r>
              <a:rPr lang="en-IN" dirty="0"/>
              <a:t> try (reader1) {</a:t>
            </a:r>
          </a:p>
          <a:p>
            <a:pPr marL="342900" indent="-342900" algn="l">
              <a:buFont typeface="Arial" panose="020B0604020202020204" pitchFamily="34" charset="0"/>
              <a:buChar char="•"/>
            </a:pPr>
            <a:r>
              <a:rPr lang="en-IN" dirty="0"/>
              <a:t>   </a:t>
            </a:r>
            <a:r>
              <a:rPr lang="en-IN" dirty="0" err="1"/>
              <a:t>System.out.println</a:t>
            </a:r>
            <a:r>
              <a:rPr lang="en-IN" dirty="0"/>
              <a:t>(reader1.readLine());</a:t>
            </a:r>
          </a:p>
          <a:p>
            <a:pPr marL="342900" indent="-342900" algn="l">
              <a:buFont typeface="Arial" panose="020B0604020202020204" pitchFamily="34" charset="0"/>
              <a:buChar char="•"/>
            </a:pPr>
            <a:r>
              <a:rPr lang="en-IN" dirty="0"/>
              <a:t> }</a:t>
            </a:r>
          </a:p>
        </p:txBody>
      </p:sp>
    </p:spTree>
    <p:extLst>
      <p:ext uri="{BB962C8B-B14F-4D97-AF65-F5344CB8AC3E}">
        <p14:creationId xmlns:p14="http://schemas.microsoft.com/office/powerpoint/2010/main" val="40472818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F3EB09-7893-00A2-AEEC-382F6D7D0B2E}"/>
              </a:ext>
            </a:extLst>
          </p:cNvPr>
          <p:cNvSpPr>
            <a:spLocks noGrp="1"/>
          </p:cNvSpPr>
          <p:nvPr>
            <p:ph type="ctrTitle"/>
          </p:nvPr>
        </p:nvSpPr>
        <p:spPr>
          <a:xfrm>
            <a:off x="1318726" y="223935"/>
            <a:ext cx="9144000" cy="942392"/>
          </a:xfrm>
        </p:spPr>
        <p:txBody>
          <a:bodyPr>
            <a:normAutofit/>
          </a:bodyPr>
          <a:lstStyle/>
          <a:p>
            <a:pPr algn="l"/>
            <a:r>
              <a:rPr lang="en-IN" sz="2400" b="1" i="0" u="none" strike="noStrike" dirty="0">
                <a:solidFill>
                  <a:srgbClr val="4D5B7C"/>
                </a:solidFill>
                <a:effectLst/>
                <a:latin typeface="Epilogue"/>
                <a:hlinkClick r:id="rId2"/>
              </a:rPr>
              <a:t>Java 9 Features</a:t>
            </a:r>
            <a:r>
              <a:rPr lang="en-IN" sz="2400" b="1" i="0" u="none" strike="noStrike" dirty="0">
                <a:solidFill>
                  <a:srgbClr val="4D5B7C"/>
                </a:solidFill>
                <a:effectLst/>
                <a:latin typeface="Epilogue"/>
              </a:rPr>
              <a:t>  </a:t>
            </a:r>
            <a:r>
              <a:rPr lang="en-IN" sz="2800" b="1" i="0" dirty="0">
                <a:solidFill>
                  <a:srgbClr val="000000"/>
                </a:solidFill>
                <a:effectLst/>
                <a:latin typeface="Raleway" panose="020F0502020204030204" pitchFamily="2" charset="0"/>
              </a:rPr>
              <a:t>Stream API Improvements</a:t>
            </a:r>
            <a:endParaRPr lang="en-IN" sz="2800" dirty="0"/>
          </a:p>
        </p:txBody>
      </p:sp>
      <p:sp>
        <p:nvSpPr>
          <p:cNvPr id="3" name="Subtitle 2">
            <a:extLst>
              <a:ext uri="{FF2B5EF4-FFF2-40B4-BE49-F238E27FC236}">
                <a16:creationId xmlns:a16="http://schemas.microsoft.com/office/drawing/2014/main" id="{9484A1B8-AB11-B08B-DF29-F957935C6F4D}"/>
              </a:ext>
            </a:extLst>
          </p:cNvPr>
          <p:cNvSpPr>
            <a:spLocks noGrp="1"/>
          </p:cNvSpPr>
          <p:nvPr>
            <p:ph type="subTitle" idx="1"/>
          </p:nvPr>
        </p:nvSpPr>
        <p:spPr>
          <a:xfrm>
            <a:off x="292359" y="1586205"/>
            <a:ext cx="11607282" cy="4926562"/>
          </a:xfrm>
        </p:spPr>
        <p:txBody>
          <a:bodyPr>
            <a:normAutofit/>
          </a:bodyPr>
          <a:lstStyle/>
          <a:p>
            <a:pPr marL="342900" indent="-342900" algn="l">
              <a:buFont typeface="Arial" panose="020B0604020202020204" pitchFamily="34" charset="0"/>
              <a:buChar char="•"/>
            </a:pPr>
            <a:r>
              <a:rPr lang="en-US" dirty="0"/>
              <a:t>The new methods </a:t>
            </a:r>
            <a:r>
              <a:rPr lang="en-US" dirty="0" err="1"/>
              <a:t>takeWhile</a:t>
            </a:r>
            <a:r>
              <a:rPr lang="en-US" dirty="0"/>
              <a:t> and </a:t>
            </a:r>
            <a:r>
              <a:rPr lang="en-US" dirty="0" err="1"/>
              <a:t>dropWhile</a:t>
            </a:r>
            <a:r>
              <a:rPr lang="en-US" dirty="0"/>
              <a:t> allow you to get portions of a stream based on a predicate.</a:t>
            </a:r>
          </a:p>
          <a:p>
            <a:pPr marL="342900" indent="-342900" algn="l">
              <a:buFont typeface="Arial" panose="020B0604020202020204" pitchFamily="34" charset="0"/>
              <a:buChar char="•"/>
            </a:pPr>
            <a:r>
              <a:rPr lang="en-US" dirty="0" err="1"/>
              <a:t>TakeWhile</a:t>
            </a:r>
            <a:r>
              <a:rPr lang="en-US" dirty="0"/>
              <a:t>:</a:t>
            </a:r>
          </a:p>
          <a:p>
            <a:pPr algn="l"/>
            <a:r>
              <a:rPr lang="en-US" b="1" i="0" dirty="0">
                <a:effectLst/>
                <a:latin typeface="var(--font-family-heading-lesson-markdown)"/>
              </a:rPr>
              <a:t>Longest prefix</a:t>
            </a:r>
          </a:p>
          <a:p>
            <a:pPr algn="l"/>
            <a:r>
              <a:rPr lang="en-US" b="0" i="0" dirty="0">
                <a:solidFill>
                  <a:srgbClr val="3D3D4E"/>
                </a:solidFill>
                <a:effectLst/>
                <a:latin typeface="Droid Serif"/>
              </a:rPr>
              <a:t>The </a:t>
            </a:r>
            <a:r>
              <a:rPr lang="en-US" b="1" i="0" dirty="0">
                <a:solidFill>
                  <a:srgbClr val="3D3D4E"/>
                </a:solidFill>
                <a:effectLst/>
                <a:latin typeface="var(--font-family-body-lesson-markdown,&quot;Droid Serif&quot;)"/>
              </a:rPr>
              <a:t>longest prefix</a:t>
            </a:r>
            <a:r>
              <a:rPr lang="en-US" b="0" i="0" dirty="0">
                <a:solidFill>
                  <a:srgbClr val="3D3D4E"/>
                </a:solidFill>
                <a:effectLst/>
                <a:latin typeface="Droid Serif"/>
              </a:rPr>
              <a:t> is a continuous series of elements in the stream that satisfies the specified predicate if the stream is ordered. The stream’s first element is the first element of the sequence. The element immediately following the last element of the sequence does not match the given predicate.</a:t>
            </a:r>
          </a:p>
          <a:p>
            <a:pPr algn="l"/>
            <a:r>
              <a:rPr lang="en-US" b="1" i="0" dirty="0">
                <a:effectLst/>
                <a:latin typeface="var(--font-family-heading-lesson-markdown)"/>
              </a:rPr>
              <a:t>Nondeterministic execution</a:t>
            </a:r>
          </a:p>
          <a:p>
            <a:pPr algn="l"/>
            <a:r>
              <a:rPr lang="en-US" b="0" i="0" dirty="0">
                <a:solidFill>
                  <a:srgbClr val="3D3D4E"/>
                </a:solidFill>
                <a:effectLst/>
                <a:latin typeface="Droid Serif"/>
              </a:rPr>
              <a:t>The method execution is nondeterministic if this stream is unordered and some of the elements in the stream satisfy the supplied predicate. The method can take any subset of matching elements that includes the empty set.</a:t>
            </a:r>
          </a:p>
          <a:p>
            <a:pPr marL="342900" indent="-342900" algn="l">
              <a:buFont typeface="Arial" panose="020B0604020202020204" pitchFamily="34" charset="0"/>
              <a:buChar char="•"/>
            </a:pPr>
            <a:endParaRPr lang="en-IN" dirty="0"/>
          </a:p>
        </p:txBody>
      </p:sp>
    </p:spTree>
    <p:extLst>
      <p:ext uri="{BB962C8B-B14F-4D97-AF65-F5344CB8AC3E}">
        <p14:creationId xmlns:p14="http://schemas.microsoft.com/office/powerpoint/2010/main" val="19281522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F3EB09-7893-00A2-AEEC-382F6D7D0B2E}"/>
              </a:ext>
            </a:extLst>
          </p:cNvPr>
          <p:cNvSpPr>
            <a:spLocks noGrp="1"/>
          </p:cNvSpPr>
          <p:nvPr>
            <p:ph type="ctrTitle"/>
          </p:nvPr>
        </p:nvSpPr>
        <p:spPr>
          <a:xfrm>
            <a:off x="1318726" y="223935"/>
            <a:ext cx="9144000" cy="942392"/>
          </a:xfrm>
        </p:spPr>
        <p:txBody>
          <a:bodyPr>
            <a:normAutofit/>
          </a:bodyPr>
          <a:lstStyle/>
          <a:p>
            <a:pPr algn="l"/>
            <a:r>
              <a:rPr lang="en-IN" sz="2400" b="1" i="0" u="none" strike="noStrike" dirty="0">
                <a:solidFill>
                  <a:srgbClr val="4D5B7C"/>
                </a:solidFill>
                <a:effectLst/>
                <a:latin typeface="Epilogue"/>
                <a:hlinkClick r:id="rId2"/>
              </a:rPr>
              <a:t>Java 9 Features</a:t>
            </a:r>
            <a:r>
              <a:rPr lang="en-IN" sz="2400" b="1" i="0" u="none" strike="noStrike" dirty="0">
                <a:solidFill>
                  <a:srgbClr val="4D5B7C"/>
                </a:solidFill>
                <a:effectLst/>
                <a:latin typeface="Epilogue"/>
              </a:rPr>
              <a:t>  </a:t>
            </a:r>
            <a:r>
              <a:rPr lang="en-IN" sz="2800" b="1" i="0" dirty="0" err="1">
                <a:solidFill>
                  <a:srgbClr val="000000"/>
                </a:solidFill>
                <a:effectLst/>
                <a:latin typeface="Raleway" panose="020F0502020204030204" pitchFamily="2" charset="0"/>
              </a:rPr>
              <a:t>takeWhile</a:t>
            </a:r>
            <a:endParaRPr lang="en-IN" sz="2800" dirty="0"/>
          </a:p>
        </p:txBody>
      </p:sp>
      <p:sp>
        <p:nvSpPr>
          <p:cNvPr id="3" name="Subtitle 2">
            <a:extLst>
              <a:ext uri="{FF2B5EF4-FFF2-40B4-BE49-F238E27FC236}">
                <a16:creationId xmlns:a16="http://schemas.microsoft.com/office/drawing/2014/main" id="{9484A1B8-AB11-B08B-DF29-F957935C6F4D}"/>
              </a:ext>
            </a:extLst>
          </p:cNvPr>
          <p:cNvSpPr>
            <a:spLocks noGrp="1"/>
          </p:cNvSpPr>
          <p:nvPr>
            <p:ph type="subTitle" idx="1"/>
          </p:nvPr>
        </p:nvSpPr>
        <p:spPr>
          <a:xfrm>
            <a:off x="292359" y="1586205"/>
            <a:ext cx="11607282" cy="5047860"/>
          </a:xfrm>
        </p:spPr>
        <p:txBody>
          <a:bodyPr>
            <a:normAutofit/>
          </a:bodyPr>
          <a:lstStyle/>
          <a:p>
            <a:pPr algn="l" fontAlgn="base"/>
            <a:r>
              <a:rPr lang="en-US" b="1" i="0" dirty="0">
                <a:solidFill>
                  <a:srgbClr val="666666"/>
                </a:solidFill>
                <a:effectLst/>
                <a:latin typeface="Source Sans Pro" panose="020F0502020204030204" pitchFamily="34" charset="0"/>
              </a:rPr>
              <a:t>If the stream is Ordered:</a:t>
            </a:r>
            <a:endParaRPr lang="en-US" b="0" i="0" dirty="0">
              <a:solidFill>
                <a:srgbClr val="666666"/>
              </a:solidFill>
              <a:effectLst/>
              <a:latin typeface="Source Sans Pro" panose="020F0502020204030204" pitchFamily="34" charset="0"/>
            </a:endParaRPr>
          </a:p>
          <a:p>
            <a:pPr algn="l" fontAlgn="base"/>
            <a:r>
              <a:rPr lang="en-US" b="0" i="0" dirty="0">
                <a:solidFill>
                  <a:srgbClr val="666666"/>
                </a:solidFill>
                <a:effectLst/>
                <a:latin typeface="Source Sans Pro" panose="020F0502020204030204" pitchFamily="34" charset="0"/>
              </a:rPr>
              <a:t>It returns a stream consisting of the longest prefix of elements taken from this stream that match the given predicate. If this stream is ordered then the longest prefix is a contiguous sequence of elements of this stream that match the given predicate. The first element of the sequence is the first element of this stream, and the element immediately following the last element of the sequence does not match the given predicate.</a:t>
            </a:r>
          </a:p>
          <a:p>
            <a:pPr marL="342900" indent="-342900" algn="l">
              <a:buFont typeface="Arial" panose="020B0604020202020204" pitchFamily="34" charset="0"/>
              <a:buChar char="•"/>
            </a:pPr>
            <a:r>
              <a:rPr lang="en-US" dirty="0"/>
              <a:t> </a:t>
            </a:r>
            <a:r>
              <a:rPr lang="en-US" dirty="0" err="1"/>
              <a:t>Stream.of</a:t>
            </a:r>
            <a:r>
              <a:rPr lang="en-US" dirty="0"/>
              <a:t>(1,3,5,7,9,13,16,17,19)</a:t>
            </a:r>
          </a:p>
          <a:p>
            <a:pPr marL="342900" indent="-342900" algn="l">
              <a:buFont typeface="Arial" panose="020B0604020202020204" pitchFamily="34" charset="0"/>
              <a:buChar char="•"/>
            </a:pPr>
            <a:r>
              <a:rPr lang="en-US" dirty="0"/>
              <a:t>			.</a:t>
            </a:r>
            <a:r>
              <a:rPr lang="en-US" dirty="0" err="1"/>
              <a:t>takeWhile</a:t>
            </a:r>
            <a:r>
              <a:rPr lang="en-US" dirty="0"/>
              <a:t>(number -&gt; number%2!=0))</a:t>
            </a:r>
          </a:p>
          <a:p>
            <a:pPr marL="342900" indent="-342900" algn="l">
              <a:buFont typeface="Arial" panose="020B0604020202020204" pitchFamily="34" charset="0"/>
              <a:buChar char="•"/>
            </a:pPr>
            <a:r>
              <a:rPr lang="en-US" dirty="0"/>
              <a:t>                  .</a:t>
            </a:r>
            <a:r>
              <a:rPr lang="en-US" dirty="0" err="1"/>
              <a:t>forEach</a:t>
            </a:r>
            <a:r>
              <a:rPr lang="en-US" dirty="0"/>
              <a:t>(number-&gt;</a:t>
            </a:r>
            <a:r>
              <a:rPr lang="en-US" dirty="0" err="1"/>
              <a:t>System.out.println</a:t>
            </a:r>
            <a:r>
              <a:rPr lang="en-US" dirty="0"/>
              <a:t>(number));</a:t>
            </a:r>
          </a:p>
          <a:p>
            <a:pPr marL="342900" indent="-342900" algn="l">
              <a:buFont typeface="Arial" panose="020B0604020202020204" pitchFamily="34" charset="0"/>
              <a:buChar char="•"/>
            </a:pPr>
            <a:r>
              <a:rPr lang="en-US" dirty="0"/>
              <a:t>  </a:t>
            </a:r>
          </a:p>
          <a:p>
            <a:pPr marL="342900" indent="-342900" algn="l">
              <a:buFont typeface="Arial" panose="020B0604020202020204" pitchFamily="34" charset="0"/>
              <a:buChar char="•"/>
            </a:pPr>
            <a:r>
              <a:rPr lang="en-US" dirty="0"/>
              <a:t>output 1,3,5,7,9,13</a:t>
            </a:r>
            <a:endParaRPr lang="en-IN" dirty="0"/>
          </a:p>
        </p:txBody>
      </p:sp>
    </p:spTree>
    <p:extLst>
      <p:ext uri="{BB962C8B-B14F-4D97-AF65-F5344CB8AC3E}">
        <p14:creationId xmlns:p14="http://schemas.microsoft.com/office/powerpoint/2010/main" val="288095216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F3EB09-7893-00A2-AEEC-382F6D7D0B2E}"/>
              </a:ext>
            </a:extLst>
          </p:cNvPr>
          <p:cNvSpPr>
            <a:spLocks noGrp="1"/>
          </p:cNvSpPr>
          <p:nvPr>
            <p:ph type="ctrTitle"/>
          </p:nvPr>
        </p:nvSpPr>
        <p:spPr>
          <a:xfrm>
            <a:off x="1318726" y="223935"/>
            <a:ext cx="9144000" cy="942392"/>
          </a:xfrm>
        </p:spPr>
        <p:txBody>
          <a:bodyPr>
            <a:normAutofit/>
          </a:bodyPr>
          <a:lstStyle/>
          <a:p>
            <a:pPr algn="l"/>
            <a:r>
              <a:rPr lang="en-IN" sz="2400" b="1" i="0" u="none" strike="noStrike" dirty="0">
                <a:solidFill>
                  <a:srgbClr val="4D5B7C"/>
                </a:solidFill>
                <a:effectLst/>
                <a:latin typeface="Epilogue"/>
                <a:hlinkClick r:id="rId2"/>
              </a:rPr>
              <a:t>Java 9 Features</a:t>
            </a:r>
            <a:r>
              <a:rPr lang="en-IN" sz="2400" b="1" i="0" u="none" strike="noStrike" dirty="0">
                <a:solidFill>
                  <a:srgbClr val="4D5B7C"/>
                </a:solidFill>
                <a:effectLst/>
                <a:latin typeface="Epilogue"/>
              </a:rPr>
              <a:t>  </a:t>
            </a:r>
            <a:r>
              <a:rPr lang="en-IN" sz="2800" b="1" i="0" dirty="0" err="1">
                <a:solidFill>
                  <a:srgbClr val="000000"/>
                </a:solidFill>
                <a:effectLst/>
                <a:latin typeface="Raleway" panose="020F0502020204030204" pitchFamily="2" charset="0"/>
              </a:rPr>
              <a:t>takeWhile</a:t>
            </a:r>
            <a:endParaRPr lang="en-IN" sz="2800" dirty="0"/>
          </a:p>
        </p:txBody>
      </p:sp>
      <p:sp>
        <p:nvSpPr>
          <p:cNvPr id="3" name="Subtitle 2">
            <a:extLst>
              <a:ext uri="{FF2B5EF4-FFF2-40B4-BE49-F238E27FC236}">
                <a16:creationId xmlns:a16="http://schemas.microsoft.com/office/drawing/2014/main" id="{9484A1B8-AB11-B08B-DF29-F957935C6F4D}"/>
              </a:ext>
            </a:extLst>
          </p:cNvPr>
          <p:cNvSpPr>
            <a:spLocks noGrp="1"/>
          </p:cNvSpPr>
          <p:nvPr>
            <p:ph type="subTitle" idx="1"/>
          </p:nvPr>
        </p:nvSpPr>
        <p:spPr>
          <a:xfrm>
            <a:off x="292359" y="1586205"/>
            <a:ext cx="11607282" cy="5047860"/>
          </a:xfrm>
        </p:spPr>
        <p:txBody>
          <a:bodyPr>
            <a:normAutofit/>
          </a:bodyPr>
          <a:lstStyle/>
          <a:p>
            <a:pPr algn="l" fontAlgn="base"/>
            <a:r>
              <a:rPr lang="en-US" b="1" i="0" dirty="0">
                <a:solidFill>
                  <a:srgbClr val="666666"/>
                </a:solidFill>
                <a:effectLst/>
                <a:latin typeface="Source Sans Pro" panose="020F0502020204030204" pitchFamily="34" charset="0"/>
              </a:rPr>
              <a:t>If the stream is Ordered:</a:t>
            </a:r>
            <a:endParaRPr lang="en-US" b="0" i="0" dirty="0">
              <a:solidFill>
                <a:srgbClr val="666666"/>
              </a:solidFill>
              <a:effectLst/>
              <a:latin typeface="Source Sans Pro" panose="020F0502020204030204" pitchFamily="34" charset="0"/>
            </a:endParaRPr>
          </a:p>
          <a:p>
            <a:pPr algn="l" fontAlgn="base"/>
            <a:r>
              <a:rPr lang="en-US" b="1" i="0" dirty="0">
                <a:solidFill>
                  <a:srgbClr val="666666"/>
                </a:solidFill>
                <a:effectLst/>
                <a:latin typeface="Source Sans Pro" panose="020B0503030403020204" pitchFamily="34" charset="0"/>
              </a:rPr>
              <a:t>If you notice above, 17 &amp; 19 are also matching the predicate but because 16 is not matching, therefore, the returning stream won’t consider 17 and 19 and just cut off at the failing element.</a:t>
            </a:r>
          </a:p>
          <a:p>
            <a:pPr algn="l" fontAlgn="base"/>
            <a:r>
              <a:rPr lang="en-US" b="1" i="0" dirty="0">
                <a:solidFill>
                  <a:srgbClr val="666666"/>
                </a:solidFill>
                <a:effectLst/>
                <a:latin typeface="Source Sans Pro" panose="020B0503030403020204" pitchFamily="34" charset="0"/>
              </a:rPr>
              <a:t>If the stream is Un-Ordered:</a:t>
            </a:r>
            <a:endParaRPr lang="en-US" b="0" i="0" dirty="0">
              <a:solidFill>
                <a:srgbClr val="666666"/>
              </a:solidFill>
              <a:effectLst/>
              <a:latin typeface="Source Sans Pro" panose="020B0503030403020204" pitchFamily="34" charset="0"/>
            </a:endParaRPr>
          </a:p>
          <a:p>
            <a:pPr algn="l" fontAlgn="base"/>
            <a:r>
              <a:rPr lang="en-US" b="0" i="0" dirty="0">
                <a:solidFill>
                  <a:srgbClr val="666666"/>
                </a:solidFill>
                <a:effectLst/>
                <a:latin typeface="Source Sans Pro" panose="020B0503030403020204" pitchFamily="34" charset="0"/>
              </a:rPr>
              <a:t>It returns a stream consisting of a subset of elements taken from this stream that match the given predicate. If this stream is unordered, and some (but not all) elements of this stream match the given predicate, then the behavior of this operation is nondeterministic; it is free to take any subset of matching elements(which includes the empty set).</a:t>
            </a:r>
          </a:p>
          <a:p>
            <a:pPr algn="l" fontAlgn="base"/>
            <a:endParaRPr lang="en-IN" dirty="0"/>
          </a:p>
        </p:txBody>
      </p:sp>
    </p:spTree>
    <p:extLst>
      <p:ext uri="{BB962C8B-B14F-4D97-AF65-F5344CB8AC3E}">
        <p14:creationId xmlns:p14="http://schemas.microsoft.com/office/powerpoint/2010/main" val="357824390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F3EB09-7893-00A2-AEEC-382F6D7D0B2E}"/>
              </a:ext>
            </a:extLst>
          </p:cNvPr>
          <p:cNvSpPr>
            <a:spLocks noGrp="1"/>
          </p:cNvSpPr>
          <p:nvPr>
            <p:ph type="ctrTitle"/>
          </p:nvPr>
        </p:nvSpPr>
        <p:spPr>
          <a:xfrm>
            <a:off x="1318726" y="223935"/>
            <a:ext cx="9144000" cy="942392"/>
          </a:xfrm>
        </p:spPr>
        <p:txBody>
          <a:bodyPr>
            <a:normAutofit/>
          </a:bodyPr>
          <a:lstStyle/>
          <a:p>
            <a:pPr algn="l"/>
            <a:r>
              <a:rPr lang="en-IN" sz="2400" b="1" i="0" u="none" strike="noStrike" dirty="0">
                <a:solidFill>
                  <a:srgbClr val="4D5B7C"/>
                </a:solidFill>
                <a:effectLst/>
                <a:latin typeface="Epilogue"/>
                <a:hlinkClick r:id="rId2"/>
              </a:rPr>
              <a:t>Java 9 Features</a:t>
            </a:r>
            <a:r>
              <a:rPr lang="en-IN" sz="2400" b="1" i="0" u="none" strike="noStrike" dirty="0">
                <a:solidFill>
                  <a:srgbClr val="4D5B7C"/>
                </a:solidFill>
                <a:effectLst/>
                <a:latin typeface="Epilogue"/>
              </a:rPr>
              <a:t>  </a:t>
            </a:r>
            <a:r>
              <a:rPr lang="en-IN" sz="2800" b="1" i="0" dirty="0" err="1">
                <a:solidFill>
                  <a:srgbClr val="000000"/>
                </a:solidFill>
                <a:effectLst/>
                <a:latin typeface="Raleway" panose="020F0502020204030204" pitchFamily="2" charset="0"/>
              </a:rPr>
              <a:t>takeWhile</a:t>
            </a:r>
            <a:endParaRPr lang="en-IN" sz="2800" dirty="0"/>
          </a:p>
        </p:txBody>
      </p:sp>
      <p:sp>
        <p:nvSpPr>
          <p:cNvPr id="3" name="Subtitle 2">
            <a:extLst>
              <a:ext uri="{FF2B5EF4-FFF2-40B4-BE49-F238E27FC236}">
                <a16:creationId xmlns:a16="http://schemas.microsoft.com/office/drawing/2014/main" id="{9484A1B8-AB11-B08B-DF29-F957935C6F4D}"/>
              </a:ext>
            </a:extLst>
          </p:cNvPr>
          <p:cNvSpPr>
            <a:spLocks noGrp="1"/>
          </p:cNvSpPr>
          <p:nvPr>
            <p:ph type="subTitle" idx="1"/>
          </p:nvPr>
        </p:nvSpPr>
        <p:spPr>
          <a:xfrm>
            <a:off x="292359" y="1586205"/>
            <a:ext cx="11607282" cy="5047860"/>
          </a:xfrm>
        </p:spPr>
        <p:txBody>
          <a:bodyPr>
            <a:normAutofit fontScale="92500" lnSpcReduction="10000"/>
          </a:bodyPr>
          <a:lstStyle/>
          <a:p>
            <a:pPr algn="l" fontAlgn="base"/>
            <a:r>
              <a:rPr lang="en-US" b="1" i="0" dirty="0">
                <a:solidFill>
                  <a:srgbClr val="666666"/>
                </a:solidFill>
                <a:effectLst/>
                <a:latin typeface="Source Sans Pro" panose="020F0502020204030204" pitchFamily="34" charset="0"/>
              </a:rPr>
              <a:t>If the stream is Ordered:</a:t>
            </a:r>
            <a:endParaRPr lang="en-US" b="0" i="0" dirty="0">
              <a:solidFill>
                <a:srgbClr val="666666"/>
              </a:solidFill>
              <a:effectLst/>
              <a:latin typeface="Source Sans Pro" panose="020F0502020204030204" pitchFamily="34" charset="0"/>
            </a:endParaRPr>
          </a:p>
          <a:p>
            <a:pPr algn="l" fontAlgn="base"/>
            <a:r>
              <a:rPr lang="en-US" b="1" i="0" dirty="0">
                <a:solidFill>
                  <a:srgbClr val="666666"/>
                </a:solidFill>
                <a:effectLst/>
                <a:latin typeface="Source Sans Pro" panose="020B0503030403020204" pitchFamily="34" charset="0"/>
              </a:rPr>
              <a:t>If you notice above, 17 &amp; 19 are also matching the predicate but because 16 is not matching, therefore, the returning stream won’t consider 17 and 19 and just cut off at the failing element.</a:t>
            </a:r>
          </a:p>
          <a:p>
            <a:pPr algn="l" fontAlgn="base"/>
            <a:r>
              <a:rPr lang="en-US" b="1" i="0" dirty="0">
                <a:solidFill>
                  <a:srgbClr val="666666"/>
                </a:solidFill>
                <a:effectLst/>
                <a:latin typeface="Source Sans Pro" panose="020B0503030403020204" pitchFamily="34" charset="0"/>
              </a:rPr>
              <a:t>If the stream is Un-Ordered:</a:t>
            </a:r>
            <a:endParaRPr lang="en-US" b="0" i="0" dirty="0">
              <a:solidFill>
                <a:srgbClr val="666666"/>
              </a:solidFill>
              <a:effectLst/>
              <a:latin typeface="Source Sans Pro" panose="020B0503030403020204" pitchFamily="34" charset="0"/>
            </a:endParaRPr>
          </a:p>
          <a:p>
            <a:pPr algn="l" fontAlgn="base"/>
            <a:r>
              <a:rPr lang="en-US" b="0" i="0" dirty="0">
                <a:solidFill>
                  <a:srgbClr val="666666"/>
                </a:solidFill>
                <a:effectLst/>
                <a:latin typeface="Source Sans Pro" panose="020B0503030403020204" pitchFamily="34" charset="0"/>
              </a:rPr>
              <a:t>It returns a stream consisting of a subset of elements taken from this stream that match the given predicate. If this stream is unordered, and some (but not all) elements of this stream match the given predicate, then the behavior of this operation is nondeterministic; it is free to take any subset of matching elements(which includes the empty set).</a:t>
            </a:r>
          </a:p>
          <a:p>
            <a:pPr algn="l" fontAlgn="base"/>
            <a:r>
              <a:rPr lang="en-US" dirty="0"/>
              <a:t> </a:t>
            </a:r>
            <a:r>
              <a:rPr lang="en-US" dirty="0" err="1"/>
              <a:t>Stream.of</a:t>
            </a:r>
            <a:r>
              <a:rPr lang="en-US" dirty="0"/>
              <a:t>(1,3,5,2,7)</a:t>
            </a:r>
          </a:p>
          <a:p>
            <a:pPr algn="l" fontAlgn="base"/>
            <a:r>
              <a:rPr lang="en-US" dirty="0"/>
              <a:t>			.</a:t>
            </a:r>
            <a:r>
              <a:rPr lang="en-US" dirty="0" err="1"/>
              <a:t>takeWhile</a:t>
            </a:r>
            <a:r>
              <a:rPr lang="en-US" dirty="0"/>
              <a:t>(number -&gt; number%2!=0))</a:t>
            </a:r>
          </a:p>
          <a:p>
            <a:pPr algn="l" fontAlgn="base"/>
            <a:r>
              <a:rPr lang="en-US" dirty="0"/>
              <a:t>                  .</a:t>
            </a:r>
            <a:r>
              <a:rPr lang="en-US" dirty="0" err="1"/>
              <a:t>forEach</a:t>
            </a:r>
            <a:r>
              <a:rPr lang="en-US" dirty="0"/>
              <a:t>(number-&gt;</a:t>
            </a:r>
            <a:r>
              <a:rPr lang="en-US" dirty="0" err="1"/>
              <a:t>System.out.println</a:t>
            </a:r>
            <a:r>
              <a:rPr lang="en-US" dirty="0"/>
              <a:t>(number));</a:t>
            </a:r>
          </a:p>
          <a:p>
            <a:pPr algn="l" fontAlgn="base"/>
            <a:r>
              <a:rPr lang="en-US" dirty="0"/>
              <a:t>  </a:t>
            </a:r>
          </a:p>
          <a:p>
            <a:pPr algn="l" fontAlgn="base"/>
            <a:r>
              <a:rPr lang="en-US" dirty="0"/>
              <a:t>// Now, we can see different out all the time OR even there can be an empty set</a:t>
            </a:r>
            <a:endParaRPr lang="en-IN" dirty="0"/>
          </a:p>
        </p:txBody>
      </p:sp>
    </p:spTree>
    <p:extLst>
      <p:ext uri="{BB962C8B-B14F-4D97-AF65-F5344CB8AC3E}">
        <p14:creationId xmlns:p14="http://schemas.microsoft.com/office/powerpoint/2010/main" val="253898398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F3EB09-7893-00A2-AEEC-382F6D7D0B2E}"/>
              </a:ext>
            </a:extLst>
          </p:cNvPr>
          <p:cNvSpPr>
            <a:spLocks noGrp="1"/>
          </p:cNvSpPr>
          <p:nvPr>
            <p:ph type="ctrTitle"/>
          </p:nvPr>
        </p:nvSpPr>
        <p:spPr>
          <a:xfrm>
            <a:off x="1318726" y="223935"/>
            <a:ext cx="9144000" cy="942392"/>
          </a:xfrm>
        </p:spPr>
        <p:txBody>
          <a:bodyPr>
            <a:normAutofit/>
          </a:bodyPr>
          <a:lstStyle/>
          <a:p>
            <a:pPr algn="l"/>
            <a:r>
              <a:rPr lang="en-IN" sz="2400" b="1" i="0" u="none" strike="noStrike" dirty="0">
                <a:solidFill>
                  <a:srgbClr val="4D5B7C"/>
                </a:solidFill>
                <a:effectLst/>
                <a:latin typeface="Epilogue"/>
                <a:hlinkClick r:id="rId2"/>
              </a:rPr>
              <a:t>Java 9 Features</a:t>
            </a:r>
            <a:r>
              <a:rPr lang="en-IN" sz="2400" b="1" i="0" u="none" strike="noStrike" dirty="0">
                <a:solidFill>
                  <a:srgbClr val="4D5B7C"/>
                </a:solidFill>
                <a:effectLst/>
                <a:latin typeface="Epilogue"/>
              </a:rPr>
              <a:t>  </a:t>
            </a:r>
            <a:r>
              <a:rPr lang="en-IN" sz="2800" b="1" i="0" dirty="0" err="1">
                <a:solidFill>
                  <a:srgbClr val="000000"/>
                </a:solidFill>
                <a:effectLst/>
                <a:latin typeface="Raleway" panose="020F0502020204030204" pitchFamily="2" charset="0"/>
              </a:rPr>
              <a:t>takeWhile</a:t>
            </a:r>
            <a:endParaRPr lang="en-IN" sz="2800" dirty="0"/>
          </a:p>
        </p:txBody>
      </p:sp>
      <p:sp>
        <p:nvSpPr>
          <p:cNvPr id="3" name="Subtitle 2">
            <a:extLst>
              <a:ext uri="{FF2B5EF4-FFF2-40B4-BE49-F238E27FC236}">
                <a16:creationId xmlns:a16="http://schemas.microsoft.com/office/drawing/2014/main" id="{9484A1B8-AB11-B08B-DF29-F957935C6F4D}"/>
              </a:ext>
            </a:extLst>
          </p:cNvPr>
          <p:cNvSpPr>
            <a:spLocks noGrp="1"/>
          </p:cNvSpPr>
          <p:nvPr>
            <p:ph type="subTitle" idx="1"/>
          </p:nvPr>
        </p:nvSpPr>
        <p:spPr>
          <a:xfrm>
            <a:off x="292359" y="1586205"/>
            <a:ext cx="11607282" cy="5047860"/>
          </a:xfrm>
        </p:spPr>
        <p:txBody>
          <a:bodyPr>
            <a:normAutofit/>
          </a:bodyPr>
          <a:lstStyle/>
          <a:p>
            <a:pPr algn="l" fontAlgn="base"/>
            <a:r>
              <a:rPr lang="en-US" b="1" i="0" dirty="0">
                <a:solidFill>
                  <a:srgbClr val="666666"/>
                </a:solidFill>
                <a:effectLst/>
                <a:latin typeface="Source Sans Pro" panose="020B0503030403020204" pitchFamily="34" charset="0"/>
              </a:rPr>
              <a:t>If the stream is Un-Ordered:</a:t>
            </a:r>
            <a:endParaRPr lang="en-US" b="0" i="0" dirty="0">
              <a:solidFill>
                <a:srgbClr val="666666"/>
              </a:solidFill>
              <a:effectLst/>
              <a:latin typeface="Source Sans Pro" panose="020B0503030403020204" pitchFamily="34" charset="0"/>
            </a:endParaRPr>
          </a:p>
          <a:p>
            <a:pPr algn="l" fontAlgn="base"/>
            <a:r>
              <a:rPr lang="en-US" dirty="0"/>
              <a:t>If the stream is independent of whether ordered or un0rdered (Matching all elements OR Matching none of the element):</a:t>
            </a:r>
          </a:p>
          <a:p>
            <a:pPr algn="l" fontAlgn="base"/>
            <a:endParaRPr lang="en-US" dirty="0"/>
          </a:p>
          <a:p>
            <a:pPr algn="l" fontAlgn="base"/>
            <a:r>
              <a:rPr lang="en-US" dirty="0"/>
              <a:t>If all elements of this stream match the given predicate then this operation takes all elements means the output is same as input, or if no elements of the stream match the given predicate then no elements are taken then the output is an empty steam</a:t>
            </a:r>
            <a:endParaRPr lang="en-IN" dirty="0"/>
          </a:p>
        </p:txBody>
      </p:sp>
    </p:spTree>
    <p:extLst>
      <p:ext uri="{BB962C8B-B14F-4D97-AF65-F5344CB8AC3E}">
        <p14:creationId xmlns:p14="http://schemas.microsoft.com/office/powerpoint/2010/main" val="105520573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F3EB09-7893-00A2-AEEC-382F6D7D0B2E}"/>
              </a:ext>
            </a:extLst>
          </p:cNvPr>
          <p:cNvSpPr>
            <a:spLocks noGrp="1"/>
          </p:cNvSpPr>
          <p:nvPr>
            <p:ph type="ctrTitle"/>
          </p:nvPr>
        </p:nvSpPr>
        <p:spPr>
          <a:xfrm>
            <a:off x="1318726" y="223935"/>
            <a:ext cx="9144000" cy="942392"/>
          </a:xfrm>
        </p:spPr>
        <p:txBody>
          <a:bodyPr>
            <a:normAutofit/>
          </a:bodyPr>
          <a:lstStyle/>
          <a:p>
            <a:pPr algn="l"/>
            <a:r>
              <a:rPr lang="en-IN" sz="2400" b="1" i="0" u="none" strike="noStrike" dirty="0">
                <a:solidFill>
                  <a:srgbClr val="4D5B7C"/>
                </a:solidFill>
                <a:effectLst/>
                <a:latin typeface="Epilogue"/>
                <a:hlinkClick r:id="rId2"/>
              </a:rPr>
              <a:t>Java 9 Features</a:t>
            </a:r>
            <a:r>
              <a:rPr lang="en-IN" sz="2400" b="1" i="0" u="none" strike="noStrike" dirty="0">
                <a:solidFill>
                  <a:srgbClr val="4D5B7C"/>
                </a:solidFill>
                <a:effectLst/>
                <a:latin typeface="Epilogue"/>
              </a:rPr>
              <a:t>  </a:t>
            </a:r>
            <a:r>
              <a:rPr lang="en-IN" sz="2800" b="1" i="0" dirty="0" err="1">
                <a:solidFill>
                  <a:srgbClr val="000000"/>
                </a:solidFill>
                <a:effectLst/>
                <a:latin typeface="Raleway" panose="020F0502020204030204" pitchFamily="2" charset="0"/>
              </a:rPr>
              <a:t>dropWhile</a:t>
            </a:r>
            <a:endParaRPr lang="en-IN" sz="2800" dirty="0"/>
          </a:p>
        </p:txBody>
      </p:sp>
      <p:sp>
        <p:nvSpPr>
          <p:cNvPr id="3" name="Subtitle 2">
            <a:extLst>
              <a:ext uri="{FF2B5EF4-FFF2-40B4-BE49-F238E27FC236}">
                <a16:creationId xmlns:a16="http://schemas.microsoft.com/office/drawing/2014/main" id="{9484A1B8-AB11-B08B-DF29-F957935C6F4D}"/>
              </a:ext>
            </a:extLst>
          </p:cNvPr>
          <p:cNvSpPr>
            <a:spLocks noGrp="1"/>
          </p:cNvSpPr>
          <p:nvPr>
            <p:ph type="subTitle" idx="1"/>
          </p:nvPr>
        </p:nvSpPr>
        <p:spPr>
          <a:xfrm>
            <a:off x="292359" y="1586205"/>
            <a:ext cx="11607282" cy="5047860"/>
          </a:xfrm>
        </p:spPr>
        <p:txBody>
          <a:bodyPr>
            <a:normAutofit/>
          </a:bodyPr>
          <a:lstStyle/>
          <a:p>
            <a:pPr algn="l" fontAlgn="base"/>
            <a:r>
              <a:rPr lang="en-US" b="1" i="0" dirty="0">
                <a:solidFill>
                  <a:srgbClr val="666666"/>
                </a:solidFill>
                <a:effectLst/>
                <a:latin typeface="Source Sans Pro" panose="020B0503030403020204" pitchFamily="34" charset="0"/>
              </a:rPr>
              <a:t> </a:t>
            </a:r>
            <a:r>
              <a:rPr lang="en-US" b="1" i="0" dirty="0" err="1">
                <a:solidFill>
                  <a:srgbClr val="666666"/>
                </a:solidFill>
                <a:effectLst/>
                <a:latin typeface="Source Sans Pro" panose="020B0503030403020204" pitchFamily="34" charset="0"/>
              </a:rPr>
              <a:t>Stream.of</a:t>
            </a:r>
            <a:r>
              <a:rPr lang="en-US" b="1" i="0" dirty="0">
                <a:solidFill>
                  <a:srgbClr val="666666"/>
                </a:solidFill>
                <a:effectLst/>
                <a:latin typeface="Source Sans Pro" panose="020B0503030403020204" pitchFamily="34" charset="0"/>
              </a:rPr>
              <a:t>(4, 4, 4, 5, 6, 7, 8, 9, 10)</a:t>
            </a:r>
          </a:p>
          <a:p>
            <a:pPr algn="l" fontAlgn="base"/>
            <a:r>
              <a:rPr lang="en-US" b="1" i="0" dirty="0">
                <a:solidFill>
                  <a:srgbClr val="666666"/>
                </a:solidFill>
                <a:effectLst/>
                <a:latin typeface="Source Sans Pro" panose="020B0503030403020204" pitchFamily="34" charset="0"/>
              </a:rPr>
              <a:t>			.</a:t>
            </a:r>
            <a:r>
              <a:rPr lang="en-US" b="1" i="0" dirty="0" err="1">
                <a:solidFill>
                  <a:srgbClr val="666666"/>
                </a:solidFill>
                <a:effectLst/>
                <a:latin typeface="Source Sans Pro" panose="020B0503030403020204" pitchFamily="34" charset="0"/>
              </a:rPr>
              <a:t>dropWhile</a:t>
            </a:r>
            <a:r>
              <a:rPr lang="en-US" b="1" i="0" dirty="0">
                <a:solidFill>
                  <a:srgbClr val="666666"/>
                </a:solidFill>
                <a:effectLst/>
                <a:latin typeface="Source Sans Pro" panose="020B0503030403020204" pitchFamily="34" charset="0"/>
              </a:rPr>
              <a:t>(number -&gt; (number / 4 == 1))</a:t>
            </a:r>
          </a:p>
          <a:p>
            <a:pPr algn="l" fontAlgn="base"/>
            <a:r>
              <a:rPr lang="en-US" b="1" i="0" dirty="0">
                <a:solidFill>
                  <a:srgbClr val="666666"/>
                </a:solidFill>
                <a:effectLst/>
                <a:latin typeface="Source Sans Pro" panose="020B0503030403020204" pitchFamily="34" charset="0"/>
              </a:rPr>
              <a:t>                  .</a:t>
            </a:r>
            <a:r>
              <a:rPr lang="en-US" b="1" i="0" dirty="0" err="1">
                <a:solidFill>
                  <a:srgbClr val="666666"/>
                </a:solidFill>
                <a:effectLst/>
                <a:latin typeface="Source Sans Pro" panose="020B0503030403020204" pitchFamily="34" charset="0"/>
              </a:rPr>
              <a:t>forEach</a:t>
            </a:r>
            <a:r>
              <a:rPr lang="en-US" b="1" i="0" dirty="0">
                <a:solidFill>
                  <a:srgbClr val="666666"/>
                </a:solidFill>
                <a:effectLst/>
                <a:latin typeface="Source Sans Pro" panose="020B0503030403020204" pitchFamily="34" charset="0"/>
              </a:rPr>
              <a:t>(</a:t>
            </a:r>
            <a:r>
              <a:rPr lang="en-US" b="1" i="0" dirty="0" err="1">
                <a:solidFill>
                  <a:srgbClr val="666666"/>
                </a:solidFill>
                <a:effectLst/>
                <a:latin typeface="Source Sans Pro" panose="020B0503030403020204" pitchFamily="34" charset="0"/>
              </a:rPr>
              <a:t>System.out</a:t>
            </a:r>
            <a:r>
              <a:rPr lang="en-US" b="1" i="0" dirty="0">
                <a:solidFill>
                  <a:srgbClr val="666666"/>
                </a:solidFill>
                <a:effectLst/>
                <a:latin typeface="Source Sans Pro" panose="020B0503030403020204" pitchFamily="34" charset="0"/>
              </a:rPr>
              <a:t>::</a:t>
            </a:r>
            <a:r>
              <a:rPr lang="en-US" b="1" i="0" dirty="0" err="1">
                <a:solidFill>
                  <a:srgbClr val="666666"/>
                </a:solidFill>
                <a:effectLst/>
                <a:latin typeface="Source Sans Pro" panose="020B0503030403020204" pitchFamily="34" charset="0"/>
              </a:rPr>
              <a:t>printLn</a:t>
            </a:r>
            <a:r>
              <a:rPr lang="en-US" b="1" i="0" dirty="0">
                <a:solidFill>
                  <a:srgbClr val="666666"/>
                </a:solidFill>
                <a:effectLst/>
                <a:latin typeface="Source Sans Pro" panose="020B0503030403020204" pitchFamily="34" charset="0"/>
              </a:rPr>
              <a:t>);</a:t>
            </a:r>
          </a:p>
          <a:p>
            <a:pPr algn="l" fontAlgn="base"/>
            <a:r>
              <a:rPr lang="en-US" b="1" i="0" dirty="0">
                <a:solidFill>
                  <a:srgbClr val="666666"/>
                </a:solidFill>
                <a:effectLst/>
                <a:latin typeface="Source Sans Pro" panose="020B0503030403020204" pitchFamily="34" charset="0"/>
              </a:rPr>
              <a:t>out put 8,9,10</a:t>
            </a:r>
            <a:endParaRPr lang="en-IN" dirty="0"/>
          </a:p>
        </p:txBody>
      </p:sp>
    </p:spTree>
    <p:extLst>
      <p:ext uri="{BB962C8B-B14F-4D97-AF65-F5344CB8AC3E}">
        <p14:creationId xmlns:p14="http://schemas.microsoft.com/office/powerpoint/2010/main" val="235199712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F3EB09-7893-00A2-AEEC-382F6D7D0B2E}"/>
              </a:ext>
            </a:extLst>
          </p:cNvPr>
          <p:cNvSpPr>
            <a:spLocks noGrp="1"/>
          </p:cNvSpPr>
          <p:nvPr>
            <p:ph type="ctrTitle"/>
          </p:nvPr>
        </p:nvSpPr>
        <p:spPr>
          <a:xfrm>
            <a:off x="1318726" y="223935"/>
            <a:ext cx="9144000" cy="942392"/>
          </a:xfrm>
        </p:spPr>
        <p:txBody>
          <a:bodyPr>
            <a:normAutofit/>
          </a:bodyPr>
          <a:lstStyle/>
          <a:p>
            <a:pPr algn="l"/>
            <a:r>
              <a:rPr lang="en-US" sz="2400" b="1" i="0" u="none" strike="noStrike" dirty="0" err="1">
                <a:solidFill>
                  <a:srgbClr val="4D5B7C"/>
                </a:solidFill>
                <a:effectLst/>
                <a:latin typeface="Epilogue"/>
              </a:rPr>
              <a:t>ofNullable</a:t>
            </a:r>
            <a:r>
              <a:rPr lang="en-US" sz="2400" b="1" i="0" u="none" strike="noStrike" dirty="0">
                <a:solidFill>
                  <a:srgbClr val="4D5B7C"/>
                </a:solidFill>
                <a:effectLst/>
                <a:latin typeface="Epilogue"/>
              </a:rPr>
              <a:t> in Java 9 Stream</a:t>
            </a:r>
            <a:endParaRPr lang="en-IN" sz="2800" dirty="0"/>
          </a:p>
        </p:txBody>
      </p:sp>
      <p:sp>
        <p:nvSpPr>
          <p:cNvPr id="3" name="Subtitle 2">
            <a:extLst>
              <a:ext uri="{FF2B5EF4-FFF2-40B4-BE49-F238E27FC236}">
                <a16:creationId xmlns:a16="http://schemas.microsoft.com/office/drawing/2014/main" id="{9484A1B8-AB11-B08B-DF29-F957935C6F4D}"/>
              </a:ext>
            </a:extLst>
          </p:cNvPr>
          <p:cNvSpPr>
            <a:spLocks noGrp="1"/>
          </p:cNvSpPr>
          <p:nvPr>
            <p:ph type="subTitle" idx="1"/>
          </p:nvPr>
        </p:nvSpPr>
        <p:spPr>
          <a:xfrm>
            <a:off x="292359" y="1586205"/>
            <a:ext cx="11607282" cy="5047860"/>
          </a:xfrm>
        </p:spPr>
        <p:txBody>
          <a:bodyPr>
            <a:normAutofit/>
          </a:bodyPr>
          <a:lstStyle/>
          <a:p>
            <a:pPr algn="l" fontAlgn="base"/>
            <a:r>
              <a:rPr lang="en-US" sz="2000" i="0" dirty="0">
                <a:solidFill>
                  <a:srgbClr val="666666"/>
                </a:solidFill>
                <a:effectLst/>
              </a:rPr>
              <a:t>Until Java 8, you cannot have null value in a stream. It would have caused </a:t>
            </a:r>
            <a:r>
              <a:rPr lang="en-US" sz="2000" i="0" dirty="0" err="1">
                <a:solidFill>
                  <a:srgbClr val="666666"/>
                </a:solidFill>
                <a:effectLst/>
              </a:rPr>
              <a:t>NullPointerException</a:t>
            </a:r>
            <a:r>
              <a:rPr lang="en-US" sz="2000" i="0" dirty="0">
                <a:solidFill>
                  <a:srgbClr val="666666"/>
                </a:solidFill>
                <a:effectLst/>
              </a:rPr>
              <a:t>.</a:t>
            </a:r>
          </a:p>
          <a:p>
            <a:pPr algn="l" fontAlgn="base"/>
            <a:r>
              <a:rPr lang="en-US" sz="2000" i="0" dirty="0">
                <a:solidFill>
                  <a:srgbClr val="666666"/>
                </a:solidFill>
                <a:effectLst/>
              </a:rPr>
              <a:t>In Java 9, the </a:t>
            </a:r>
            <a:r>
              <a:rPr lang="en-US" sz="2000" i="0" dirty="0" err="1">
                <a:solidFill>
                  <a:srgbClr val="666666"/>
                </a:solidFill>
                <a:effectLst/>
              </a:rPr>
              <a:t>ofNullable</a:t>
            </a:r>
            <a:r>
              <a:rPr lang="en-US" sz="2000" i="0" dirty="0">
                <a:solidFill>
                  <a:srgbClr val="666666"/>
                </a:solidFill>
                <a:effectLst/>
              </a:rPr>
              <a:t> method lets you create a single-element stream which wraps a value if not null, or is an empty stream otherwise.</a:t>
            </a:r>
          </a:p>
          <a:p>
            <a:pPr algn="l" fontAlgn="base"/>
            <a:r>
              <a:rPr lang="en-US" i="0" dirty="0" err="1">
                <a:solidFill>
                  <a:srgbClr val="666666"/>
                </a:solidFill>
                <a:effectLst/>
              </a:rPr>
              <a:t>ofNullable</a:t>
            </a:r>
            <a:r>
              <a:rPr lang="en-US" i="0" dirty="0">
                <a:solidFill>
                  <a:srgbClr val="666666"/>
                </a:solidFill>
                <a:effectLst/>
              </a:rPr>
              <a:t>() method of stream takes an object as an argument. If the provided object is non-null, returns a sequential Stream containing that single object, if the value passed to </a:t>
            </a:r>
            <a:r>
              <a:rPr lang="en-US" i="0" dirty="0" err="1">
                <a:solidFill>
                  <a:srgbClr val="666666"/>
                </a:solidFill>
                <a:effectLst/>
              </a:rPr>
              <a:t>ofNullable</a:t>
            </a:r>
            <a:r>
              <a:rPr lang="en-US" i="0" dirty="0">
                <a:solidFill>
                  <a:srgbClr val="666666"/>
                </a:solidFill>
                <a:effectLst/>
              </a:rPr>
              <a:t>() method is null then  it returns an empty Stream.</a:t>
            </a:r>
          </a:p>
          <a:p>
            <a:pPr algn="l" fontAlgn="base"/>
            <a:r>
              <a:rPr lang="en-IN" dirty="0"/>
              <a:t> </a:t>
            </a:r>
            <a:r>
              <a:rPr lang="en-IN" dirty="0" err="1"/>
              <a:t>Stream.ofNullable</a:t>
            </a:r>
            <a:r>
              <a:rPr lang="en-IN" dirty="0"/>
              <a:t>(null)</a:t>
            </a:r>
          </a:p>
          <a:p>
            <a:pPr algn="l" fontAlgn="base"/>
            <a:r>
              <a:rPr lang="en-IN" dirty="0"/>
              <a:t> .</a:t>
            </a:r>
            <a:r>
              <a:rPr lang="en-IN" dirty="0" err="1"/>
              <a:t>forEach</a:t>
            </a:r>
            <a:r>
              <a:rPr lang="en-IN" dirty="0"/>
              <a:t>(</a:t>
            </a:r>
            <a:r>
              <a:rPr lang="en-IN" dirty="0" err="1"/>
              <a:t>System.out</a:t>
            </a:r>
            <a:r>
              <a:rPr lang="en-IN" dirty="0"/>
              <a:t>::</a:t>
            </a:r>
            <a:r>
              <a:rPr lang="en-IN" dirty="0" err="1"/>
              <a:t>println</a:t>
            </a:r>
            <a:r>
              <a:rPr lang="en-IN" dirty="0"/>
              <a:t>); // </a:t>
            </a:r>
            <a:r>
              <a:rPr lang="en-IN" dirty="0" err="1"/>
              <a:t>OutPut</a:t>
            </a:r>
            <a:r>
              <a:rPr lang="en-IN" dirty="0"/>
              <a:t>:</a:t>
            </a:r>
          </a:p>
          <a:p>
            <a:pPr algn="l" fontAlgn="base"/>
            <a:r>
              <a:rPr lang="en-IN" dirty="0"/>
              <a:t> </a:t>
            </a:r>
            <a:r>
              <a:rPr lang="en-IN" dirty="0" err="1"/>
              <a:t>Stream.ofNullable</a:t>
            </a:r>
            <a:r>
              <a:rPr lang="en-IN" dirty="0"/>
              <a:t>( </a:t>
            </a:r>
            <a:r>
              <a:rPr lang="en-IN" dirty="0" err="1"/>
              <a:t>List.of</a:t>
            </a:r>
            <a:r>
              <a:rPr lang="en-IN" dirty="0"/>
              <a:t>("Aman", "Suraj", "</a:t>
            </a:r>
            <a:r>
              <a:rPr lang="en-IN" dirty="0" err="1"/>
              <a:t>Zufaq</a:t>
            </a:r>
            <a:r>
              <a:rPr lang="en-IN" dirty="0"/>
              <a:t>"))</a:t>
            </a:r>
          </a:p>
          <a:p>
            <a:pPr algn="l" fontAlgn="base"/>
            <a:r>
              <a:rPr lang="en-IN" dirty="0"/>
              <a:t>			.</a:t>
            </a:r>
            <a:r>
              <a:rPr lang="en-IN" dirty="0" err="1"/>
              <a:t>forEach</a:t>
            </a:r>
            <a:r>
              <a:rPr lang="en-IN" dirty="0"/>
              <a:t>(</a:t>
            </a:r>
            <a:r>
              <a:rPr lang="en-IN" dirty="0" err="1"/>
              <a:t>System.out</a:t>
            </a:r>
            <a:r>
              <a:rPr lang="en-IN" dirty="0"/>
              <a:t>::</a:t>
            </a:r>
            <a:r>
              <a:rPr lang="en-IN" dirty="0" err="1"/>
              <a:t>println</a:t>
            </a:r>
            <a:r>
              <a:rPr lang="en-IN" dirty="0"/>
              <a:t>);</a:t>
            </a:r>
          </a:p>
          <a:p>
            <a:pPr algn="l" fontAlgn="base"/>
            <a:r>
              <a:rPr lang="en-IN" dirty="0" err="1"/>
              <a:t>OutPut</a:t>
            </a:r>
            <a:r>
              <a:rPr lang="en-IN" dirty="0"/>
              <a:t>: "Aman", "Suraj", "</a:t>
            </a:r>
            <a:r>
              <a:rPr lang="en-IN" dirty="0" err="1"/>
              <a:t>Zufaq</a:t>
            </a:r>
            <a:r>
              <a:rPr lang="en-IN" dirty="0"/>
              <a:t>"</a:t>
            </a:r>
          </a:p>
          <a:p>
            <a:pPr algn="l" fontAlgn="base"/>
            <a:endParaRPr lang="en-IN" dirty="0"/>
          </a:p>
        </p:txBody>
      </p:sp>
    </p:spTree>
    <p:extLst>
      <p:ext uri="{BB962C8B-B14F-4D97-AF65-F5344CB8AC3E}">
        <p14:creationId xmlns:p14="http://schemas.microsoft.com/office/powerpoint/2010/main" val="322099651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F3EB09-7893-00A2-AEEC-382F6D7D0B2E}"/>
              </a:ext>
            </a:extLst>
          </p:cNvPr>
          <p:cNvSpPr>
            <a:spLocks noGrp="1"/>
          </p:cNvSpPr>
          <p:nvPr>
            <p:ph type="ctrTitle"/>
          </p:nvPr>
        </p:nvSpPr>
        <p:spPr>
          <a:xfrm>
            <a:off x="1318726" y="223935"/>
            <a:ext cx="9144000" cy="942392"/>
          </a:xfrm>
        </p:spPr>
        <p:txBody>
          <a:bodyPr>
            <a:normAutofit/>
          </a:bodyPr>
          <a:lstStyle/>
          <a:p>
            <a:pPr algn="l"/>
            <a:r>
              <a:rPr lang="en-US" sz="2400" b="1" i="0" u="none" strike="noStrike" dirty="0">
                <a:solidFill>
                  <a:srgbClr val="4D5B7C"/>
                </a:solidFill>
                <a:effectLst/>
                <a:latin typeface="Epilogue"/>
              </a:rPr>
              <a:t>Java9 (Optional Class Improvements)</a:t>
            </a:r>
          </a:p>
        </p:txBody>
      </p:sp>
      <p:sp>
        <p:nvSpPr>
          <p:cNvPr id="3" name="Subtitle 2">
            <a:extLst>
              <a:ext uri="{FF2B5EF4-FFF2-40B4-BE49-F238E27FC236}">
                <a16:creationId xmlns:a16="http://schemas.microsoft.com/office/drawing/2014/main" id="{9484A1B8-AB11-B08B-DF29-F957935C6F4D}"/>
              </a:ext>
            </a:extLst>
          </p:cNvPr>
          <p:cNvSpPr>
            <a:spLocks noGrp="1"/>
          </p:cNvSpPr>
          <p:nvPr>
            <p:ph type="subTitle" idx="1"/>
          </p:nvPr>
        </p:nvSpPr>
        <p:spPr>
          <a:xfrm>
            <a:off x="292359" y="1586205"/>
            <a:ext cx="11607282" cy="5047860"/>
          </a:xfrm>
        </p:spPr>
        <p:txBody>
          <a:bodyPr>
            <a:normAutofit/>
          </a:bodyPr>
          <a:lstStyle/>
          <a:p>
            <a:pPr algn="l" fontAlgn="base"/>
            <a:r>
              <a:rPr lang="en-US" dirty="0"/>
              <a:t>Optional Class was introduced in Java 8 to avoid null checks and </a:t>
            </a:r>
            <a:r>
              <a:rPr lang="en-US" dirty="0" err="1"/>
              <a:t>NullPointerException</a:t>
            </a:r>
            <a:r>
              <a:rPr lang="en-US" dirty="0"/>
              <a:t> issues. In java 9, three new methods are added to improve its functionality.</a:t>
            </a:r>
          </a:p>
          <a:p>
            <a:pPr algn="l" fontAlgn="base"/>
            <a:endParaRPr lang="en-US" dirty="0"/>
          </a:p>
          <a:p>
            <a:pPr algn="l" fontAlgn="base"/>
            <a:r>
              <a:rPr lang="en-US" dirty="0"/>
              <a:t>stream()</a:t>
            </a:r>
          </a:p>
          <a:p>
            <a:pPr algn="l" fontAlgn="base"/>
            <a:r>
              <a:rPr lang="en-US" dirty="0" err="1"/>
              <a:t>ifPresentOrElse</a:t>
            </a:r>
            <a:r>
              <a:rPr lang="en-US" dirty="0"/>
              <a:t>()</a:t>
            </a:r>
          </a:p>
          <a:p>
            <a:pPr algn="l" fontAlgn="base"/>
            <a:r>
              <a:rPr lang="en-US" dirty="0"/>
              <a:t>or()</a:t>
            </a:r>
          </a:p>
          <a:p>
            <a:pPr algn="l" fontAlgn="base"/>
            <a:endParaRPr lang="en-IN" dirty="0"/>
          </a:p>
        </p:txBody>
      </p:sp>
    </p:spTree>
    <p:extLst>
      <p:ext uri="{BB962C8B-B14F-4D97-AF65-F5344CB8AC3E}">
        <p14:creationId xmlns:p14="http://schemas.microsoft.com/office/powerpoint/2010/main" val="106218111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F3EB09-7893-00A2-AEEC-382F6D7D0B2E}"/>
              </a:ext>
            </a:extLst>
          </p:cNvPr>
          <p:cNvSpPr>
            <a:spLocks noGrp="1"/>
          </p:cNvSpPr>
          <p:nvPr>
            <p:ph type="ctrTitle"/>
          </p:nvPr>
        </p:nvSpPr>
        <p:spPr>
          <a:xfrm>
            <a:off x="1318726" y="223935"/>
            <a:ext cx="9144000" cy="942392"/>
          </a:xfrm>
        </p:spPr>
        <p:txBody>
          <a:bodyPr>
            <a:normAutofit/>
          </a:bodyPr>
          <a:lstStyle/>
          <a:p>
            <a:pPr algn="l"/>
            <a:r>
              <a:rPr lang="en-US" sz="2400" b="1" i="0" u="none" strike="noStrike" dirty="0">
                <a:solidFill>
                  <a:srgbClr val="4D5B7C"/>
                </a:solidFill>
                <a:effectLst/>
                <a:latin typeface="Epilogue"/>
              </a:rPr>
              <a:t>Java9 (Optional Class Improvements:: Stream())</a:t>
            </a:r>
          </a:p>
        </p:txBody>
      </p:sp>
      <p:sp>
        <p:nvSpPr>
          <p:cNvPr id="3" name="Subtitle 2">
            <a:extLst>
              <a:ext uri="{FF2B5EF4-FFF2-40B4-BE49-F238E27FC236}">
                <a16:creationId xmlns:a16="http://schemas.microsoft.com/office/drawing/2014/main" id="{9484A1B8-AB11-B08B-DF29-F957935C6F4D}"/>
              </a:ext>
            </a:extLst>
          </p:cNvPr>
          <p:cNvSpPr>
            <a:spLocks noGrp="1"/>
          </p:cNvSpPr>
          <p:nvPr>
            <p:ph type="subTitle" idx="1"/>
          </p:nvPr>
        </p:nvSpPr>
        <p:spPr>
          <a:xfrm>
            <a:off x="292359" y="1586205"/>
            <a:ext cx="11607282" cy="5047860"/>
          </a:xfrm>
        </p:spPr>
        <p:txBody>
          <a:bodyPr>
            <a:normAutofit/>
          </a:bodyPr>
          <a:lstStyle/>
          <a:p>
            <a:pPr algn="l" fontAlgn="base"/>
            <a:r>
              <a:rPr lang="en-US" dirty="0"/>
              <a:t>stream() Method :</a:t>
            </a:r>
          </a:p>
          <a:p>
            <a:pPr algn="l" fontAlgn="base"/>
            <a:r>
              <a:rPr lang="en-US" dirty="0"/>
              <a:t>This method returns a stream containing the value if the value is present in the given Optional object. If the value is not present, it returns an empty stream.</a:t>
            </a:r>
          </a:p>
          <a:p>
            <a:pPr algn="l" fontAlgn="base"/>
            <a:r>
              <a:rPr lang="en-US" dirty="0"/>
              <a:t>This method converts Optional into Stream and enables the developers to use all operations of Stream AP</a:t>
            </a:r>
          </a:p>
          <a:p>
            <a:pPr algn="l" fontAlgn="base"/>
            <a:endParaRPr lang="en-US" dirty="0"/>
          </a:p>
          <a:p>
            <a:pPr algn="l" fontAlgn="base"/>
            <a:r>
              <a:rPr lang="en-US" dirty="0"/>
              <a:t>//Optional object with a value</a:t>
            </a:r>
          </a:p>
          <a:p>
            <a:pPr algn="l" fontAlgn="base"/>
            <a:r>
              <a:rPr lang="en-US" dirty="0" err="1"/>
              <a:t>Optional.of</a:t>
            </a:r>
            <a:r>
              <a:rPr lang="en-US" dirty="0"/>
              <a:t>("Address_1").stream().</a:t>
            </a:r>
            <a:r>
              <a:rPr lang="en-US" dirty="0" err="1"/>
              <a:t>forEach</a:t>
            </a:r>
            <a:r>
              <a:rPr lang="en-US" dirty="0"/>
              <a:t>(</a:t>
            </a:r>
            <a:r>
              <a:rPr lang="en-US" dirty="0" err="1"/>
              <a:t>System.out</a:t>
            </a:r>
            <a:r>
              <a:rPr lang="en-US" dirty="0"/>
              <a:t>::</a:t>
            </a:r>
            <a:r>
              <a:rPr lang="en-US" dirty="0" err="1"/>
              <a:t>println</a:t>
            </a:r>
            <a:r>
              <a:rPr lang="en-US" dirty="0"/>
              <a:t>); // output: Address_1</a:t>
            </a:r>
          </a:p>
          <a:p>
            <a:pPr algn="l" fontAlgn="base"/>
            <a:r>
              <a:rPr lang="en-US" dirty="0"/>
              <a:t> </a:t>
            </a:r>
          </a:p>
          <a:p>
            <a:pPr algn="l" fontAlgn="base"/>
            <a:r>
              <a:rPr lang="en-US" dirty="0"/>
              <a:t>//Optional object without a value  </a:t>
            </a:r>
          </a:p>
          <a:p>
            <a:pPr algn="l" fontAlgn="base"/>
            <a:r>
              <a:rPr lang="en-US" dirty="0" err="1"/>
              <a:t>Optional.empty</a:t>
            </a:r>
            <a:r>
              <a:rPr lang="en-US" dirty="0"/>
              <a:t>().stream().</a:t>
            </a:r>
            <a:r>
              <a:rPr lang="en-US" dirty="0" err="1"/>
              <a:t>forEach</a:t>
            </a:r>
            <a:r>
              <a:rPr lang="en-US" dirty="0"/>
              <a:t>(</a:t>
            </a:r>
            <a:r>
              <a:rPr lang="en-US" dirty="0" err="1"/>
              <a:t>System.out</a:t>
            </a:r>
            <a:r>
              <a:rPr lang="en-US" dirty="0"/>
              <a:t>::</a:t>
            </a:r>
            <a:r>
              <a:rPr lang="en-US" dirty="0" err="1"/>
              <a:t>println</a:t>
            </a:r>
            <a:r>
              <a:rPr lang="en-US" dirty="0"/>
              <a:t>); // output: </a:t>
            </a:r>
            <a:endParaRPr lang="en-IN" dirty="0"/>
          </a:p>
        </p:txBody>
      </p:sp>
    </p:spTree>
    <p:extLst>
      <p:ext uri="{BB962C8B-B14F-4D97-AF65-F5344CB8AC3E}">
        <p14:creationId xmlns:p14="http://schemas.microsoft.com/office/powerpoint/2010/main" val="3563149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F3EB09-7893-00A2-AEEC-382F6D7D0B2E}"/>
              </a:ext>
            </a:extLst>
          </p:cNvPr>
          <p:cNvSpPr>
            <a:spLocks noGrp="1"/>
          </p:cNvSpPr>
          <p:nvPr>
            <p:ph type="ctrTitle"/>
          </p:nvPr>
        </p:nvSpPr>
        <p:spPr>
          <a:xfrm>
            <a:off x="1318726" y="223935"/>
            <a:ext cx="9144000" cy="942392"/>
          </a:xfrm>
        </p:spPr>
        <p:txBody>
          <a:bodyPr>
            <a:normAutofit/>
          </a:bodyPr>
          <a:lstStyle/>
          <a:p>
            <a:pPr algn="l"/>
            <a:r>
              <a:rPr lang="en-US" sz="2400" b="1" i="0" u="none" strike="noStrike" dirty="0">
                <a:solidFill>
                  <a:srgbClr val="4D5B7C"/>
                </a:solidFill>
                <a:effectLst/>
                <a:latin typeface="Epilogue"/>
              </a:rPr>
              <a:t>Java9 (Optional Class Improvements:: </a:t>
            </a:r>
            <a:r>
              <a:rPr lang="en-US" sz="2400" b="1" i="0" u="none" strike="noStrike" dirty="0" err="1">
                <a:solidFill>
                  <a:srgbClr val="4D5B7C"/>
                </a:solidFill>
                <a:effectLst/>
                <a:latin typeface="Epilogue"/>
              </a:rPr>
              <a:t>ifPresentOrElse</a:t>
            </a:r>
            <a:r>
              <a:rPr lang="en-US" sz="2400" b="1" i="0" u="none" strike="noStrike" dirty="0">
                <a:solidFill>
                  <a:srgbClr val="4D5B7C"/>
                </a:solidFill>
                <a:effectLst/>
                <a:latin typeface="Epilogue"/>
              </a:rPr>
              <a:t>())</a:t>
            </a:r>
          </a:p>
        </p:txBody>
      </p:sp>
      <p:sp>
        <p:nvSpPr>
          <p:cNvPr id="3" name="Subtitle 2">
            <a:extLst>
              <a:ext uri="{FF2B5EF4-FFF2-40B4-BE49-F238E27FC236}">
                <a16:creationId xmlns:a16="http://schemas.microsoft.com/office/drawing/2014/main" id="{9484A1B8-AB11-B08B-DF29-F957935C6F4D}"/>
              </a:ext>
            </a:extLst>
          </p:cNvPr>
          <p:cNvSpPr>
            <a:spLocks noGrp="1"/>
          </p:cNvSpPr>
          <p:nvPr>
            <p:ph type="subTitle" idx="1"/>
          </p:nvPr>
        </p:nvSpPr>
        <p:spPr>
          <a:xfrm>
            <a:off x="292359" y="1586205"/>
            <a:ext cx="11607282" cy="5047860"/>
          </a:xfrm>
        </p:spPr>
        <p:txBody>
          <a:bodyPr>
            <a:normAutofit/>
          </a:bodyPr>
          <a:lstStyle/>
          <a:p>
            <a:pPr algn="l" fontAlgn="base"/>
            <a:r>
              <a:rPr lang="en-US" sz="2000" dirty="0" err="1"/>
              <a:t>ifPresentOrElse</a:t>
            </a:r>
            <a:r>
              <a:rPr lang="en-US" sz="2000" dirty="0"/>
              <a:t>() Method :</a:t>
            </a:r>
          </a:p>
          <a:p>
            <a:pPr algn="l" fontAlgn="base"/>
            <a:r>
              <a:rPr lang="en-US" sz="2000" dirty="0"/>
              <a:t>This method performs the given action if the value is present in the Optional object. If the value is absent, performs the given empty-based action.</a:t>
            </a:r>
          </a:p>
          <a:p>
            <a:pPr algn="l" fontAlgn="base"/>
            <a:r>
              <a:rPr lang="en-US" sz="2000" dirty="0"/>
              <a:t>You can use this method when you want to perform different actions depending upon the presence and absence of a value.</a:t>
            </a:r>
          </a:p>
          <a:p>
            <a:pPr algn="l" fontAlgn="base"/>
            <a:r>
              <a:rPr lang="en-IN" sz="2000" dirty="0"/>
              <a:t> </a:t>
            </a:r>
            <a:br>
              <a:rPr lang="en-IN" sz="2000" dirty="0"/>
            </a:br>
            <a:r>
              <a:rPr lang="en-IN" sz="2000" dirty="0"/>
              <a:t>//Optional object with a value</a:t>
            </a:r>
          </a:p>
          <a:p>
            <a:pPr algn="l" fontAlgn="base"/>
            <a:r>
              <a:rPr lang="en-IN" sz="2000" dirty="0"/>
              <a:t>             </a:t>
            </a:r>
            <a:r>
              <a:rPr lang="en-IN" sz="2000" dirty="0" err="1"/>
              <a:t>Optional.of</a:t>
            </a:r>
            <a:r>
              <a:rPr lang="en-IN" sz="2000" dirty="0"/>
              <a:t>("Address_1")</a:t>
            </a:r>
            <a:br>
              <a:rPr lang="en-IN" sz="2000" dirty="0"/>
            </a:br>
            <a:r>
              <a:rPr lang="en-IN" sz="2000" dirty="0"/>
              <a:t>.</a:t>
            </a:r>
            <a:r>
              <a:rPr lang="en-IN" sz="2000" dirty="0" err="1"/>
              <a:t>ifPresentOrElse</a:t>
            </a:r>
            <a:r>
              <a:rPr lang="en-IN" sz="2000" dirty="0"/>
              <a:t>(address -&gt; </a:t>
            </a:r>
            <a:r>
              <a:rPr lang="en-IN" sz="2000" dirty="0" err="1"/>
              <a:t>System.out.println</a:t>
            </a:r>
            <a:r>
              <a:rPr lang="en-IN" sz="2000" dirty="0"/>
              <a:t>("Address : "+address), () -&gt; </a:t>
            </a:r>
            <a:r>
              <a:rPr lang="en-IN" sz="2000" dirty="0" err="1"/>
              <a:t>System.out.println</a:t>
            </a:r>
            <a:r>
              <a:rPr lang="en-IN" sz="2000" dirty="0"/>
              <a:t>("No Address"));</a:t>
            </a:r>
          </a:p>
          <a:p>
            <a:pPr algn="l" fontAlgn="base"/>
            <a:br>
              <a:rPr lang="en-IN" sz="2000" dirty="0"/>
            </a:br>
            <a:r>
              <a:rPr lang="en-IN" sz="2000" dirty="0"/>
              <a:t>//Optional object without a value    </a:t>
            </a:r>
          </a:p>
          <a:p>
            <a:pPr algn="l" fontAlgn="base"/>
            <a:r>
              <a:rPr lang="en-IN" sz="2000" dirty="0"/>
              <a:t>       </a:t>
            </a:r>
            <a:r>
              <a:rPr lang="en-IN" sz="2000" dirty="0" err="1"/>
              <a:t>Optional.empty</a:t>
            </a:r>
            <a:r>
              <a:rPr lang="en-IN" sz="2000" dirty="0"/>
              <a:t>().</a:t>
            </a:r>
            <a:r>
              <a:rPr lang="en-IN" sz="2000" dirty="0" err="1"/>
              <a:t>ifPresentOrElse</a:t>
            </a:r>
            <a:r>
              <a:rPr lang="en-IN" sz="2000" dirty="0"/>
              <a:t>(address -&gt; </a:t>
            </a:r>
            <a:r>
              <a:rPr lang="en-IN" sz="2000" dirty="0" err="1"/>
              <a:t>System.out.println</a:t>
            </a:r>
            <a:r>
              <a:rPr lang="en-IN" sz="2000" dirty="0"/>
              <a:t>("Address : "+address), () -&gt; </a:t>
            </a:r>
            <a:r>
              <a:rPr lang="en-IN" sz="2000" dirty="0" err="1"/>
              <a:t>System.out.println</a:t>
            </a:r>
            <a:r>
              <a:rPr lang="en-IN" sz="2000" dirty="0"/>
              <a:t>("No Address"));</a:t>
            </a:r>
          </a:p>
        </p:txBody>
      </p:sp>
    </p:spTree>
    <p:extLst>
      <p:ext uri="{BB962C8B-B14F-4D97-AF65-F5344CB8AC3E}">
        <p14:creationId xmlns:p14="http://schemas.microsoft.com/office/powerpoint/2010/main" val="328393071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F3EB09-7893-00A2-AEEC-382F6D7D0B2E}"/>
              </a:ext>
            </a:extLst>
          </p:cNvPr>
          <p:cNvSpPr>
            <a:spLocks noGrp="1"/>
          </p:cNvSpPr>
          <p:nvPr>
            <p:ph type="ctrTitle"/>
          </p:nvPr>
        </p:nvSpPr>
        <p:spPr>
          <a:xfrm>
            <a:off x="1318726" y="223935"/>
            <a:ext cx="9144000" cy="942392"/>
          </a:xfrm>
        </p:spPr>
        <p:txBody>
          <a:bodyPr>
            <a:normAutofit/>
          </a:bodyPr>
          <a:lstStyle/>
          <a:p>
            <a:pPr algn="l"/>
            <a:r>
              <a:rPr lang="en-US" sz="2400" b="1" i="0" u="none" strike="noStrike" dirty="0">
                <a:solidFill>
                  <a:srgbClr val="4D5B7C"/>
                </a:solidFill>
                <a:effectLst/>
                <a:latin typeface="Epilogue"/>
              </a:rPr>
              <a:t>Java9 (Optional Class Improvements:: or() Method )</a:t>
            </a:r>
          </a:p>
        </p:txBody>
      </p:sp>
      <p:sp>
        <p:nvSpPr>
          <p:cNvPr id="3" name="Subtitle 2">
            <a:extLst>
              <a:ext uri="{FF2B5EF4-FFF2-40B4-BE49-F238E27FC236}">
                <a16:creationId xmlns:a16="http://schemas.microsoft.com/office/drawing/2014/main" id="{9484A1B8-AB11-B08B-DF29-F957935C6F4D}"/>
              </a:ext>
            </a:extLst>
          </p:cNvPr>
          <p:cNvSpPr>
            <a:spLocks noGrp="1"/>
          </p:cNvSpPr>
          <p:nvPr>
            <p:ph type="subTitle" idx="1"/>
          </p:nvPr>
        </p:nvSpPr>
        <p:spPr>
          <a:xfrm>
            <a:off x="292359" y="1586205"/>
            <a:ext cx="11607282" cy="5047860"/>
          </a:xfrm>
        </p:spPr>
        <p:txBody>
          <a:bodyPr>
            <a:normAutofit/>
          </a:bodyPr>
          <a:lstStyle/>
          <a:p>
            <a:pPr algn="l" fontAlgn="base"/>
            <a:r>
              <a:rPr lang="en-US" sz="2000" dirty="0"/>
              <a:t>or() Method :</a:t>
            </a:r>
          </a:p>
          <a:p>
            <a:pPr algn="l" fontAlgn="base"/>
            <a:r>
              <a:rPr lang="en-US" sz="2000" dirty="0"/>
              <a:t>This method returns an Optional object containing the value if the value is present in the given Optional object. If the value is not present, it returns an Optional produced by the supplying function.</a:t>
            </a:r>
          </a:p>
          <a:p>
            <a:pPr algn="l" fontAlgn="base"/>
            <a:r>
              <a:rPr lang="en-US" sz="2000" dirty="0"/>
              <a:t>This method is similar to </a:t>
            </a:r>
            <a:r>
              <a:rPr lang="en-US" sz="2000" dirty="0" err="1"/>
              <a:t>orElse</a:t>
            </a:r>
            <a:r>
              <a:rPr lang="en-US" sz="2000" dirty="0"/>
              <a:t>() and </a:t>
            </a:r>
            <a:r>
              <a:rPr lang="en-US" sz="2000" dirty="0" err="1"/>
              <a:t>orElseGet</a:t>
            </a:r>
            <a:r>
              <a:rPr lang="en-US" sz="2000" dirty="0"/>
              <a:t>() which return unwrapped value where as this method returns the value wrapped in another Optional.</a:t>
            </a:r>
          </a:p>
          <a:p>
            <a:pPr algn="l" fontAlgn="base"/>
            <a:r>
              <a:rPr lang="en-IN" sz="2000" dirty="0"/>
              <a:t>//Optional object with a value</a:t>
            </a:r>
          </a:p>
          <a:p>
            <a:pPr algn="l" fontAlgn="base"/>
            <a:r>
              <a:rPr lang="en-IN" sz="2000" dirty="0"/>
              <a:t>Optional&lt;String&gt; optional = </a:t>
            </a:r>
            <a:r>
              <a:rPr lang="en-IN" sz="2000" dirty="0" err="1"/>
              <a:t>Optional.of</a:t>
            </a:r>
            <a:r>
              <a:rPr lang="en-IN" sz="2000" dirty="0"/>
              <a:t>("Address_1").or(() -&gt; </a:t>
            </a:r>
            <a:r>
              <a:rPr lang="en-IN" sz="2000" dirty="0" err="1"/>
              <a:t>Optional.of</a:t>
            </a:r>
            <a:r>
              <a:rPr lang="en-IN" sz="2000" dirty="0"/>
              <a:t>("No Address"));</a:t>
            </a:r>
          </a:p>
          <a:p>
            <a:pPr algn="l" fontAlgn="base"/>
            <a:r>
              <a:rPr lang="en-IN" sz="2000" dirty="0"/>
              <a:t>        </a:t>
            </a:r>
            <a:r>
              <a:rPr lang="en-IN" sz="2000" dirty="0" err="1"/>
              <a:t>System.out.println</a:t>
            </a:r>
            <a:r>
              <a:rPr lang="en-IN" sz="2000" dirty="0"/>
              <a:t>(</a:t>
            </a:r>
            <a:r>
              <a:rPr lang="en-IN" sz="2000" dirty="0" err="1"/>
              <a:t>optional.get</a:t>
            </a:r>
            <a:r>
              <a:rPr lang="en-IN" sz="2000" dirty="0"/>
              <a:t>());</a:t>
            </a:r>
          </a:p>
          <a:p>
            <a:pPr algn="l" fontAlgn="base"/>
            <a:r>
              <a:rPr lang="en-IN" sz="2000" dirty="0"/>
              <a:t>         </a:t>
            </a:r>
          </a:p>
          <a:p>
            <a:pPr algn="l" fontAlgn="base"/>
            <a:r>
              <a:rPr lang="en-IN" sz="2000" dirty="0"/>
              <a:t>//Optional object without a value</a:t>
            </a:r>
          </a:p>
          <a:p>
            <a:pPr algn="l" fontAlgn="base"/>
            <a:r>
              <a:rPr lang="en-IN" sz="2000" dirty="0"/>
              <a:t>optional = </a:t>
            </a:r>
            <a:r>
              <a:rPr lang="en-IN" sz="2000" dirty="0" err="1"/>
              <a:t>Optional.empty</a:t>
            </a:r>
            <a:r>
              <a:rPr lang="en-IN" sz="2000" dirty="0"/>
              <a:t>().or(() -&gt; </a:t>
            </a:r>
            <a:r>
              <a:rPr lang="en-IN" sz="2000" dirty="0" err="1"/>
              <a:t>Optional.of</a:t>
            </a:r>
            <a:r>
              <a:rPr lang="en-IN" sz="2000" dirty="0"/>
              <a:t>("No Address")); </a:t>
            </a:r>
            <a:r>
              <a:rPr lang="en-IN" sz="2000" dirty="0" err="1"/>
              <a:t>System.out.println</a:t>
            </a:r>
            <a:r>
              <a:rPr lang="en-IN" sz="2000" dirty="0"/>
              <a:t>(</a:t>
            </a:r>
            <a:r>
              <a:rPr lang="en-IN" sz="2000" dirty="0" err="1"/>
              <a:t>optional.get</a:t>
            </a:r>
            <a:r>
              <a:rPr lang="en-IN" sz="2000" dirty="0"/>
              <a:t>());</a:t>
            </a:r>
          </a:p>
        </p:txBody>
      </p:sp>
    </p:spTree>
    <p:extLst>
      <p:ext uri="{BB962C8B-B14F-4D97-AF65-F5344CB8AC3E}">
        <p14:creationId xmlns:p14="http://schemas.microsoft.com/office/powerpoint/2010/main" val="304616066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16613F-2C53-1185-8C07-B5EA9589CD16}"/>
              </a:ext>
            </a:extLst>
          </p:cNvPr>
          <p:cNvSpPr>
            <a:spLocks noGrp="1"/>
          </p:cNvSpPr>
          <p:nvPr>
            <p:ph type="title"/>
          </p:nvPr>
        </p:nvSpPr>
        <p:spPr/>
        <p:txBody>
          <a:bodyPr/>
          <a:lstStyle/>
          <a:p>
            <a:r>
              <a:rPr lang="en-IN" dirty="0">
                <a:solidFill>
                  <a:srgbClr val="00B050"/>
                </a:solidFill>
              </a:rPr>
              <a:t>Java 10 Features</a:t>
            </a:r>
          </a:p>
        </p:txBody>
      </p:sp>
      <p:sp>
        <p:nvSpPr>
          <p:cNvPr id="3" name="Content Placeholder 2">
            <a:extLst>
              <a:ext uri="{FF2B5EF4-FFF2-40B4-BE49-F238E27FC236}">
                <a16:creationId xmlns:a16="http://schemas.microsoft.com/office/drawing/2014/main" id="{812FE562-47A4-F7F8-C116-99D2F9547881}"/>
              </a:ext>
            </a:extLst>
          </p:cNvPr>
          <p:cNvSpPr>
            <a:spLocks noGrp="1"/>
          </p:cNvSpPr>
          <p:nvPr>
            <p:ph idx="1"/>
          </p:nvPr>
        </p:nvSpPr>
        <p:spPr/>
        <p:txBody>
          <a:bodyPr/>
          <a:lstStyle/>
          <a:p>
            <a:r>
              <a:rPr lang="en-IN" dirty="0"/>
              <a:t>Local-Variable Type Inference ("var")</a:t>
            </a:r>
          </a:p>
          <a:p>
            <a:r>
              <a:rPr lang="en-IN" dirty="0"/>
              <a:t>Immutable Collections</a:t>
            </a:r>
          </a:p>
          <a:p>
            <a:r>
              <a:rPr lang="en-IN" dirty="0" err="1"/>
              <a:t>Optional.orElseThrow</a:t>
            </a:r>
            <a:r>
              <a:rPr lang="en-IN" dirty="0"/>
              <a:t>()</a:t>
            </a:r>
          </a:p>
          <a:p>
            <a:r>
              <a:rPr lang="en-IN" dirty="0"/>
              <a:t>Time-Based Release Versioning</a:t>
            </a:r>
          </a:p>
          <a:p>
            <a:r>
              <a:rPr lang="en-IN" dirty="0"/>
              <a:t>Parallel Full GC for G1</a:t>
            </a:r>
          </a:p>
          <a:p>
            <a:r>
              <a:rPr lang="en-IN" dirty="0"/>
              <a:t>Application Class-Data Sharing</a:t>
            </a:r>
          </a:p>
          <a:p>
            <a:r>
              <a:rPr lang="en-IN" dirty="0"/>
              <a:t>Experimental Java-Based JIT Compiler</a:t>
            </a:r>
          </a:p>
        </p:txBody>
      </p:sp>
    </p:spTree>
    <p:extLst>
      <p:ext uri="{BB962C8B-B14F-4D97-AF65-F5344CB8AC3E}">
        <p14:creationId xmlns:p14="http://schemas.microsoft.com/office/powerpoint/2010/main" val="292974592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16613F-2C53-1185-8C07-B5EA9589CD16}"/>
              </a:ext>
            </a:extLst>
          </p:cNvPr>
          <p:cNvSpPr>
            <a:spLocks noGrp="1"/>
          </p:cNvSpPr>
          <p:nvPr>
            <p:ph type="title"/>
          </p:nvPr>
        </p:nvSpPr>
        <p:spPr/>
        <p:txBody>
          <a:bodyPr/>
          <a:lstStyle/>
          <a:p>
            <a:r>
              <a:rPr lang="en-IN" dirty="0"/>
              <a:t>Java 10(Local-Variable Type Inference ("var"))</a:t>
            </a:r>
          </a:p>
        </p:txBody>
      </p:sp>
      <p:sp>
        <p:nvSpPr>
          <p:cNvPr id="3" name="Content Placeholder 2">
            <a:extLst>
              <a:ext uri="{FF2B5EF4-FFF2-40B4-BE49-F238E27FC236}">
                <a16:creationId xmlns:a16="http://schemas.microsoft.com/office/drawing/2014/main" id="{812FE562-47A4-F7F8-C116-99D2F9547881}"/>
              </a:ext>
            </a:extLst>
          </p:cNvPr>
          <p:cNvSpPr>
            <a:spLocks noGrp="1"/>
          </p:cNvSpPr>
          <p:nvPr>
            <p:ph idx="1"/>
          </p:nvPr>
        </p:nvSpPr>
        <p:spPr>
          <a:xfrm>
            <a:off x="838200" y="1825624"/>
            <a:ext cx="10515600" cy="4509861"/>
          </a:xfrm>
        </p:spPr>
        <p:txBody>
          <a:bodyPr/>
          <a:lstStyle/>
          <a:p>
            <a:r>
              <a:rPr lang="en-US" sz="2400" dirty="0"/>
              <a:t>Since Java 10, we can use the keyword var to declare local variables (local means: within methods). This allows, for example, the following definitions:</a:t>
            </a:r>
          </a:p>
          <a:p>
            <a:endParaRPr lang="en-US" dirty="0"/>
          </a:p>
        </p:txBody>
      </p:sp>
      <p:graphicFrame>
        <p:nvGraphicFramePr>
          <p:cNvPr id="5" name="Table 5">
            <a:extLst>
              <a:ext uri="{FF2B5EF4-FFF2-40B4-BE49-F238E27FC236}">
                <a16:creationId xmlns:a16="http://schemas.microsoft.com/office/drawing/2014/main" id="{CFA34461-4051-6410-A234-2D5173CAD37D}"/>
              </a:ext>
            </a:extLst>
          </p:cNvPr>
          <p:cNvGraphicFramePr>
            <a:graphicFrameLocks noGrp="1"/>
          </p:cNvGraphicFramePr>
          <p:nvPr>
            <p:extLst>
              <p:ext uri="{D42A27DB-BD31-4B8C-83A1-F6EECF244321}">
                <p14:modId xmlns:p14="http://schemas.microsoft.com/office/powerpoint/2010/main" val="2154061678"/>
              </p:ext>
            </p:extLst>
          </p:nvPr>
        </p:nvGraphicFramePr>
        <p:xfrm>
          <a:off x="978159" y="2668555"/>
          <a:ext cx="10235682" cy="1737360"/>
        </p:xfrm>
        <a:graphic>
          <a:graphicData uri="http://schemas.openxmlformats.org/drawingml/2006/table">
            <a:tbl>
              <a:tblPr firstRow="1" bandRow="1">
                <a:tableStyleId>{5C22544A-7EE6-4342-B048-85BDC9FD1C3A}</a:tableStyleId>
              </a:tblPr>
              <a:tblGrid>
                <a:gridCol w="5117841">
                  <a:extLst>
                    <a:ext uri="{9D8B030D-6E8A-4147-A177-3AD203B41FA5}">
                      <a16:colId xmlns:a16="http://schemas.microsoft.com/office/drawing/2014/main" val="3070643338"/>
                    </a:ext>
                  </a:extLst>
                </a:gridCol>
                <a:gridCol w="5117841">
                  <a:extLst>
                    <a:ext uri="{9D8B030D-6E8A-4147-A177-3AD203B41FA5}">
                      <a16:colId xmlns:a16="http://schemas.microsoft.com/office/drawing/2014/main" val="3068419362"/>
                    </a:ext>
                  </a:extLst>
                </a:gridCol>
              </a:tblGrid>
              <a:tr h="160901">
                <a:tc>
                  <a:txBody>
                    <a:bodyPr/>
                    <a:lstStyle/>
                    <a:p>
                      <a:r>
                        <a:rPr lang="en-IN" dirty="0"/>
                        <a:t>var </a:t>
                      </a:r>
                      <a:r>
                        <a:rPr lang="en-IN" dirty="0" err="1"/>
                        <a:t>i</a:t>
                      </a:r>
                      <a:r>
                        <a:rPr lang="en-IN" dirty="0"/>
                        <a:t> = 10;</a:t>
                      </a:r>
                    </a:p>
                    <a:p>
                      <a:r>
                        <a:rPr lang="en-IN" dirty="0"/>
                        <a:t>var hello = "Hello world!";</a:t>
                      </a:r>
                    </a:p>
                    <a:p>
                      <a:r>
                        <a:rPr lang="en-IN" dirty="0"/>
                        <a:t>var list = </a:t>
                      </a:r>
                      <a:r>
                        <a:rPr lang="en-IN" dirty="0" err="1"/>
                        <a:t>List.of</a:t>
                      </a:r>
                      <a:r>
                        <a:rPr lang="en-IN" dirty="0"/>
                        <a:t>(1, 2, 3, 4, 5);</a:t>
                      </a:r>
                    </a:p>
                    <a:p>
                      <a:r>
                        <a:rPr lang="en-IN" dirty="0"/>
                        <a:t>var </a:t>
                      </a:r>
                      <a:r>
                        <a:rPr lang="en-IN" dirty="0" err="1"/>
                        <a:t>httpClient</a:t>
                      </a:r>
                      <a:r>
                        <a:rPr lang="en-IN" dirty="0"/>
                        <a:t> = </a:t>
                      </a:r>
                      <a:r>
                        <a:rPr lang="en-IN" dirty="0" err="1"/>
                        <a:t>HttpClient.newBuilder</a:t>
                      </a:r>
                      <a:r>
                        <a:rPr lang="en-IN" dirty="0"/>
                        <a:t>().build();</a:t>
                      </a:r>
                    </a:p>
                    <a:p>
                      <a:r>
                        <a:rPr lang="en-IN" dirty="0"/>
                        <a:t>var status = </a:t>
                      </a:r>
                      <a:r>
                        <a:rPr lang="en-IN" dirty="0" err="1"/>
                        <a:t>getStatus</a:t>
                      </a:r>
                      <a:r>
                        <a:rPr lang="en-IN" dirty="0"/>
                        <a:t>();</a:t>
                      </a:r>
                    </a:p>
                  </a:txBody>
                  <a:tcPr/>
                </a:tc>
                <a:tc>
                  <a:txBody>
                    <a:bodyPr/>
                    <a:lstStyle/>
                    <a:p>
                      <a:r>
                        <a:rPr lang="en-IN" dirty="0"/>
                        <a:t>int </a:t>
                      </a:r>
                      <a:r>
                        <a:rPr lang="en-IN" dirty="0" err="1"/>
                        <a:t>i</a:t>
                      </a:r>
                      <a:r>
                        <a:rPr lang="en-IN" dirty="0"/>
                        <a:t> = 10;</a:t>
                      </a:r>
                    </a:p>
                    <a:p>
                      <a:r>
                        <a:rPr lang="en-IN" dirty="0"/>
                        <a:t>String hello = "Hello world!";</a:t>
                      </a:r>
                    </a:p>
                    <a:p>
                      <a:r>
                        <a:rPr lang="en-IN" dirty="0"/>
                        <a:t>List&lt;Integer&gt; list = </a:t>
                      </a:r>
                      <a:r>
                        <a:rPr lang="en-IN" dirty="0" err="1"/>
                        <a:t>List.of</a:t>
                      </a:r>
                      <a:r>
                        <a:rPr lang="en-IN" dirty="0"/>
                        <a:t>(1, 2, 3, 4, 5);</a:t>
                      </a:r>
                    </a:p>
                    <a:p>
                      <a:r>
                        <a:rPr lang="en-IN" dirty="0" err="1"/>
                        <a:t>HttpClient</a:t>
                      </a:r>
                      <a:r>
                        <a:rPr lang="en-IN" dirty="0"/>
                        <a:t> </a:t>
                      </a:r>
                      <a:r>
                        <a:rPr lang="en-IN" dirty="0" err="1"/>
                        <a:t>httpClient</a:t>
                      </a:r>
                      <a:r>
                        <a:rPr lang="en-IN" dirty="0"/>
                        <a:t> = </a:t>
                      </a:r>
                      <a:r>
                        <a:rPr lang="en-IN" dirty="0" err="1"/>
                        <a:t>HttpClient</a:t>
                      </a:r>
                      <a:r>
                        <a:rPr lang="en-IN" dirty="0"/>
                        <a:t>. </a:t>
                      </a:r>
                      <a:r>
                        <a:rPr lang="en-IN" dirty="0" err="1"/>
                        <a:t>newBuilder</a:t>
                      </a:r>
                      <a:r>
                        <a:rPr lang="en-IN" dirty="0"/>
                        <a:t>().build();</a:t>
                      </a:r>
                    </a:p>
                    <a:p>
                      <a:r>
                        <a:rPr lang="en-IN" dirty="0"/>
                        <a:t>Status </a:t>
                      </a:r>
                      <a:r>
                        <a:rPr lang="en-IN" dirty="0" err="1"/>
                        <a:t>status</a:t>
                      </a:r>
                      <a:r>
                        <a:rPr lang="en-IN" dirty="0"/>
                        <a:t> = </a:t>
                      </a:r>
                      <a:r>
                        <a:rPr lang="en-IN" dirty="0" err="1"/>
                        <a:t>getStatus</a:t>
                      </a:r>
                      <a:r>
                        <a:rPr lang="en-IN" dirty="0"/>
                        <a:t>();</a:t>
                      </a:r>
                    </a:p>
                  </a:txBody>
                  <a:tcPr/>
                </a:tc>
                <a:extLst>
                  <a:ext uri="{0D108BD9-81ED-4DB2-BD59-A6C34878D82A}">
                    <a16:rowId xmlns:a16="http://schemas.microsoft.com/office/drawing/2014/main" val="2711061928"/>
                  </a:ext>
                </a:extLst>
              </a:tr>
            </a:tbl>
          </a:graphicData>
        </a:graphic>
      </p:graphicFrame>
      <p:graphicFrame>
        <p:nvGraphicFramePr>
          <p:cNvPr id="6" name="Table 6">
            <a:extLst>
              <a:ext uri="{FF2B5EF4-FFF2-40B4-BE49-F238E27FC236}">
                <a16:creationId xmlns:a16="http://schemas.microsoft.com/office/drawing/2014/main" id="{90D25AA5-EF33-1563-C889-65FC121BCF4C}"/>
              </a:ext>
            </a:extLst>
          </p:cNvPr>
          <p:cNvGraphicFramePr>
            <a:graphicFrameLocks noGrp="1"/>
          </p:cNvGraphicFramePr>
          <p:nvPr>
            <p:extLst>
              <p:ext uri="{D42A27DB-BD31-4B8C-83A1-F6EECF244321}">
                <p14:modId xmlns:p14="http://schemas.microsoft.com/office/powerpoint/2010/main" val="1569258056"/>
              </p:ext>
            </p:extLst>
          </p:nvPr>
        </p:nvGraphicFramePr>
        <p:xfrm>
          <a:off x="978158" y="4542718"/>
          <a:ext cx="10235681" cy="1833880"/>
        </p:xfrm>
        <a:graphic>
          <a:graphicData uri="http://schemas.openxmlformats.org/drawingml/2006/table">
            <a:tbl>
              <a:tblPr firstRow="1" bandRow="1">
                <a:tableStyleId>{5C22544A-7EE6-4342-B048-85BDC9FD1C3A}</a:tableStyleId>
              </a:tblPr>
              <a:tblGrid>
                <a:gridCol w="10235681">
                  <a:extLst>
                    <a:ext uri="{9D8B030D-6E8A-4147-A177-3AD203B41FA5}">
                      <a16:colId xmlns:a16="http://schemas.microsoft.com/office/drawing/2014/main" val="2898936934"/>
                    </a:ext>
                  </a:extLst>
                </a:gridCol>
              </a:tblGrid>
              <a:tr h="370840">
                <a:tc>
                  <a:txBody>
                    <a:bodyPr/>
                    <a:lstStyle/>
                    <a:p>
                      <a:r>
                        <a:rPr lang="en-IN" dirty="0"/>
                        <a:t>Illegal Use of var</a:t>
                      </a:r>
                    </a:p>
                  </a:txBody>
                  <a:tcPr/>
                </a:tc>
                <a:extLst>
                  <a:ext uri="{0D108BD9-81ED-4DB2-BD59-A6C34878D82A}">
                    <a16:rowId xmlns:a16="http://schemas.microsoft.com/office/drawing/2014/main" val="1959501144"/>
                  </a:ext>
                </a:extLst>
              </a:tr>
              <a:tr h="370840">
                <a:tc>
                  <a:txBody>
                    <a:bodyPr/>
                    <a:lstStyle/>
                    <a:p>
                      <a:r>
                        <a:rPr lang="en-IN" dirty="0"/>
                        <a:t>var n; // error: cannot use 'var' on variable without initializer</a:t>
                      </a:r>
                    </a:p>
                    <a:p>
                      <a:r>
                        <a:rPr lang="en-IN" dirty="0"/>
                        <a:t>var </a:t>
                      </a:r>
                      <a:r>
                        <a:rPr lang="en-IN" dirty="0" err="1"/>
                        <a:t>emptyList</a:t>
                      </a:r>
                      <a:r>
                        <a:rPr lang="en-IN" dirty="0"/>
                        <a:t> = null; // error: variable initializer is 'null’</a:t>
                      </a:r>
                      <a:br>
                        <a:rPr lang="en-IN" dirty="0"/>
                      </a:br>
                      <a:r>
                        <a:rPr lang="en-IN" dirty="0"/>
                        <a:t>public var = "hello"; // error: 'var' is not allowed here  // non local-</a:t>
                      </a:r>
                      <a:r>
                        <a:rPr lang="en-IN" dirty="0" err="1"/>
                        <a:t>varaible</a:t>
                      </a:r>
                      <a:endParaRPr lang="en-IN" dirty="0"/>
                    </a:p>
                    <a:p>
                      <a:r>
                        <a:rPr lang="en-IN" dirty="0"/>
                        <a:t>var p = (String s) -&gt; </a:t>
                      </a:r>
                      <a:r>
                        <a:rPr lang="en-IN" dirty="0" err="1"/>
                        <a:t>s.length</a:t>
                      </a:r>
                      <a:r>
                        <a:rPr lang="en-IN" dirty="0"/>
                        <a:t>() &gt; 10; // error: lambda expression needs an explicit target-type</a:t>
                      </a:r>
                    </a:p>
                    <a:p>
                      <a:r>
                        <a:rPr lang="en-IN" dirty="0"/>
                        <a:t>var </a:t>
                      </a:r>
                      <a:r>
                        <a:rPr lang="en-IN" dirty="0" err="1"/>
                        <a:t>arr</a:t>
                      </a:r>
                      <a:r>
                        <a:rPr lang="en-IN" dirty="0"/>
                        <a:t> = { 1, 2, 3 }; // error: array initializer needs an explicit target-type</a:t>
                      </a:r>
                    </a:p>
                  </a:txBody>
                  <a:tcPr/>
                </a:tc>
                <a:extLst>
                  <a:ext uri="{0D108BD9-81ED-4DB2-BD59-A6C34878D82A}">
                    <a16:rowId xmlns:a16="http://schemas.microsoft.com/office/drawing/2014/main" val="1178686565"/>
                  </a:ext>
                </a:extLst>
              </a:tr>
            </a:tbl>
          </a:graphicData>
        </a:graphic>
      </p:graphicFrame>
    </p:spTree>
    <p:extLst>
      <p:ext uri="{BB962C8B-B14F-4D97-AF65-F5344CB8AC3E}">
        <p14:creationId xmlns:p14="http://schemas.microsoft.com/office/powerpoint/2010/main" val="203838334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16613F-2C53-1185-8C07-B5EA9589CD16}"/>
              </a:ext>
            </a:extLst>
          </p:cNvPr>
          <p:cNvSpPr>
            <a:spLocks noGrp="1"/>
          </p:cNvSpPr>
          <p:nvPr>
            <p:ph type="title"/>
          </p:nvPr>
        </p:nvSpPr>
        <p:spPr/>
        <p:txBody>
          <a:bodyPr/>
          <a:lstStyle/>
          <a:p>
            <a:r>
              <a:rPr lang="en-IN" dirty="0"/>
              <a:t>Java 10(Unmodifiable Collections)</a:t>
            </a:r>
          </a:p>
        </p:txBody>
      </p:sp>
      <p:sp>
        <p:nvSpPr>
          <p:cNvPr id="3" name="Content Placeholder 2">
            <a:extLst>
              <a:ext uri="{FF2B5EF4-FFF2-40B4-BE49-F238E27FC236}">
                <a16:creationId xmlns:a16="http://schemas.microsoft.com/office/drawing/2014/main" id="{812FE562-47A4-F7F8-C116-99D2F9547881}"/>
              </a:ext>
            </a:extLst>
          </p:cNvPr>
          <p:cNvSpPr>
            <a:spLocks noGrp="1"/>
          </p:cNvSpPr>
          <p:nvPr>
            <p:ph idx="1"/>
          </p:nvPr>
        </p:nvSpPr>
        <p:spPr>
          <a:xfrm>
            <a:off x="838200" y="1825624"/>
            <a:ext cx="10515600" cy="4509861"/>
          </a:xfrm>
        </p:spPr>
        <p:txBody>
          <a:bodyPr>
            <a:normAutofit lnSpcReduction="10000"/>
          </a:bodyPr>
          <a:lstStyle/>
          <a:p>
            <a:r>
              <a:rPr lang="en-US" sz="2000" dirty="0" err="1"/>
              <a:t>copyOf</a:t>
            </a:r>
            <a:r>
              <a:rPr lang="en-US" sz="2000" dirty="0"/>
              <a:t>()</a:t>
            </a:r>
          </a:p>
          <a:p>
            <a:r>
              <a:rPr lang="en-US" sz="2000" dirty="0" err="1"/>
              <a:t>java.util.List</a:t>
            </a:r>
            <a:r>
              <a:rPr lang="en-US" sz="2000" dirty="0"/>
              <a:t>, </a:t>
            </a:r>
            <a:r>
              <a:rPr lang="en-US" sz="2000" dirty="0" err="1"/>
              <a:t>java.util.Map</a:t>
            </a:r>
            <a:r>
              <a:rPr lang="en-US" sz="2000" dirty="0"/>
              <a:t> and </a:t>
            </a:r>
            <a:r>
              <a:rPr lang="en-US" sz="2000" dirty="0" err="1"/>
              <a:t>java.util.Set</a:t>
            </a:r>
            <a:r>
              <a:rPr lang="en-US" sz="2000" dirty="0"/>
              <a:t> each got a new static method </a:t>
            </a:r>
            <a:r>
              <a:rPr lang="en-US" sz="2000" dirty="0" err="1"/>
              <a:t>copyOf</a:t>
            </a:r>
            <a:r>
              <a:rPr lang="en-US" sz="2000" dirty="0"/>
              <a:t>(Collection).</a:t>
            </a:r>
          </a:p>
          <a:p>
            <a:r>
              <a:rPr lang="en-US" sz="2000" dirty="0"/>
              <a:t>It returns the unmodifiable copy of the given Collection:</a:t>
            </a:r>
          </a:p>
          <a:p>
            <a:r>
              <a:rPr lang="en-IN" sz="2000" b="0" i="0" dirty="0">
                <a:solidFill>
                  <a:srgbClr val="000000"/>
                </a:solidFill>
                <a:effectLst/>
                <a:latin typeface="Source Code Pro" panose="020F0502020204030204" pitchFamily="49" charset="0"/>
              </a:rPr>
              <a:t>List&lt;Integer&gt; </a:t>
            </a:r>
            <a:r>
              <a:rPr lang="en-IN" sz="2000" b="0" i="0" dirty="0" err="1">
                <a:solidFill>
                  <a:srgbClr val="000000"/>
                </a:solidFill>
                <a:effectLst/>
                <a:latin typeface="Source Code Pro" panose="020F0502020204030204" pitchFamily="49" charset="0"/>
              </a:rPr>
              <a:t>copyList</a:t>
            </a:r>
            <a:r>
              <a:rPr lang="en-IN" sz="2000" b="0" i="0" dirty="0">
                <a:solidFill>
                  <a:srgbClr val="000000"/>
                </a:solidFill>
                <a:effectLst/>
                <a:latin typeface="Source Code Pro" panose="020F0502020204030204" pitchFamily="49" charset="0"/>
              </a:rPr>
              <a:t> =</a:t>
            </a:r>
            <a:r>
              <a:rPr lang="en-IN" sz="2000" b="0" i="0" dirty="0" err="1">
                <a:solidFill>
                  <a:srgbClr val="000000"/>
                </a:solidFill>
                <a:effectLst/>
                <a:latin typeface="Source Code Pro" panose="020F0502020204030204" pitchFamily="49" charset="0"/>
              </a:rPr>
              <a:t>List.copyOf</a:t>
            </a:r>
            <a:r>
              <a:rPr lang="en-IN" sz="2000" b="0" i="0" dirty="0">
                <a:solidFill>
                  <a:srgbClr val="000000"/>
                </a:solidFill>
                <a:effectLst/>
                <a:latin typeface="Source Code Pro" panose="020F0502020204030204" pitchFamily="49" charset="0"/>
              </a:rPr>
              <a:t>(</a:t>
            </a:r>
            <a:r>
              <a:rPr lang="en-IN" sz="2000" b="0" i="0" dirty="0" err="1">
                <a:solidFill>
                  <a:srgbClr val="000000"/>
                </a:solidFill>
                <a:effectLst/>
                <a:latin typeface="Source Code Pro" panose="020F0502020204030204" pitchFamily="49" charset="0"/>
              </a:rPr>
              <a:t>someIntList</a:t>
            </a:r>
            <a:r>
              <a:rPr lang="en-IN" sz="2000" b="0" i="0" dirty="0">
                <a:solidFill>
                  <a:srgbClr val="000000"/>
                </a:solidFill>
                <a:effectLst/>
                <a:latin typeface="Source Code Pro" panose="020F0502020204030204" pitchFamily="49" charset="0"/>
              </a:rPr>
              <a:t>);</a:t>
            </a:r>
          </a:p>
          <a:p>
            <a:r>
              <a:rPr lang="en-US" sz="2000" dirty="0" err="1"/>
              <a:t>toUnmodifiable</a:t>
            </a:r>
            <a:r>
              <a:rPr lang="en-US" sz="2000" dirty="0"/>
              <a:t>*()</a:t>
            </a:r>
          </a:p>
          <a:p>
            <a:r>
              <a:rPr lang="en-US" sz="2000" dirty="0" err="1"/>
              <a:t>java.util.stream.Collectors</a:t>
            </a:r>
            <a:r>
              <a:rPr lang="en-US" sz="2000" dirty="0"/>
              <a:t> get additional methods to collect a Stream into unmodifiable List, Map or Set:</a:t>
            </a:r>
            <a:endParaRPr lang="en-IN" sz="2000" dirty="0">
              <a:solidFill>
                <a:srgbClr val="000000"/>
              </a:solidFill>
              <a:latin typeface="Source Code Pro" panose="020F0502020204030204" pitchFamily="49" charset="0"/>
            </a:endParaRPr>
          </a:p>
          <a:p>
            <a:r>
              <a:rPr lang="en-US" sz="2000" dirty="0" err="1"/>
              <a:t>someIntList.stream</a:t>
            </a:r>
            <a:r>
              <a:rPr lang="en-US" sz="2000" dirty="0"/>
              <a:t>()</a:t>
            </a:r>
          </a:p>
          <a:p>
            <a:r>
              <a:rPr lang="en-US" sz="2000" dirty="0"/>
              <a:t>      .filter(</a:t>
            </a:r>
            <a:r>
              <a:rPr lang="en-US" sz="2000" dirty="0" err="1"/>
              <a:t>i</a:t>
            </a:r>
            <a:r>
              <a:rPr lang="en-US" sz="2000" dirty="0"/>
              <a:t> -&gt; </a:t>
            </a:r>
            <a:r>
              <a:rPr lang="en-US" sz="2000" dirty="0" err="1"/>
              <a:t>i</a:t>
            </a:r>
            <a:r>
              <a:rPr lang="en-US" sz="2000" dirty="0"/>
              <a:t> % 2 == 0) .collect(</a:t>
            </a:r>
            <a:r>
              <a:rPr lang="en-US" sz="2000" dirty="0" err="1"/>
              <a:t>Collectors.toUnmodifiableList</a:t>
            </a:r>
            <a:r>
              <a:rPr lang="en-US" sz="2000" dirty="0"/>
              <a:t>());</a:t>
            </a:r>
          </a:p>
          <a:p>
            <a:r>
              <a:rPr lang="en-US" sz="2000" dirty="0"/>
              <a:t>    </a:t>
            </a:r>
            <a:r>
              <a:rPr lang="en-US" sz="2000" dirty="0" err="1"/>
              <a:t>evenList.add</a:t>
            </a:r>
            <a:r>
              <a:rPr lang="en-US" sz="2000" dirty="0"/>
              <a:t>(4);</a:t>
            </a:r>
          </a:p>
          <a:p>
            <a:r>
              <a:rPr lang="en-US" sz="2000" dirty="0"/>
              <a:t>Any attempt to modify such a collection would result in </a:t>
            </a:r>
            <a:r>
              <a:rPr lang="en-US" sz="2000" dirty="0" err="1"/>
              <a:t>java.lang.UnsupportedOperationExceptionruntime</a:t>
            </a:r>
            <a:r>
              <a:rPr lang="en-US" sz="2000" dirty="0"/>
              <a:t> exception.</a:t>
            </a:r>
          </a:p>
        </p:txBody>
      </p:sp>
    </p:spTree>
    <p:extLst>
      <p:ext uri="{BB962C8B-B14F-4D97-AF65-F5344CB8AC3E}">
        <p14:creationId xmlns:p14="http://schemas.microsoft.com/office/powerpoint/2010/main" val="193073508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16613F-2C53-1185-8C07-B5EA9589CD16}"/>
              </a:ext>
            </a:extLst>
          </p:cNvPr>
          <p:cNvSpPr>
            <a:spLocks noGrp="1"/>
          </p:cNvSpPr>
          <p:nvPr>
            <p:ph type="title"/>
          </p:nvPr>
        </p:nvSpPr>
        <p:spPr/>
        <p:txBody>
          <a:bodyPr/>
          <a:lstStyle/>
          <a:p>
            <a:r>
              <a:rPr lang="en-IN" dirty="0"/>
              <a:t>Java 10(</a:t>
            </a:r>
            <a:r>
              <a:rPr lang="en-IN" dirty="0" err="1"/>
              <a:t>Optional.orElseThrow</a:t>
            </a:r>
            <a:r>
              <a:rPr lang="en-IN" dirty="0"/>
              <a:t>())</a:t>
            </a:r>
          </a:p>
        </p:txBody>
      </p:sp>
      <p:sp>
        <p:nvSpPr>
          <p:cNvPr id="3" name="Content Placeholder 2">
            <a:extLst>
              <a:ext uri="{FF2B5EF4-FFF2-40B4-BE49-F238E27FC236}">
                <a16:creationId xmlns:a16="http://schemas.microsoft.com/office/drawing/2014/main" id="{812FE562-47A4-F7F8-C116-99D2F9547881}"/>
              </a:ext>
            </a:extLst>
          </p:cNvPr>
          <p:cNvSpPr>
            <a:spLocks noGrp="1"/>
          </p:cNvSpPr>
          <p:nvPr>
            <p:ph idx="1"/>
          </p:nvPr>
        </p:nvSpPr>
        <p:spPr>
          <a:xfrm>
            <a:off x="838200" y="1825624"/>
            <a:ext cx="10515600" cy="4509861"/>
          </a:xfrm>
        </p:spPr>
        <p:txBody>
          <a:bodyPr>
            <a:normAutofit/>
          </a:bodyPr>
          <a:lstStyle/>
          <a:p>
            <a:pPr marL="0" indent="0">
              <a:buNone/>
            </a:pPr>
            <a:r>
              <a:rPr lang="en-US" sz="2000" dirty="0"/>
              <a:t>Java 10 introduced a solution with the </a:t>
            </a:r>
            <a:r>
              <a:rPr lang="en-US" sz="2000" dirty="0" err="1"/>
              <a:t>orElseThrow</a:t>
            </a:r>
            <a:r>
              <a:rPr lang="en-US" sz="2000" dirty="0"/>
              <a:t>() method. This method is used to get the value from optional and it’s an exact copy of get() method only the name is different. But this method can throw an exception if value == null.</a:t>
            </a:r>
          </a:p>
          <a:p>
            <a:pPr marL="0" indent="0">
              <a:buNone/>
            </a:pPr>
            <a:r>
              <a:rPr lang="en-US" sz="2000" dirty="0"/>
              <a:t>String </a:t>
            </a:r>
            <a:r>
              <a:rPr lang="en-US" sz="2000" dirty="0" err="1"/>
              <a:t>stringOne</a:t>
            </a:r>
            <a:r>
              <a:rPr lang="en-US" sz="2000" dirty="0"/>
              <a:t> = "Hello world";</a:t>
            </a:r>
          </a:p>
          <a:p>
            <a:pPr marL="0" indent="0">
              <a:buNone/>
            </a:pPr>
            <a:r>
              <a:rPr lang="en-US" sz="2000" dirty="0"/>
              <a:t>        var </a:t>
            </a:r>
            <a:r>
              <a:rPr lang="en-US" sz="2000" dirty="0" err="1"/>
              <a:t>optionalStringOne</a:t>
            </a:r>
            <a:r>
              <a:rPr lang="en-US" sz="2000" dirty="0"/>
              <a:t> =  </a:t>
            </a:r>
            <a:r>
              <a:rPr lang="en-US" sz="2000" dirty="0" err="1"/>
              <a:t>Optional.ofNullable</a:t>
            </a:r>
            <a:r>
              <a:rPr lang="en-US" sz="2000" dirty="0"/>
              <a:t>(</a:t>
            </a:r>
            <a:r>
              <a:rPr lang="en-US" sz="2000" dirty="0" err="1"/>
              <a:t>stringOne</a:t>
            </a:r>
            <a:r>
              <a:rPr lang="en-US" sz="2000" dirty="0"/>
              <a:t>);</a:t>
            </a:r>
          </a:p>
          <a:p>
            <a:pPr marL="0" indent="0">
              <a:buNone/>
            </a:pPr>
            <a:r>
              <a:rPr lang="en-US" sz="2000" dirty="0"/>
              <a:t>        var </a:t>
            </a:r>
            <a:r>
              <a:rPr lang="en-US" sz="2000" dirty="0" err="1"/>
              <a:t>valueStringOne</a:t>
            </a:r>
            <a:r>
              <a:rPr lang="en-US" sz="2000" dirty="0"/>
              <a:t>  = </a:t>
            </a:r>
            <a:r>
              <a:rPr lang="en-US" sz="2000" dirty="0" err="1"/>
              <a:t>optionalStringOne.orElseThrow</a:t>
            </a:r>
            <a:r>
              <a:rPr lang="en-US" sz="2000" dirty="0"/>
              <a:t>();</a:t>
            </a:r>
          </a:p>
          <a:p>
            <a:pPr marL="0" indent="0">
              <a:buNone/>
            </a:pPr>
            <a:r>
              <a:rPr lang="en-US" sz="2000" dirty="0"/>
              <a:t>        </a:t>
            </a:r>
            <a:r>
              <a:rPr lang="en-US" sz="2000" dirty="0" err="1"/>
              <a:t>System.out.println</a:t>
            </a:r>
            <a:r>
              <a:rPr lang="en-US" sz="2000" dirty="0"/>
              <a:t>(</a:t>
            </a:r>
            <a:r>
              <a:rPr lang="en-US" sz="2000" dirty="0" err="1"/>
              <a:t>valueStringOne</a:t>
            </a:r>
            <a:r>
              <a:rPr lang="en-US" sz="2000" dirty="0"/>
              <a:t>);</a:t>
            </a:r>
          </a:p>
          <a:p>
            <a:pPr marL="0" indent="0">
              <a:buNone/>
            </a:pPr>
            <a:r>
              <a:rPr lang="en-US" sz="2000" dirty="0"/>
              <a:t>        String </a:t>
            </a:r>
            <a:r>
              <a:rPr lang="en-US" sz="2000" dirty="0" err="1"/>
              <a:t>stringTwo</a:t>
            </a:r>
            <a:r>
              <a:rPr lang="en-US" sz="2000" dirty="0"/>
              <a:t> = null;</a:t>
            </a:r>
          </a:p>
          <a:p>
            <a:pPr marL="0" indent="0">
              <a:buNone/>
            </a:pPr>
            <a:r>
              <a:rPr lang="en-US" sz="2000" dirty="0"/>
              <a:t>        var </a:t>
            </a:r>
            <a:r>
              <a:rPr lang="en-US" sz="2000" dirty="0" err="1"/>
              <a:t>optionalStringTwo</a:t>
            </a:r>
            <a:r>
              <a:rPr lang="en-US" sz="2000" dirty="0"/>
              <a:t> =  </a:t>
            </a:r>
            <a:r>
              <a:rPr lang="en-US" sz="2000" dirty="0" err="1"/>
              <a:t>Optional.ofNullable</a:t>
            </a:r>
            <a:r>
              <a:rPr lang="en-US" sz="2000" dirty="0"/>
              <a:t>(</a:t>
            </a:r>
            <a:r>
              <a:rPr lang="en-US" sz="2000" dirty="0" err="1"/>
              <a:t>stringTwo</a:t>
            </a:r>
            <a:r>
              <a:rPr lang="en-US" sz="2000" dirty="0"/>
              <a:t>);</a:t>
            </a:r>
          </a:p>
          <a:p>
            <a:pPr marL="0" indent="0">
              <a:buNone/>
            </a:pPr>
            <a:r>
              <a:rPr lang="en-US" sz="2000" dirty="0"/>
              <a:t>        var </a:t>
            </a:r>
            <a:r>
              <a:rPr lang="en-US" sz="2000" dirty="0" err="1"/>
              <a:t>valueStringTwo</a:t>
            </a:r>
            <a:r>
              <a:rPr lang="en-US" sz="2000" dirty="0"/>
              <a:t>  = </a:t>
            </a:r>
            <a:r>
              <a:rPr lang="en-US" sz="2000" dirty="0" err="1"/>
              <a:t>optionalStringTwo.orElseThrow</a:t>
            </a:r>
            <a:r>
              <a:rPr lang="en-US" sz="2000" dirty="0"/>
              <a:t>();</a:t>
            </a:r>
          </a:p>
          <a:p>
            <a:pPr marL="0" indent="0">
              <a:buNone/>
            </a:pPr>
            <a:r>
              <a:rPr lang="en-US" sz="2000" dirty="0"/>
              <a:t>        </a:t>
            </a:r>
            <a:r>
              <a:rPr lang="en-US" sz="2000" dirty="0" err="1"/>
              <a:t>System.out.println</a:t>
            </a:r>
            <a:r>
              <a:rPr lang="en-US" sz="2000" dirty="0"/>
              <a:t>(</a:t>
            </a:r>
            <a:r>
              <a:rPr lang="en-US" sz="2000" dirty="0" err="1"/>
              <a:t>valueStringTwo</a:t>
            </a:r>
            <a:r>
              <a:rPr lang="en-US" sz="2000" dirty="0"/>
              <a:t>);</a:t>
            </a:r>
          </a:p>
        </p:txBody>
      </p:sp>
    </p:spTree>
    <p:extLst>
      <p:ext uri="{BB962C8B-B14F-4D97-AF65-F5344CB8AC3E}">
        <p14:creationId xmlns:p14="http://schemas.microsoft.com/office/powerpoint/2010/main" val="420693876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16613F-2C53-1185-8C07-B5EA9589CD16}"/>
              </a:ext>
            </a:extLst>
          </p:cNvPr>
          <p:cNvSpPr>
            <a:spLocks noGrp="1"/>
          </p:cNvSpPr>
          <p:nvPr>
            <p:ph type="title"/>
          </p:nvPr>
        </p:nvSpPr>
        <p:spPr/>
        <p:txBody>
          <a:bodyPr/>
          <a:lstStyle/>
          <a:p>
            <a:r>
              <a:rPr lang="en-IN" dirty="0"/>
              <a:t>Java 10(Parallel Full GC for G1)</a:t>
            </a:r>
          </a:p>
        </p:txBody>
      </p:sp>
      <p:sp>
        <p:nvSpPr>
          <p:cNvPr id="3" name="Content Placeholder 2">
            <a:extLst>
              <a:ext uri="{FF2B5EF4-FFF2-40B4-BE49-F238E27FC236}">
                <a16:creationId xmlns:a16="http://schemas.microsoft.com/office/drawing/2014/main" id="{812FE562-47A4-F7F8-C116-99D2F9547881}"/>
              </a:ext>
            </a:extLst>
          </p:cNvPr>
          <p:cNvSpPr>
            <a:spLocks noGrp="1"/>
          </p:cNvSpPr>
          <p:nvPr>
            <p:ph idx="1"/>
          </p:nvPr>
        </p:nvSpPr>
        <p:spPr>
          <a:xfrm>
            <a:off x="838200" y="1825624"/>
            <a:ext cx="10515600" cy="4509861"/>
          </a:xfrm>
        </p:spPr>
        <p:txBody>
          <a:bodyPr>
            <a:normAutofit/>
          </a:bodyPr>
          <a:lstStyle/>
          <a:p>
            <a:pPr marL="0" indent="0">
              <a:buNone/>
            </a:pPr>
            <a:r>
              <a:rPr lang="en-US" sz="2000" dirty="0"/>
              <a:t>With JDK 9, the Garbage-First (G1) garbage collector has replaced the parallel collector as the default GC.</a:t>
            </a:r>
          </a:p>
          <a:p>
            <a:pPr marL="0" indent="0">
              <a:buNone/>
            </a:pPr>
            <a:endParaRPr lang="en-US" sz="2000" dirty="0"/>
          </a:p>
          <a:p>
            <a:pPr marL="0" indent="0">
              <a:buNone/>
            </a:pPr>
            <a:r>
              <a:rPr lang="en-US" sz="2000" dirty="0"/>
              <a:t>While the parallel GC could perform a full garbage collection (i.e., cleaning up all regions of the heap) in parallel with the running application, this was not possible with G1 until now. G1 had to temporarily stop the application ("stop-the-world"), leading to noticeable latencies.</a:t>
            </a:r>
          </a:p>
          <a:p>
            <a:pPr marL="0" indent="0">
              <a:buNone/>
            </a:pPr>
            <a:endParaRPr lang="en-US" sz="2000" dirty="0"/>
          </a:p>
          <a:p>
            <a:pPr marL="0" indent="0">
              <a:buNone/>
            </a:pPr>
            <a:r>
              <a:rPr lang="en-US" sz="2000" dirty="0"/>
              <a:t>Since G1 was designed to avoid full collections as much as possible, this rarely posed a problem.</a:t>
            </a:r>
          </a:p>
          <a:p>
            <a:pPr marL="0" indent="0">
              <a:buNone/>
            </a:pPr>
            <a:endParaRPr lang="en-US" sz="2000" dirty="0"/>
          </a:p>
          <a:p>
            <a:pPr marL="0" indent="0">
              <a:buNone/>
            </a:pPr>
            <a:r>
              <a:rPr lang="en-US" sz="2000" dirty="0"/>
              <a:t>In Java 10, with JDK Enhancement Proposal 307, the full </a:t>
            </a:r>
            <a:r>
              <a:rPr lang="en-US" sz="2000" dirty="0" err="1"/>
              <a:t>gargage</a:t>
            </a:r>
            <a:r>
              <a:rPr lang="en-US" sz="2000" dirty="0"/>
              <a:t> collection of the G1 collector has now also been parallelized. The worst-case latencies (pause times) reach those of the parallel collector.</a:t>
            </a:r>
          </a:p>
        </p:txBody>
      </p:sp>
    </p:spTree>
    <p:extLst>
      <p:ext uri="{BB962C8B-B14F-4D97-AF65-F5344CB8AC3E}">
        <p14:creationId xmlns:p14="http://schemas.microsoft.com/office/powerpoint/2010/main" val="247419997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6552A2-7AB1-0525-27E2-9C6583BCE20B}"/>
              </a:ext>
            </a:extLst>
          </p:cNvPr>
          <p:cNvSpPr>
            <a:spLocks noGrp="1"/>
          </p:cNvSpPr>
          <p:nvPr>
            <p:ph type="title"/>
          </p:nvPr>
        </p:nvSpPr>
        <p:spPr/>
        <p:txBody>
          <a:bodyPr/>
          <a:lstStyle/>
          <a:p>
            <a:r>
              <a:rPr lang="en-IN" dirty="0">
                <a:solidFill>
                  <a:srgbClr val="00B050"/>
                </a:solidFill>
              </a:rPr>
              <a:t>Java 11 Features</a:t>
            </a:r>
          </a:p>
        </p:txBody>
      </p:sp>
      <p:sp>
        <p:nvSpPr>
          <p:cNvPr id="3" name="Content Placeholder 2">
            <a:extLst>
              <a:ext uri="{FF2B5EF4-FFF2-40B4-BE49-F238E27FC236}">
                <a16:creationId xmlns:a16="http://schemas.microsoft.com/office/drawing/2014/main" id="{172E746D-25B6-329F-7676-D3AF7B0B6A2B}"/>
              </a:ext>
            </a:extLst>
          </p:cNvPr>
          <p:cNvSpPr>
            <a:spLocks noGrp="1"/>
          </p:cNvSpPr>
          <p:nvPr>
            <p:ph idx="1"/>
          </p:nvPr>
        </p:nvSpPr>
        <p:spPr/>
        <p:txBody>
          <a:bodyPr/>
          <a:lstStyle/>
          <a:p>
            <a:r>
              <a:rPr lang="en-IN" dirty="0"/>
              <a:t>Local-Variable Syntax for Lambda Parameters</a:t>
            </a:r>
          </a:p>
          <a:p>
            <a:r>
              <a:rPr lang="en-IN" dirty="0"/>
              <a:t>New </a:t>
            </a:r>
            <a:r>
              <a:rPr lang="en-IN" dirty="0" err="1"/>
              <a:t>Collection.toArray</a:t>
            </a:r>
            <a:r>
              <a:rPr lang="en-IN" dirty="0"/>
              <a:t>() Method</a:t>
            </a:r>
          </a:p>
          <a:p>
            <a:r>
              <a:rPr lang="en-IN" dirty="0"/>
              <a:t>New String Methods</a:t>
            </a:r>
          </a:p>
          <a:p>
            <a:r>
              <a:rPr lang="en-IN" dirty="0" err="1"/>
              <a:t>Files.readString</a:t>
            </a:r>
            <a:r>
              <a:rPr lang="en-IN"/>
              <a:t>() and </a:t>
            </a:r>
            <a:r>
              <a:rPr lang="en-IN" dirty="0" err="1"/>
              <a:t>writeString</a:t>
            </a:r>
            <a:r>
              <a:rPr lang="en-IN" dirty="0"/>
              <a:t>()</a:t>
            </a:r>
          </a:p>
          <a:p>
            <a:r>
              <a:rPr lang="en-IN" dirty="0" err="1"/>
              <a:t>Path.of</a:t>
            </a:r>
            <a:r>
              <a:rPr lang="en-IN" dirty="0"/>
              <a:t>()</a:t>
            </a:r>
          </a:p>
          <a:p>
            <a:r>
              <a:rPr lang="en-IN" dirty="0"/>
              <a:t>Java Flight Recorder</a:t>
            </a:r>
          </a:p>
          <a:p>
            <a:endParaRPr lang="en-IN" dirty="0"/>
          </a:p>
        </p:txBody>
      </p:sp>
    </p:spTree>
    <p:extLst>
      <p:ext uri="{BB962C8B-B14F-4D97-AF65-F5344CB8AC3E}">
        <p14:creationId xmlns:p14="http://schemas.microsoft.com/office/powerpoint/2010/main" val="155417996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6552A2-7AB1-0525-27E2-9C6583BCE20B}"/>
              </a:ext>
            </a:extLst>
          </p:cNvPr>
          <p:cNvSpPr>
            <a:spLocks noGrp="1"/>
          </p:cNvSpPr>
          <p:nvPr>
            <p:ph type="title"/>
          </p:nvPr>
        </p:nvSpPr>
        <p:spPr/>
        <p:txBody>
          <a:bodyPr>
            <a:normAutofit/>
          </a:bodyPr>
          <a:lstStyle/>
          <a:p>
            <a:r>
              <a:rPr lang="en-IN" dirty="0">
                <a:solidFill>
                  <a:srgbClr val="00B050"/>
                </a:solidFill>
              </a:rPr>
              <a:t>Java 11 </a:t>
            </a:r>
            <a:r>
              <a:rPr lang="en-IN" dirty="0"/>
              <a:t>Local-Variable Syntax for Lambda Parameters</a:t>
            </a:r>
            <a:endParaRPr lang="en-IN" dirty="0">
              <a:solidFill>
                <a:srgbClr val="00B050"/>
              </a:solidFill>
            </a:endParaRPr>
          </a:p>
        </p:txBody>
      </p:sp>
      <p:sp>
        <p:nvSpPr>
          <p:cNvPr id="3" name="Content Placeholder 2">
            <a:extLst>
              <a:ext uri="{FF2B5EF4-FFF2-40B4-BE49-F238E27FC236}">
                <a16:creationId xmlns:a16="http://schemas.microsoft.com/office/drawing/2014/main" id="{172E746D-25B6-329F-7676-D3AF7B0B6A2B}"/>
              </a:ext>
            </a:extLst>
          </p:cNvPr>
          <p:cNvSpPr>
            <a:spLocks noGrp="1"/>
          </p:cNvSpPr>
          <p:nvPr>
            <p:ph idx="1"/>
          </p:nvPr>
        </p:nvSpPr>
        <p:spPr/>
        <p:txBody>
          <a:bodyPr>
            <a:normAutofit lnSpcReduction="10000"/>
          </a:bodyPr>
          <a:lstStyle/>
          <a:p>
            <a:r>
              <a:rPr lang="en-US" dirty="0"/>
              <a:t>What is an implicitly typed lambda expression?</a:t>
            </a:r>
          </a:p>
          <a:p>
            <a:r>
              <a:rPr lang="en-US" dirty="0"/>
              <a:t>Let's start with an explicitly typed lambda expression. In the following example, explicit means that the data types of the lambda parameters l and s – i.e., List&lt;String&gt; and String – are specified:</a:t>
            </a:r>
          </a:p>
          <a:p>
            <a:endParaRPr lang="en-US" dirty="0"/>
          </a:p>
          <a:p>
            <a:r>
              <a:rPr lang="en-US" dirty="0"/>
              <a:t>(List&lt;String&gt; l, String s) -&gt; </a:t>
            </a:r>
            <a:r>
              <a:rPr lang="en-US" dirty="0" err="1"/>
              <a:t>l.add</a:t>
            </a:r>
            <a:r>
              <a:rPr lang="en-US" dirty="0"/>
              <a:t>(s);</a:t>
            </a:r>
          </a:p>
          <a:p>
            <a:r>
              <a:rPr lang="en-US" dirty="0"/>
              <a:t>Since Java 11, you can use the "var" keyword introduced in Java 10 instead of the explicit types:</a:t>
            </a:r>
          </a:p>
          <a:p>
            <a:endParaRPr lang="en-US" dirty="0"/>
          </a:p>
          <a:p>
            <a:r>
              <a:rPr lang="en-US" dirty="0"/>
              <a:t>(var l, var s) -&gt; </a:t>
            </a:r>
            <a:r>
              <a:rPr lang="en-US" dirty="0" err="1"/>
              <a:t>l.add</a:t>
            </a:r>
            <a:r>
              <a:rPr lang="en-US" dirty="0"/>
              <a:t>(s);</a:t>
            </a:r>
            <a:endParaRPr lang="en-IN" dirty="0"/>
          </a:p>
        </p:txBody>
      </p:sp>
    </p:spTree>
    <p:extLst>
      <p:ext uri="{BB962C8B-B14F-4D97-AF65-F5344CB8AC3E}">
        <p14:creationId xmlns:p14="http://schemas.microsoft.com/office/powerpoint/2010/main" val="292754639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6552A2-7AB1-0525-27E2-9C6583BCE20B}"/>
              </a:ext>
            </a:extLst>
          </p:cNvPr>
          <p:cNvSpPr>
            <a:spLocks noGrp="1"/>
          </p:cNvSpPr>
          <p:nvPr>
            <p:ph type="title"/>
          </p:nvPr>
        </p:nvSpPr>
        <p:spPr/>
        <p:txBody>
          <a:bodyPr>
            <a:normAutofit/>
          </a:bodyPr>
          <a:lstStyle/>
          <a:p>
            <a:r>
              <a:rPr lang="en-IN" dirty="0">
                <a:solidFill>
                  <a:srgbClr val="00B050"/>
                </a:solidFill>
              </a:rPr>
              <a:t>Java 11 </a:t>
            </a:r>
            <a:r>
              <a:rPr lang="en-IN" dirty="0"/>
              <a:t>New </a:t>
            </a:r>
            <a:r>
              <a:rPr lang="en-IN" dirty="0" err="1"/>
              <a:t>Collection.toArray</a:t>
            </a:r>
            <a:r>
              <a:rPr lang="en-IN" dirty="0"/>
              <a:t>() Method</a:t>
            </a:r>
            <a:endParaRPr lang="en-IN" dirty="0">
              <a:solidFill>
                <a:srgbClr val="00B050"/>
              </a:solidFill>
            </a:endParaRPr>
          </a:p>
        </p:txBody>
      </p:sp>
      <p:sp>
        <p:nvSpPr>
          <p:cNvPr id="3" name="Content Placeholder 2">
            <a:extLst>
              <a:ext uri="{FF2B5EF4-FFF2-40B4-BE49-F238E27FC236}">
                <a16:creationId xmlns:a16="http://schemas.microsoft.com/office/drawing/2014/main" id="{172E746D-25B6-329F-7676-D3AF7B0B6A2B}"/>
              </a:ext>
            </a:extLst>
          </p:cNvPr>
          <p:cNvSpPr>
            <a:spLocks noGrp="1"/>
          </p:cNvSpPr>
          <p:nvPr>
            <p:ph idx="1"/>
          </p:nvPr>
        </p:nvSpPr>
        <p:spPr/>
        <p:txBody>
          <a:bodyPr>
            <a:normAutofit/>
          </a:bodyPr>
          <a:lstStyle/>
          <a:p>
            <a:r>
              <a:rPr lang="en-US" dirty="0"/>
              <a:t>The new default </a:t>
            </a:r>
            <a:r>
              <a:rPr lang="en-US" dirty="0" err="1"/>
              <a:t>toArray</a:t>
            </a:r>
            <a:r>
              <a:rPr lang="en-US" dirty="0"/>
              <a:t>() method is used to easily convert a collection to an array of the correct type.</a:t>
            </a:r>
          </a:p>
          <a:p>
            <a:r>
              <a:rPr lang="en-IN" dirty="0"/>
              <a:t>List&lt;String&gt; list = </a:t>
            </a:r>
            <a:r>
              <a:rPr lang="en-IN" dirty="0" err="1"/>
              <a:t>List.of</a:t>
            </a:r>
            <a:r>
              <a:rPr lang="en-IN" dirty="0"/>
              <a:t>("foo", "bar", "</a:t>
            </a:r>
            <a:r>
              <a:rPr lang="en-IN" dirty="0" err="1"/>
              <a:t>baz</a:t>
            </a:r>
            <a:r>
              <a:rPr lang="en-IN" dirty="0"/>
              <a:t>");</a:t>
            </a:r>
          </a:p>
          <a:p>
            <a:endParaRPr lang="en-IN" dirty="0"/>
          </a:p>
          <a:p>
            <a:r>
              <a:rPr lang="en-IN" dirty="0"/>
              <a:t>Object[] strings1 = </a:t>
            </a:r>
            <a:r>
              <a:rPr lang="en-IN" dirty="0" err="1"/>
              <a:t>list.toArray</a:t>
            </a:r>
            <a:r>
              <a:rPr lang="en-IN" dirty="0"/>
              <a:t>();</a:t>
            </a:r>
          </a:p>
          <a:p>
            <a:endParaRPr lang="en-IN" dirty="0"/>
          </a:p>
          <a:p>
            <a:r>
              <a:rPr lang="en-IN" dirty="0"/>
              <a:t>String[] strings2a = </a:t>
            </a:r>
            <a:r>
              <a:rPr lang="en-IN" dirty="0" err="1"/>
              <a:t>list.toArray</a:t>
            </a:r>
            <a:r>
              <a:rPr lang="en-IN" dirty="0"/>
              <a:t>(new String[</a:t>
            </a:r>
            <a:r>
              <a:rPr lang="en-IN" dirty="0" err="1"/>
              <a:t>list.size</a:t>
            </a:r>
            <a:r>
              <a:rPr lang="en-IN" dirty="0"/>
              <a:t>()]);</a:t>
            </a:r>
          </a:p>
          <a:p>
            <a:r>
              <a:rPr lang="en-IN" dirty="0"/>
              <a:t>String[] strings2b = </a:t>
            </a:r>
            <a:r>
              <a:rPr lang="en-IN" dirty="0" err="1"/>
              <a:t>list.toArray</a:t>
            </a:r>
            <a:r>
              <a:rPr lang="en-IN" dirty="0"/>
              <a:t>(new String[0]);</a:t>
            </a:r>
          </a:p>
        </p:txBody>
      </p:sp>
    </p:spTree>
    <p:extLst>
      <p:ext uri="{BB962C8B-B14F-4D97-AF65-F5344CB8AC3E}">
        <p14:creationId xmlns:p14="http://schemas.microsoft.com/office/powerpoint/2010/main" val="1620030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6552A2-7AB1-0525-27E2-9C6583BCE20B}"/>
              </a:ext>
            </a:extLst>
          </p:cNvPr>
          <p:cNvSpPr>
            <a:spLocks noGrp="1"/>
          </p:cNvSpPr>
          <p:nvPr>
            <p:ph type="title"/>
          </p:nvPr>
        </p:nvSpPr>
        <p:spPr/>
        <p:txBody>
          <a:bodyPr>
            <a:normAutofit/>
          </a:bodyPr>
          <a:lstStyle/>
          <a:p>
            <a:r>
              <a:rPr lang="en-IN" dirty="0">
                <a:solidFill>
                  <a:srgbClr val="00B050"/>
                </a:solidFill>
              </a:rPr>
              <a:t>Java 11 </a:t>
            </a:r>
            <a:r>
              <a:rPr lang="en-IN" dirty="0"/>
              <a:t>New </a:t>
            </a:r>
            <a:r>
              <a:rPr lang="en-IN" dirty="0" err="1"/>
              <a:t>Collection.toArray</a:t>
            </a:r>
            <a:r>
              <a:rPr lang="en-IN" dirty="0"/>
              <a:t>() Method</a:t>
            </a:r>
            <a:endParaRPr lang="en-IN" dirty="0">
              <a:solidFill>
                <a:srgbClr val="00B050"/>
              </a:solidFill>
            </a:endParaRPr>
          </a:p>
        </p:txBody>
      </p:sp>
      <p:sp>
        <p:nvSpPr>
          <p:cNvPr id="3" name="Content Placeholder 2">
            <a:extLst>
              <a:ext uri="{FF2B5EF4-FFF2-40B4-BE49-F238E27FC236}">
                <a16:creationId xmlns:a16="http://schemas.microsoft.com/office/drawing/2014/main" id="{172E746D-25B6-329F-7676-D3AF7B0B6A2B}"/>
              </a:ext>
            </a:extLst>
          </p:cNvPr>
          <p:cNvSpPr>
            <a:spLocks noGrp="1"/>
          </p:cNvSpPr>
          <p:nvPr>
            <p:ph idx="1"/>
          </p:nvPr>
        </p:nvSpPr>
        <p:spPr/>
        <p:txBody>
          <a:bodyPr>
            <a:normAutofit/>
          </a:bodyPr>
          <a:lstStyle/>
          <a:p>
            <a:r>
              <a:rPr lang="en-US" dirty="0"/>
              <a:t>The first </a:t>
            </a:r>
            <a:r>
              <a:rPr lang="en-US" dirty="0" err="1"/>
              <a:t>toArray</a:t>
            </a:r>
            <a:r>
              <a:rPr lang="en-US" dirty="0"/>
              <a:t>() method (without parameters) returns an Object array, because due to Type Erasure, the type information of list is no longer known at runtime.</a:t>
            </a:r>
          </a:p>
          <a:p>
            <a:endParaRPr lang="en-US" dirty="0"/>
          </a:p>
          <a:p>
            <a:r>
              <a:rPr lang="en-US" dirty="0"/>
              <a:t>The second </a:t>
            </a:r>
            <a:r>
              <a:rPr lang="en-US" dirty="0" err="1"/>
              <a:t>toArray</a:t>
            </a:r>
            <a:r>
              <a:rPr lang="en-US" dirty="0"/>
              <a:t>() method expects an array of the requested type. If this array is at least as large as the collection, the elements are stored in this array (strings2a). Otherwise, a new array of the needed size is created (strings2b)</a:t>
            </a:r>
          </a:p>
          <a:p>
            <a:r>
              <a:rPr lang="en-IN" dirty="0"/>
              <a:t>Integer[] </a:t>
            </a:r>
            <a:r>
              <a:rPr lang="en-IN" dirty="0" err="1"/>
              <a:t>intArr</a:t>
            </a:r>
            <a:r>
              <a:rPr lang="en-IN" dirty="0"/>
              <a:t> = </a:t>
            </a:r>
            <a:r>
              <a:rPr lang="en-IN" dirty="0" err="1"/>
              <a:t>list.toArray</a:t>
            </a:r>
            <a:r>
              <a:rPr lang="en-IN" dirty="0"/>
              <a:t>(Integer[]::new);</a:t>
            </a:r>
          </a:p>
        </p:txBody>
      </p:sp>
    </p:spTree>
    <p:extLst>
      <p:ext uri="{BB962C8B-B14F-4D97-AF65-F5344CB8AC3E}">
        <p14:creationId xmlns:p14="http://schemas.microsoft.com/office/powerpoint/2010/main" val="68529192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6552A2-7AB1-0525-27E2-9C6583BCE20B}"/>
              </a:ext>
            </a:extLst>
          </p:cNvPr>
          <p:cNvSpPr>
            <a:spLocks noGrp="1"/>
          </p:cNvSpPr>
          <p:nvPr>
            <p:ph type="title"/>
          </p:nvPr>
        </p:nvSpPr>
        <p:spPr/>
        <p:txBody>
          <a:bodyPr>
            <a:normAutofit/>
          </a:bodyPr>
          <a:lstStyle/>
          <a:p>
            <a:r>
              <a:rPr lang="en-IN" dirty="0">
                <a:solidFill>
                  <a:srgbClr val="00B050"/>
                </a:solidFill>
              </a:rPr>
              <a:t>Java 11 </a:t>
            </a:r>
            <a:r>
              <a:rPr lang="en-IN" dirty="0"/>
              <a:t>New String Methods</a:t>
            </a:r>
            <a:endParaRPr lang="en-IN" dirty="0">
              <a:solidFill>
                <a:srgbClr val="00B050"/>
              </a:solidFill>
            </a:endParaRPr>
          </a:p>
        </p:txBody>
      </p:sp>
      <p:sp>
        <p:nvSpPr>
          <p:cNvPr id="3" name="Content Placeholder 2">
            <a:extLst>
              <a:ext uri="{FF2B5EF4-FFF2-40B4-BE49-F238E27FC236}">
                <a16:creationId xmlns:a16="http://schemas.microsoft.com/office/drawing/2014/main" id="{172E746D-25B6-329F-7676-D3AF7B0B6A2B}"/>
              </a:ext>
            </a:extLst>
          </p:cNvPr>
          <p:cNvSpPr>
            <a:spLocks noGrp="1"/>
          </p:cNvSpPr>
          <p:nvPr>
            <p:ph idx="1"/>
          </p:nvPr>
        </p:nvSpPr>
        <p:spPr/>
        <p:txBody>
          <a:bodyPr>
            <a:normAutofit fontScale="70000" lnSpcReduction="20000"/>
          </a:bodyPr>
          <a:lstStyle/>
          <a:p>
            <a:r>
              <a:rPr lang="en-US" b="1" i="0" dirty="0" err="1">
                <a:solidFill>
                  <a:srgbClr val="273239"/>
                </a:solidFill>
                <a:effectLst/>
                <a:latin typeface="Nunito" pitchFamily="2" charset="0"/>
              </a:rPr>
              <a:t>isBlank</a:t>
            </a:r>
            <a:r>
              <a:rPr lang="en-US" b="1" i="0" dirty="0">
                <a:solidFill>
                  <a:srgbClr val="273239"/>
                </a:solidFill>
                <a:effectLst/>
                <a:latin typeface="Nunito" pitchFamily="2" charset="0"/>
              </a:rPr>
              <a:t>():</a:t>
            </a:r>
            <a:r>
              <a:rPr lang="en-US" b="0" i="0" dirty="0">
                <a:solidFill>
                  <a:srgbClr val="273239"/>
                </a:solidFill>
                <a:effectLst/>
                <a:latin typeface="Nunito" pitchFamily="2" charset="0"/>
              </a:rPr>
              <a:t> This is a </a:t>
            </a:r>
            <a:r>
              <a:rPr lang="en-US" b="0" i="0" dirty="0" err="1">
                <a:solidFill>
                  <a:srgbClr val="273239"/>
                </a:solidFill>
                <a:effectLst/>
                <a:latin typeface="Nunito" pitchFamily="2" charset="0"/>
              </a:rPr>
              <a:t>boolean</a:t>
            </a:r>
            <a:r>
              <a:rPr lang="en-US" b="0" i="0" dirty="0">
                <a:solidFill>
                  <a:srgbClr val="273239"/>
                </a:solidFill>
                <a:effectLst/>
                <a:latin typeface="Nunito" pitchFamily="2" charset="0"/>
              </a:rPr>
              <a:t> method. It just returns true when a string is empty and vice-versa.</a:t>
            </a:r>
          </a:p>
          <a:p>
            <a:r>
              <a:rPr lang="en-US" b="1" i="0" dirty="0">
                <a:solidFill>
                  <a:srgbClr val="273239"/>
                </a:solidFill>
                <a:effectLst/>
                <a:latin typeface="Nunito" pitchFamily="2" charset="0"/>
              </a:rPr>
              <a:t>lines():</a:t>
            </a:r>
            <a:r>
              <a:rPr lang="en-US" b="0" i="0" dirty="0">
                <a:solidFill>
                  <a:srgbClr val="273239"/>
                </a:solidFill>
                <a:effectLst/>
                <a:latin typeface="Nunito" pitchFamily="2" charset="0"/>
              </a:rPr>
              <a:t> This method is to return a collection of strings that are divided by line terminators.</a:t>
            </a:r>
            <a:endParaRPr lang="en-US" dirty="0">
              <a:solidFill>
                <a:srgbClr val="273239"/>
              </a:solidFill>
              <a:latin typeface="Nunito" pitchFamily="2" charset="0"/>
            </a:endParaRPr>
          </a:p>
          <a:p>
            <a:r>
              <a:rPr lang="en-IN" dirty="0"/>
              <a:t> String str = "Geeks\</a:t>
            </a:r>
            <a:r>
              <a:rPr lang="en-IN" dirty="0" err="1"/>
              <a:t>nFor</a:t>
            </a:r>
            <a:r>
              <a:rPr lang="en-IN" dirty="0"/>
              <a:t>\</a:t>
            </a:r>
            <a:r>
              <a:rPr lang="en-IN" dirty="0" err="1"/>
              <a:t>nGeeks</a:t>
            </a:r>
            <a:r>
              <a:rPr lang="en-IN" dirty="0"/>
              <a:t>";</a:t>
            </a:r>
          </a:p>
          <a:p>
            <a:r>
              <a:rPr lang="en-IN" dirty="0"/>
              <a:t>        </a:t>
            </a:r>
            <a:r>
              <a:rPr lang="en-IN" dirty="0" err="1"/>
              <a:t>System.out.println</a:t>
            </a:r>
            <a:r>
              <a:rPr lang="en-IN" dirty="0"/>
              <a:t>(</a:t>
            </a:r>
          </a:p>
          <a:p>
            <a:r>
              <a:rPr lang="en-IN" dirty="0"/>
              <a:t>            </a:t>
            </a:r>
            <a:r>
              <a:rPr lang="en-IN" dirty="0" err="1"/>
              <a:t>str.lines</a:t>
            </a:r>
            <a:r>
              <a:rPr lang="en-IN" dirty="0"/>
              <a:t>().collect(</a:t>
            </a:r>
            <a:r>
              <a:rPr lang="en-IN" dirty="0" err="1"/>
              <a:t>Collectors.toList</a:t>
            </a:r>
            <a:r>
              <a:rPr lang="en-IN" dirty="0"/>
              <a:t>()));</a:t>
            </a:r>
          </a:p>
          <a:p>
            <a:endParaRPr lang="en-IN" dirty="0"/>
          </a:p>
          <a:p>
            <a:r>
              <a:rPr lang="en-IN" dirty="0"/>
              <a:t>Output</a:t>
            </a:r>
          </a:p>
          <a:p>
            <a:endParaRPr lang="en-IN" dirty="0"/>
          </a:p>
          <a:p>
            <a:r>
              <a:rPr lang="en-IN" dirty="0"/>
              <a:t>Geeks</a:t>
            </a:r>
          </a:p>
          <a:p>
            <a:r>
              <a:rPr lang="en-IN" dirty="0"/>
              <a:t>For</a:t>
            </a:r>
          </a:p>
          <a:p>
            <a:r>
              <a:rPr lang="en-IN" dirty="0"/>
              <a:t>Geeks</a:t>
            </a:r>
          </a:p>
        </p:txBody>
      </p:sp>
    </p:spTree>
    <p:extLst>
      <p:ext uri="{BB962C8B-B14F-4D97-AF65-F5344CB8AC3E}">
        <p14:creationId xmlns:p14="http://schemas.microsoft.com/office/powerpoint/2010/main" val="413464721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6552A2-7AB1-0525-27E2-9C6583BCE20B}"/>
              </a:ext>
            </a:extLst>
          </p:cNvPr>
          <p:cNvSpPr>
            <a:spLocks noGrp="1"/>
          </p:cNvSpPr>
          <p:nvPr>
            <p:ph type="title"/>
          </p:nvPr>
        </p:nvSpPr>
        <p:spPr/>
        <p:txBody>
          <a:bodyPr>
            <a:normAutofit/>
          </a:bodyPr>
          <a:lstStyle/>
          <a:p>
            <a:r>
              <a:rPr lang="en-IN" dirty="0">
                <a:solidFill>
                  <a:srgbClr val="00B050"/>
                </a:solidFill>
              </a:rPr>
              <a:t>Java 11 </a:t>
            </a:r>
            <a:r>
              <a:rPr lang="en-IN" dirty="0"/>
              <a:t>New String Methods</a:t>
            </a:r>
            <a:endParaRPr lang="en-IN" dirty="0">
              <a:solidFill>
                <a:srgbClr val="00B050"/>
              </a:solidFill>
            </a:endParaRPr>
          </a:p>
        </p:txBody>
      </p:sp>
      <p:sp>
        <p:nvSpPr>
          <p:cNvPr id="3" name="Content Placeholder 2">
            <a:extLst>
              <a:ext uri="{FF2B5EF4-FFF2-40B4-BE49-F238E27FC236}">
                <a16:creationId xmlns:a16="http://schemas.microsoft.com/office/drawing/2014/main" id="{172E746D-25B6-329F-7676-D3AF7B0B6A2B}"/>
              </a:ext>
            </a:extLst>
          </p:cNvPr>
          <p:cNvSpPr>
            <a:spLocks noGrp="1"/>
          </p:cNvSpPr>
          <p:nvPr>
            <p:ph idx="1"/>
          </p:nvPr>
        </p:nvSpPr>
        <p:spPr/>
        <p:txBody>
          <a:bodyPr>
            <a:normAutofit/>
          </a:bodyPr>
          <a:lstStyle/>
          <a:p>
            <a:r>
              <a:rPr lang="en-US" b="1" i="0" dirty="0">
                <a:solidFill>
                  <a:srgbClr val="273239"/>
                </a:solidFill>
                <a:effectLst/>
                <a:latin typeface="Nunito" pitchFamily="2" charset="0"/>
              </a:rPr>
              <a:t>repeat(n): Result is the concatenated string of original string repeated the number of times in the argument.</a:t>
            </a:r>
          </a:p>
          <a:p>
            <a:r>
              <a:rPr lang="en-IN" dirty="0"/>
              <a:t> String str = "</a:t>
            </a:r>
            <a:r>
              <a:rPr lang="en-IN" dirty="0" err="1"/>
              <a:t>GeeksForGeeks</a:t>
            </a:r>
            <a:r>
              <a:rPr lang="en-IN" dirty="0"/>
              <a:t>";</a:t>
            </a:r>
          </a:p>
          <a:p>
            <a:r>
              <a:rPr lang="en-IN" dirty="0"/>
              <a:t>        </a:t>
            </a:r>
            <a:r>
              <a:rPr lang="en-IN" dirty="0" err="1"/>
              <a:t>System.out.println</a:t>
            </a:r>
            <a:r>
              <a:rPr lang="en-IN" dirty="0"/>
              <a:t>(</a:t>
            </a:r>
            <a:r>
              <a:rPr lang="en-IN" dirty="0" err="1"/>
              <a:t>str.repeat</a:t>
            </a:r>
            <a:r>
              <a:rPr lang="en-IN" dirty="0"/>
              <a:t>(4));</a:t>
            </a:r>
          </a:p>
          <a:p>
            <a:r>
              <a:rPr lang="en-IN" dirty="0"/>
              <a:t>Output</a:t>
            </a:r>
          </a:p>
          <a:p>
            <a:r>
              <a:rPr lang="en-IN" dirty="0" err="1"/>
              <a:t>GeeksForGeeksGeeksForGeeksGeeksForGeeksGeeksForGeeks</a:t>
            </a:r>
            <a:endParaRPr lang="en-IN" dirty="0"/>
          </a:p>
        </p:txBody>
      </p:sp>
    </p:spTree>
    <p:extLst>
      <p:ext uri="{BB962C8B-B14F-4D97-AF65-F5344CB8AC3E}">
        <p14:creationId xmlns:p14="http://schemas.microsoft.com/office/powerpoint/2010/main" val="188902544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6552A2-7AB1-0525-27E2-9C6583BCE20B}"/>
              </a:ext>
            </a:extLst>
          </p:cNvPr>
          <p:cNvSpPr>
            <a:spLocks noGrp="1"/>
          </p:cNvSpPr>
          <p:nvPr>
            <p:ph type="title"/>
          </p:nvPr>
        </p:nvSpPr>
        <p:spPr/>
        <p:txBody>
          <a:bodyPr>
            <a:normAutofit/>
          </a:bodyPr>
          <a:lstStyle/>
          <a:p>
            <a:r>
              <a:rPr lang="en-IN" dirty="0">
                <a:solidFill>
                  <a:srgbClr val="00B050"/>
                </a:solidFill>
              </a:rPr>
              <a:t>Java 11 </a:t>
            </a:r>
            <a:r>
              <a:rPr lang="en-IN" dirty="0"/>
              <a:t>New String Methods</a:t>
            </a:r>
            <a:endParaRPr lang="en-IN" dirty="0">
              <a:solidFill>
                <a:srgbClr val="00B050"/>
              </a:solidFill>
            </a:endParaRPr>
          </a:p>
        </p:txBody>
      </p:sp>
      <p:sp>
        <p:nvSpPr>
          <p:cNvPr id="3" name="Content Placeholder 2">
            <a:extLst>
              <a:ext uri="{FF2B5EF4-FFF2-40B4-BE49-F238E27FC236}">
                <a16:creationId xmlns:a16="http://schemas.microsoft.com/office/drawing/2014/main" id="{172E746D-25B6-329F-7676-D3AF7B0B6A2B}"/>
              </a:ext>
            </a:extLst>
          </p:cNvPr>
          <p:cNvSpPr>
            <a:spLocks noGrp="1"/>
          </p:cNvSpPr>
          <p:nvPr>
            <p:ph idx="1"/>
          </p:nvPr>
        </p:nvSpPr>
        <p:spPr/>
        <p:txBody>
          <a:bodyPr>
            <a:normAutofit/>
          </a:bodyPr>
          <a:lstStyle/>
          <a:p>
            <a:r>
              <a:rPr lang="en-US" b="1" i="0" dirty="0" err="1">
                <a:solidFill>
                  <a:srgbClr val="273239"/>
                </a:solidFill>
                <a:effectLst/>
                <a:latin typeface="Nunito" pitchFamily="2" charset="0"/>
              </a:rPr>
              <a:t>stripTrailing</a:t>
            </a:r>
            <a:r>
              <a:rPr lang="en-US" b="1" i="0" dirty="0">
                <a:solidFill>
                  <a:srgbClr val="273239"/>
                </a:solidFill>
                <a:effectLst/>
                <a:latin typeface="Nunito" pitchFamily="2" charset="0"/>
              </a:rPr>
              <a:t>():</a:t>
            </a:r>
            <a:r>
              <a:rPr lang="en-US" b="0" i="0" dirty="0">
                <a:solidFill>
                  <a:srgbClr val="273239"/>
                </a:solidFill>
                <a:effectLst/>
                <a:latin typeface="Nunito" pitchFamily="2" charset="0"/>
              </a:rPr>
              <a:t> It is used to remove the white space which is in the back of the string.</a:t>
            </a:r>
          </a:p>
          <a:p>
            <a:r>
              <a:rPr lang="en-IN" dirty="0"/>
              <a:t>String str = "</a:t>
            </a:r>
            <a:r>
              <a:rPr lang="en-IN" dirty="0" err="1"/>
              <a:t>GeeksForGeeks</a:t>
            </a:r>
            <a:r>
              <a:rPr lang="en-IN" dirty="0"/>
              <a:t> ";</a:t>
            </a:r>
          </a:p>
          <a:p>
            <a:r>
              <a:rPr lang="en-IN" dirty="0"/>
              <a:t>        </a:t>
            </a:r>
            <a:r>
              <a:rPr lang="en-IN" dirty="0" err="1"/>
              <a:t>System.out.println</a:t>
            </a:r>
            <a:r>
              <a:rPr lang="en-IN" dirty="0"/>
              <a:t>(</a:t>
            </a:r>
            <a:r>
              <a:rPr lang="en-IN" dirty="0" err="1"/>
              <a:t>str.stripTrailing</a:t>
            </a:r>
            <a:r>
              <a:rPr lang="en-IN" dirty="0"/>
              <a:t>());</a:t>
            </a:r>
          </a:p>
          <a:p>
            <a:endParaRPr lang="en-IN" dirty="0"/>
          </a:p>
          <a:p>
            <a:r>
              <a:rPr lang="en-IN" dirty="0"/>
              <a:t>		String str = "</a:t>
            </a:r>
            <a:r>
              <a:rPr lang="en-IN" dirty="0" err="1"/>
              <a:t>GeeksForGeeks</a:t>
            </a:r>
            <a:r>
              <a:rPr lang="en-IN" dirty="0"/>
              <a:t> ";</a:t>
            </a:r>
          </a:p>
          <a:p>
            <a:r>
              <a:rPr lang="en-IN" dirty="0"/>
              <a:t>        </a:t>
            </a:r>
            <a:r>
              <a:rPr lang="en-IN" dirty="0" err="1"/>
              <a:t>System.out.println</a:t>
            </a:r>
            <a:r>
              <a:rPr lang="en-IN" dirty="0"/>
              <a:t>(</a:t>
            </a:r>
            <a:r>
              <a:rPr lang="en-IN" dirty="0" err="1"/>
              <a:t>str.stripTrailing</a:t>
            </a:r>
            <a:r>
              <a:rPr lang="en-IN" dirty="0"/>
              <a:t>());</a:t>
            </a:r>
          </a:p>
        </p:txBody>
      </p:sp>
    </p:spTree>
    <p:extLst>
      <p:ext uri="{BB962C8B-B14F-4D97-AF65-F5344CB8AC3E}">
        <p14:creationId xmlns:p14="http://schemas.microsoft.com/office/powerpoint/2010/main" val="259460980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6552A2-7AB1-0525-27E2-9C6583BCE20B}"/>
              </a:ext>
            </a:extLst>
          </p:cNvPr>
          <p:cNvSpPr>
            <a:spLocks noGrp="1"/>
          </p:cNvSpPr>
          <p:nvPr>
            <p:ph type="title"/>
          </p:nvPr>
        </p:nvSpPr>
        <p:spPr/>
        <p:txBody>
          <a:bodyPr>
            <a:normAutofit/>
          </a:bodyPr>
          <a:lstStyle/>
          <a:p>
            <a:r>
              <a:rPr lang="en-IN" dirty="0">
                <a:solidFill>
                  <a:srgbClr val="00B050"/>
                </a:solidFill>
              </a:rPr>
              <a:t>Java 11 </a:t>
            </a:r>
            <a:r>
              <a:rPr lang="en-IN" dirty="0" err="1"/>
              <a:t>Files.readString</a:t>
            </a:r>
            <a:r>
              <a:rPr lang="en-IN" dirty="0"/>
              <a:t>() und </a:t>
            </a:r>
            <a:r>
              <a:rPr lang="en-IN" dirty="0" err="1"/>
              <a:t>writeString</a:t>
            </a:r>
            <a:r>
              <a:rPr lang="en-IN" dirty="0"/>
              <a:t>()</a:t>
            </a:r>
            <a:endParaRPr lang="en-IN" dirty="0">
              <a:solidFill>
                <a:srgbClr val="00B050"/>
              </a:solidFill>
            </a:endParaRPr>
          </a:p>
        </p:txBody>
      </p:sp>
      <p:sp>
        <p:nvSpPr>
          <p:cNvPr id="3" name="Content Placeholder 2">
            <a:extLst>
              <a:ext uri="{FF2B5EF4-FFF2-40B4-BE49-F238E27FC236}">
                <a16:creationId xmlns:a16="http://schemas.microsoft.com/office/drawing/2014/main" id="{172E746D-25B6-329F-7676-D3AF7B0B6A2B}"/>
              </a:ext>
            </a:extLst>
          </p:cNvPr>
          <p:cNvSpPr>
            <a:spLocks noGrp="1"/>
          </p:cNvSpPr>
          <p:nvPr>
            <p:ph idx="1"/>
          </p:nvPr>
        </p:nvSpPr>
        <p:spPr/>
        <p:txBody>
          <a:bodyPr>
            <a:normAutofit/>
          </a:bodyPr>
          <a:lstStyle/>
          <a:p>
            <a:r>
              <a:rPr lang="en-US" b="0" i="0" dirty="0">
                <a:solidFill>
                  <a:srgbClr val="212529"/>
                </a:solidFill>
                <a:effectLst/>
                <a:latin typeface="system-ui"/>
              </a:rPr>
              <a:t>Java 11 makes it a lot easier to read and write strings. The </a:t>
            </a:r>
            <a:r>
              <a:rPr lang="en-US" b="0" i="0" dirty="0" err="1">
                <a:solidFill>
                  <a:srgbClr val="212529"/>
                </a:solidFill>
                <a:effectLst/>
                <a:latin typeface="system-ui"/>
              </a:rPr>
              <a:t>readString</a:t>
            </a:r>
            <a:r>
              <a:rPr lang="en-US" b="0" i="0" dirty="0">
                <a:solidFill>
                  <a:srgbClr val="212529"/>
                </a:solidFill>
                <a:effectLst/>
                <a:latin typeface="system-ui"/>
              </a:rPr>
              <a:t>() and </a:t>
            </a:r>
            <a:r>
              <a:rPr lang="en-US" b="0" i="0" dirty="0" err="1">
                <a:solidFill>
                  <a:srgbClr val="212529"/>
                </a:solidFill>
                <a:effectLst/>
                <a:latin typeface="system-ui"/>
              </a:rPr>
              <a:t>writeString</a:t>
            </a:r>
            <a:r>
              <a:rPr lang="en-US" b="0" i="0" dirty="0">
                <a:solidFill>
                  <a:srgbClr val="212529"/>
                </a:solidFill>
                <a:effectLst/>
                <a:latin typeface="system-ui"/>
              </a:rPr>
              <a:t>() static methods are added to the Files class for this purpose.</a:t>
            </a:r>
          </a:p>
          <a:p>
            <a:r>
              <a:rPr lang="en-US" dirty="0"/>
              <a:t> Path </a:t>
            </a:r>
            <a:r>
              <a:rPr lang="en-US" dirty="0" err="1"/>
              <a:t>path</a:t>
            </a:r>
            <a:r>
              <a:rPr lang="en-US" dirty="0"/>
              <a:t> = </a:t>
            </a:r>
            <a:r>
              <a:rPr lang="en-US" dirty="0" err="1"/>
              <a:t>Files.createTempFile</a:t>
            </a:r>
            <a:r>
              <a:rPr lang="en-US" dirty="0"/>
              <a:t>("</a:t>
            </a:r>
            <a:r>
              <a:rPr lang="en-US" dirty="0" err="1"/>
              <a:t>temporaryFile</a:t>
            </a:r>
            <a:r>
              <a:rPr lang="en-US" dirty="0"/>
              <a:t>", ".txt");</a:t>
            </a:r>
          </a:p>
          <a:p>
            <a:r>
              <a:rPr lang="en-US" dirty="0"/>
              <a:t>		//Writing to the file</a:t>
            </a:r>
          </a:p>
          <a:p>
            <a:r>
              <a:rPr lang="en-US" dirty="0"/>
              <a:t>		</a:t>
            </a:r>
            <a:r>
              <a:rPr lang="en-US" dirty="0" err="1"/>
              <a:t>Files.writeString</a:t>
            </a:r>
            <a:r>
              <a:rPr lang="en-US" dirty="0"/>
              <a:t>(path, "Hello World");</a:t>
            </a:r>
          </a:p>
          <a:p>
            <a:r>
              <a:rPr lang="en-US" dirty="0"/>
              <a:t>		//Reading from the file</a:t>
            </a:r>
          </a:p>
          <a:p>
            <a:r>
              <a:rPr lang="en-US" dirty="0"/>
              <a:t>		String s = </a:t>
            </a:r>
            <a:r>
              <a:rPr lang="en-US" dirty="0" err="1"/>
              <a:t>Files.readString</a:t>
            </a:r>
            <a:r>
              <a:rPr lang="en-US" dirty="0"/>
              <a:t>(path);</a:t>
            </a:r>
          </a:p>
          <a:p>
            <a:r>
              <a:rPr lang="en-US" dirty="0"/>
              <a:t>		</a:t>
            </a:r>
            <a:r>
              <a:rPr lang="en-US" dirty="0" err="1"/>
              <a:t>System.out.print</a:t>
            </a:r>
            <a:r>
              <a:rPr lang="en-US" dirty="0"/>
              <a:t>(s);</a:t>
            </a:r>
            <a:endParaRPr lang="en-IN" dirty="0"/>
          </a:p>
        </p:txBody>
      </p:sp>
    </p:spTree>
    <p:extLst>
      <p:ext uri="{BB962C8B-B14F-4D97-AF65-F5344CB8AC3E}">
        <p14:creationId xmlns:p14="http://schemas.microsoft.com/office/powerpoint/2010/main" val="2345338107"/>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6552A2-7AB1-0525-27E2-9C6583BCE20B}"/>
              </a:ext>
            </a:extLst>
          </p:cNvPr>
          <p:cNvSpPr>
            <a:spLocks noGrp="1"/>
          </p:cNvSpPr>
          <p:nvPr>
            <p:ph type="title"/>
          </p:nvPr>
        </p:nvSpPr>
        <p:spPr>
          <a:xfrm>
            <a:off x="838200" y="365125"/>
            <a:ext cx="10515600" cy="885177"/>
          </a:xfrm>
        </p:spPr>
        <p:txBody>
          <a:bodyPr>
            <a:normAutofit/>
          </a:bodyPr>
          <a:lstStyle/>
          <a:p>
            <a:r>
              <a:rPr lang="en-IN" dirty="0">
                <a:solidFill>
                  <a:srgbClr val="00B050"/>
                </a:solidFill>
              </a:rPr>
              <a:t>Java 11 </a:t>
            </a:r>
            <a:r>
              <a:rPr lang="en-IN" dirty="0" err="1"/>
              <a:t>Path.of</a:t>
            </a:r>
            <a:r>
              <a:rPr lang="en-IN" dirty="0"/>
              <a:t>()</a:t>
            </a:r>
            <a:endParaRPr lang="en-IN" dirty="0">
              <a:solidFill>
                <a:srgbClr val="00B050"/>
              </a:solidFill>
            </a:endParaRPr>
          </a:p>
        </p:txBody>
      </p:sp>
      <p:sp>
        <p:nvSpPr>
          <p:cNvPr id="3" name="Content Placeholder 2">
            <a:extLst>
              <a:ext uri="{FF2B5EF4-FFF2-40B4-BE49-F238E27FC236}">
                <a16:creationId xmlns:a16="http://schemas.microsoft.com/office/drawing/2014/main" id="{172E746D-25B6-329F-7676-D3AF7B0B6A2B}"/>
              </a:ext>
            </a:extLst>
          </p:cNvPr>
          <p:cNvSpPr>
            <a:spLocks noGrp="1"/>
          </p:cNvSpPr>
          <p:nvPr>
            <p:ph idx="1"/>
          </p:nvPr>
        </p:nvSpPr>
        <p:spPr>
          <a:xfrm>
            <a:off x="838200" y="1250302"/>
            <a:ext cx="10515600" cy="4926661"/>
          </a:xfrm>
        </p:spPr>
        <p:txBody>
          <a:bodyPr>
            <a:normAutofit lnSpcReduction="10000"/>
          </a:bodyPr>
          <a:lstStyle/>
          <a:p>
            <a:r>
              <a:rPr lang="en-US" sz="2000" dirty="0"/>
              <a:t>Up to now, we had to create Path objects via </a:t>
            </a:r>
            <a:r>
              <a:rPr lang="en-US" sz="2000" dirty="0" err="1"/>
              <a:t>Paths.get</a:t>
            </a:r>
            <a:r>
              <a:rPr lang="en-US" sz="2000" dirty="0"/>
              <a:t>() or </a:t>
            </a:r>
            <a:r>
              <a:rPr lang="en-US" sz="2000" dirty="0" err="1"/>
              <a:t>File.toPath</a:t>
            </a:r>
            <a:r>
              <a:rPr lang="en-US" sz="2000" dirty="0"/>
              <a:t>(). The introduction of interface default methods in Java 8 allowed JDK developers to integrate appropriate factory methods directly into the Path interface.</a:t>
            </a:r>
          </a:p>
          <a:p>
            <a:endParaRPr lang="en-US" sz="2000" dirty="0"/>
          </a:p>
          <a:p>
            <a:r>
              <a:rPr lang="en-US" sz="2000" dirty="0"/>
              <a:t>Since Java 11, you can create path objects as follows, for example:</a:t>
            </a:r>
          </a:p>
          <a:p>
            <a:r>
              <a:rPr lang="en-IN" sz="2000" dirty="0"/>
              <a:t>// Relative path foo/bar/</a:t>
            </a:r>
            <a:r>
              <a:rPr lang="en-IN" sz="2000" dirty="0" err="1"/>
              <a:t>baz</a:t>
            </a:r>
            <a:endParaRPr lang="en-IN" sz="2000" dirty="0"/>
          </a:p>
          <a:p>
            <a:r>
              <a:rPr lang="en-IN" sz="2000" dirty="0" err="1"/>
              <a:t>Path.of</a:t>
            </a:r>
            <a:r>
              <a:rPr lang="en-IN" sz="2000" dirty="0"/>
              <a:t>("foo/bar/</a:t>
            </a:r>
            <a:r>
              <a:rPr lang="en-IN" sz="2000" dirty="0" err="1"/>
              <a:t>baz</a:t>
            </a:r>
            <a:r>
              <a:rPr lang="en-IN" sz="2000" dirty="0"/>
              <a:t>");</a:t>
            </a:r>
          </a:p>
          <a:p>
            <a:r>
              <a:rPr lang="en-IN" sz="2000" dirty="0" err="1"/>
              <a:t>Path.of</a:t>
            </a:r>
            <a:r>
              <a:rPr lang="en-IN" sz="2000" dirty="0"/>
              <a:t>("foo", "bar/</a:t>
            </a:r>
            <a:r>
              <a:rPr lang="en-IN" sz="2000" dirty="0" err="1"/>
              <a:t>baz</a:t>
            </a:r>
            <a:r>
              <a:rPr lang="en-IN" sz="2000" dirty="0"/>
              <a:t>");</a:t>
            </a:r>
          </a:p>
          <a:p>
            <a:r>
              <a:rPr lang="en-IN" sz="2000" dirty="0" err="1"/>
              <a:t>Path.of</a:t>
            </a:r>
            <a:r>
              <a:rPr lang="en-IN" sz="2000" dirty="0"/>
              <a:t>("foo", "bar", "</a:t>
            </a:r>
            <a:r>
              <a:rPr lang="en-IN" sz="2000" dirty="0" err="1"/>
              <a:t>baz</a:t>
            </a:r>
            <a:r>
              <a:rPr lang="en-IN" sz="2000" dirty="0"/>
              <a:t>");</a:t>
            </a:r>
          </a:p>
          <a:p>
            <a:endParaRPr lang="en-IN" sz="2000" dirty="0"/>
          </a:p>
          <a:p>
            <a:r>
              <a:rPr lang="en-IN" sz="2000" dirty="0"/>
              <a:t>// Absolute path /foo/bar/</a:t>
            </a:r>
            <a:r>
              <a:rPr lang="en-IN" sz="2000" dirty="0" err="1"/>
              <a:t>baz</a:t>
            </a:r>
            <a:endParaRPr lang="en-IN" sz="2000" dirty="0"/>
          </a:p>
          <a:p>
            <a:r>
              <a:rPr lang="en-IN" sz="2000" dirty="0" err="1"/>
              <a:t>Path.of</a:t>
            </a:r>
            <a:r>
              <a:rPr lang="en-IN" sz="2000" dirty="0"/>
              <a:t>("/foo/bar/</a:t>
            </a:r>
            <a:r>
              <a:rPr lang="en-IN" sz="2000" dirty="0" err="1"/>
              <a:t>baz</a:t>
            </a:r>
            <a:r>
              <a:rPr lang="en-IN" sz="2000" dirty="0"/>
              <a:t>");</a:t>
            </a:r>
          </a:p>
          <a:p>
            <a:r>
              <a:rPr lang="en-IN" sz="2000" dirty="0" err="1"/>
              <a:t>Path.of</a:t>
            </a:r>
            <a:r>
              <a:rPr lang="en-IN" sz="2000" dirty="0"/>
              <a:t>("/foo", "bar", "</a:t>
            </a:r>
            <a:r>
              <a:rPr lang="en-IN" sz="2000" dirty="0" err="1"/>
              <a:t>baz</a:t>
            </a:r>
            <a:r>
              <a:rPr lang="en-IN" sz="2000" dirty="0"/>
              <a:t>");</a:t>
            </a:r>
          </a:p>
          <a:p>
            <a:r>
              <a:rPr lang="en-IN" sz="2000" dirty="0" err="1"/>
              <a:t>Path.of</a:t>
            </a:r>
            <a:r>
              <a:rPr lang="en-IN" sz="2000" dirty="0"/>
              <a:t>("/", "foo", "bar", "</a:t>
            </a:r>
            <a:r>
              <a:rPr lang="en-IN" sz="2000" dirty="0" err="1"/>
              <a:t>baz</a:t>
            </a:r>
            <a:r>
              <a:rPr lang="en-IN" sz="2000" dirty="0"/>
              <a:t>");</a:t>
            </a:r>
          </a:p>
        </p:txBody>
      </p:sp>
    </p:spTree>
    <p:extLst>
      <p:ext uri="{BB962C8B-B14F-4D97-AF65-F5344CB8AC3E}">
        <p14:creationId xmlns:p14="http://schemas.microsoft.com/office/powerpoint/2010/main" val="287672212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6552A2-7AB1-0525-27E2-9C6583BCE20B}"/>
              </a:ext>
            </a:extLst>
          </p:cNvPr>
          <p:cNvSpPr>
            <a:spLocks noGrp="1"/>
          </p:cNvSpPr>
          <p:nvPr>
            <p:ph type="title"/>
          </p:nvPr>
        </p:nvSpPr>
        <p:spPr>
          <a:xfrm>
            <a:off x="838200" y="365125"/>
            <a:ext cx="10515600" cy="885177"/>
          </a:xfrm>
        </p:spPr>
        <p:txBody>
          <a:bodyPr>
            <a:normAutofit/>
          </a:bodyPr>
          <a:lstStyle/>
          <a:p>
            <a:r>
              <a:rPr lang="en-IN" dirty="0">
                <a:solidFill>
                  <a:srgbClr val="00B050"/>
                </a:solidFill>
              </a:rPr>
              <a:t>Java 11 </a:t>
            </a:r>
            <a:r>
              <a:rPr lang="en-IN" dirty="0"/>
              <a:t>Java Flight Recorder</a:t>
            </a:r>
            <a:endParaRPr lang="en-IN" dirty="0">
              <a:solidFill>
                <a:srgbClr val="00B050"/>
              </a:solidFill>
            </a:endParaRPr>
          </a:p>
        </p:txBody>
      </p:sp>
      <p:sp>
        <p:nvSpPr>
          <p:cNvPr id="3" name="Content Placeholder 2">
            <a:extLst>
              <a:ext uri="{FF2B5EF4-FFF2-40B4-BE49-F238E27FC236}">
                <a16:creationId xmlns:a16="http://schemas.microsoft.com/office/drawing/2014/main" id="{172E746D-25B6-329F-7676-D3AF7B0B6A2B}"/>
              </a:ext>
            </a:extLst>
          </p:cNvPr>
          <p:cNvSpPr>
            <a:spLocks noGrp="1"/>
          </p:cNvSpPr>
          <p:nvPr>
            <p:ph idx="1"/>
          </p:nvPr>
        </p:nvSpPr>
        <p:spPr>
          <a:xfrm>
            <a:off x="838200" y="1250302"/>
            <a:ext cx="10515600" cy="4926661"/>
          </a:xfrm>
        </p:spPr>
        <p:txBody>
          <a:bodyPr>
            <a:normAutofit/>
          </a:bodyPr>
          <a:lstStyle/>
          <a:p>
            <a:r>
              <a:rPr lang="en-US" sz="2000" dirty="0"/>
              <a:t>Numerous tools help us analyze and fix errors during the development process. However, certain problems only occur at the runtime of an application. Analyzing them is often difficult or impossible, as we are often unable to reproduce such errors.</a:t>
            </a:r>
          </a:p>
          <a:p>
            <a:endParaRPr lang="en-US" sz="2000" dirty="0"/>
          </a:p>
          <a:p>
            <a:r>
              <a:rPr lang="en-US" sz="2000" dirty="0"/>
              <a:t>Java Flight Recorder (JFR) can assist us by recording JVM data at runtime and making it available in a file for subsequent analysis.</a:t>
            </a:r>
            <a:endParaRPr lang="en-IN" sz="2000" dirty="0"/>
          </a:p>
        </p:txBody>
      </p:sp>
    </p:spTree>
    <p:extLst>
      <p:ext uri="{BB962C8B-B14F-4D97-AF65-F5344CB8AC3E}">
        <p14:creationId xmlns:p14="http://schemas.microsoft.com/office/powerpoint/2010/main" val="3580270314"/>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6552A2-7AB1-0525-27E2-9C6583BCE20B}"/>
              </a:ext>
            </a:extLst>
          </p:cNvPr>
          <p:cNvSpPr>
            <a:spLocks noGrp="1"/>
          </p:cNvSpPr>
          <p:nvPr>
            <p:ph type="title"/>
          </p:nvPr>
        </p:nvSpPr>
        <p:spPr>
          <a:xfrm>
            <a:off x="838200" y="365125"/>
            <a:ext cx="10515600" cy="885177"/>
          </a:xfrm>
        </p:spPr>
        <p:txBody>
          <a:bodyPr>
            <a:normAutofit/>
          </a:bodyPr>
          <a:lstStyle/>
          <a:p>
            <a:r>
              <a:rPr lang="en-IN" dirty="0">
                <a:solidFill>
                  <a:srgbClr val="00B050"/>
                </a:solidFill>
              </a:rPr>
              <a:t>Java 11 </a:t>
            </a:r>
            <a:r>
              <a:rPr lang="en-IN" dirty="0"/>
              <a:t>not() predicate </a:t>
            </a:r>
            <a:endParaRPr lang="en-IN" dirty="0">
              <a:solidFill>
                <a:srgbClr val="00B050"/>
              </a:solidFill>
            </a:endParaRPr>
          </a:p>
        </p:txBody>
      </p:sp>
      <p:sp>
        <p:nvSpPr>
          <p:cNvPr id="3" name="Content Placeholder 2">
            <a:extLst>
              <a:ext uri="{FF2B5EF4-FFF2-40B4-BE49-F238E27FC236}">
                <a16:creationId xmlns:a16="http://schemas.microsoft.com/office/drawing/2014/main" id="{172E746D-25B6-329F-7676-D3AF7B0B6A2B}"/>
              </a:ext>
            </a:extLst>
          </p:cNvPr>
          <p:cNvSpPr>
            <a:spLocks noGrp="1"/>
          </p:cNvSpPr>
          <p:nvPr>
            <p:ph idx="1"/>
          </p:nvPr>
        </p:nvSpPr>
        <p:spPr>
          <a:xfrm>
            <a:off x="838200" y="1250302"/>
            <a:ext cx="10515600" cy="4926661"/>
          </a:xfrm>
        </p:spPr>
        <p:txBody>
          <a:bodyPr>
            <a:normAutofit fontScale="40000" lnSpcReduction="20000"/>
          </a:bodyPr>
          <a:lstStyle/>
          <a:p>
            <a:r>
              <a:rPr lang="en-US" sz="2000" dirty="0"/>
              <a:t>In order to negate an existing predicate, the </a:t>
            </a:r>
            <a:r>
              <a:rPr lang="en-US" sz="2000" dirty="0" err="1"/>
              <a:t>Predicate.not</a:t>
            </a:r>
            <a:r>
              <a:rPr lang="en-US" sz="2000" dirty="0"/>
              <a:t>() static method added to Java 11. The Predicate class is present in </a:t>
            </a:r>
            <a:r>
              <a:rPr lang="en-US" sz="2000" dirty="0" err="1"/>
              <a:t>java.util.function</a:t>
            </a:r>
            <a:r>
              <a:rPr lang="en-US" sz="2000" dirty="0"/>
              <a:t> package.</a:t>
            </a:r>
          </a:p>
          <a:p>
            <a:r>
              <a:rPr lang="en-IN" sz="2000" dirty="0"/>
              <a:t>List&lt;Integer&gt; list</a:t>
            </a:r>
          </a:p>
          <a:p>
            <a:r>
              <a:rPr lang="en-IN" sz="2000" dirty="0"/>
              <a:t>            = </a:t>
            </a:r>
            <a:r>
              <a:rPr lang="en-IN" sz="2000" dirty="0" err="1"/>
              <a:t>Arrays.asList</a:t>
            </a:r>
            <a:r>
              <a:rPr lang="en-IN" sz="2000" dirty="0"/>
              <a:t>(1, 2, 3, 4, 5, 6, 7, 8, 9, 10);</a:t>
            </a:r>
          </a:p>
          <a:p>
            <a:r>
              <a:rPr lang="en-IN" sz="2000" dirty="0"/>
              <a:t>  </a:t>
            </a:r>
          </a:p>
          <a:p>
            <a:r>
              <a:rPr lang="en-IN" sz="2000" dirty="0"/>
              <a:t>        // creating a predicate for negation</a:t>
            </a:r>
          </a:p>
          <a:p>
            <a:r>
              <a:rPr lang="en-IN" sz="2000" dirty="0"/>
              <a:t>        Predicate&lt;Integer&gt; even = </a:t>
            </a:r>
            <a:r>
              <a:rPr lang="en-IN" sz="2000" dirty="0" err="1"/>
              <a:t>i</a:t>
            </a:r>
            <a:r>
              <a:rPr lang="en-IN" sz="2000" dirty="0"/>
              <a:t> -&gt; </a:t>
            </a:r>
            <a:r>
              <a:rPr lang="en-IN" sz="2000" dirty="0" err="1"/>
              <a:t>i</a:t>
            </a:r>
            <a:r>
              <a:rPr lang="en-IN" sz="2000" dirty="0"/>
              <a:t> % 2 == 0;</a:t>
            </a:r>
          </a:p>
          <a:p>
            <a:r>
              <a:rPr lang="en-IN" sz="2000" dirty="0"/>
              <a:t>  </a:t>
            </a:r>
          </a:p>
          <a:p>
            <a:r>
              <a:rPr lang="en-IN" sz="2000" dirty="0"/>
              <a:t>        // creating a predicate object which</a:t>
            </a:r>
          </a:p>
          <a:p>
            <a:r>
              <a:rPr lang="en-IN" sz="2000" dirty="0"/>
              <a:t>        // is negation </a:t>
            </a:r>
            <a:r>
              <a:rPr lang="en-IN" sz="2000" dirty="0" err="1"/>
              <a:t>os</a:t>
            </a:r>
            <a:r>
              <a:rPr lang="en-IN" sz="2000" dirty="0"/>
              <a:t> supplied predicate</a:t>
            </a:r>
          </a:p>
          <a:p>
            <a:r>
              <a:rPr lang="en-IN" sz="2000" dirty="0"/>
              <a:t>        Predicate&lt;Integer&gt; odd = </a:t>
            </a:r>
            <a:r>
              <a:rPr lang="en-IN" sz="2000" dirty="0" err="1"/>
              <a:t>Predicate.not</a:t>
            </a:r>
            <a:r>
              <a:rPr lang="en-IN" sz="2000" dirty="0"/>
              <a:t>(even);</a:t>
            </a:r>
          </a:p>
          <a:p>
            <a:r>
              <a:rPr lang="en-IN" sz="2000" dirty="0"/>
              <a:t>  </a:t>
            </a:r>
          </a:p>
          <a:p>
            <a:r>
              <a:rPr lang="en-IN" sz="2000" dirty="0"/>
              <a:t>        // filtering the even number using even predicate</a:t>
            </a:r>
          </a:p>
          <a:p>
            <a:r>
              <a:rPr lang="en-IN" sz="2000" dirty="0"/>
              <a:t>        List&lt;Integer&gt; </a:t>
            </a:r>
            <a:r>
              <a:rPr lang="en-IN" sz="2000" dirty="0" err="1"/>
              <a:t>evenNumbers</a:t>
            </a:r>
            <a:endParaRPr lang="en-IN" sz="2000" dirty="0"/>
          </a:p>
          <a:p>
            <a:r>
              <a:rPr lang="en-IN" sz="2000" dirty="0"/>
              <a:t>            = </a:t>
            </a:r>
            <a:r>
              <a:rPr lang="en-IN" sz="2000" dirty="0" err="1"/>
              <a:t>list.stream</a:t>
            </a:r>
            <a:r>
              <a:rPr lang="en-IN" sz="2000" dirty="0"/>
              <a:t>().filter(even).collect(</a:t>
            </a:r>
          </a:p>
          <a:p>
            <a:r>
              <a:rPr lang="en-IN" sz="2000" dirty="0"/>
              <a:t>                </a:t>
            </a:r>
            <a:r>
              <a:rPr lang="en-IN" sz="2000" dirty="0" err="1"/>
              <a:t>Collectors.toList</a:t>
            </a:r>
            <a:r>
              <a:rPr lang="en-IN" sz="2000" dirty="0"/>
              <a:t>());</a:t>
            </a:r>
          </a:p>
          <a:p>
            <a:r>
              <a:rPr lang="en-IN" sz="2000" dirty="0"/>
              <a:t>  </a:t>
            </a:r>
          </a:p>
          <a:p>
            <a:r>
              <a:rPr lang="en-IN" sz="2000" dirty="0"/>
              <a:t>        // filtering the odd number using odd predicate</a:t>
            </a:r>
          </a:p>
          <a:p>
            <a:r>
              <a:rPr lang="en-IN" sz="2000" dirty="0"/>
              <a:t>        List&lt;Integer&gt; </a:t>
            </a:r>
            <a:r>
              <a:rPr lang="en-IN" sz="2000" dirty="0" err="1"/>
              <a:t>oddNumbers</a:t>
            </a:r>
            <a:endParaRPr lang="en-IN" sz="2000" dirty="0"/>
          </a:p>
          <a:p>
            <a:r>
              <a:rPr lang="en-IN" sz="2000" dirty="0"/>
              <a:t>            = </a:t>
            </a:r>
            <a:r>
              <a:rPr lang="en-IN" sz="2000" dirty="0" err="1"/>
              <a:t>list.stream</a:t>
            </a:r>
            <a:r>
              <a:rPr lang="en-IN" sz="2000" dirty="0"/>
              <a:t>().filter(odd).collect(</a:t>
            </a:r>
          </a:p>
          <a:p>
            <a:r>
              <a:rPr lang="en-IN" sz="2000" dirty="0"/>
              <a:t>                </a:t>
            </a:r>
            <a:r>
              <a:rPr lang="en-IN" sz="2000" dirty="0" err="1"/>
              <a:t>Collectors.toList</a:t>
            </a:r>
            <a:r>
              <a:rPr lang="en-IN" sz="2000" dirty="0"/>
              <a:t>());</a:t>
            </a:r>
          </a:p>
          <a:p>
            <a:r>
              <a:rPr lang="en-IN" sz="2000" dirty="0"/>
              <a:t>        // Print the Lists</a:t>
            </a:r>
          </a:p>
          <a:p>
            <a:r>
              <a:rPr lang="en-IN" sz="2000" dirty="0"/>
              <a:t>        </a:t>
            </a:r>
            <a:r>
              <a:rPr lang="en-IN" sz="2000" dirty="0" err="1"/>
              <a:t>System.out.println</a:t>
            </a:r>
            <a:r>
              <a:rPr lang="en-IN" sz="2000" dirty="0"/>
              <a:t>(</a:t>
            </a:r>
            <a:r>
              <a:rPr lang="en-IN" sz="2000" dirty="0" err="1"/>
              <a:t>evenNumbers</a:t>
            </a:r>
            <a:r>
              <a:rPr lang="en-IN" sz="2000" dirty="0"/>
              <a:t>);</a:t>
            </a:r>
          </a:p>
          <a:p>
            <a:r>
              <a:rPr lang="en-IN" sz="2000" dirty="0"/>
              <a:t>        </a:t>
            </a:r>
            <a:r>
              <a:rPr lang="en-IN" sz="2000" dirty="0" err="1"/>
              <a:t>System.out.println</a:t>
            </a:r>
            <a:r>
              <a:rPr lang="en-IN" sz="2000" dirty="0"/>
              <a:t>(</a:t>
            </a:r>
            <a:r>
              <a:rPr lang="en-IN" sz="2000" dirty="0" err="1"/>
              <a:t>oddNumbers</a:t>
            </a:r>
            <a:r>
              <a:rPr lang="en-IN" sz="2000" dirty="0"/>
              <a:t>);</a:t>
            </a:r>
          </a:p>
        </p:txBody>
      </p:sp>
    </p:spTree>
    <p:extLst>
      <p:ext uri="{BB962C8B-B14F-4D97-AF65-F5344CB8AC3E}">
        <p14:creationId xmlns:p14="http://schemas.microsoft.com/office/powerpoint/2010/main" val="2706642384"/>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6552A2-7AB1-0525-27E2-9C6583BCE20B}"/>
              </a:ext>
            </a:extLst>
          </p:cNvPr>
          <p:cNvSpPr>
            <a:spLocks noGrp="1"/>
          </p:cNvSpPr>
          <p:nvPr>
            <p:ph type="title"/>
          </p:nvPr>
        </p:nvSpPr>
        <p:spPr>
          <a:xfrm>
            <a:off x="838200" y="365125"/>
            <a:ext cx="10515600" cy="885177"/>
          </a:xfrm>
        </p:spPr>
        <p:txBody>
          <a:bodyPr>
            <a:normAutofit/>
          </a:bodyPr>
          <a:lstStyle/>
          <a:p>
            <a:r>
              <a:rPr lang="en-IN" dirty="0">
                <a:solidFill>
                  <a:srgbClr val="00B050"/>
                </a:solidFill>
              </a:rPr>
              <a:t>Java 12 Feature</a:t>
            </a:r>
          </a:p>
        </p:txBody>
      </p:sp>
      <p:sp>
        <p:nvSpPr>
          <p:cNvPr id="3" name="Content Placeholder 2">
            <a:extLst>
              <a:ext uri="{FF2B5EF4-FFF2-40B4-BE49-F238E27FC236}">
                <a16:creationId xmlns:a16="http://schemas.microsoft.com/office/drawing/2014/main" id="{172E746D-25B6-329F-7676-D3AF7B0B6A2B}"/>
              </a:ext>
            </a:extLst>
          </p:cNvPr>
          <p:cNvSpPr>
            <a:spLocks noGrp="1"/>
          </p:cNvSpPr>
          <p:nvPr>
            <p:ph idx="1"/>
          </p:nvPr>
        </p:nvSpPr>
        <p:spPr>
          <a:xfrm>
            <a:off x="838200" y="1250302"/>
            <a:ext cx="10515600" cy="4926661"/>
          </a:xfrm>
        </p:spPr>
        <p:txBody>
          <a:bodyPr>
            <a:normAutofit/>
          </a:bodyPr>
          <a:lstStyle/>
          <a:p>
            <a:r>
              <a:rPr lang="en-US" sz="2000" dirty="0"/>
              <a:t> New String and Files methods</a:t>
            </a:r>
          </a:p>
          <a:p>
            <a:r>
              <a:rPr lang="en-US" sz="2000" dirty="0"/>
              <a:t>The Teeing Collector</a:t>
            </a:r>
          </a:p>
          <a:p>
            <a:r>
              <a:rPr lang="en-US" sz="2000" dirty="0"/>
              <a:t> Support for Compact Number Formatting</a:t>
            </a:r>
          </a:p>
          <a:p>
            <a:r>
              <a:rPr lang="en-US" sz="2000" dirty="0"/>
              <a:t> Switch Expressions (Preview)</a:t>
            </a:r>
            <a:endParaRPr lang="en-IN" sz="2000" dirty="0"/>
          </a:p>
        </p:txBody>
      </p:sp>
    </p:spTree>
    <p:extLst>
      <p:ext uri="{BB962C8B-B14F-4D97-AF65-F5344CB8AC3E}">
        <p14:creationId xmlns:p14="http://schemas.microsoft.com/office/powerpoint/2010/main" val="690076251"/>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6552A2-7AB1-0525-27E2-9C6583BCE20B}"/>
              </a:ext>
            </a:extLst>
          </p:cNvPr>
          <p:cNvSpPr>
            <a:spLocks noGrp="1"/>
          </p:cNvSpPr>
          <p:nvPr>
            <p:ph type="title"/>
          </p:nvPr>
        </p:nvSpPr>
        <p:spPr>
          <a:xfrm>
            <a:off x="838200" y="365125"/>
            <a:ext cx="10515600" cy="885177"/>
          </a:xfrm>
        </p:spPr>
        <p:txBody>
          <a:bodyPr>
            <a:normAutofit/>
          </a:bodyPr>
          <a:lstStyle/>
          <a:p>
            <a:r>
              <a:rPr lang="en-IN" dirty="0">
                <a:solidFill>
                  <a:srgbClr val="00B050"/>
                </a:solidFill>
              </a:rPr>
              <a:t>Java 12 </a:t>
            </a:r>
            <a:r>
              <a:rPr lang="en-US" sz="4400" dirty="0"/>
              <a:t>New String and Files methods</a:t>
            </a:r>
            <a:endParaRPr lang="en-IN" dirty="0">
              <a:solidFill>
                <a:srgbClr val="00B050"/>
              </a:solidFill>
            </a:endParaRPr>
          </a:p>
        </p:txBody>
      </p:sp>
      <p:sp>
        <p:nvSpPr>
          <p:cNvPr id="3" name="Content Placeholder 2">
            <a:extLst>
              <a:ext uri="{FF2B5EF4-FFF2-40B4-BE49-F238E27FC236}">
                <a16:creationId xmlns:a16="http://schemas.microsoft.com/office/drawing/2014/main" id="{172E746D-25B6-329F-7676-D3AF7B0B6A2B}"/>
              </a:ext>
            </a:extLst>
          </p:cNvPr>
          <p:cNvSpPr>
            <a:spLocks noGrp="1"/>
          </p:cNvSpPr>
          <p:nvPr>
            <p:ph idx="1"/>
          </p:nvPr>
        </p:nvSpPr>
        <p:spPr>
          <a:xfrm>
            <a:off x="838200" y="1250302"/>
            <a:ext cx="10515600" cy="4926661"/>
          </a:xfrm>
        </p:spPr>
        <p:txBody>
          <a:bodyPr>
            <a:normAutofit fontScale="92500" lnSpcReduction="20000"/>
          </a:bodyPr>
          <a:lstStyle/>
          <a:p>
            <a:r>
              <a:rPr lang="en-US" sz="2000" dirty="0" err="1"/>
              <a:t>String.indent</a:t>
            </a:r>
            <a:r>
              <a:rPr lang="en-US" sz="2000" dirty="0"/>
              <a:t>()</a:t>
            </a:r>
          </a:p>
          <a:p>
            <a:r>
              <a:rPr lang="en-US" sz="2000" dirty="0"/>
              <a:t>To indent a string, we used to write a small helper method that put the desired number of spaces in front of the String. If it should work over multiple lines, the method became correspondingly complex.</a:t>
            </a:r>
          </a:p>
          <a:p>
            <a:r>
              <a:rPr lang="en-IN" sz="2000" dirty="0"/>
              <a:t>String s = "I am\</a:t>
            </a:r>
            <a:r>
              <a:rPr lang="en-IN" sz="2000" dirty="0" err="1"/>
              <a:t>na</a:t>
            </a:r>
            <a:r>
              <a:rPr lang="en-IN" sz="2000" dirty="0"/>
              <a:t> multiline\</a:t>
            </a:r>
            <a:r>
              <a:rPr lang="en-IN" sz="2000" dirty="0" err="1"/>
              <a:t>nString</a:t>
            </a:r>
            <a:r>
              <a:rPr lang="en-IN" sz="2000" dirty="0"/>
              <a:t>.";</a:t>
            </a:r>
          </a:p>
          <a:p>
            <a:r>
              <a:rPr lang="en-IN" sz="2000" dirty="0" err="1"/>
              <a:t>System.out.println</a:t>
            </a:r>
            <a:r>
              <a:rPr lang="en-IN" sz="2000" dirty="0"/>
              <a:t>(s);</a:t>
            </a:r>
          </a:p>
          <a:p>
            <a:r>
              <a:rPr lang="en-IN" sz="2000" dirty="0" err="1"/>
              <a:t>System.out.println</a:t>
            </a:r>
            <a:r>
              <a:rPr lang="en-IN" sz="2000" dirty="0"/>
              <a:t>(</a:t>
            </a:r>
            <a:r>
              <a:rPr lang="en-IN" sz="2000" dirty="0" err="1"/>
              <a:t>s.indent</a:t>
            </a:r>
            <a:r>
              <a:rPr lang="en-IN" sz="2000" dirty="0"/>
              <a:t>(4));</a:t>
            </a:r>
          </a:p>
          <a:p>
            <a:r>
              <a:rPr lang="en-IN" sz="2000" dirty="0"/>
              <a:t>Code language: Java (java)</a:t>
            </a:r>
          </a:p>
          <a:p>
            <a:r>
              <a:rPr lang="en-IN" sz="2000" dirty="0"/>
              <a:t>The program prints the following:</a:t>
            </a:r>
          </a:p>
          <a:p>
            <a:endParaRPr lang="en-IN" sz="2000" dirty="0"/>
          </a:p>
          <a:p>
            <a:r>
              <a:rPr lang="en-IN" sz="2000" dirty="0"/>
              <a:t>I am</a:t>
            </a:r>
          </a:p>
          <a:p>
            <a:r>
              <a:rPr lang="en-IN" sz="2000" dirty="0"/>
              <a:t>a multiline</a:t>
            </a:r>
          </a:p>
          <a:p>
            <a:r>
              <a:rPr lang="en-IN" sz="2000" dirty="0"/>
              <a:t>String.</a:t>
            </a:r>
          </a:p>
          <a:p>
            <a:r>
              <a:rPr lang="en-IN" sz="2000" dirty="0"/>
              <a:t>    I am</a:t>
            </a:r>
          </a:p>
          <a:p>
            <a:r>
              <a:rPr lang="en-IN" sz="2000" dirty="0"/>
              <a:t>    a multiline</a:t>
            </a:r>
          </a:p>
          <a:p>
            <a:r>
              <a:rPr lang="en-IN" sz="2000" dirty="0"/>
              <a:t>    String.</a:t>
            </a:r>
          </a:p>
        </p:txBody>
      </p:sp>
    </p:spTree>
    <p:extLst>
      <p:ext uri="{BB962C8B-B14F-4D97-AF65-F5344CB8AC3E}">
        <p14:creationId xmlns:p14="http://schemas.microsoft.com/office/powerpoint/2010/main" val="1280738160"/>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6552A2-7AB1-0525-27E2-9C6583BCE20B}"/>
              </a:ext>
            </a:extLst>
          </p:cNvPr>
          <p:cNvSpPr>
            <a:spLocks noGrp="1"/>
          </p:cNvSpPr>
          <p:nvPr>
            <p:ph type="title"/>
          </p:nvPr>
        </p:nvSpPr>
        <p:spPr>
          <a:xfrm>
            <a:off x="838200" y="365125"/>
            <a:ext cx="10515600" cy="885177"/>
          </a:xfrm>
        </p:spPr>
        <p:txBody>
          <a:bodyPr>
            <a:normAutofit/>
          </a:bodyPr>
          <a:lstStyle/>
          <a:p>
            <a:r>
              <a:rPr lang="en-IN" dirty="0">
                <a:solidFill>
                  <a:srgbClr val="00B050"/>
                </a:solidFill>
              </a:rPr>
              <a:t>Java 12 </a:t>
            </a:r>
            <a:r>
              <a:rPr lang="en-US" sz="4400" dirty="0"/>
              <a:t>New String and Files methods</a:t>
            </a:r>
            <a:endParaRPr lang="en-IN" dirty="0">
              <a:solidFill>
                <a:srgbClr val="00B050"/>
              </a:solidFill>
            </a:endParaRPr>
          </a:p>
        </p:txBody>
      </p:sp>
      <p:sp>
        <p:nvSpPr>
          <p:cNvPr id="3" name="Content Placeholder 2">
            <a:extLst>
              <a:ext uri="{FF2B5EF4-FFF2-40B4-BE49-F238E27FC236}">
                <a16:creationId xmlns:a16="http://schemas.microsoft.com/office/drawing/2014/main" id="{172E746D-25B6-329F-7676-D3AF7B0B6A2B}"/>
              </a:ext>
            </a:extLst>
          </p:cNvPr>
          <p:cNvSpPr>
            <a:spLocks noGrp="1"/>
          </p:cNvSpPr>
          <p:nvPr>
            <p:ph idx="1"/>
          </p:nvPr>
        </p:nvSpPr>
        <p:spPr>
          <a:xfrm>
            <a:off x="838200" y="1250302"/>
            <a:ext cx="10515600" cy="4926661"/>
          </a:xfrm>
        </p:spPr>
        <p:txBody>
          <a:bodyPr>
            <a:normAutofit/>
          </a:bodyPr>
          <a:lstStyle/>
          <a:p>
            <a:r>
              <a:rPr lang="en-US" sz="2000" dirty="0" err="1"/>
              <a:t>String.transform</a:t>
            </a:r>
            <a:r>
              <a:rPr lang="en-US" sz="2000" dirty="0"/>
              <a:t>()</a:t>
            </a:r>
          </a:p>
          <a:p>
            <a:r>
              <a:rPr lang="en-US" sz="2000" dirty="0"/>
              <a:t>The new </a:t>
            </a:r>
            <a:r>
              <a:rPr lang="en-US" sz="2000" dirty="0" err="1"/>
              <a:t>String.transform</a:t>
            </a:r>
            <a:r>
              <a:rPr lang="en-US" sz="2000" dirty="0"/>
              <a:t>() method applies an arbitrary function to a String and returns the function's return value. Here are a few examples:</a:t>
            </a:r>
          </a:p>
          <a:p>
            <a:r>
              <a:rPr lang="en-US" sz="2000" dirty="0"/>
              <a:t>String uppercase = "</a:t>
            </a:r>
            <a:r>
              <a:rPr lang="en-US" sz="2000" dirty="0" err="1"/>
              <a:t>abcde</a:t>
            </a:r>
            <a:r>
              <a:rPr lang="en-US" sz="2000" dirty="0"/>
              <a:t>".transform(String::</a:t>
            </a:r>
            <a:r>
              <a:rPr lang="en-US" sz="2000" dirty="0" err="1"/>
              <a:t>toUpperCase</a:t>
            </a:r>
            <a:r>
              <a:rPr lang="en-US" sz="2000" dirty="0"/>
              <a:t>);</a:t>
            </a:r>
          </a:p>
          <a:p>
            <a:r>
              <a:rPr lang="en-US" sz="2000" dirty="0"/>
              <a:t>Integer </a:t>
            </a:r>
            <a:r>
              <a:rPr lang="en-US" sz="2000" dirty="0" err="1"/>
              <a:t>i</a:t>
            </a:r>
            <a:r>
              <a:rPr lang="en-US" sz="2000" dirty="0"/>
              <a:t>        = "12345".transform(Integer::</a:t>
            </a:r>
            <a:r>
              <a:rPr lang="en-US" sz="2000" dirty="0" err="1"/>
              <a:t>valueOf</a:t>
            </a:r>
            <a:r>
              <a:rPr lang="en-US" sz="2000" dirty="0"/>
              <a:t>);</a:t>
            </a:r>
          </a:p>
          <a:p>
            <a:r>
              <a:rPr lang="en-US" sz="2000" dirty="0" err="1"/>
              <a:t>BigDecimal</a:t>
            </a:r>
            <a:r>
              <a:rPr lang="en-US" sz="2000" dirty="0"/>
              <a:t> big   = "1234567891011121314151617181920".transform(</a:t>
            </a:r>
            <a:r>
              <a:rPr lang="en-US" sz="2000" dirty="0" err="1"/>
              <a:t>BigDecimal</a:t>
            </a:r>
            <a:r>
              <a:rPr lang="en-US" sz="2000" dirty="0"/>
              <a:t>::new);</a:t>
            </a:r>
          </a:p>
          <a:p>
            <a:r>
              <a:rPr lang="en-US" sz="2000" dirty="0"/>
              <a:t>Code language: Java (java)</a:t>
            </a:r>
          </a:p>
          <a:p>
            <a:r>
              <a:rPr lang="en-US" sz="2000" dirty="0"/>
              <a:t>When you look at the source code of </a:t>
            </a:r>
            <a:r>
              <a:rPr lang="en-US" sz="2000" dirty="0" err="1"/>
              <a:t>String.transform</a:t>
            </a:r>
            <a:r>
              <a:rPr lang="en-US" sz="2000" dirty="0"/>
              <a:t>(), you will notice that there is no rocket science at work. The method reference is interpreted as a function, and the String is passed to its apply() method:</a:t>
            </a:r>
          </a:p>
          <a:p>
            <a:r>
              <a:rPr lang="en-US" sz="2000" dirty="0"/>
              <a:t>The advantage of </a:t>
            </a:r>
            <a:r>
              <a:rPr lang="en-US" sz="2000" dirty="0" err="1"/>
              <a:t>String.transform</a:t>
            </a:r>
            <a:r>
              <a:rPr lang="en-US" sz="2000" dirty="0"/>
              <a:t>() is that the function to be applied can be determined dynamically at runtime, while in the latter notation, the conversion is fixed at compile time.</a:t>
            </a:r>
            <a:endParaRPr lang="en-IN" sz="2000" dirty="0"/>
          </a:p>
        </p:txBody>
      </p:sp>
    </p:spTree>
    <p:extLst>
      <p:ext uri="{BB962C8B-B14F-4D97-AF65-F5344CB8AC3E}">
        <p14:creationId xmlns:p14="http://schemas.microsoft.com/office/powerpoint/2010/main" val="3840038882"/>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6552A2-7AB1-0525-27E2-9C6583BCE20B}"/>
              </a:ext>
            </a:extLst>
          </p:cNvPr>
          <p:cNvSpPr>
            <a:spLocks noGrp="1"/>
          </p:cNvSpPr>
          <p:nvPr>
            <p:ph type="title"/>
          </p:nvPr>
        </p:nvSpPr>
        <p:spPr>
          <a:xfrm>
            <a:off x="838200" y="365125"/>
            <a:ext cx="10515600" cy="885177"/>
          </a:xfrm>
        </p:spPr>
        <p:txBody>
          <a:bodyPr>
            <a:normAutofit/>
          </a:bodyPr>
          <a:lstStyle/>
          <a:p>
            <a:r>
              <a:rPr lang="en-IN" dirty="0">
                <a:solidFill>
                  <a:srgbClr val="00B050"/>
                </a:solidFill>
              </a:rPr>
              <a:t>Java 12 </a:t>
            </a:r>
            <a:r>
              <a:rPr lang="en-US" sz="4400" dirty="0"/>
              <a:t>New String and Files methods</a:t>
            </a:r>
            <a:endParaRPr lang="en-IN" dirty="0">
              <a:solidFill>
                <a:srgbClr val="00B050"/>
              </a:solidFill>
            </a:endParaRPr>
          </a:p>
        </p:txBody>
      </p:sp>
      <p:sp>
        <p:nvSpPr>
          <p:cNvPr id="3" name="Content Placeholder 2">
            <a:extLst>
              <a:ext uri="{FF2B5EF4-FFF2-40B4-BE49-F238E27FC236}">
                <a16:creationId xmlns:a16="http://schemas.microsoft.com/office/drawing/2014/main" id="{172E746D-25B6-329F-7676-D3AF7B0B6A2B}"/>
              </a:ext>
            </a:extLst>
          </p:cNvPr>
          <p:cNvSpPr>
            <a:spLocks noGrp="1"/>
          </p:cNvSpPr>
          <p:nvPr>
            <p:ph idx="1"/>
          </p:nvPr>
        </p:nvSpPr>
        <p:spPr>
          <a:xfrm>
            <a:off x="838200" y="1250302"/>
            <a:ext cx="10515600" cy="4926661"/>
          </a:xfrm>
        </p:spPr>
        <p:txBody>
          <a:bodyPr>
            <a:normAutofit lnSpcReduction="10000"/>
          </a:bodyPr>
          <a:lstStyle/>
          <a:p>
            <a:r>
              <a:rPr lang="en-US" sz="2000" dirty="0" err="1"/>
              <a:t>Files.mismatch</a:t>
            </a:r>
            <a:r>
              <a:rPr lang="en-US" sz="2000" dirty="0"/>
              <a:t>()</a:t>
            </a:r>
          </a:p>
          <a:p>
            <a:r>
              <a:rPr lang="en-US" sz="2000" dirty="0"/>
              <a:t>You can use the </a:t>
            </a:r>
            <a:r>
              <a:rPr lang="en-US" sz="2000" dirty="0" err="1"/>
              <a:t>Files.mismatch</a:t>
            </a:r>
            <a:r>
              <a:rPr lang="en-US" sz="2000" dirty="0"/>
              <a:t>() method to compare the contents of two files.</a:t>
            </a:r>
          </a:p>
          <a:p>
            <a:endParaRPr lang="en-US" sz="2000" dirty="0"/>
          </a:p>
          <a:p>
            <a:r>
              <a:rPr lang="en-US" sz="2000" dirty="0"/>
              <a:t>The method returns -1 if both files are the same. Otherwise, it returns the position of the first byte at which both files differ. If one of the files ends before a difference is detected, the length of that file is returned.</a:t>
            </a:r>
          </a:p>
          <a:p>
            <a:r>
              <a:rPr lang="en-US" sz="2000" dirty="0"/>
              <a:t>Syntax:</a:t>
            </a:r>
          </a:p>
          <a:p>
            <a:endParaRPr lang="en-US" sz="2000" dirty="0"/>
          </a:p>
          <a:p>
            <a:r>
              <a:rPr lang="en-US" sz="2000" dirty="0"/>
              <a:t> Path filePath1 = </a:t>
            </a:r>
            <a:r>
              <a:rPr lang="en-US" sz="2000" dirty="0" err="1"/>
              <a:t>Path.of</a:t>
            </a:r>
            <a:r>
              <a:rPr lang="en-US" sz="2000" dirty="0"/>
              <a:t>("C:\\Users\\Dipak\\Desktop\\gfg.txt");</a:t>
            </a:r>
          </a:p>
          <a:p>
            <a:r>
              <a:rPr lang="en-US" sz="2000" dirty="0"/>
              <a:t>        Path filePath2 = </a:t>
            </a:r>
            <a:r>
              <a:rPr lang="en-US" sz="2000" dirty="0" err="1"/>
              <a:t>Path.of</a:t>
            </a:r>
            <a:r>
              <a:rPr lang="en-US" sz="2000" dirty="0"/>
              <a:t>("c:\\Users\\Dipak\\Desktop\\gfg2.txt");</a:t>
            </a:r>
          </a:p>
          <a:p>
            <a:r>
              <a:rPr lang="en-US" sz="2000" dirty="0"/>
              <a:t>       </a:t>
            </a:r>
          </a:p>
          <a:p>
            <a:r>
              <a:rPr lang="en-US" sz="2000" dirty="0"/>
              <a:t>        // calling the </a:t>
            </a:r>
            <a:r>
              <a:rPr lang="en-US" sz="2000" dirty="0" err="1"/>
              <a:t>mismatchfunction</a:t>
            </a:r>
            <a:endParaRPr lang="en-US" sz="2000" dirty="0"/>
          </a:p>
          <a:p>
            <a:r>
              <a:rPr lang="en-US" sz="2000" dirty="0"/>
              <a:t>        long </a:t>
            </a:r>
            <a:r>
              <a:rPr lang="en-US" sz="2000" dirty="0" err="1"/>
              <a:t>mis_match</a:t>
            </a:r>
            <a:r>
              <a:rPr lang="en-US" sz="2000" dirty="0"/>
              <a:t> = </a:t>
            </a:r>
            <a:r>
              <a:rPr lang="en-US" sz="2000" dirty="0" err="1"/>
              <a:t>Files.mismatch</a:t>
            </a:r>
            <a:r>
              <a:rPr lang="en-US" sz="2000" dirty="0"/>
              <a:t>(filePath1, filePath2);</a:t>
            </a:r>
            <a:endParaRPr lang="en-IN" sz="2000" dirty="0"/>
          </a:p>
        </p:txBody>
      </p:sp>
    </p:spTree>
    <p:extLst>
      <p:ext uri="{BB962C8B-B14F-4D97-AF65-F5344CB8AC3E}">
        <p14:creationId xmlns:p14="http://schemas.microsoft.com/office/powerpoint/2010/main" val="3536254980"/>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6552A2-7AB1-0525-27E2-9C6583BCE20B}"/>
              </a:ext>
            </a:extLst>
          </p:cNvPr>
          <p:cNvSpPr>
            <a:spLocks noGrp="1"/>
          </p:cNvSpPr>
          <p:nvPr>
            <p:ph type="title"/>
          </p:nvPr>
        </p:nvSpPr>
        <p:spPr>
          <a:xfrm>
            <a:off x="838200" y="365125"/>
            <a:ext cx="10515600" cy="885177"/>
          </a:xfrm>
        </p:spPr>
        <p:txBody>
          <a:bodyPr>
            <a:normAutofit/>
          </a:bodyPr>
          <a:lstStyle/>
          <a:p>
            <a:r>
              <a:rPr lang="en-IN" dirty="0">
                <a:solidFill>
                  <a:srgbClr val="00B050"/>
                </a:solidFill>
              </a:rPr>
              <a:t>Java 12 </a:t>
            </a:r>
            <a:r>
              <a:rPr lang="en-US" sz="4400" dirty="0"/>
              <a:t>The Teeing Collector</a:t>
            </a:r>
            <a:endParaRPr lang="en-IN" dirty="0">
              <a:solidFill>
                <a:srgbClr val="00B050"/>
              </a:solidFill>
            </a:endParaRPr>
          </a:p>
        </p:txBody>
      </p:sp>
      <p:sp>
        <p:nvSpPr>
          <p:cNvPr id="3" name="Content Placeholder 2">
            <a:extLst>
              <a:ext uri="{FF2B5EF4-FFF2-40B4-BE49-F238E27FC236}">
                <a16:creationId xmlns:a16="http://schemas.microsoft.com/office/drawing/2014/main" id="{172E746D-25B6-329F-7676-D3AF7B0B6A2B}"/>
              </a:ext>
            </a:extLst>
          </p:cNvPr>
          <p:cNvSpPr>
            <a:spLocks noGrp="1"/>
          </p:cNvSpPr>
          <p:nvPr>
            <p:ph idx="1"/>
          </p:nvPr>
        </p:nvSpPr>
        <p:spPr>
          <a:xfrm>
            <a:off x="838200" y="1250302"/>
            <a:ext cx="10515600" cy="4926661"/>
          </a:xfrm>
        </p:spPr>
        <p:txBody>
          <a:bodyPr>
            <a:normAutofit/>
          </a:bodyPr>
          <a:lstStyle/>
          <a:p>
            <a:pPr marL="0" indent="0">
              <a:buNone/>
            </a:pPr>
            <a:r>
              <a:rPr lang="en-US" sz="2000" dirty="0"/>
              <a:t>Teeing originated from the plumbing tee! According to </a:t>
            </a:r>
            <a:r>
              <a:rPr lang="en-US" sz="2000" dirty="0" err="1"/>
              <a:t>Wikipeedia</a:t>
            </a:r>
            <a:r>
              <a:rPr lang="en-US" sz="2000" dirty="0"/>
              <a:t>, " a tee, the most common pipe fitting, is used to combine (or divide) fluid flow.’</a:t>
            </a:r>
          </a:p>
          <a:p>
            <a:pPr marL="0" indent="0">
              <a:buNone/>
            </a:pPr>
            <a:endParaRPr lang="en-US" sz="2000" dirty="0"/>
          </a:p>
          <a:p>
            <a:pPr marL="0" indent="0">
              <a:buNone/>
            </a:pPr>
            <a:endParaRPr lang="en-US" sz="2000" dirty="0"/>
          </a:p>
          <a:p>
            <a:pPr marL="0" indent="0">
              <a:buNone/>
            </a:pPr>
            <a:endParaRPr lang="en-US" sz="2000" dirty="0"/>
          </a:p>
          <a:p>
            <a:pPr marL="0" indent="0">
              <a:buNone/>
            </a:pPr>
            <a:endParaRPr lang="en-US" sz="2000" dirty="0"/>
          </a:p>
          <a:p>
            <a:pPr marL="0" indent="0">
              <a:buNone/>
            </a:pPr>
            <a:endParaRPr lang="en-US" sz="2000" dirty="0"/>
          </a:p>
          <a:p>
            <a:pPr marL="0" indent="0">
              <a:buNone/>
            </a:pPr>
            <a:r>
              <a:rPr lang="en-US" sz="1400" dirty="0">
                <a:hlinkClick r:id="rId2"/>
              </a:rPr>
              <a:t>How and why to use </a:t>
            </a:r>
            <a:r>
              <a:rPr lang="en-US" sz="1400" dirty="0" err="1">
                <a:hlinkClick r:id="rId2"/>
              </a:rPr>
              <a:t>Collectors.teeing</a:t>
            </a:r>
            <a:r>
              <a:rPr lang="en-US" sz="1400" dirty="0">
                <a:hlinkClick r:id="rId2"/>
              </a:rPr>
              <a:t>() method in Java? – The Full Stack Developer</a:t>
            </a:r>
            <a:endParaRPr lang="en-US" sz="2000" dirty="0"/>
          </a:p>
        </p:txBody>
      </p:sp>
      <p:pic>
        <p:nvPicPr>
          <p:cNvPr id="5" name="Picture 4">
            <a:extLst>
              <a:ext uri="{FF2B5EF4-FFF2-40B4-BE49-F238E27FC236}">
                <a16:creationId xmlns:a16="http://schemas.microsoft.com/office/drawing/2014/main" id="{6EC9C61B-F38A-1D4D-1E65-0EB963D93D0A}"/>
              </a:ext>
            </a:extLst>
          </p:cNvPr>
          <p:cNvPicPr>
            <a:picLocks noChangeAspect="1"/>
          </p:cNvPicPr>
          <p:nvPr/>
        </p:nvPicPr>
        <p:blipFill>
          <a:blip r:embed="rId3"/>
          <a:stretch>
            <a:fillRect/>
          </a:stretch>
        </p:blipFill>
        <p:spPr>
          <a:xfrm>
            <a:off x="617570" y="2008657"/>
            <a:ext cx="1962150" cy="1704975"/>
          </a:xfrm>
          <a:prstGeom prst="rect">
            <a:avLst/>
          </a:prstGeom>
        </p:spPr>
      </p:pic>
    </p:spTree>
    <p:extLst>
      <p:ext uri="{BB962C8B-B14F-4D97-AF65-F5344CB8AC3E}">
        <p14:creationId xmlns:p14="http://schemas.microsoft.com/office/powerpoint/2010/main" val="3586763856"/>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6552A2-7AB1-0525-27E2-9C6583BCE20B}"/>
              </a:ext>
            </a:extLst>
          </p:cNvPr>
          <p:cNvSpPr>
            <a:spLocks noGrp="1"/>
          </p:cNvSpPr>
          <p:nvPr>
            <p:ph type="title"/>
          </p:nvPr>
        </p:nvSpPr>
        <p:spPr>
          <a:xfrm>
            <a:off x="838200" y="365125"/>
            <a:ext cx="10515600" cy="885177"/>
          </a:xfrm>
        </p:spPr>
        <p:txBody>
          <a:bodyPr>
            <a:normAutofit/>
          </a:bodyPr>
          <a:lstStyle/>
          <a:p>
            <a:r>
              <a:rPr lang="en-IN" dirty="0">
                <a:solidFill>
                  <a:srgbClr val="00B050"/>
                </a:solidFill>
              </a:rPr>
              <a:t>Java 12 </a:t>
            </a:r>
            <a:r>
              <a:rPr lang="en-US" sz="4400" dirty="0"/>
              <a:t>The Teeing Collector</a:t>
            </a:r>
            <a:endParaRPr lang="en-IN" dirty="0">
              <a:solidFill>
                <a:srgbClr val="00B050"/>
              </a:solidFill>
            </a:endParaRPr>
          </a:p>
        </p:txBody>
      </p:sp>
      <p:sp>
        <p:nvSpPr>
          <p:cNvPr id="3" name="Content Placeholder 2">
            <a:extLst>
              <a:ext uri="{FF2B5EF4-FFF2-40B4-BE49-F238E27FC236}">
                <a16:creationId xmlns:a16="http://schemas.microsoft.com/office/drawing/2014/main" id="{172E746D-25B6-329F-7676-D3AF7B0B6A2B}"/>
              </a:ext>
            </a:extLst>
          </p:cNvPr>
          <p:cNvSpPr>
            <a:spLocks noGrp="1"/>
          </p:cNvSpPr>
          <p:nvPr>
            <p:ph idx="1"/>
          </p:nvPr>
        </p:nvSpPr>
        <p:spPr>
          <a:xfrm>
            <a:off x="838200" y="1250302"/>
            <a:ext cx="10515600" cy="4926661"/>
          </a:xfrm>
        </p:spPr>
        <p:txBody>
          <a:bodyPr>
            <a:normAutofit/>
          </a:bodyPr>
          <a:lstStyle/>
          <a:p>
            <a:pPr marL="0" indent="0">
              <a:buNone/>
            </a:pPr>
            <a:r>
              <a:rPr lang="en-US" sz="2000" dirty="0"/>
              <a:t>For some requirements, you may want to terminate a Stream with two collectors instead of one and combine the result of both collectors.</a:t>
            </a:r>
          </a:p>
          <a:p>
            <a:pPr marL="0" indent="0">
              <a:buNone/>
            </a:pPr>
            <a:r>
              <a:rPr lang="en-US" sz="2000" dirty="0"/>
              <a:t>In the following example source code, we want to determine the difference from largest to smallest number from a stream of random numbers (we use </a:t>
            </a:r>
            <a:r>
              <a:rPr lang="en-US" sz="2000" dirty="0" err="1"/>
              <a:t>Optional.orElseThrow</a:t>
            </a:r>
            <a:r>
              <a:rPr lang="en-US" sz="2000" dirty="0"/>
              <a:t>() introduced in Java 10 to avoid a "code smell" blaming):</a:t>
            </a:r>
          </a:p>
          <a:p>
            <a:pPr marL="0" indent="0">
              <a:buNone/>
            </a:pPr>
            <a:endParaRPr lang="en-US" sz="2000" dirty="0"/>
          </a:p>
          <a:p>
            <a:pPr marL="0" indent="0">
              <a:buNone/>
            </a:pPr>
            <a:r>
              <a:rPr lang="en-US" sz="2000" dirty="0"/>
              <a:t>Stream&lt;Integer&gt; numbers = new Random().</a:t>
            </a:r>
            <a:r>
              <a:rPr lang="en-US" sz="2000" dirty="0" err="1"/>
              <a:t>ints</a:t>
            </a:r>
            <a:r>
              <a:rPr lang="en-US" sz="2000" dirty="0"/>
              <a:t>(100).boxed();</a:t>
            </a:r>
          </a:p>
          <a:p>
            <a:pPr marL="0" indent="0">
              <a:buNone/>
            </a:pPr>
            <a:endParaRPr lang="en-US" sz="2000" dirty="0"/>
          </a:p>
          <a:p>
            <a:pPr marL="0" indent="0">
              <a:buNone/>
            </a:pPr>
            <a:r>
              <a:rPr lang="en-US" sz="2000" dirty="0"/>
              <a:t>int min = </a:t>
            </a:r>
            <a:r>
              <a:rPr lang="en-US" sz="2000" dirty="0" err="1"/>
              <a:t>numbers.collect</a:t>
            </a:r>
            <a:r>
              <a:rPr lang="en-US" sz="2000" dirty="0"/>
              <a:t>(</a:t>
            </a:r>
            <a:r>
              <a:rPr lang="en-US" sz="2000" dirty="0" err="1"/>
              <a:t>Collectors.minBy</a:t>
            </a:r>
            <a:r>
              <a:rPr lang="en-US" sz="2000" dirty="0"/>
              <a:t>(Integer::</a:t>
            </a:r>
            <a:r>
              <a:rPr lang="en-US" sz="2000" dirty="0" err="1"/>
              <a:t>compareTo</a:t>
            </a:r>
            <a:r>
              <a:rPr lang="en-US" sz="2000" dirty="0"/>
              <a:t>)).</a:t>
            </a:r>
            <a:r>
              <a:rPr lang="en-US" sz="2000" dirty="0" err="1"/>
              <a:t>orElseThrow</a:t>
            </a:r>
            <a:r>
              <a:rPr lang="en-US" sz="2000" dirty="0"/>
              <a:t>();</a:t>
            </a:r>
          </a:p>
          <a:p>
            <a:pPr marL="0" indent="0">
              <a:buNone/>
            </a:pPr>
            <a:r>
              <a:rPr lang="en-US" sz="2000" dirty="0"/>
              <a:t>int max = </a:t>
            </a:r>
            <a:r>
              <a:rPr lang="en-US" sz="2000" dirty="0" err="1"/>
              <a:t>numbers.collect</a:t>
            </a:r>
            <a:r>
              <a:rPr lang="en-US" sz="2000" dirty="0"/>
              <a:t>(</a:t>
            </a:r>
            <a:r>
              <a:rPr lang="en-US" sz="2000" dirty="0" err="1"/>
              <a:t>Collectors.maxBy</a:t>
            </a:r>
            <a:r>
              <a:rPr lang="en-US" sz="2000" dirty="0"/>
              <a:t>(Integer::</a:t>
            </a:r>
            <a:r>
              <a:rPr lang="en-US" sz="2000" dirty="0" err="1"/>
              <a:t>compareTo</a:t>
            </a:r>
            <a:r>
              <a:rPr lang="en-US" sz="2000" dirty="0"/>
              <a:t>)).</a:t>
            </a:r>
            <a:r>
              <a:rPr lang="en-US" sz="2000" dirty="0" err="1"/>
              <a:t>orElseThrow</a:t>
            </a:r>
            <a:r>
              <a:rPr lang="en-US" sz="2000" dirty="0"/>
              <a:t>();</a:t>
            </a:r>
          </a:p>
          <a:p>
            <a:pPr marL="0" indent="0">
              <a:buNone/>
            </a:pPr>
            <a:r>
              <a:rPr lang="en-US" sz="2000" dirty="0"/>
              <a:t>long range = (long) max - min;</a:t>
            </a:r>
          </a:p>
        </p:txBody>
      </p:sp>
    </p:spTree>
    <p:extLst>
      <p:ext uri="{BB962C8B-B14F-4D97-AF65-F5344CB8AC3E}">
        <p14:creationId xmlns:p14="http://schemas.microsoft.com/office/powerpoint/2010/main" val="3846943986"/>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6552A2-7AB1-0525-27E2-9C6583BCE20B}"/>
              </a:ext>
            </a:extLst>
          </p:cNvPr>
          <p:cNvSpPr>
            <a:spLocks noGrp="1"/>
          </p:cNvSpPr>
          <p:nvPr>
            <p:ph type="title"/>
          </p:nvPr>
        </p:nvSpPr>
        <p:spPr>
          <a:xfrm>
            <a:off x="838200" y="365125"/>
            <a:ext cx="10515600" cy="885177"/>
          </a:xfrm>
        </p:spPr>
        <p:txBody>
          <a:bodyPr>
            <a:normAutofit/>
          </a:bodyPr>
          <a:lstStyle/>
          <a:p>
            <a:r>
              <a:rPr lang="en-IN" dirty="0">
                <a:solidFill>
                  <a:srgbClr val="00B050"/>
                </a:solidFill>
              </a:rPr>
              <a:t>Java 12 </a:t>
            </a:r>
            <a:r>
              <a:rPr lang="en-US" sz="4400" dirty="0"/>
              <a:t>The Teeing Collector</a:t>
            </a:r>
            <a:endParaRPr lang="en-IN" dirty="0">
              <a:solidFill>
                <a:srgbClr val="00B050"/>
              </a:solidFill>
            </a:endParaRPr>
          </a:p>
        </p:txBody>
      </p:sp>
      <p:sp>
        <p:nvSpPr>
          <p:cNvPr id="3" name="Content Placeholder 2">
            <a:extLst>
              <a:ext uri="{FF2B5EF4-FFF2-40B4-BE49-F238E27FC236}">
                <a16:creationId xmlns:a16="http://schemas.microsoft.com/office/drawing/2014/main" id="{172E746D-25B6-329F-7676-D3AF7B0B6A2B}"/>
              </a:ext>
            </a:extLst>
          </p:cNvPr>
          <p:cNvSpPr>
            <a:spLocks noGrp="1"/>
          </p:cNvSpPr>
          <p:nvPr>
            <p:ph idx="1"/>
          </p:nvPr>
        </p:nvSpPr>
        <p:spPr>
          <a:xfrm>
            <a:off x="838200" y="1250302"/>
            <a:ext cx="10515600" cy="4926661"/>
          </a:xfrm>
        </p:spPr>
        <p:txBody>
          <a:bodyPr>
            <a:normAutofit/>
          </a:bodyPr>
          <a:lstStyle/>
          <a:p>
            <a:pPr marL="0" indent="0">
              <a:buNone/>
            </a:pPr>
            <a:r>
              <a:rPr lang="en-US" sz="2000" dirty="0"/>
              <a:t>The program compiles but aborts at runtime with an exception:</a:t>
            </a:r>
          </a:p>
          <a:p>
            <a:pPr marL="0" indent="0">
              <a:buNone/>
            </a:pPr>
            <a:endParaRPr lang="en-US" sz="2000" dirty="0"/>
          </a:p>
          <a:p>
            <a:pPr marL="0" indent="0">
              <a:buNone/>
            </a:pPr>
            <a:r>
              <a:rPr lang="en-US" sz="2000" dirty="0"/>
              <a:t>Exception in thread "main" </a:t>
            </a:r>
            <a:r>
              <a:rPr lang="en-US" sz="2000" dirty="0" err="1"/>
              <a:t>java.lang.IllegalStateException</a:t>
            </a:r>
            <a:r>
              <a:rPr lang="en-US" sz="2000" dirty="0"/>
              <a:t>: </a:t>
            </a:r>
          </a:p>
          <a:p>
            <a:pPr marL="0" indent="0">
              <a:buNone/>
            </a:pPr>
            <a:r>
              <a:rPr lang="en-US" sz="2000" dirty="0"/>
              <a:t>        stream has already been operated upon or closed</a:t>
            </a:r>
          </a:p>
          <a:p>
            <a:pPr marL="0" indent="0">
              <a:buNone/>
            </a:pPr>
            <a:r>
              <a:rPr lang="en-US" sz="2000" dirty="0"/>
              <a:t>    at </a:t>
            </a:r>
            <a:r>
              <a:rPr lang="en-US" sz="2000" dirty="0" err="1"/>
              <a:t>java.base</a:t>
            </a:r>
            <a:r>
              <a:rPr lang="en-US" sz="2000" dirty="0"/>
              <a:t>/</a:t>
            </a:r>
            <a:r>
              <a:rPr lang="en-US" sz="2000" dirty="0" err="1"/>
              <a:t>java.util.stream.AbstractPipeline.evaluate</a:t>
            </a:r>
            <a:r>
              <a:rPr lang="en-US" sz="2000" dirty="0"/>
              <a:t>(AbstractPipeline.java:229)</a:t>
            </a:r>
          </a:p>
          <a:p>
            <a:pPr marL="0" indent="0">
              <a:buNone/>
            </a:pPr>
            <a:r>
              <a:rPr lang="en-US" sz="2000" dirty="0"/>
              <a:t>    at </a:t>
            </a:r>
            <a:r>
              <a:rPr lang="en-US" sz="2000" dirty="0" err="1"/>
              <a:t>java.base</a:t>
            </a:r>
            <a:r>
              <a:rPr lang="en-US" sz="2000" dirty="0"/>
              <a:t>/</a:t>
            </a:r>
            <a:r>
              <a:rPr lang="en-US" sz="2000" dirty="0" err="1"/>
              <a:t>java.util.stream.ReferencePipeline.collect</a:t>
            </a:r>
            <a:r>
              <a:rPr lang="en-US" sz="2000" dirty="0"/>
              <a:t>(ReferencePipeline.java:578)</a:t>
            </a:r>
          </a:p>
          <a:p>
            <a:pPr marL="0" indent="0">
              <a:buNone/>
            </a:pPr>
            <a:r>
              <a:rPr lang="en-US" sz="2000" dirty="0"/>
              <a:t>    at </a:t>
            </a:r>
            <a:r>
              <a:rPr lang="en-US" sz="2000" dirty="0" err="1"/>
              <a:t>eu.happycoders.sandbox.TeeingCollectorTest.main</a:t>
            </a:r>
            <a:r>
              <a:rPr lang="en-US" sz="2000" dirty="0"/>
              <a:t>(TeeingCollectorTest.java:12)</a:t>
            </a:r>
          </a:p>
          <a:p>
            <a:pPr marL="0" indent="0">
              <a:buNone/>
            </a:pPr>
            <a:r>
              <a:rPr lang="en-US" sz="2000" dirty="0"/>
              <a:t>Code language: plaintext (plaintext)</a:t>
            </a:r>
          </a:p>
          <a:p>
            <a:pPr marL="0" indent="0">
              <a:buNone/>
            </a:pPr>
            <a:r>
              <a:rPr lang="en-US" sz="2000" dirty="0"/>
              <a:t>The exception text lets us know that we may terminate a Stream only once.</a:t>
            </a:r>
          </a:p>
          <a:p>
            <a:pPr marL="0" indent="0">
              <a:buNone/>
            </a:pPr>
            <a:endParaRPr lang="en-US" sz="2000" dirty="0"/>
          </a:p>
          <a:p>
            <a:pPr marL="0" indent="0">
              <a:buNone/>
            </a:pPr>
            <a:r>
              <a:rPr lang="en-US" sz="2000" dirty="0"/>
              <a:t>How can we solve this task then?</a:t>
            </a:r>
          </a:p>
        </p:txBody>
      </p:sp>
    </p:spTree>
    <p:extLst>
      <p:ext uri="{BB962C8B-B14F-4D97-AF65-F5344CB8AC3E}">
        <p14:creationId xmlns:p14="http://schemas.microsoft.com/office/powerpoint/2010/main" val="2420323637"/>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6552A2-7AB1-0525-27E2-9C6583BCE20B}"/>
              </a:ext>
            </a:extLst>
          </p:cNvPr>
          <p:cNvSpPr>
            <a:spLocks noGrp="1"/>
          </p:cNvSpPr>
          <p:nvPr>
            <p:ph type="title"/>
          </p:nvPr>
        </p:nvSpPr>
        <p:spPr>
          <a:xfrm>
            <a:off x="838200" y="365125"/>
            <a:ext cx="10515600" cy="885177"/>
          </a:xfrm>
        </p:spPr>
        <p:txBody>
          <a:bodyPr>
            <a:normAutofit/>
          </a:bodyPr>
          <a:lstStyle/>
          <a:p>
            <a:r>
              <a:rPr lang="en-IN" dirty="0">
                <a:solidFill>
                  <a:srgbClr val="00B050"/>
                </a:solidFill>
              </a:rPr>
              <a:t>Java 12 </a:t>
            </a:r>
            <a:r>
              <a:rPr lang="en-US" sz="4400" dirty="0"/>
              <a:t>The Teeing Collector</a:t>
            </a:r>
            <a:endParaRPr lang="en-IN" dirty="0">
              <a:solidFill>
                <a:srgbClr val="00B050"/>
              </a:solidFill>
            </a:endParaRPr>
          </a:p>
        </p:txBody>
      </p:sp>
      <p:sp>
        <p:nvSpPr>
          <p:cNvPr id="3" name="Content Placeholder 2">
            <a:extLst>
              <a:ext uri="{FF2B5EF4-FFF2-40B4-BE49-F238E27FC236}">
                <a16:creationId xmlns:a16="http://schemas.microsoft.com/office/drawing/2014/main" id="{172E746D-25B6-329F-7676-D3AF7B0B6A2B}"/>
              </a:ext>
            </a:extLst>
          </p:cNvPr>
          <p:cNvSpPr>
            <a:spLocks noGrp="1"/>
          </p:cNvSpPr>
          <p:nvPr>
            <p:ph idx="1"/>
          </p:nvPr>
        </p:nvSpPr>
        <p:spPr>
          <a:xfrm>
            <a:off x="838200" y="1250302"/>
            <a:ext cx="10515600" cy="4926661"/>
          </a:xfrm>
        </p:spPr>
        <p:txBody>
          <a:bodyPr>
            <a:normAutofit fontScale="47500" lnSpcReduction="20000"/>
          </a:bodyPr>
          <a:lstStyle/>
          <a:p>
            <a:pPr marL="0" indent="0">
              <a:buNone/>
            </a:pPr>
            <a:r>
              <a:rPr lang="en-US" sz="2000" dirty="0"/>
              <a:t>How can we solve this task then?</a:t>
            </a:r>
          </a:p>
          <a:p>
            <a:pPr marL="0" indent="0">
              <a:buNone/>
            </a:pPr>
            <a:endParaRPr lang="en-US" sz="2000" dirty="0"/>
          </a:p>
          <a:p>
            <a:pPr marL="0" indent="0">
              <a:buNone/>
            </a:pPr>
            <a:r>
              <a:rPr lang="en-US" sz="2000" dirty="0"/>
              <a:t>One variant would be to write a custom collector that accumulates minimum and maximum in a 2-element int array:</a:t>
            </a:r>
          </a:p>
          <a:p>
            <a:pPr marL="0" indent="0">
              <a:buNone/>
            </a:pPr>
            <a:endParaRPr lang="en-US" sz="2000" dirty="0"/>
          </a:p>
          <a:p>
            <a:pPr marL="0" indent="0">
              <a:buNone/>
            </a:pPr>
            <a:r>
              <a:rPr lang="en-US" sz="2000" dirty="0"/>
              <a:t>Stream&lt;Integer&gt; numbers = new Random().</a:t>
            </a:r>
            <a:r>
              <a:rPr lang="en-US" sz="2000" dirty="0" err="1"/>
              <a:t>ints</a:t>
            </a:r>
            <a:r>
              <a:rPr lang="en-US" sz="2000" dirty="0"/>
              <a:t>(100).boxed();</a:t>
            </a:r>
          </a:p>
          <a:p>
            <a:pPr marL="0" indent="0">
              <a:buNone/>
            </a:pPr>
            <a:endParaRPr lang="en-US" sz="2000" dirty="0"/>
          </a:p>
          <a:p>
            <a:pPr marL="0" indent="0">
              <a:buNone/>
            </a:pPr>
            <a:r>
              <a:rPr lang="en-US" sz="2000" dirty="0"/>
              <a:t>int[] result =</a:t>
            </a:r>
          </a:p>
          <a:p>
            <a:pPr marL="0" indent="0">
              <a:buNone/>
            </a:pPr>
            <a:r>
              <a:rPr lang="en-US" sz="2000" dirty="0"/>
              <a:t>    </a:t>
            </a:r>
            <a:r>
              <a:rPr lang="en-US" sz="2000" dirty="0" err="1"/>
              <a:t>numbers.collect</a:t>
            </a:r>
            <a:r>
              <a:rPr lang="en-US" sz="2000" dirty="0"/>
              <a:t>(</a:t>
            </a:r>
          </a:p>
          <a:p>
            <a:pPr marL="0" indent="0">
              <a:buNone/>
            </a:pPr>
            <a:r>
              <a:rPr lang="en-US" sz="2000" dirty="0"/>
              <a:t>        () -&gt; new int[] {</a:t>
            </a:r>
            <a:r>
              <a:rPr lang="en-US" sz="2000" dirty="0" err="1"/>
              <a:t>Integer.MAX_VALUE</a:t>
            </a:r>
            <a:r>
              <a:rPr lang="en-US" sz="2000" dirty="0"/>
              <a:t>, </a:t>
            </a:r>
            <a:r>
              <a:rPr lang="en-US" sz="2000" dirty="0" err="1"/>
              <a:t>Integer.MIN_VALUE</a:t>
            </a:r>
            <a:r>
              <a:rPr lang="en-US" sz="2000" dirty="0"/>
              <a:t>},</a:t>
            </a:r>
          </a:p>
          <a:p>
            <a:pPr marL="0" indent="0">
              <a:buNone/>
            </a:pPr>
            <a:r>
              <a:rPr lang="en-US" sz="2000" dirty="0"/>
              <a:t>        (</a:t>
            </a:r>
            <a:r>
              <a:rPr lang="en-US" sz="2000" dirty="0" err="1"/>
              <a:t>minMax</a:t>
            </a:r>
            <a:r>
              <a:rPr lang="en-US" sz="2000" dirty="0"/>
              <a:t>, </a:t>
            </a:r>
            <a:r>
              <a:rPr lang="en-US" sz="2000" dirty="0" err="1"/>
              <a:t>i</a:t>
            </a:r>
            <a:r>
              <a:rPr lang="en-US" sz="2000" dirty="0"/>
              <a:t>) -&gt; {</a:t>
            </a:r>
          </a:p>
          <a:p>
            <a:pPr marL="0" indent="0">
              <a:buNone/>
            </a:pPr>
            <a:r>
              <a:rPr lang="en-US" sz="2000" dirty="0"/>
              <a:t>          if (</a:t>
            </a:r>
            <a:r>
              <a:rPr lang="en-US" sz="2000" dirty="0" err="1"/>
              <a:t>i</a:t>
            </a:r>
            <a:r>
              <a:rPr lang="en-US" sz="2000" dirty="0"/>
              <a:t> &lt; </a:t>
            </a:r>
            <a:r>
              <a:rPr lang="en-US" sz="2000" dirty="0" err="1"/>
              <a:t>minMax</a:t>
            </a:r>
            <a:r>
              <a:rPr lang="en-US" sz="2000" dirty="0"/>
              <a:t>[0]) </a:t>
            </a:r>
            <a:r>
              <a:rPr lang="en-US" sz="2000" dirty="0" err="1"/>
              <a:t>minMax</a:t>
            </a:r>
            <a:r>
              <a:rPr lang="en-US" sz="2000" dirty="0"/>
              <a:t>[0] = </a:t>
            </a:r>
            <a:r>
              <a:rPr lang="en-US" sz="2000" dirty="0" err="1"/>
              <a:t>i</a:t>
            </a:r>
            <a:r>
              <a:rPr lang="en-US" sz="2000" dirty="0"/>
              <a:t>;</a:t>
            </a:r>
          </a:p>
          <a:p>
            <a:pPr marL="0" indent="0">
              <a:buNone/>
            </a:pPr>
            <a:r>
              <a:rPr lang="en-US" sz="2000" dirty="0"/>
              <a:t>          if (</a:t>
            </a:r>
            <a:r>
              <a:rPr lang="en-US" sz="2000" dirty="0" err="1"/>
              <a:t>i</a:t>
            </a:r>
            <a:r>
              <a:rPr lang="en-US" sz="2000" dirty="0"/>
              <a:t> &gt; </a:t>
            </a:r>
            <a:r>
              <a:rPr lang="en-US" sz="2000" dirty="0" err="1"/>
              <a:t>minMax</a:t>
            </a:r>
            <a:r>
              <a:rPr lang="en-US" sz="2000" dirty="0"/>
              <a:t>[1]) </a:t>
            </a:r>
            <a:r>
              <a:rPr lang="en-US" sz="2000" dirty="0" err="1"/>
              <a:t>minMax</a:t>
            </a:r>
            <a:r>
              <a:rPr lang="en-US" sz="2000" dirty="0"/>
              <a:t>[1] = </a:t>
            </a:r>
            <a:r>
              <a:rPr lang="en-US" sz="2000" dirty="0" err="1"/>
              <a:t>i</a:t>
            </a:r>
            <a:r>
              <a:rPr lang="en-US" sz="2000" dirty="0"/>
              <a:t>;</a:t>
            </a:r>
          </a:p>
          <a:p>
            <a:pPr marL="0" indent="0">
              <a:buNone/>
            </a:pPr>
            <a:r>
              <a:rPr lang="en-US" sz="2000" dirty="0"/>
              <a:t>        },</a:t>
            </a:r>
          </a:p>
          <a:p>
            <a:pPr marL="0" indent="0">
              <a:buNone/>
            </a:pPr>
            <a:r>
              <a:rPr lang="en-US" sz="2000" dirty="0"/>
              <a:t>        (minMax1, minMax2) -&gt; {</a:t>
            </a:r>
          </a:p>
          <a:p>
            <a:pPr marL="0" indent="0">
              <a:buNone/>
            </a:pPr>
            <a:r>
              <a:rPr lang="en-US" sz="2000" dirty="0"/>
              <a:t>          if (minMax2[0] &lt; minMax1[0]) minMax1[0] = minMax2[0];</a:t>
            </a:r>
          </a:p>
          <a:p>
            <a:pPr marL="0" indent="0">
              <a:buNone/>
            </a:pPr>
            <a:r>
              <a:rPr lang="en-US" sz="2000" dirty="0"/>
              <a:t>          if (minMax2[1] &gt; minMax1[1]) minMax1[1] = minMax2[1];</a:t>
            </a:r>
          </a:p>
          <a:p>
            <a:pPr marL="0" indent="0">
              <a:buNone/>
            </a:pPr>
            <a:r>
              <a:rPr lang="en-US" sz="2000" dirty="0"/>
              <a:t>        });</a:t>
            </a:r>
          </a:p>
          <a:p>
            <a:pPr marL="0" indent="0">
              <a:buNone/>
            </a:pPr>
            <a:endParaRPr lang="en-US" sz="2000" dirty="0"/>
          </a:p>
          <a:p>
            <a:pPr marL="0" indent="0">
              <a:buNone/>
            </a:pPr>
            <a:r>
              <a:rPr lang="en-US" sz="2000" dirty="0"/>
              <a:t>long range = (long) result[1] - result[0];</a:t>
            </a:r>
          </a:p>
          <a:p>
            <a:pPr marL="0" indent="0">
              <a:buNone/>
            </a:pPr>
            <a:r>
              <a:rPr lang="en-US" sz="2000" dirty="0"/>
              <a:t>Code language: Java (java)</a:t>
            </a:r>
          </a:p>
          <a:p>
            <a:pPr marL="0" indent="0">
              <a:buNone/>
            </a:pPr>
            <a:r>
              <a:rPr lang="en-US" sz="2000" dirty="0"/>
              <a:t>This approach is quite complex and not very legible.</a:t>
            </a:r>
          </a:p>
        </p:txBody>
      </p:sp>
    </p:spTree>
    <p:extLst>
      <p:ext uri="{BB962C8B-B14F-4D97-AF65-F5344CB8AC3E}">
        <p14:creationId xmlns:p14="http://schemas.microsoft.com/office/powerpoint/2010/main" val="1502219156"/>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6552A2-7AB1-0525-27E2-9C6583BCE20B}"/>
              </a:ext>
            </a:extLst>
          </p:cNvPr>
          <p:cNvSpPr>
            <a:spLocks noGrp="1"/>
          </p:cNvSpPr>
          <p:nvPr>
            <p:ph type="title"/>
          </p:nvPr>
        </p:nvSpPr>
        <p:spPr>
          <a:xfrm>
            <a:off x="838200" y="365125"/>
            <a:ext cx="10515600" cy="885177"/>
          </a:xfrm>
        </p:spPr>
        <p:txBody>
          <a:bodyPr>
            <a:normAutofit/>
          </a:bodyPr>
          <a:lstStyle/>
          <a:p>
            <a:r>
              <a:rPr lang="en-IN" dirty="0">
                <a:solidFill>
                  <a:srgbClr val="00B050"/>
                </a:solidFill>
              </a:rPr>
              <a:t>Java 12 </a:t>
            </a:r>
            <a:r>
              <a:rPr lang="en-US" sz="4400" dirty="0"/>
              <a:t>The Teeing Collector</a:t>
            </a:r>
            <a:endParaRPr lang="en-IN" dirty="0">
              <a:solidFill>
                <a:srgbClr val="00B050"/>
              </a:solidFill>
            </a:endParaRPr>
          </a:p>
        </p:txBody>
      </p:sp>
      <p:sp>
        <p:nvSpPr>
          <p:cNvPr id="3" name="Content Placeholder 2">
            <a:extLst>
              <a:ext uri="{FF2B5EF4-FFF2-40B4-BE49-F238E27FC236}">
                <a16:creationId xmlns:a16="http://schemas.microsoft.com/office/drawing/2014/main" id="{172E746D-25B6-329F-7676-D3AF7B0B6A2B}"/>
              </a:ext>
            </a:extLst>
          </p:cNvPr>
          <p:cNvSpPr>
            <a:spLocks noGrp="1"/>
          </p:cNvSpPr>
          <p:nvPr>
            <p:ph idx="1"/>
          </p:nvPr>
        </p:nvSpPr>
        <p:spPr>
          <a:xfrm>
            <a:off x="838200" y="1250302"/>
            <a:ext cx="10515600" cy="4926661"/>
          </a:xfrm>
        </p:spPr>
        <p:txBody>
          <a:bodyPr>
            <a:normAutofit/>
          </a:bodyPr>
          <a:lstStyle/>
          <a:p>
            <a:pPr marL="0" indent="0">
              <a:buNone/>
            </a:pPr>
            <a:r>
              <a:rPr lang="en-US" sz="2000" dirty="0"/>
              <a:t>We can do it easier using the "Teeing Collector" introduced in Java 12. We can specify two collectors (called downstream collectors) and a merger function that combines the results of the two collectors:</a:t>
            </a:r>
          </a:p>
          <a:p>
            <a:pPr marL="0" indent="0">
              <a:buNone/>
            </a:pPr>
            <a:endParaRPr lang="en-US" sz="2000" dirty="0"/>
          </a:p>
          <a:p>
            <a:pPr marL="0" indent="0">
              <a:buNone/>
            </a:pPr>
            <a:r>
              <a:rPr lang="en-US" sz="2000" dirty="0"/>
              <a:t>Stream&lt;Integer&gt; numbers = new Random().</a:t>
            </a:r>
            <a:r>
              <a:rPr lang="en-US" sz="2000" dirty="0" err="1"/>
              <a:t>ints</a:t>
            </a:r>
            <a:r>
              <a:rPr lang="en-US" sz="2000" dirty="0"/>
              <a:t>(100).boxed();</a:t>
            </a:r>
          </a:p>
          <a:p>
            <a:pPr marL="0" indent="0">
              <a:buNone/>
            </a:pPr>
            <a:endParaRPr lang="en-US" sz="2000" dirty="0"/>
          </a:p>
          <a:p>
            <a:pPr marL="0" indent="0">
              <a:buNone/>
            </a:pPr>
            <a:r>
              <a:rPr lang="en-US" sz="2000" dirty="0"/>
              <a:t>long range =</a:t>
            </a:r>
          </a:p>
          <a:p>
            <a:pPr marL="0" indent="0">
              <a:buNone/>
            </a:pPr>
            <a:r>
              <a:rPr lang="en-US" sz="2000" dirty="0"/>
              <a:t>    </a:t>
            </a:r>
            <a:r>
              <a:rPr lang="en-US" sz="2000" dirty="0" err="1"/>
              <a:t>numbers.collect</a:t>
            </a:r>
            <a:r>
              <a:rPr lang="en-US" sz="2000" dirty="0"/>
              <a:t>(</a:t>
            </a:r>
          </a:p>
          <a:p>
            <a:pPr marL="0" indent="0">
              <a:buNone/>
            </a:pPr>
            <a:r>
              <a:rPr lang="en-US" sz="2000" dirty="0"/>
              <a:t>        </a:t>
            </a:r>
            <a:r>
              <a:rPr lang="en-US" sz="2000" dirty="0" err="1"/>
              <a:t>Collectors.teeing</a:t>
            </a:r>
            <a:r>
              <a:rPr lang="en-US" sz="2000" dirty="0"/>
              <a:t>(</a:t>
            </a:r>
          </a:p>
          <a:p>
            <a:pPr marL="0" indent="0">
              <a:buNone/>
            </a:pPr>
            <a:r>
              <a:rPr lang="en-US" sz="2000" dirty="0"/>
              <a:t>            </a:t>
            </a:r>
            <a:r>
              <a:rPr lang="en-US" sz="2000" dirty="0" err="1"/>
              <a:t>Collectors.minBy</a:t>
            </a:r>
            <a:r>
              <a:rPr lang="en-US" sz="2000" dirty="0"/>
              <a:t>(Integer::</a:t>
            </a:r>
            <a:r>
              <a:rPr lang="en-US" sz="2000" dirty="0" err="1"/>
              <a:t>compareTo</a:t>
            </a:r>
            <a:r>
              <a:rPr lang="en-US" sz="2000" dirty="0"/>
              <a:t>),</a:t>
            </a:r>
          </a:p>
          <a:p>
            <a:pPr marL="0" indent="0">
              <a:buNone/>
            </a:pPr>
            <a:r>
              <a:rPr lang="en-US" sz="2000" dirty="0"/>
              <a:t>            </a:t>
            </a:r>
            <a:r>
              <a:rPr lang="en-US" sz="2000" dirty="0" err="1"/>
              <a:t>Collectors.maxBy</a:t>
            </a:r>
            <a:r>
              <a:rPr lang="en-US" sz="2000" dirty="0"/>
              <a:t>(Integer::</a:t>
            </a:r>
            <a:r>
              <a:rPr lang="en-US" sz="2000" dirty="0" err="1"/>
              <a:t>compareTo</a:t>
            </a:r>
            <a:r>
              <a:rPr lang="en-US" sz="2000" dirty="0"/>
              <a:t>),</a:t>
            </a:r>
          </a:p>
          <a:p>
            <a:pPr marL="0" indent="0">
              <a:buNone/>
            </a:pPr>
            <a:r>
              <a:rPr lang="en-US" sz="2000" dirty="0"/>
              <a:t>            (min, max) -&gt; (long) </a:t>
            </a:r>
            <a:r>
              <a:rPr lang="en-US" sz="2000" dirty="0" err="1"/>
              <a:t>max.orElseThrow</a:t>
            </a:r>
            <a:r>
              <a:rPr lang="en-US" sz="2000" dirty="0"/>
              <a:t>() - </a:t>
            </a:r>
            <a:r>
              <a:rPr lang="en-US" sz="2000" dirty="0" err="1"/>
              <a:t>min.orElseThrow</a:t>
            </a:r>
            <a:r>
              <a:rPr lang="en-US" sz="2000" dirty="0"/>
              <a:t>()));</a:t>
            </a:r>
          </a:p>
        </p:txBody>
      </p:sp>
    </p:spTree>
    <p:extLst>
      <p:ext uri="{BB962C8B-B14F-4D97-AF65-F5344CB8AC3E}">
        <p14:creationId xmlns:p14="http://schemas.microsoft.com/office/powerpoint/2010/main" val="3492483974"/>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6552A2-7AB1-0525-27E2-9C6583BCE20B}"/>
              </a:ext>
            </a:extLst>
          </p:cNvPr>
          <p:cNvSpPr>
            <a:spLocks noGrp="1"/>
          </p:cNvSpPr>
          <p:nvPr>
            <p:ph type="title"/>
          </p:nvPr>
        </p:nvSpPr>
        <p:spPr>
          <a:xfrm>
            <a:off x="838200" y="365125"/>
            <a:ext cx="10515600" cy="885177"/>
          </a:xfrm>
        </p:spPr>
        <p:txBody>
          <a:bodyPr>
            <a:normAutofit/>
          </a:bodyPr>
          <a:lstStyle/>
          <a:p>
            <a:r>
              <a:rPr lang="en-IN" dirty="0">
                <a:solidFill>
                  <a:srgbClr val="00B050"/>
                </a:solidFill>
              </a:rPr>
              <a:t>Java 12 </a:t>
            </a:r>
            <a:r>
              <a:rPr lang="en-US" sz="4400" dirty="0"/>
              <a:t>The Teeing Collector</a:t>
            </a:r>
            <a:endParaRPr lang="en-IN" dirty="0">
              <a:solidFill>
                <a:srgbClr val="00B050"/>
              </a:solidFill>
            </a:endParaRPr>
          </a:p>
        </p:txBody>
      </p:sp>
      <p:pic>
        <p:nvPicPr>
          <p:cNvPr id="7170" name="Picture 2" descr="Teeing Collector">
            <a:extLst>
              <a:ext uri="{FF2B5EF4-FFF2-40B4-BE49-F238E27FC236}">
                <a16:creationId xmlns:a16="http://schemas.microsoft.com/office/drawing/2014/main" id="{C9C51D36-226D-972A-6AFF-0312E433A9F0}"/>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3238500" y="1389856"/>
            <a:ext cx="5715000" cy="46482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119308831"/>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6552A2-7AB1-0525-27E2-9C6583BCE20B}"/>
              </a:ext>
            </a:extLst>
          </p:cNvPr>
          <p:cNvSpPr>
            <a:spLocks noGrp="1"/>
          </p:cNvSpPr>
          <p:nvPr>
            <p:ph type="title"/>
          </p:nvPr>
        </p:nvSpPr>
        <p:spPr>
          <a:xfrm>
            <a:off x="838200" y="365125"/>
            <a:ext cx="10515600" cy="885177"/>
          </a:xfrm>
        </p:spPr>
        <p:txBody>
          <a:bodyPr>
            <a:normAutofit fontScale="90000"/>
          </a:bodyPr>
          <a:lstStyle/>
          <a:p>
            <a:r>
              <a:rPr lang="en-IN" dirty="0">
                <a:solidFill>
                  <a:srgbClr val="00B050"/>
                </a:solidFill>
              </a:rPr>
              <a:t>Java 12 </a:t>
            </a:r>
            <a:r>
              <a:rPr lang="en-US" sz="4400" dirty="0"/>
              <a:t>Support for Compact Number Formatting</a:t>
            </a:r>
            <a:endParaRPr lang="en-IN" dirty="0">
              <a:solidFill>
                <a:srgbClr val="00B050"/>
              </a:solidFill>
            </a:endParaRPr>
          </a:p>
        </p:txBody>
      </p:sp>
      <p:sp>
        <p:nvSpPr>
          <p:cNvPr id="3" name="Content Placeholder 2">
            <a:extLst>
              <a:ext uri="{FF2B5EF4-FFF2-40B4-BE49-F238E27FC236}">
                <a16:creationId xmlns:a16="http://schemas.microsoft.com/office/drawing/2014/main" id="{9920103A-EA3F-C5BC-D280-945ADD901FB0}"/>
              </a:ext>
            </a:extLst>
          </p:cNvPr>
          <p:cNvSpPr>
            <a:spLocks noGrp="1"/>
          </p:cNvSpPr>
          <p:nvPr>
            <p:ph idx="1"/>
          </p:nvPr>
        </p:nvSpPr>
        <p:spPr/>
        <p:txBody>
          <a:bodyPr/>
          <a:lstStyle/>
          <a:p>
            <a:r>
              <a:rPr lang="en-US" dirty="0"/>
              <a:t>Using the static method </a:t>
            </a:r>
            <a:r>
              <a:rPr lang="en-US" dirty="0" err="1"/>
              <a:t>NumberFormat.getCompactNumberInstance</a:t>
            </a:r>
            <a:r>
              <a:rPr lang="en-US" dirty="0"/>
              <a:t>(), we can create a formatter for the so-called "compact number formatting". This is a form that is easy for humans to read, such as "2M" or "3 billion".</a:t>
            </a:r>
          </a:p>
          <a:p>
            <a:endParaRPr lang="en-US" dirty="0"/>
          </a:p>
          <a:p>
            <a:r>
              <a:rPr lang="en-US" dirty="0"/>
              <a:t>The following example shows how some numbers are displayed – once in the short and once in the long compact form:</a:t>
            </a:r>
            <a:endParaRPr lang="en-IN" dirty="0"/>
          </a:p>
        </p:txBody>
      </p:sp>
    </p:spTree>
    <p:extLst>
      <p:ext uri="{BB962C8B-B14F-4D97-AF65-F5344CB8AC3E}">
        <p14:creationId xmlns:p14="http://schemas.microsoft.com/office/powerpoint/2010/main" val="1535167494"/>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6552A2-7AB1-0525-27E2-9C6583BCE20B}"/>
              </a:ext>
            </a:extLst>
          </p:cNvPr>
          <p:cNvSpPr>
            <a:spLocks noGrp="1"/>
          </p:cNvSpPr>
          <p:nvPr>
            <p:ph type="title"/>
          </p:nvPr>
        </p:nvSpPr>
        <p:spPr>
          <a:xfrm>
            <a:off x="838200" y="365125"/>
            <a:ext cx="10515600" cy="885177"/>
          </a:xfrm>
        </p:spPr>
        <p:txBody>
          <a:bodyPr>
            <a:normAutofit fontScale="90000"/>
          </a:bodyPr>
          <a:lstStyle/>
          <a:p>
            <a:r>
              <a:rPr lang="en-IN" dirty="0">
                <a:solidFill>
                  <a:srgbClr val="00B050"/>
                </a:solidFill>
              </a:rPr>
              <a:t>Java 12 </a:t>
            </a:r>
            <a:r>
              <a:rPr lang="en-US" sz="4400" dirty="0"/>
              <a:t>Support for Compact Number Formatting</a:t>
            </a:r>
            <a:endParaRPr lang="en-IN" dirty="0">
              <a:solidFill>
                <a:srgbClr val="00B050"/>
              </a:solidFill>
            </a:endParaRPr>
          </a:p>
        </p:txBody>
      </p:sp>
      <p:sp>
        <p:nvSpPr>
          <p:cNvPr id="3" name="Content Placeholder 2">
            <a:extLst>
              <a:ext uri="{FF2B5EF4-FFF2-40B4-BE49-F238E27FC236}">
                <a16:creationId xmlns:a16="http://schemas.microsoft.com/office/drawing/2014/main" id="{9920103A-EA3F-C5BC-D280-945ADD901FB0}"/>
              </a:ext>
            </a:extLst>
          </p:cNvPr>
          <p:cNvSpPr>
            <a:spLocks noGrp="1"/>
          </p:cNvSpPr>
          <p:nvPr>
            <p:ph idx="1"/>
          </p:nvPr>
        </p:nvSpPr>
        <p:spPr/>
        <p:txBody>
          <a:bodyPr>
            <a:normAutofit fontScale="55000" lnSpcReduction="20000"/>
          </a:bodyPr>
          <a:lstStyle/>
          <a:p>
            <a:r>
              <a:rPr lang="en-US" dirty="0" err="1"/>
              <a:t>NumberFormat</a:t>
            </a:r>
            <a:r>
              <a:rPr lang="en-US" dirty="0"/>
              <a:t> </a:t>
            </a:r>
            <a:r>
              <a:rPr lang="en-US" dirty="0" err="1"/>
              <a:t>nfShort</a:t>
            </a:r>
            <a:r>
              <a:rPr lang="en-US" dirty="0"/>
              <a:t> =</a:t>
            </a:r>
          </a:p>
          <a:p>
            <a:r>
              <a:rPr lang="en-US" dirty="0"/>
              <a:t>    </a:t>
            </a:r>
            <a:r>
              <a:rPr lang="en-US" dirty="0" err="1"/>
              <a:t>NumberFormat.getCompactNumberInstance</a:t>
            </a:r>
            <a:r>
              <a:rPr lang="en-US" dirty="0"/>
              <a:t>(Locale.US, </a:t>
            </a:r>
            <a:r>
              <a:rPr lang="en-US" dirty="0" err="1"/>
              <a:t>NumberFormat.Style.SHORT</a:t>
            </a:r>
            <a:r>
              <a:rPr lang="en-US" dirty="0"/>
              <a:t>);</a:t>
            </a:r>
          </a:p>
          <a:p>
            <a:r>
              <a:rPr lang="en-US" dirty="0" err="1"/>
              <a:t>NumberFormat</a:t>
            </a:r>
            <a:r>
              <a:rPr lang="en-US" dirty="0"/>
              <a:t> </a:t>
            </a:r>
            <a:r>
              <a:rPr lang="en-US" dirty="0" err="1"/>
              <a:t>nfLong</a:t>
            </a:r>
            <a:r>
              <a:rPr lang="en-US" dirty="0"/>
              <a:t> =</a:t>
            </a:r>
          </a:p>
          <a:p>
            <a:r>
              <a:rPr lang="en-US" dirty="0"/>
              <a:t>    </a:t>
            </a:r>
            <a:r>
              <a:rPr lang="en-US" dirty="0" err="1"/>
              <a:t>NumberFormat.getCompactNumberInstance</a:t>
            </a:r>
            <a:r>
              <a:rPr lang="en-US" dirty="0"/>
              <a:t>(Locale.US, </a:t>
            </a:r>
            <a:r>
              <a:rPr lang="en-US" dirty="0" err="1"/>
              <a:t>NumberFormat.Style.LONG</a:t>
            </a:r>
            <a:r>
              <a:rPr lang="en-US" dirty="0"/>
              <a:t>);</a:t>
            </a:r>
          </a:p>
          <a:p>
            <a:endParaRPr lang="en-US" dirty="0"/>
          </a:p>
          <a:p>
            <a:r>
              <a:rPr lang="en-US" dirty="0" err="1"/>
              <a:t>System.out.println</a:t>
            </a:r>
            <a:r>
              <a:rPr lang="en-US" dirty="0"/>
              <a:t>("        1,000 short -&gt; " + </a:t>
            </a:r>
            <a:r>
              <a:rPr lang="en-US" dirty="0" err="1"/>
              <a:t>nfShort.format</a:t>
            </a:r>
            <a:r>
              <a:rPr lang="en-US" dirty="0"/>
              <a:t>(1_000));</a:t>
            </a:r>
          </a:p>
          <a:p>
            <a:r>
              <a:rPr lang="en-US" dirty="0" err="1"/>
              <a:t>System.out.println</a:t>
            </a:r>
            <a:r>
              <a:rPr lang="en-US" dirty="0"/>
              <a:t>("      456,789 short -&gt; " + </a:t>
            </a:r>
            <a:r>
              <a:rPr lang="en-US" dirty="0" err="1"/>
              <a:t>nfShort.format</a:t>
            </a:r>
            <a:r>
              <a:rPr lang="en-US" dirty="0"/>
              <a:t>(456_789));</a:t>
            </a:r>
          </a:p>
          <a:p>
            <a:r>
              <a:rPr lang="en-US" dirty="0" err="1"/>
              <a:t>System.out.println</a:t>
            </a:r>
            <a:r>
              <a:rPr lang="en-US" dirty="0"/>
              <a:t>("    2,000,000 short -&gt; " + </a:t>
            </a:r>
            <a:r>
              <a:rPr lang="en-US" dirty="0" err="1"/>
              <a:t>nfShort.format</a:t>
            </a:r>
            <a:r>
              <a:rPr lang="en-US" dirty="0"/>
              <a:t>(2_000_000));</a:t>
            </a:r>
          </a:p>
          <a:p>
            <a:r>
              <a:rPr lang="en-US" dirty="0" err="1"/>
              <a:t>System.out.println</a:t>
            </a:r>
            <a:r>
              <a:rPr lang="en-US" dirty="0"/>
              <a:t>("3,456,789,000 short -&gt; " + </a:t>
            </a:r>
            <a:r>
              <a:rPr lang="en-US" dirty="0" err="1"/>
              <a:t>nfShort.format</a:t>
            </a:r>
            <a:r>
              <a:rPr lang="en-US" dirty="0"/>
              <a:t>(3_456_789_000L));</a:t>
            </a:r>
          </a:p>
          <a:p>
            <a:r>
              <a:rPr lang="en-US" dirty="0" err="1"/>
              <a:t>System.out.println</a:t>
            </a:r>
            <a:r>
              <a:rPr lang="en-US" dirty="0"/>
              <a:t>();</a:t>
            </a:r>
          </a:p>
          <a:p>
            <a:r>
              <a:rPr lang="en-US" dirty="0" err="1"/>
              <a:t>System.out.println</a:t>
            </a:r>
            <a:r>
              <a:rPr lang="en-US" dirty="0"/>
              <a:t>("        1,000 long -&gt; " + </a:t>
            </a:r>
            <a:r>
              <a:rPr lang="en-US" dirty="0" err="1"/>
              <a:t>nfLong.format</a:t>
            </a:r>
            <a:r>
              <a:rPr lang="en-US" dirty="0"/>
              <a:t>(1_000));</a:t>
            </a:r>
          </a:p>
          <a:p>
            <a:r>
              <a:rPr lang="en-US" dirty="0" err="1"/>
              <a:t>System.out.println</a:t>
            </a:r>
            <a:r>
              <a:rPr lang="en-US" dirty="0"/>
              <a:t>("      456,789 long -&gt; " + </a:t>
            </a:r>
            <a:r>
              <a:rPr lang="en-US" dirty="0" err="1"/>
              <a:t>nfLong.format</a:t>
            </a:r>
            <a:r>
              <a:rPr lang="en-US" dirty="0"/>
              <a:t>(456_789));</a:t>
            </a:r>
          </a:p>
          <a:p>
            <a:r>
              <a:rPr lang="en-US" dirty="0" err="1"/>
              <a:t>System.out.println</a:t>
            </a:r>
            <a:r>
              <a:rPr lang="en-US" dirty="0"/>
              <a:t>("    2,000,000 long -&gt; " + </a:t>
            </a:r>
            <a:r>
              <a:rPr lang="en-US" dirty="0" err="1"/>
              <a:t>nfLong.format</a:t>
            </a:r>
            <a:r>
              <a:rPr lang="en-US" dirty="0"/>
              <a:t>(2_000_000));</a:t>
            </a:r>
          </a:p>
          <a:p>
            <a:r>
              <a:rPr lang="en-US" dirty="0" err="1"/>
              <a:t>System.out.println</a:t>
            </a:r>
            <a:r>
              <a:rPr lang="en-US" dirty="0"/>
              <a:t>("3,456,789,000 long -&gt; " + </a:t>
            </a:r>
            <a:r>
              <a:rPr lang="en-US" dirty="0" err="1"/>
              <a:t>nfLong.format</a:t>
            </a:r>
            <a:r>
              <a:rPr lang="en-US" dirty="0"/>
              <a:t>(3_456_789_000L));</a:t>
            </a:r>
            <a:endParaRPr lang="en-IN" dirty="0"/>
          </a:p>
        </p:txBody>
      </p:sp>
    </p:spTree>
    <p:extLst>
      <p:ext uri="{BB962C8B-B14F-4D97-AF65-F5344CB8AC3E}">
        <p14:creationId xmlns:p14="http://schemas.microsoft.com/office/powerpoint/2010/main" val="2568011470"/>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6552A2-7AB1-0525-27E2-9C6583BCE20B}"/>
              </a:ext>
            </a:extLst>
          </p:cNvPr>
          <p:cNvSpPr>
            <a:spLocks noGrp="1"/>
          </p:cNvSpPr>
          <p:nvPr>
            <p:ph type="title"/>
          </p:nvPr>
        </p:nvSpPr>
        <p:spPr>
          <a:xfrm>
            <a:off x="838200" y="365125"/>
            <a:ext cx="10515600" cy="885177"/>
          </a:xfrm>
        </p:spPr>
        <p:txBody>
          <a:bodyPr>
            <a:normAutofit/>
          </a:bodyPr>
          <a:lstStyle/>
          <a:p>
            <a:r>
              <a:rPr lang="en-IN" dirty="0">
                <a:solidFill>
                  <a:srgbClr val="00B050"/>
                </a:solidFill>
              </a:rPr>
              <a:t>Java 12 </a:t>
            </a:r>
            <a:r>
              <a:rPr lang="en-US" sz="4400" dirty="0"/>
              <a:t>Switch Expressions (Preview)</a:t>
            </a:r>
            <a:endParaRPr lang="en-IN" dirty="0">
              <a:solidFill>
                <a:srgbClr val="00B050"/>
              </a:solidFill>
            </a:endParaRPr>
          </a:p>
        </p:txBody>
      </p:sp>
      <p:sp>
        <p:nvSpPr>
          <p:cNvPr id="3" name="Content Placeholder 2">
            <a:extLst>
              <a:ext uri="{FF2B5EF4-FFF2-40B4-BE49-F238E27FC236}">
                <a16:creationId xmlns:a16="http://schemas.microsoft.com/office/drawing/2014/main" id="{9920103A-EA3F-C5BC-D280-945ADD901FB0}"/>
              </a:ext>
            </a:extLst>
          </p:cNvPr>
          <p:cNvSpPr>
            <a:spLocks noGrp="1"/>
          </p:cNvSpPr>
          <p:nvPr>
            <p:ph idx="1"/>
          </p:nvPr>
        </p:nvSpPr>
        <p:spPr/>
        <p:txBody>
          <a:bodyPr>
            <a:normAutofit/>
          </a:bodyPr>
          <a:lstStyle/>
          <a:p>
            <a:r>
              <a:rPr lang="en-US" dirty="0"/>
              <a:t>Java 12 introduces expressions to Switch statement and released it as a preview feature. Following are the changes introduced in case of new switch with expressions -</a:t>
            </a:r>
          </a:p>
          <a:p>
            <a:endParaRPr lang="en-US" dirty="0"/>
          </a:p>
          <a:p>
            <a:r>
              <a:rPr lang="en-US" dirty="0"/>
              <a:t>No </a:t>
            </a:r>
            <a:r>
              <a:rPr lang="en-US" dirty="0" err="1"/>
              <a:t>fallthrough</a:t>
            </a:r>
            <a:r>
              <a:rPr lang="en-US" dirty="0"/>
              <a:t>.</a:t>
            </a:r>
          </a:p>
          <a:p>
            <a:r>
              <a:rPr lang="en-US" dirty="0"/>
              <a:t>No break </a:t>
            </a:r>
            <a:r>
              <a:rPr lang="en-US" dirty="0" err="1"/>
              <a:t>statment</a:t>
            </a:r>
            <a:r>
              <a:rPr lang="en-US" dirty="0"/>
              <a:t> required to prevent </a:t>
            </a:r>
            <a:r>
              <a:rPr lang="en-US" dirty="0" err="1"/>
              <a:t>fallthrough</a:t>
            </a:r>
            <a:r>
              <a:rPr lang="en-US" dirty="0"/>
              <a:t>.</a:t>
            </a:r>
          </a:p>
          <a:p>
            <a:r>
              <a:rPr lang="en-US" dirty="0"/>
              <a:t>A single case can have multiple constant labels.</a:t>
            </a:r>
          </a:p>
          <a:p>
            <a:r>
              <a:rPr lang="en-US" dirty="0"/>
              <a:t>Default case is </a:t>
            </a:r>
            <a:r>
              <a:rPr lang="en-US" dirty="0" err="1"/>
              <a:t>compulsary</a:t>
            </a:r>
            <a:r>
              <a:rPr lang="en-US" dirty="0"/>
              <a:t> now.</a:t>
            </a:r>
            <a:endParaRPr lang="en-IN" dirty="0"/>
          </a:p>
        </p:txBody>
      </p:sp>
    </p:spTree>
    <p:extLst>
      <p:ext uri="{BB962C8B-B14F-4D97-AF65-F5344CB8AC3E}">
        <p14:creationId xmlns:p14="http://schemas.microsoft.com/office/powerpoint/2010/main" val="443985643"/>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6552A2-7AB1-0525-27E2-9C6583BCE20B}"/>
              </a:ext>
            </a:extLst>
          </p:cNvPr>
          <p:cNvSpPr>
            <a:spLocks noGrp="1"/>
          </p:cNvSpPr>
          <p:nvPr>
            <p:ph type="title"/>
          </p:nvPr>
        </p:nvSpPr>
        <p:spPr>
          <a:xfrm>
            <a:off x="838200" y="365125"/>
            <a:ext cx="10515600" cy="885177"/>
          </a:xfrm>
        </p:spPr>
        <p:txBody>
          <a:bodyPr>
            <a:normAutofit/>
          </a:bodyPr>
          <a:lstStyle/>
          <a:p>
            <a:r>
              <a:rPr lang="en-IN" dirty="0">
                <a:solidFill>
                  <a:srgbClr val="00B050"/>
                </a:solidFill>
              </a:rPr>
              <a:t>Java 12 </a:t>
            </a:r>
            <a:r>
              <a:rPr lang="en-US" sz="4400" dirty="0"/>
              <a:t>Switch Expressions (Preview)</a:t>
            </a:r>
            <a:endParaRPr lang="en-IN" dirty="0">
              <a:solidFill>
                <a:srgbClr val="00B050"/>
              </a:solidFill>
            </a:endParaRPr>
          </a:p>
        </p:txBody>
      </p:sp>
      <p:sp>
        <p:nvSpPr>
          <p:cNvPr id="3" name="Content Placeholder 2">
            <a:extLst>
              <a:ext uri="{FF2B5EF4-FFF2-40B4-BE49-F238E27FC236}">
                <a16:creationId xmlns:a16="http://schemas.microsoft.com/office/drawing/2014/main" id="{9920103A-EA3F-C5BC-D280-945ADD901FB0}"/>
              </a:ext>
            </a:extLst>
          </p:cNvPr>
          <p:cNvSpPr>
            <a:spLocks noGrp="1"/>
          </p:cNvSpPr>
          <p:nvPr>
            <p:ph idx="1"/>
          </p:nvPr>
        </p:nvSpPr>
        <p:spPr/>
        <p:txBody>
          <a:bodyPr>
            <a:normAutofit fontScale="77500" lnSpcReduction="20000"/>
          </a:bodyPr>
          <a:lstStyle/>
          <a:p>
            <a:r>
              <a:rPr lang="en-US" dirty="0"/>
              <a:t>public static String </a:t>
            </a:r>
            <a:r>
              <a:rPr lang="en-US" dirty="0" err="1"/>
              <a:t>getDayType</a:t>
            </a:r>
            <a:r>
              <a:rPr lang="en-US" dirty="0"/>
              <a:t>(String day) {</a:t>
            </a:r>
          </a:p>
          <a:p>
            <a:endParaRPr lang="en-US" dirty="0"/>
          </a:p>
          <a:p>
            <a:r>
              <a:rPr lang="en-US" dirty="0"/>
              <a:t>      String result = switch (day) {</a:t>
            </a:r>
          </a:p>
          <a:p>
            <a:r>
              <a:rPr lang="en-US" dirty="0"/>
              <a:t>         case "Monday", "Tuesday", "</a:t>
            </a:r>
            <a:r>
              <a:rPr lang="en-US" dirty="0" err="1"/>
              <a:t>Wednesday","Thursday</a:t>
            </a:r>
            <a:r>
              <a:rPr lang="en-US" dirty="0"/>
              <a:t>", "Friday" -&gt; "Weekday";</a:t>
            </a:r>
          </a:p>
          <a:p>
            <a:r>
              <a:rPr lang="en-US" dirty="0"/>
              <a:t>         case "Saturday", "Sunday" -&gt; "Weekend";</a:t>
            </a:r>
          </a:p>
          <a:p>
            <a:r>
              <a:rPr lang="en-US" dirty="0"/>
              <a:t>         default -&gt; {</a:t>
            </a:r>
          </a:p>
          <a:p>
            <a:r>
              <a:rPr lang="en-US" dirty="0"/>
              <a:t>            break "Invalid day.";            </a:t>
            </a:r>
          </a:p>
          <a:p>
            <a:r>
              <a:rPr lang="en-US" dirty="0"/>
              <a:t>         }</a:t>
            </a:r>
          </a:p>
          <a:p>
            <a:r>
              <a:rPr lang="en-US" dirty="0"/>
              <a:t>      };</a:t>
            </a:r>
          </a:p>
          <a:p>
            <a:r>
              <a:rPr lang="en-US" dirty="0"/>
              <a:t>      return result;</a:t>
            </a:r>
          </a:p>
          <a:p>
            <a:r>
              <a:rPr lang="en-US" dirty="0"/>
              <a:t>   }</a:t>
            </a:r>
            <a:endParaRPr lang="en-IN" dirty="0"/>
          </a:p>
        </p:txBody>
      </p:sp>
    </p:spTree>
    <p:extLst>
      <p:ext uri="{BB962C8B-B14F-4D97-AF65-F5344CB8AC3E}">
        <p14:creationId xmlns:p14="http://schemas.microsoft.com/office/powerpoint/2010/main" val="1221106884"/>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6552A2-7AB1-0525-27E2-9C6583BCE20B}"/>
              </a:ext>
            </a:extLst>
          </p:cNvPr>
          <p:cNvSpPr>
            <a:spLocks noGrp="1"/>
          </p:cNvSpPr>
          <p:nvPr>
            <p:ph type="title"/>
          </p:nvPr>
        </p:nvSpPr>
        <p:spPr>
          <a:xfrm>
            <a:off x="838200" y="365125"/>
            <a:ext cx="10515600" cy="885177"/>
          </a:xfrm>
        </p:spPr>
        <p:txBody>
          <a:bodyPr>
            <a:normAutofit/>
          </a:bodyPr>
          <a:lstStyle/>
          <a:p>
            <a:r>
              <a:rPr lang="en-IN" dirty="0">
                <a:solidFill>
                  <a:srgbClr val="00B050"/>
                </a:solidFill>
              </a:rPr>
              <a:t>Java 13</a:t>
            </a:r>
          </a:p>
        </p:txBody>
      </p:sp>
      <p:sp>
        <p:nvSpPr>
          <p:cNvPr id="3" name="Content Placeholder 2">
            <a:extLst>
              <a:ext uri="{FF2B5EF4-FFF2-40B4-BE49-F238E27FC236}">
                <a16:creationId xmlns:a16="http://schemas.microsoft.com/office/drawing/2014/main" id="{9920103A-EA3F-C5BC-D280-945ADD901FB0}"/>
              </a:ext>
            </a:extLst>
          </p:cNvPr>
          <p:cNvSpPr>
            <a:spLocks noGrp="1"/>
          </p:cNvSpPr>
          <p:nvPr>
            <p:ph idx="1"/>
          </p:nvPr>
        </p:nvSpPr>
        <p:spPr/>
        <p:txBody>
          <a:bodyPr>
            <a:normAutofit/>
          </a:bodyPr>
          <a:lstStyle/>
          <a:p>
            <a:r>
              <a:rPr lang="en-US" dirty="0"/>
              <a:t>Switch Expressions (Preview)</a:t>
            </a:r>
          </a:p>
          <a:p>
            <a:r>
              <a:rPr lang="en-US" dirty="0"/>
              <a:t>Text Blocks (Preview)</a:t>
            </a:r>
          </a:p>
          <a:p>
            <a:r>
              <a:rPr lang="en-IN" dirty="0" err="1"/>
              <a:t>newFileSystem</a:t>
            </a:r>
            <a:r>
              <a:rPr lang="en-IN" dirty="0"/>
              <a:t>() Method</a:t>
            </a:r>
          </a:p>
        </p:txBody>
      </p:sp>
    </p:spTree>
    <p:extLst>
      <p:ext uri="{BB962C8B-B14F-4D97-AF65-F5344CB8AC3E}">
        <p14:creationId xmlns:p14="http://schemas.microsoft.com/office/powerpoint/2010/main" val="2379196328"/>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6552A2-7AB1-0525-27E2-9C6583BCE20B}"/>
              </a:ext>
            </a:extLst>
          </p:cNvPr>
          <p:cNvSpPr>
            <a:spLocks noGrp="1"/>
          </p:cNvSpPr>
          <p:nvPr>
            <p:ph type="title"/>
          </p:nvPr>
        </p:nvSpPr>
        <p:spPr>
          <a:xfrm>
            <a:off x="838200" y="365125"/>
            <a:ext cx="10515600" cy="885177"/>
          </a:xfrm>
        </p:spPr>
        <p:txBody>
          <a:bodyPr>
            <a:normAutofit/>
          </a:bodyPr>
          <a:lstStyle/>
          <a:p>
            <a:r>
              <a:rPr lang="en-IN" dirty="0">
                <a:solidFill>
                  <a:srgbClr val="00B050"/>
                </a:solidFill>
              </a:rPr>
              <a:t>Java 13</a:t>
            </a:r>
            <a:r>
              <a:rPr lang="en-US" dirty="0"/>
              <a:t>Switch Expressions (Preview)</a:t>
            </a:r>
            <a:endParaRPr lang="en-IN" dirty="0">
              <a:solidFill>
                <a:srgbClr val="00B050"/>
              </a:solidFill>
            </a:endParaRPr>
          </a:p>
        </p:txBody>
      </p:sp>
      <p:sp>
        <p:nvSpPr>
          <p:cNvPr id="3" name="Content Placeholder 2">
            <a:extLst>
              <a:ext uri="{FF2B5EF4-FFF2-40B4-BE49-F238E27FC236}">
                <a16:creationId xmlns:a16="http://schemas.microsoft.com/office/drawing/2014/main" id="{9920103A-EA3F-C5BC-D280-945ADD901FB0}"/>
              </a:ext>
            </a:extLst>
          </p:cNvPr>
          <p:cNvSpPr>
            <a:spLocks noGrp="1"/>
          </p:cNvSpPr>
          <p:nvPr>
            <p:ph idx="1"/>
          </p:nvPr>
        </p:nvSpPr>
        <p:spPr/>
        <p:txBody>
          <a:bodyPr>
            <a:normAutofit/>
          </a:bodyPr>
          <a:lstStyle/>
          <a:p>
            <a:r>
              <a:rPr lang="en-US" dirty="0"/>
              <a:t>In the 12 release of Java, switch expressions were added as a trial feature. The only difference is that "break" has been replaced with "yield" to return a value from the case statement in Java 13.</a:t>
            </a:r>
            <a:endParaRPr lang="en-IN" dirty="0"/>
          </a:p>
        </p:txBody>
      </p:sp>
    </p:spTree>
    <p:extLst>
      <p:ext uri="{BB962C8B-B14F-4D97-AF65-F5344CB8AC3E}">
        <p14:creationId xmlns:p14="http://schemas.microsoft.com/office/powerpoint/2010/main" val="2034950656"/>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6552A2-7AB1-0525-27E2-9C6583BCE20B}"/>
              </a:ext>
            </a:extLst>
          </p:cNvPr>
          <p:cNvSpPr>
            <a:spLocks noGrp="1"/>
          </p:cNvSpPr>
          <p:nvPr>
            <p:ph type="title"/>
          </p:nvPr>
        </p:nvSpPr>
        <p:spPr>
          <a:xfrm>
            <a:off x="838200" y="365125"/>
            <a:ext cx="10515600" cy="885177"/>
          </a:xfrm>
        </p:spPr>
        <p:txBody>
          <a:bodyPr>
            <a:normAutofit/>
          </a:bodyPr>
          <a:lstStyle/>
          <a:p>
            <a:r>
              <a:rPr lang="en-IN" dirty="0">
                <a:solidFill>
                  <a:srgbClr val="00B050"/>
                </a:solidFill>
              </a:rPr>
              <a:t>Java 13</a:t>
            </a:r>
            <a:r>
              <a:rPr lang="en-US" dirty="0"/>
              <a:t> Text Blocks (Preview)</a:t>
            </a:r>
            <a:endParaRPr lang="en-IN" dirty="0">
              <a:solidFill>
                <a:srgbClr val="00B050"/>
              </a:solidFill>
            </a:endParaRPr>
          </a:p>
        </p:txBody>
      </p:sp>
      <p:sp>
        <p:nvSpPr>
          <p:cNvPr id="3" name="Content Placeholder 2">
            <a:extLst>
              <a:ext uri="{FF2B5EF4-FFF2-40B4-BE49-F238E27FC236}">
                <a16:creationId xmlns:a16="http://schemas.microsoft.com/office/drawing/2014/main" id="{9920103A-EA3F-C5BC-D280-945ADD901FB0}"/>
              </a:ext>
            </a:extLst>
          </p:cNvPr>
          <p:cNvSpPr>
            <a:spLocks noGrp="1"/>
          </p:cNvSpPr>
          <p:nvPr>
            <p:ph idx="1"/>
          </p:nvPr>
        </p:nvSpPr>
        <p:spPr/>
        <p:txBody>
          <a:bodyPr>
            <a:normAutofit/>
          </a:bodyPr>
          <a:lstStyle/>
          <a:p>
            <a:r>
              <a:rPr lang="en-US" b="0" i="0" dirty="0">
                <a:solidFill>
                  <a:srgbClr val="222222"/>
                </a:solidFill>
                <a:effectLst/>
                <a:latin typeface="Open Sans" panose="020B0606030504020204" pitchFamily="34" charset="0"/>
              </a:rPr>
              <a:t>To define a multiline string, we used to use escape sequences for line breaks and double quotes contained in the string. An SQL statement looked like this, for example:</a:t>
            </a:r>
          </a:p>
          <a:p>
            <a:r>
              <a:rPr lang="en-US" dirty="0"/>
              <a:t>String </a:t>
            </a:r>
            <a:r>
              <a:rPr lang="en-US" dirty="0" err="1"/>
              <a:t>sql</a:t>
            </a:r>
            <a:r>
              <a:rPr lang="en-US" dirty="0"/>
              <a:t> = """</a:t>
            </a:r>
          </a:p>
          <a:p>
            <a:r>
              <a:rPr lang="en-US" dirty="0"/>
              <a:t>    SELECT id, </a:t>
            </a:r>
            <a:r>
              <a:rPr lang="en-US" dirty="0" err="1"/>
              <a:t>firstName</a:t>
            </a:r>
            <a:r>
              <a:rPr lang="en-US" dirty="0"/>
              <a:t>, </a:t>
            </a:r>
            <a:r>
              <a:rPr lang="en-US" dirty="0" err="1"/>
              <a:t>lastName</a:t>
            </a:r>
            <a:r>
              <a:rPr lang="en-US" dirty="0"/>
              <a:t> FROM Employee</a:t>
            </a:r>
          </a:p>
          <a:p>
            <a:r>
              <a:rPr lang="en-US" dirty="0"/>
              <a:t>    WHERE </a:t>
            </a:r>
            <a:r>
              <a:rPr lang="en-US" dirty="0" err="1"/>
              <a:t>departmentId</a:t>
            </a:r>
            <a:r>
              <a:rPr lang="en-US" dirty="0"/>
              <a:t> = "IT"</a:t>
            </a:r>
          </a:p>
          <a:p>
            <a:r>
              <a:rPr lang="en-US" dirty="0"/>
              <a:t>    ORDER BY </a:t>
            </a:r>
            <a:r>
              <a:rPr lang="en-US" dirty="0" err="1"/>
              <a:t>lastName</a:t>
            </a:r>
            <a:r>
              <a:rPr lang="en-US" dirty="0"/>
              <a:t>, </a:t>
            </a:r>
            <a:r>
              <a:rPr lang="en-US" dirty="0" err="1"/>
              <a:t>firstName</a:t>
            </a:r>
            <a:r>
              <a:rPr lang="en-US" dirty="0"/>
              <a:t>""";</a:t>
            </a:r>
            <a:endParaRPr lang="en-IN" dirty="0"/>
          </a:p>
        </p:txBody>
      </p:sp>
    </p:spTree>
    <p:extLst>
      <p:ext uri="{BB962C8B-B14F-4D97-AF65-F5344CB8AC3E}">
        <p14:creationId xmlns:p14="http://schemas.microsoft.com/office/powerpoint/2010/main" val="1392077003"/>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6552A2-7AB1-0525-27E2-9C6583BCE20B}"/>
              </a:ext>
            </a:extLst>
          </p:cNvPr>
          <p:cNvSpPr>
            <a:spLocks noGrp="1"/>
          </p:cNvSpPr>
          <p:nvPr>
            <p:ph type="title"/>
          </p:nvPr>
        </p:nvSpPr>
        <p:spPr>
          <a:xfrm>
            <a:off x="838200" y="365125"/>
            <a:ext cx="10515600" cy="885177"/>
          </a:xfrm>
        </p:spPr>
        <p:txBody>
          <a:bodyPr>
            <a:normAutofit/>
          </a:bodyPr>
          <a:lstStyle/>
          <a:p>
            <a:r>
              <a:rPr lang="en-IN" dirty="0">
                <a:solidFill>
                  <a:srgbClr val="00B050"/>
                </a:solidFill>
              </a:rPr>
              <a:t>Java 13</a:t>
            </a:r>
            <a:r>
              <a:rPr lang="en-US" dirty="0"/>
              <a:t> Text Blocks (Preview)</a:t>
            </a:r>
            <a:endParaRPr lang="en-IN" dirty="0">
              <a:solidFill>
                <a:srgbClr val="00B050"/>
              </a:solidFill>
            </a:endParaRPr>
          </a:p>
        </p:txBody>
      </p:sp>
      <p:sp>
        <p:nvSpPr>
          <p:cNvPr id="3" name="Content Placeholder 2">
            <a:extLst>
              <a:ext uri="{FF2B5EF4-FFF2-40B4-BE49-F238E27FC236}">
                <a16:creationId xmlns:a16="http://schemas.microsoft.com/office/drawing/2014/main" id="{9920103A-EA3F-C5BC-D280-945ADD901FB0}"/>
              </a:ext>
            </a:extLst>
          </p:cNvPr>
          <p:cNvSpPr>
            <a:spLocks noGrp="1"/>
          </p:cNvSpPr>
          <p:nvPr>
            <p:ph idx="1"/>
          </p:nvPr>
        </p:nvSpPr>
        <p:spPr/>
        <p:txBody>
          <a:bodyPr>
            <a:normAutofit/>
          </a:bodyPr>
          <a:lstStyle/>
          <a:p>
            <a:r>
              <a:rPr lang="en-US" b="0" i="0" dirty="0">
                <a:solidFill>
                  <a:srgbClr val="222222"/>
                </a:solidFill>
                <a:effectLst/>
                <a:latin typeface="Open Sans" panose="020B0606030504020204" pitchFamily="34" charset="0"/>
              </a:rPr>
              <a:t>To define a multiline string, we used to use escape sequences for line breaks and double quotes contained in the string. An SQL statement looked like this, for example:</a:t>
            </a:r>
          </a:p>
          <a:p>
            <a:r>
              <a:rPr lang="en-US" dirty="0"/>
              <a:t>String </a:t>
            </a:r>
            <a:r>
              <a:rPr lang="en-US" dirty="0" err="1"/>
              <a:t>sql</a:t>
            </a:r>
            <a:r>
              <a:rPr lang="en-US" dirty="0"/>
              <a:t> = """</a:t>
            </a:r>
          </a:p>
          <a:p>
            <a:r>
              <a:rPr lang="en-US" dirty="0"/>
              <a:t>    SELECT id, </a:t>
            </a:r>
            <a:r>
              <a:rPr lang="en-US" dirty="0" err="1"/>
              <a:t>firstName</a:t>
            </a:r>
            <a:r>
              <a:rPr lang="en-US" dirty="0"/>
              <a:t>, </a:t>
            </a:r>
            <a:r>
              <a:rPr lang="en-US" dirty="0" err="1"/>
              <a:t>lastName</a:t>
            </a:r>
            <a:r>
              <a:rPr lang="en-US" dirty="0"/>
              <a:t> FROM Employee</a:t>
            </a:r>
          </a:p>
          <a:p>
            <a:r>
              <a:rPr lang="en-US" dirty="0"/>
              <a:t>    WHERE </a:t>
            </a:r>
            <a:r>
              <a:rPr lang="en-US" dirty="0" err="1"/>
              <a:t>departmentId</a:t>
            </a:r>
            <a:r>
              <a:rPr lang="en-US" dirty="0"/>
              <a:t> = "IT"</a:t>
            </a:r>
          </a:p>
          <a:p>
            <a:r>
              <a:rPr lang="en-US" dirty="0"/>
              <a:t>    ORDER BY </a:t>
            </a:r>
            <a:r>
              <a:rPr lang="en-US" dirty="0" err="1"/>
              <a:t>lastName</a:t>
            </a:r>
            <a:r>
              <a:rPr lang="en-US" dirty="0"/>
              <a:t>, </a:t>
            </a:r>
            <a:r>
              <a:rPr lang="en-US" dirty="0" err="1"/>
              <a:t>firstName</a:t>
            </a:r>
            <a:r>
              <a:rPr lang="en-US" dirty="0"/>
              <a:t>""";</a:t>
            </a:r>
            <a:endParaRPr lang="en-IN" dirty="0"/>
          </a:p>
        </p:txBody>
      </p:sp>
    </p:spTree>
    <p:extLst>
      <p:ext uri="{BB962C8B-B14F-4D97-AF65-F5344CB8AC3E}">
        <p14:creationId xmlns:p14="http://schemas.microsoft.com/office/powerpoint/2010/main" val="3360892130"/>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24196B-CB95-4806-0997-3A3B7DBDC3A3}"/>
              </a:ext>
            </a:extLst>
          </p:cNvPr>
          <p:cNvSpPr>
            <a:spLocks noGrp="1"/>
          </p:cNvSpPr>
          <p:nvPr>
            <p:ph type="title"/>
          </p:nvPr>
        </p:nvSpPr>
        <p:spPr/>
        <p:txBody>
          <a:bodyPr/>
          <a:lstStyle/>
          <a:p>
            <a:r>
              <a:rPr lang="en-IN" dirty="0">
                <a:solidFill>
                  <a:srgbClr val="00B050"/>
                </a:solidFill>
              </a:rPr>
              <a:t>Java 14 features</a:t>
            </a:r>
          </a:p>
        </p:txBody>
      </p:sp>
      <p:sp>
        <p:nvSpPr>
          <p:cNvPr id="3" name="Content Placeholder 2">
            <a:extLst>
              <a:ext uri="{FF2B5EF4-FFF2-40B4-BE49-F238E27FC236}">
                <a16:creationId xmlns:a16="http://schemas.microsoft.com/office/drawing/2014/main" id="{9974ED60-7DEE-085D-999D-E6E4B031B2B4}"/>
              </a:ext>
            </a:extLst>
          </p:cNvPr>
          <p:cNvSpPr>
            <a:spLocks noGrp="1"/>
          </p:cNvSpPr>
          <p:nvPr>
            <p:ph idx="1"/>
          </p:nvPr>
        </p:nvSpPr>
        <p:spPr/>
        <p:txBody>
          <a:bodyPr/>
          <a:lstStyle/>
          <a:p>
            <a:r>
              <a:rPr lang="en-IN" dirty="0"/>
              <a:t>Switch Expressions (Standard) - JEP 361</a:t>
            </a:r>
          </a:p>
          <a:p>
            <a:r>
              <a:rPr lang="en-IN" dirty="0"/>
              <a:t>Pattern Matching for </a:t>
            </a:r>
            <a:r>
              <a:rPr lang="en-IN" dirty="0" err="1"/>
              <a:t>instanceof</a:t>
            </a:r>
            <a:r>
              <a:rPr lang="en-IN" dirty="0"/>
              <a:t> (Preview) - JEP 305</a:t>
            </a:r>
          </a:p>
          <a:p>
            <a:r>
              <a:rPr lang="en-IN" dirty="0"/>
              <a:t>Helpful </a:t>
            </a:r>
            <a:r>
              <a:rPr lang="en-IN" dirty="0" err="1"/>
              <a:t>NullPointerExceptions</a:t>
            </a:r>
            <a:r>
              <a:rPr lang="en-IN" dirty="0"/>
              <a:t> - JEP 358</a:t>
            </a:r>
          </a:p>
          <a:p>
            <a:r>
              <a:rPr lang="en-IN" dirty="0"/>
              <a:t>Records (Preview) - JEP 359</a:t>
            </a:r>
          </a:p>
          <a:p>
            <a:r>
              <a:rPr lang="en-IN" dirty="0"/>
              <a:t>Text Blocks (Second Preview) - JEP 368</a:t>
            </a:r>
          </a:p>
          <a:p>
            <a:endParaRPr lang="en-IN" dirty="0"/>
          </a:p>
        </p:txBody>
      </p:sp>
    </p:spTree>
    <p:extLst>
      <p:ext uri="{BB962C8B-B14F-4D97-AF65-F5344CB8AC3E}">
        <p14:creationId xmlns:p14="http://schemas.microsoft.com/office/powerpoint/2010/main" val="1842131100"/>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24196B-CB95-4806-0997-3A3B7DBDC3A3}"/>
              </a:ext>
            </a:extLst>
          </p:cNvPr>
          <p:cNvSpPr>
            <a:spLocks noGrp="1"/>
          </p:cNvSpPr>
          <p:nvPr>
            <p:ph type="title"/>
          </p:nvPr>
        </p:nvSpPr>
        <p:spPr/>
        <p:txBody>
          <a:bodyPr>
            <a:normAutofit/>
          </a:bodyPr>
          <a:lstStyle/>
          <a:p>
            <a:r>
              <a:rPr lang="en-IN" dirty="0">
                <a:solidFill>
                  <a:srgbClr val="00B050"/>
                </a:solidFill>
              </a:rPr>
              <a:t>Java 14 </a:t>
            </a:r>
            <a:r>
              <a:rPr lang="en-IN" dirty="0"/>
              <a:t>Switch Expressions (Standard) </a:t>
            </a:r>
            <a:endParaRPr lang="en-IN" dirty="0">
              <a:solidFill>
                <a:srgbClr val="00B050"/>
              </a:solidFill>
            </a:endParaRPr>
          </a:p>
        </p:txBody>
      </p:sp>
      <p:sp>
        <p:nvSpPr>
          <p:cNvPr id="3" name="Content Placeholder 2">
            <a:extLst>
              <a:ext uri="{FF2B5EF4-FFF2-40B4-BE49-F238E27FC236}">
                <a16:creationId xmlns:a16="http://schemas.microsoft.com/office/drawing/2014/main" id="{9974ED60-7DEE-085D-999D-E6E4B031B2B4}"/>
              </a:ext>
            </a:extLst>
          </p:cNvPr>
          <p:cNvSpPr>
            <a:spLocks noGrp="1"/>
          </p:cNvSpPr>
          <p:nvPr>
            <p:ph idx="1"/>
          </p:nvPr>
        </p:nvSpPr>
        <p:spPr/>
        <p:txBody>
          <a:bodyPr/>
          <a:lstStyle/>
          <a:p>
            <a:endParaRPr lang="en-US" dirty="0"/>
          </a:p>
          <a:p>
            <a:r>
              <a:rPr lang="en-US" dirty="0"/>
              <a:t>Java 12 introduced the lambda syntax for switch expressions thereby allowing multiple case labels for pattern matching as well as preventing fall-throughs which lead to verbose code. It also enforced exhaustive cases wherein a compilation error would be thrown if all the input cases aren’t covered.</a:t>
            </a:r>
          </a:p>
          <a:p>
            <a:r>
              <a:rPr lang="en-US" dirty="0"/>
              <a:t>Java 13, the second preview introduced yield statements instead of break for returning values from an expression.</a:t>
            </a:r>
            <a:endParaRPr lang="en-IN" dirty="0"/>
          </a:p>
        </p:txBody>
      </p:sp>
    </p:spTree>
    <p:extLst>
      <p:ext uri="{BB962C8B-B14F-4D97-AF65-F5344CB8AC3E}">
        <p14:creationId xmlns:p14="http://schemas.microsoft.com/office/powerpoint/2010/main" val="2797423364"/>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24196B-CB95-4806-0997-3A3B7DBDC3A3}"/>
              </a:ext>
            </a:extLst>
          </p:cNvPr>
          <p:cNvSpPr>
            <a:spLocks noGrp="1"/>
          </p:cNvSpPr>
          <p:nvPr>
            <p:ph type="title"/>
          </p:nvPr>
        </p:nvSpPr>
        <p:spPr/>
        <p:txBody>
          <a:bodyPr>
            <a:normAutofit/>
          </a:bodyPr>
          <a:lstStyle/>
          <a:p>
            <a:r>
              <a:rPr lang="en-IN" dirty="0">
                <a:solidFill>
                  <a:srgbClr val="00B050"/>
                </a:solidFill>
              </a:rPr>
              <a:t>Java 14 </a:t>
            </a:r>
            <a:r>
              <a:rPr lang="en-IN" dirty="0"/>
              <a:t>Switch Expressions (Standard) </a:t>
            </a:r>
            <a:endParaRPr lang="en-IN" dirty="0">
              <a:solidFill>
                <a:srgbClr val="00B050"/>
              </a:solidFill>
            </a:endParaRPr>
          </a:p>
        </p:txBody>
      </p:sp>
      <p:sp>
        <p:nvSpPr>
          <p:cNvPr id="3" name="Content Placeholder 2">
            <a:extLst>
              <a:ext uri="{FF2B5EF4-FFF2-40B4-BE49-F238E27FC236}">
                <a16:creationId xmlns:a16="http://schemas.microsoft.com/office/drawing/2014/main" id="{9974ED60-7DEE-085D-999D-E6E4B031B2B4}"/>
              </a:ext>
            </a:extLst>
          </p:cNvPr>
          <p:cNvSpPr>
            <a:spLocks noGrp="1"/>
          </p:cNvSpPr>
          <p:nvPr>
            <p:ph idx="1"/>
          </p:nvPr>
        </p:nvSpPr>
        <p:spPr/>
        <p:txBody>
          <a:bodyPr>
            <a:normAutofit fontScale="62500" lnSpcReduction="20000"/>
          </a:bodyPr>
          <a:lstStyle/>
          <a:p>
            <a:endParaRPr lang="en-US" dirty="0"/>
          </a:p>
          <a:p>
            <a:r>
              <a:rPr lang="en-US" dirty="0"/>
              <a:t>String result = switch (day) {</a:t>
            </a:r>
          </a:p>
          <a:p>
            <a:r>
              <a:rPr lang="en-US" dirty="0"/>
              <a:t>            case "M", "W", "F" -&gt; "MWF";</a:t>
            </a:r>
          </a:p>
          <a:p>
            <a:r>
              <a:rPr lang="en-US" dirty="0"/>
              <a:t>            case "T", "TH", "S" -&gt; "TTS";</a:t>
            </a:r>
          </a:p>
          <a:p>
            <a:r>
              <a:rPr lang="en-US" dirty="0"/>
              <a:t>            default -&gt; {</a:t>
            </a:r>
          </a:p>
          <a:p>
            <a:r>
              <a:rPr lang="en-US" dirty="0"/>
              <a:t>                if(</a:t>
            </a:r>
            <a:r>
              <a:rPr lang="en-US" dirty="0" err="1"/>
              <a:t>day.isEmpty</a:t>
            </a:r>
            <a:r>
              <a:rPr lang="en-US" dirty="0"/>
              <a:t>())</a:t>
            </a:r>
          </a:p>
          <a:p>
            <a:r>
              <a:rPr lang="en-US" dirty="0"/>
              <a:t>                    yield "Please insert a valid day.";</a:t>
            </a:r>
          </a:p>
          <a:p>
            <a:r>
              <a:rPr lang="en-US" dirty="0"/>
              <a:t>                else</a:t>
            </a:r>
          </a:p>
          <a:p>
            <a:r>
              <a:rPr lang="en-US" dirty="0"/>
              <a:t>                    yield "Looks like a Sunday.";</a:t>
            </a:r>
          </a:p>
          <a:p>
            <a:r>
              <a:rPr lang="en-US" dirty="0"/>
              <a:t>            }</a:t>
            </a:r>
          </a:p>
          <a:p>
            <a:endParaRPr lang="en-US" dirty="0"/>
          </a:p>
          <a:p>
            <a:r>
              <a:rPr lang="en-US" dirty="0"/>
              <a:t>        };</a:t>
            </a:r>
          </a:p>
          <a:p>
            <a:r>
              <a:rPr lang="en-US" dirty="0" err="1"/>
              <a:t>System.out.println</a:t>
            </a:r>
            <a:r>
              <a:rPr lang="en-US" dirty="0"/>
              <a:t>(result);</a:t>
            </a:r>
            <a:endParaRPr lang="en-IN" dirty="0"/>
          </a:p>
        </p:txBody>
      </p:sp>
      <p:sp>
        <p:nvSpPr>
          <p:cNvPr id="4" name="Rectangle 1">
            <a:extLst>
              <a:ext uri="{FF2B5EF4-FFF2-40B4-BE49-F238E27FC236}">
                <a16:creationId xmlns:a16="http://schemas.microsoft.com/office/drawing/2014/main" id="{C115A274-0F37-F581-64A2-5BB71A38616F}"/>
              </a:ext>
            </a:extLst>
          </p:cNvPr>
          <p:cNvSpPr>
            <a:spLocks noChangeArrowheads="1"/>
          </p:cNvSpPr>
          <p:nvPr/>
        </p:nvSpPr>
        <p:spPr bwMode="auto">
          <a:xfrm>
            <a:off x="0" y="0"/>
            <a:ext cx="12192000" cy="457200"/>
          </a:xfrm>
          <a:prstGeom prst="rect">
            <a:avLst/>
          </a:prstGeom>
          <a:solidFill>
            <a:srgbClr val="081B4B"/>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a:ln>
                  <a:noFill/>
                </a:ln>
                <a:solidFill>
                  <a:srgbClr val="FF4084"/>
                </a:solidFill>
                <a:effectLst/>
                <a:latin typeface="Courier New" panose="02070309020205020404" pitchFamily="49" charset="0"/>
                <a:cs typeface="Courier New" panose="02070309020205020404" pitchFamily="49" charset="0"/>
              </a:rPr>
              <a:t>String</a:t>
            </a:r>
            <a:r>
              <a:rPr kumimoji="0" lang="en-US" altLang="en-US" sz="1000" b="0" i="0" u="none" strike="noStrike" cap="none" normalizeH="0" baseline="0">
                <a:ln>
                  <a:noFill/>
                </a:ln>
                <a:solidFill>
                  <a:srgbClr val="FFFFFF"/>
                </a:solidFill>
                <a:effectLst/>
                <a:latin typeface="Courier New" panose="02070309020205020404" pitchFamily="49" charset="0"/>
                <a:cs typeface="Courier New" panose="02070309020205020404" pitchFamily="49" charset="0"/>
              </a:rPr>
              <a:t> result </a:t>
            </a:r>
            <a:r>
              <a:rPr kumimoji="0" lang="en-US" altLang="en-US" sz="1000" b="0" i="0" u="none" strike="noStrike" cap="none" normalizeH="0" baseline="0">
                <a:ln>
                  <a:noFill/>
                </a:ln>
                <a:solidFill>
                  <a:srgbClr val="EFF2FB"/>
                </a:solidFill>
                <a:effectLst/>
                <a:latin typeface="Courier New" panose="02070309020205020404" pitchFamily="49" charset="0"/>
                <a:cs typeface="Courier New" panose="02070309020205020404" pitchFamily="49" charset="0"/>
              </a:rPr>
              <a:t>=</a:t>
            </a:r>
            <a:r>
              <a:rPr kumimoji="0" lang="en-US" altLang="en-US" sz="1000" b="0" i="0" u="none" strike="noStrike" cap="none" normalizeH="0" baseline="0">
                <a:ln>
                  <a:noFill/>
                </a:ln>
                <a:solidFill>
                  <a:srgbClr val="FFFFFF"/>
                </a:solidFill>
                <a:effectLst/>
                <a:latin typeface="Courier New" panose="02070309020205020404" pitchFamily="49" charset="0"/>
                <a:cs typeface="Courier New" panose="02070309020205020404" pitchFamily="49" charset="0"/>
              </a:rPr>
              <a:t> </a:t>
            </a:r>
            <a:r>
              <a:rPr kumimoji="0" lang="en-US" altLang="en-US" sz="1000" b="0" i="0" u="none" strike="noStrike" cap="none" normalizeH="0" baseline="0">
                <a:ln>
                  <a:noFill/>
                </a:ln>
                <a:solidFill>
                  <a:srgbClr val="4994FF"/>
                </a:solidFill>
                <a:effectLst/>
                <a:latin typeface="Courier New" panose="02070309020205020404" pitchFamily="49" charset="0"/>
                <a:cs typeface="Courier New" panose="02070309020205020404" pitchFamily="49" charset="0"/>
              </a:rPr>
              <a:t>switch</a:t>
            </a:r>
            <a:r>
              <a:rPr kumimoji="0" lang="en-US" altLang="en-US" sz="1000" b="0" i="0" u="none" strike="noStrike" cap="none" normalizeH="0" baseline="0">
                <a:ln>
                  <a:noFill/>
                </a:ln>
                <a:solidFill>
                  <a:srgbClr val="FFFFFF"/>
                </a:solidFill>
                <a:effectLst/>
                <a:latin typeface="Courier New" panose="02070309020205020404" pitchFamily="49" charset="0"/>
                <a:cs typeface="Courier New" panose="02070309020205020404" pitchFamily="49" charset="0"/>
              </a:rPr>
              <a:t> </a:t>
            </a:r>
            <a:r>
              <a:rPr kumimoji="0" lang="en-US" altLang="en-US" sz="1000" b="0" i="0" u="none" strike="noStrike" cap="none" normalizeH="0" baseline="0">
                <a:ln>
                  <a:noFill/>
                </a:ln>
                <a:solidFill>
                  <a:srgbClr val="EFF2FB"/>
                </a:solidFill>
                <a:effectLst/>
                <a:latin typeface="Courier New" panose="02070309020205020404" pitchFamily="49" charset="0"/>
                <a:cs typeface="Courier New" panose="02070309020205020404" pitchFamily="49" charset="0"/>
              </a:rPr>
              <a:t>(</a:t>
            </a:r>
            <a:r>
              <a:rPr kumimoji="0" lang="en-US" altLang="en-US" sz="1000" b="0" i="0" u="none" strike="noStrike" cap="none" normalizeH="0" baseline="0">
                <a:ln>
                  <a:noFill/>
                </a:ln>
                <a:solidFill>
                  <a:srgbClr val="FFFFFF"/>
                </a:solidFill>
                <a:effectLst/>
                <a:latin typeface="Courier New" panose="02070309020205020404" pitchFamily="49" charset="0"/>
                <a:cs typeface="Courier New" panose="02070309020205020404" pitchFamily="49" charset="0"/>
              </a:rPr>
              <a:t>day</a:t>
            </a:r>
            <a:r>
              <a:rPr kumimoji="0" lang="en-US" altLang="en-US" sz="1000" b="0" i="0" u="none" strike="noStrike" cap="none" normalizeH="0" baseline="0">
                <a:ln>
                  <a:noFill/>
                </a:ln>
                <a:solidFill>
                  <a:srgbClr val="EFF2FB"/>
                </a:solidFill>
                <a:effectLst/>
                <a:latin typeface="Courier New" panose="02070309020205020404" pitchFamily="49" charset="0"/>
                <a:cs typeface="Courier New" panose="02070309020205020404" pitchFamily="49" charset="0"/>
              </a:rPr>
              <a:t>)</a:t>
            </a:r>
            <a:r>
              <a:rPr kumimoji="0" lang="en-US" altLang="en-US" sz="1000" b="0" i="0" u="none" strike="noStrike" cap="none" normalizeH="0" baseline="0">
                <a:ln>
                  <a:noFill/>
                </a:ln>
                <a:solidFill>
                  <a:srgbClr val="FFFFFF"/>
                </a:solidFill>
                <a:effectLst/>
                <a:latin typeface="Courier New" panose="02070309020205020404" pitchFamily="49" charset="0"/>
                <a:cs typeface="Courier New" panose="02070309020205020404" pitchFamily="49" charset="0"/>
              </a:rPr>
              <a:t> </a:t>
            </a:r>
            <a:r>
              <a:rPr kumimoji="0" lang="en-US" altLang="en-US" sz="1000" b="0" i="0" u="none" strike="noStrike" cap="none" normalizeH="0" baseline="0">
                <a:ln>
                  <a:noFill/>
                </a:ln>
                <a:solidFill>
                  <a:srgbClr val="EFF2FB"/>
                </a:solidFill>
                <a:effectLst/>
                <a:latin typeface="Courier New" panose="02070309020205020404" pitchFamily="49" charset="0"/>
                <a:cs typeface="Courier New" panose="02070309020205020404" pitchFamily="49" charset="0"/>
              </a:rPr>
              <a:t>{</a:t>
            </a:r>
            <a:r>
              <a:rPr kumimoji="0" lang="en-US" altLang="en-US" sz="1000" b="0" i="0" u="none" strike="noStrike" cap="none" normalizeH="0" baseline="0">
                <a:ln>
                  <a:noFill/>
                </a:ln>
                <a:solidFill>
                  <a:srgbClr val="FFFFFF"/>
                </a:solidFill>
                <a:effectLst/>
                <a:latin typeface="Courier New" panose="02070309020205020404" pitchFamily="49" charset="0"/>
                <a:cs typeface="Courier New" panose="02070309020205020404" pitchFamily="49" charset="0"/>
              </a:rPr>
              <a:t> </a:t>
            </a:r>
            <a:r>
              <a:rPr kumimoji="0" lang="en-US" altLang="en-US" sz="1000" b="0" i="0" u="none" strike="noStrike" cap="none" normalizeH="0" baseline="0">
                <a:ln>
                  <a:noFill/>
                </a:ln>
                <a:solidFill>
                  <a:srgbClr val="4994FF"/>
                </a:solidFill>
                <a:effectLst/>
                <a:latin typeface="Courier New" panose="02070309020205020404" pitchFamily="49" charset="0"/>
                <a:cs typeface="Courier New" panose="02070309020205020404" pitchFamily="49" charset="0"/>
              </a:rPr>
              <a:t>case</a:t>
            </a:r>
            <a:r>
              <a:rPr kumimoji="0" lang="en-US" altLang="en-US" sz="1000" b="0" i="0" u="none" strike="noStrike" cap="none" normalizeH="0" baseline="0">
                <a:ln>
                  <a:noFill/>
                </a:ln>
                <a:solidFill>
                  <a:srgbClr val="FFFFFF"/>
                </a:solidFill>
                <a:effectLst/>
                <a:latin typeface="Courier New" panose="02070309020205020404" pitchFamily="49" charset="0"/>
                <a:cs typeface="Courier New" panose="02070309020205020404" pitchFamily="49" charset="0"/>
              </a:rPr>
              <a:t> </a:t>
            </a:r>
            <a:r>
              <a:rPr kumimoji="0" lang="en-US" altLang="en-US" sz="1000" b="0" i="0" u="none" strike="noStrike" cap="none" normalizeH="0" baseline="0">
                <a:ln>
                  <a:noFill/>
                </a:ln>
                <a:solidFill>
                  <a:srgbClr val="29E3AB"/>
                </a:solidFill>
                <a:effectLst/>
                <a:latin typeface="Courier New" panose="02070309020205020404" pitchFamily="49" charset="0"/>
                <a:cs typeface="Courier New" panose="02070309020205020404" pitchFamily="49" charset="0"/>
              </a:rPr>
              <a:t>"M"</a:t>
            </a:r>
            <a:r>
              <a:rPr kumimoji="0" lang="en-US" altLang="en-US" sz="1000" b="0" i="0" u="none" strike="noStrike" cap="none" normalizeH="0" baseline="0">
                <a:ln>
                  <a:noFill/>
                </a:ln>
                <a:solidFill>
                  <a:srgbClr val="EFF2FB"/>
                </a:solidFill>
                <a:effectLst/>
                <a:latin typeface="Courier New" panose="02070309020205020404" pitchFamily="49" charset="0"/>
                <a:cs typeface="Courier New" panose="02070309020205020404" pitchFamily="49" charset="0"/>
              </a:rPr>
              <a:t>,</a:t>
            </a:r>
            <a:r>
              <a:rPr kumimoji="0" lang="en-US" altLang="en-US" sz="1000" b="0" i="0" u="none" strike="noStrike" cap="none" normalizeH="0" baseline="0">
                <a:ln>
                  <a:noFill/>
                </a:ln>
                <a:solidFill>
                  <a:srgbClr val="FFFFFF"/>
                </a:solidFill>
                <a:effectLst/>
                <a:latin typeface="Courier New" panose="02070309020205020404" pitchFamily="49" charset="0"/>
                <a:cs typeface="Courier New" panose="02070309020205020404" pitchFamily="49" charset="0"/>
              </a:rPr>
              <a:t> </a:t>
            </a:r>
            <a:r>
              <a:rPr kumimoji="0" lang="en-US" altLang="en-US" sz="1000" b="0" i="0" u="none" strike="noStrike" cap="none" normalizeH="0" baseline="0">
                <a:ln>
                  <a:noFill/>
                </a:ln>
                <a:solidFill>
                  <a:srgbClr val="29E3AB"/>
                </a:solidFill>
                <a:effectLst/>
                <a:latin typeface="Courier New" panose="02070309020205020404" pitchFamily="49" charset="0"/>
                <a:cs typeface="Courier New" panose="02070309020205020404" pitchFamily="49" charset="0"/>
              </a:rPr>
              <a:t>"W"</a:t>
            </a:r>
            <a:r>
              <a:rPr kumimoji="0" lang="en-US" altLang="en-US" sz="1000" b="0" i="0" u="none" strike="noStrike" cap="none" normalizeH="0" baseline="0">
                <a:ln>
                  <a:noFill/>
                </a:ln>
                <a:solidFill>
                  <a:srgbClr val="EFF2FB"/>
                </a:solidFill>
                <a:effectLst/>
                <a:latin typeface="Courier New" panose="02070309020205020404" pitchFamily="49" charset="0"/>
                <a:cs typeface="Courier New" panose="02070309020205020404" pitchFamily="49" charset="0"/>
              </a:rPr>
              <a:t>,</a:t>
            </a:r>
            <a:r>
              <a:rPr kumimoji="0" lang="en-US" altLang="en-US" sz="1000" b="0" i="0" u="none" strike="noStrike" cap="none" normalizeH="0" baseline="0">
                <a:ln>
                  <a:noFill/>
                </a:ln>
                <a:solidFill>
                  <a:srgbClr val="FFFFFF"/>
                </a:solidFill>
                <a:effectLst/>
                <a:latin typeface="Courier New" panose="02070309020205020404" pitchFamily="49" charset="0"/>
                <a:cs typeface="Courier New" panose="02070309020205020404" pitchFamily="49" charset="0"/>
              </a:rPr>
              <a:t> </a:t>
            </a:r>
            <a:r>
              <a:rPr kumimoji="0" lang="en-US" altLang="en-US" sz="1000" b="0" i="0" u="none" strike="noStrike" cap="none" normalizeH="0" baseline="0">
                <a:ln>
                  <a:noFill/>
                </a:ln>
                <a:solidFill>
                  <a:srgbClr val="29E3AB"/>
                </a:solidFill>
                <a:effectLst/>
                <a:latin typeface="Courier New" panose="02070309020205020404" pitchFamily="49" charset="0"/>
                <a:cs typeface="Courier New" panose="02070309020205020404" pitchFamily="49" charset="0"/>
              </a:rPr>
              <a:t>"F"</a:t>
            </a:r>
            <a:r>
              <a:rPr kumimoji="0" lang="en-US" altLang="en-US" sz="1000" b="0" i="0" u="none" strike="noStrike" cap="none" normalizeH="0" baseline="0">
                <a:ln>
                  <a:noFill/>
                </a:ln>
                <a:solidFill>
                  <a:srgbClr val="FFFFFF"/>
                </a:solidFill>
                <a:effectLst/>
                <a:latin typeface="Courier New" panose="02070309020205020404" pitchFamily="49" charset="0"/>
                <a:cs typeface="Courier New" panose="02070309020205020404" pitchFamily="49" charset="0"/>
              </a:rPr>
              <a:t> </a:t>
            </a:r>
            <a:r>
              <a:rPr kumimoji="0" lang="en-US" altLang="en-US" sz="1000" b="0" i="0" u="none" strike="noStrike" cap="none" normalizeH="0" baseline="0">
                <a:ln>
                  <a:noFill/>
                </a:ln>
                <a:solidFill>
                  <a:srgbClr val="EFF2FB"/>
                </a:solidFill>
                <a:effectLst/>
                <a:latin typeface="Courier New" panose="02070309020205020404" pitchFamily="49" charset="0"/>
                <a:cs typeface="Courier New" panose="02070309020205020404" pitchFamily="49" charset="0"/>
              </a:rPr>
              <a:t>-&gt;</a:t>
            </a:r>
            <a:r>
              <a:rPr kumimoji="0" lang="en-US" altLang="en-US" sz="1000" b="0" i="0" u="none" strike="noStrike" cap="none" normalizeH="0" baseline="0">
                <a:ln>
                  <a:noFill/>
                </a:ln>
                <a:solidFill>
                  <a:srgbClr val="FFFFFF"/>
                </a:solidFill>
                <a:effectLst/>
                <a:latin typeface="Courier New" panose="02070309020205020404" pitchFamily="49" charset="0"/>
                <a:cs typeface="Courier New" panose="02070309020205020404" pitchFamily="49" charset="0"/>
              </a:rPr>
              <a:t> </a:t>
            </a:r>
            <a:r>
              <a:rPr kumimoji="0" lang="en-US" altLang="en-US" sz="1000" b="0" i="0" u="none" strike="noStrike" cap="none" normalizeH="0" baseline="0">
                <a:ln>
                  <a:noFill/>
                </a:ln>
                <a:solidFill>
                  <a:srgbClr val="29E3AB"/>
                </a:solidFill>
                <a:effectLst/>
                <a:latin typeface="Courier New" panose="02070309020205020404" pitchFamily="49" charset="0"/>
                <a:cs typeface="Courier New" panose="02070309020205020404" pitchFamily="49" charset="0"/>
              </a:rPr>
              <a:t>"MWF"</a:t>
            </a:r>
            <a:r>
              <a:rPr kumimoji="0" lang="en-US" altLang="en-US" sz="1000" b="0" i="0" u="none" strike="noStrike" cap="none" normalizeH="0" baseline="0">
                <a:ln>
                  <a:noFill/>
                </a:ln>
                <a:solidFill>
                  <a:srgbClr val="EFF2FB"/>
                </a:solidFill>
                <a:effectLst/>
                <a:latin typeface="Courier New" panose="02070309020205020404" pitchFamily="49" charset="0"/>
                <a:cs typeface="Courier New" panose="02070309020205020404" pitchFamily="49" charset="0"/>
              </a:rPr>
              <a:t>;</a:t>
            </a:r>
            <a:r>
              <a:rPr kumimoji="0" lang="en-US" altLang="en-US" sz="1000" b="0" i="0" u="none" strike="noStrike" cap="none" normalizeH="0" baseline="0">
                <a:ln>
                  <a:noFill/>
                </a:ln>
                <a:solidFill>
                  <a:srgbClr val="FFFFFF"/>
                </a:solidFill>
                <a:effectLst/>
                <a:latin typeface="Courier New" panose="02070309020205020404" pitchFamily="49" charset="0"/>
                <a:cs typeface="Courier New" panose="02070309020205020404" pitchFamily="49" charset="0"/>
              </a:rPr>
              <a:t> </a:t>
            </a:r>
            <a:r>
              <a:rPr kumimoji="0" lang="en-US" altLang="en-US" sz="1000" b="0" i="0" u="none" strike="noStrike" cap="none" normalizeH="0" baseline="0">
                <a:ln>
                  <a:noFill/>
                </a:ln>
                <a:solidFill>
                  <a:srgbClr val="4994FF"/>
                </a:solidFill>
                <a:effectLst/>
                <a:latin typeface="Courier New" panose="02070309020205020404" pitchFamily="49" charset="0"/>
                <a:cs typeface="Courier New" panose="02070309020205020404" pitchFamily="49" charset="0"/>
              </a:rPr>
              <a:t>case</a:t>
            </a:r>
            <a:r>
              <a:rPr kumimoji="0" lang="en-US" altLang="en-US" sz="1000" b="0" i="0" u="none" strike="noStrike" cap="none" normalizeH="0" baseline="0">
                <a:ln>
                  <a:noFill/>
                </a:ln>
                <a:solidFill>
                  <a:srgbClr val="FFFFFF"/>
                </a:solidFill>
                <a:effectLst/>
                <a:latin typeface="Courier New" panose="02070309020205020404" pitchFamily="49" charset="0"/>
                <a:cs typeface="Courier New" panose="02070309020205020404" pitchFamily="49" charset="0"/>
              </a:rPr>
              <a:t> </a:t>
            </a:r>
            <a:r>
              <a:rPr kumimoji="0" lang="en-US" altLang="en-US" sz="1000" b="0" i="0" u="none" strike="noStrike" cap="none" normalizeH="0" baseline="0">
                <a:ln>
                  <a:noFill/>
                </a:ln>
                <a:solidFill>
                  <a:srgbClr val="29E3AB"/>
                </a:solidFill>
                <a:effectLst/>
                <a:latin typeface="Courier New" panose="02070309020205020404" pitchFamily="49" charset="0"/>
                <a:cs typeface="Courier New" panose="02070309020205020404" pitchFamily="49" charset="0"/>
              </a:rPr>
              <a:t>"T"</a:t>
            </a:r>
            <a:r>
              <a:rPr kumimoji="0" lang="en-US" altLang="en-US" sz="1000" b="0" i="0" u="none" strike="noStrike" cap="none" normalizeH="0" baseline="0">
                <a:ln>
                  <a:noFill/>
                </a:ln>
                <a:solidFill>
                  <a:srgbClr val="EFF2FB"/>
                </a:solidFill>
                <a:effectLst/>
                <a:latin typeface="Courier New" panose="02070309020205020404" pitchFamily="49" charset="0"/>
                <a:cs typeface="Courier New" panose="02070309020205020404" pitchFamily="49" charset="0"/>
              </a:rPr>
              <a:t>,</a:t>
            </a:r>
            <a:r>
              <a:rPr kumimoji="0" lang="en-US" altLang="en-US" sz="1000" b="0" i="0" u="none" strike="noStrike" cap="none" normalizeH="0" baseline="0">
                <a:ln>
                  <a:noFill/>
                </a:ln>
                <a:solidFill>
                  <a:srgbClr val="FFFFFF"/>
                </a:solidFill>
                <a:effectLst/>
                <a:latin typeface="Courier New" panose="02070309020205020404" pitchFamily="49" charset="0"/>
                <a:cs typeface="Courier New" panose="02070309020205020404" pitchFamily="49" charset="0"/>
              </a:rPr>
              <a:t> </a:t>
            </a:r>
            <a:r>
              <a:rPr kumimoji="0" lang="en-US" altLang="en-US" sz="1000" b="0" i="0" u="none" strike="noStrike" cap="none" normalizeH="0" baseline="0">
                <a:ln>
                  <a:noFill/>
                </a:ln>
                <a:solidFill>
                  <a:srgbClr val="29E3AB"/>
                </a:solidFill>
                <a:effectLst/>
                <a:latin typeface="Courier New" panose="02070309020205020404" pitchFamily="49" charset="0"/>
                <a:cs typeface="Courier New" panose="02070309020205020404" pitchFamily="49" charset="0"/>
              </a:rPr>
              <a:t>"TH"</a:t>
            </a:r>
            <a:r>
              <a:rPr kumimoji="0" lang="en-US" altLang="en-US" sz="1000" b="0" i="0" u="none" strike="noStrike" cap="none" normalizeH="0" baseline="0">
                <a:ln>
                  <a:noFill/>
                </a:ln>
                <a:solidFill>
                  <a:srgbClr val="EFF2FB"/>
                </a:solidFill>
                <a:effectLst/>
                <a:latin typeface="Courier New" panose="02070309020205020404" pitchFamily="49" charset="0"/>
                <a:cs typeface="Courier New" panose="02070309020205020404" pitchFamily="49" charset="0"/>
              </a:rPr>
              <a:t>,</a:t>
            </a:r>
            <a:r>
              <a:rPr kumimoji="0" lang="en-US" altLang="en-US" sz="1000" b="0" i="0" u="none" strike="noStrike" cap="none" normalizeH="0" baseline="0">
                <a:ln>
                  <a:noFill/>
                </a:ln>
                <a:solidFill>
                  <a:srgbClr val="FFFFFF"/>
                </a:solidFill>
                <a:effectLst/>
                <a:latin typeface="Courier New" panose="02070309020205020404" pitchFamily="49" charset="0"/>
                <a:cs typeface="Courier New" panose="02070309020205020404" pitchFamily="49" charset="0"/>
              </a:rPr>
              <a:t> </a:t>
            </a:r>
            <a:r>
              <a:rPr kumimoji="0" lang="en-US" altLang="en-US" sz="1000" b="0" i="0" u="none" strike="noStrike" cap="none" normalizeH="0" baseline="0">
                <a:ln>
                  <a:noFill/>
                </a:ln>
                <a:solidFill>
                  <a:srgbClr val="29E3AB"/>
                </a:solidFill>
                <a:effectLst/>
                <a:latin typeface="Courier New" panose="02070309020205020404" pitchFamily="49" charset="0"/>
                <a:cs typeface="Courier New" panose="02070309020205020404" pitchFamily="49" charset="0"/>
              </a:rPr>
              <a:t>"S"</a:t>
            </a:r>
            <a:r>
              <a:rPr kumimoji="0" lang="en-US" altLang="en-US" sz="1000" b="0" i="0" u="none" strike="noStrike" cap="none" normalizeH="0" baseline="0">
                <a:ln>
                  <a:noFill/>
                </a:ln>
                <a:solidFill>
                  <a:srgbClr val="FFFFFF"/>
                </a:solidFill>
                <a:effectLst/>
                <a:latin typeface="Courier New" panose="02070309020205020404" pitchFamily="49" charset="0"/>
                <a:cs typeface="Courier New" panose="02070309020205020404" pitchFamily="49" charset="0"/>
              </a:rPr>
              <a:t> </a:t>
            </a:r>
            <a:r>
              <a:rPr kumimoji="0" lang="en-US" altLang="en-US" sz="1000" b="0" i="0" u="none" strike="noStrike" cap="none" normalizeH="0" baseline="0">
                <a:ln>
                  <a:noFill/>
                </a:ln>
                <a:solidFill>
                  <a:srgbClr val="EFF2FB"/>
                </a:solidFill>
                <a:effectLst/>
                <a:latin typeface="Courier New" panose="02070309020205020404" pitchFamily="49" charset="0"/>
                <a:cs typeface="Courier New" panose="02070309020205020404" pitchFamily="49" charset="0"/>
              </a:rPr>
              <a:t>-&gt;</a:t>
            </a:r>
            <a:r>
              <a:rPr kumimoji="0" lang="en-US" altLang="en-US" sz="1000" b="0" i="0" u="none" strike="noStrike" cap="none" normalizeH="0" baseline="0">
                <a:ln>
                  <a:noFill/>
                </a:ln>
                <a:solidFill>
                  <a:srgbClr val="FFFFFF"/>
                </a:solidFill>
                <a:effectLst/>
                <a:latin typeface="Courier New" panose="02070309020205020404" pitchFamily="49" charset="0"/>
                <a:cs typeface="Courier New" panose="02070309020205020404" pitchFamily="49" charset="0"/>
              </a:rPr>
              <a:t> </a:t>
            </a:r>
            <a:r>
              <a:rPr kumimoji="0" lang="en-US" altLang="en-US" sz="1000" b="0" i="0" u="none" strike="noStrike" cap="none" normalizeH="0" baseline="0">
                <a:ln>
                  <a:noFill/>
                </a:ln>
                <a:solidFill>
                  <a:srgbClr val="29E3AB"/>
                </a:solidFill>
                <a:effectLst/>
                <a:latin typeface="Courier New" panose="02070309020205020404" pitchFamily="49" charset="0"/>
                <a:cs typeface="Courier New" panose="02070309020205020404" pitchFamily="49" charset="0"/>
              </a:rPr>
              <a:t>"TTS"</a:t>
            </a:r>
            <a:r>
              <a:rPr kumimoji="0" lang="en-US" altLang="en-US" sz="1000" b="0" i="0" u="none" strike="noStrike" cap="none" normalizeH="0" baseline="0">
                <a:ln>
                  <a:noFill/>
                </a:ln>
                <a:solidFill>
                  <a:srgbClr val="EFF2FB"/>
                </a:solidFill>
                <a:effectLst/>
                <a:latin typeface="Courier New" panose="02070309020205020404" pitchFamily="49" charset="0"/>
                <a:cs typeface="Courier New" panose="02070309020205020404" pitchFamily="49" charset="0"/>
              </a:rPr>
              <a:t>;</a:t>
            </a:r>
            <a:r>
              <a:rPr kumimoji="0" lang="en-US" altLang="en-US" sz="1000" b="0" i="0" u="none" strike="noStrike" cap="none" normalizeH="0" baseline="0">
                <a:ln>
                  <a:noFill/>
                </a:ln>
                <a:solidFill>
                  <a:srgbClr val="FFFFFF"/>
                </a:solidFill>
                <a:effectLst/>
                <a:latin typeface="Courier New" panose="02070309020205020404" pitchFamily="49" charset="0"/>
                <a:cs typeface="Courier New" panose="02070309020205020404" pitchFamily="49" charset="0"/>
              </a:rPr>
              <a:t> </a:t>
            </a:r>
            <a:r>
              <a:rPr kumimoji="0" lang="en-US" altLang="en-US" sz="1000" b="0" i="0" u="none" strike="noStrike" cap="none" normalizeH="0" baseline="0">
                <a:ln>
                  <a:noFill/>
                </a:ln>
                <a:solidFill>
                  <a:srgbClr val="4994FF"/>
                </a:solidFill>
                <a:effectLst/>
                <a:latin typeface="Courier New" panose="02070309020205020404" pitchFamily="49" charset="0"/>
                <a:cs typeface="Courier New" panose="02070309020205020404" pitchFamily="49" charset="0"/>
              </a:rPr>
              <a:t>default</a:t>
            </a:r>
            <a:r>
              <a:rPr kumimoji="0" lang="en-US" altLang="en-US" sz="1000" b="0" i="0" u="none" strike="noStrike" cap="none" normalizeH="0" baseline="0">
                <a:ln>
                  <a:noFill/>
                </a:ln>
                <a:solidFill>
                  <a:srgbClr val="FFFFFF"/>
                </a:solidFill>
                <a:effectLst/>
                <a:latin typeface="Courier New" panose="02070309020205020404" pitchFamily="49" charset="0"/>
                <a:cs typeface="Courier New" panose="02070309020205020404" pitchFamily="49" charset="0"/>
              </a:rPr>
              <a:t> </a:t>
            </a:r>
            <a:r>
              <a:rPr kumimoji="0" lang="en-US" altLang="en-US" sz="1000" b="0" i="0" u="none" strike="noStrike" cap="none" normalizeH="0" baseline="0">
                <a:ln>
                  <a:noFill/>
                </a:ln>
                <a:solidFill>
                  <a:srgbClr val="EFF2FB"/>
                </a:solidFill>
                <a:effectLst/>
                <a:latin typeface="Courier New" panose="02070309020205020404" pitchFamily="49" charset="0"/>
                <a:cs typeface="Courier New" panose="02070309020205020404" pitchFamily="49" charset="0"/>
              </a:rPr>
              <a:t>-&gt;</a:t>
            </a:r>
            <a:r>
              <a:rPr kumimoji="0" lang="en-US" altLang="en-US" sz="1000" b="0" i="0" u="none" strike="noStrike" cap="none" normalizeH="0" baseline="0">
                <a:ln>
                  <a:noFill/>
                </a:ln>
                <a:solidFill>
                  <a:srgbClr val="FFFFFF"/>
                </a:solidFill>
                <a:effectLst/>
                <a:latin typeface="Courier New" panose="02070309020205020404" pitchFamily="49" charset="0"/>
                <a:cs typeface="Courier New" panose="02070309020205020404" pitchFamily="49" charset="0"/>
              </a:rPr>
              <a:t> </a:t>
            </a:r>
            <a:r>
              <a:rPr kumimoji="0" lang="en-US" altLang="en-US" sz="1000" b="0" i="0" u="none" strike="noStrike" cap="none" normalizeH="0" baseline="0">
                <a:ln>
                  <a:noFill/>
                </a:ln>
                <a:solidFill>
                  <a:srgbClr val="EFF2FB"/>
                </a:solidFill>
                <a:effectLst/>
                <a:latin typeface="Courier New" panose="02070309020205020404" pitchFamily="49" charset="0"/>
                <a:cs typeface="Courier New" panose="02070309020205020404" pitchFamily="49" charset="0"/>
              </a:rPr>
              <a:t>{</a:t>
            </a:r>
            <a:r>
              <a:rPr kumimoji="0" lang="en-US" altLang="en-US" sz="1000" b="0" i="0" u="none" strike="noStrike" cap="none" normalizeH="0" baseline="0">
                <a:ln>
                  <a:noFill/>
                </a:ln>
                <a:solidFill>
                  <a:srgbClr val="FFFFFF"/>
                </a:solidFill>
                <a:effectLst/>
                <a:latin typeface="Courier New" panose="02070309020205020404" pitchFamily="49" charset="0"/>
                <a:cs typeface="Courier New" panose="02070309020205020404" pitchFamily="49" charset="0"/>
              </a:rPr>
              <a:t> </a:t>
            </a:r>
            <a:r>
              <a:rPr kumimoji="0" lang="en-US" altLang="en-US" sz="1000" b="0" i="0" u="none" strike="noStrike" cap="none" normalizeH="0" baseline="0">
                <a:ln>
                  <a:noFill/>
                </a:ln>
                <a:solidFill>
                  <a:srgbClr val="4994FF"/>
                </a:solidFill>
                <a:effectLst/>
                <a:latin typeface="Courier New" panose="02070309020205020404" pitchFamily="49" charset="0"/>
                <a:cs typeface="Courier New" panose="02070309020205020404" pitchFamily="49" charset="0"/>
              </a:rPr>
              <a:t>if</a:t>
            </a:r>
            <a:r>
              <a:rPr kumimoji="0" lang="en-US" altLang="en-US" sz="1000" b="0" i="0" u="none" strike="noStrike" cap="none" normalizeH="0" baseline="0">
                <a:ln>
                  <a:noFill/>
                </a:ln>
                <a:solidFill>
                  <a:srgbClr val="EFF2FB"/>
                </a:solidFill>
                <a:effectLst/>
                <a:latin typeface="Courier New" panose="02070309020205020404" pitchFamily="49" charset="0"/>
                <a:cs typeface="Courier New" panose="02070309020205020404" pitchFamily="49" charset="0"/>
              </a:rPr>
              <a:t>(</a:t>
            </a:r>
            <a:r>
              <a:rPr kumimoji="0" lang="en-US" altLang="en-US" sz="1000" b="0" i="0" u="none" strike="noStrike" cap="none" normalizeH="0" baseline="0">
                <a:ln>
                  <a:noFill/>
                </a:ln>
                <a:solidFill>
                  <a:srgbClr val="FFFFFF"/>
                </a:solidFill>
                <a:effectLst/>
                <a:latin typeface="Courier New" panose="02070309020205020404" pitchFamily="49" charset="0"/>
                <a:cs typeface="Courier New" panose="02070309020205020404" pitchFamily="49" charset="0"/>
              </a:rPr>
              <a:t>day</a:t>
            </a:r>
            <a:r>
              <a:rPr kumimoji="0" lang="en-US" altLang="en-US" sz="1000" b="0" i="0" u="none" strike="noStrike" cap="none" normalizeH="0" baseline="0">
                <a:ln>
                  <a:noFill/>
                </a:ln>
                <a:solidFill>
                  <a:srgbClr val="EFF2FB"/>
                </a:solidFill>
                <a:effectLst/>
                <a:latin typeface="Courier New" panose="02070309020205020404" pitchFamily="49" charset="0"/>
                <a:cs typeface="Courier New" panose="02070309020205020404" pitchFamily="49" charset="0"/>
              </a:rPr>
              <a:t>.</a:t>
            </a:r>
            <a:r>
              <a:rPr kumimoji="0" lang="en-US" altLang="en-US" sz="1000" b="0" i="0" u="none" strike="noStrike" cap="none" normalizeH="0" baseline="0">
                <a:ln>
                  <a:noFill/>
                </a:ln>
                <a:solidFill>
                  <a:srgbClr val="FF4084"/>
                </a:solidFill>
                <a:effectLst/>
                <a:latin typeface="Courier New" panose="02070309020205020404" pitchFamily="49" charset="0"/>
                <a:cs typeface="Courier New" panose="02070309020205020404" pitchFamily="49" charset="0"/>
              </a:rPr>
              <a:t>isEmpty</a:t>
            </a:r>
            <a:r>
              <a:rPr kumimoji="0" lang="en-US" altLang="en-US" sz="1000" b="0" i="0" u="none" strike="noStrike" cap="none" normalizeH="0" baseline="0">
                <a:ln>
                  <a:noFill/>
                </a:ln>
                <a:solidFill>
                  <a:srgbClr val="EFF2FB"/>
                </a:solidFill>
                <a:effectLst/>
                <a:latin typeface="Courier New" panose="02070309020205020404" pitchFamily="49" charset="0"/>
                <a:cs typeface="Courier New" panose="02070309020205020404" pitchFamily="49" charset="0"/>
              </a:rPr>
              <a:t>())</a:t>
            </a:r>
            <a:r>
              <a:rPr kumimoji="0" lang="en-US" altLang="en-US" sz="1000" b="0" i="0" u="none" strike="noStrike" cap="none" normalizeH="0" baseline="0">
                <a:ln>
                  <a:noFill/>
                </a:ln>
                <a:solidFill>
                  <a:srgbClr val="FFFFFF"/>
                </a:solidFill>
                <a:effectLst/>
                <a:latin typeface="Courier New" panose="02070309020205020404" pitchFamily="49" charset="0"/>
                <a:cs typeface="Courier New" panose="02070309020205020404" pitchFamily="49" charset="0"/>
              </a:rPr>
              <a:t> </a:t>
            </a:r>
            <a:r>
              <a:rPr kumimoji="0" lang="en-US" altLang="en-US" sz="1000" b="0" i="0" u="none" strike="noStrike" cap="none" normalizeH="0" baseline="0">
                <a:ln>
                  <a:noFill/>
                </a:ln>
                <a:solidFill>
                  <a:srgbClr val="4994FF"/>
                </a:solidFill>
                <a:effectLst/>
                <a:latin typeface="Courier New" panose="02070309020205020404" pitchFamily="49" charset="0"/>
                <a:cs typeface="Courier New" panose="02070309020205020404" pitchFamily="49" charset="0"/>
              </a:rPr>
              <a:t>yield</a:t>
            </a:r>
            <a:r>
              <a:rPr kumimoji="0" lang="en-US" altLang="en-US" sz="1000" b="0" i="0" u="none" strike="noStrike" cap="none" normalizeH="0" baseline="0">
                <a:ln>
                  <a:noFill/>
                </a:ln>
                <a:solidFill>
                  <a:srgbClr val="FFFFFF"/>
                </a:solidFill>
                <a:effectLst/>
                <a:latin typeface="Courier New" panose="02070309020205020404" pitchFamily="49" charset="0"/>
                <a:cs typeface="Courier New" panose="02070309020205020404" pitchFamily="49" charset="0"/>
              </a:rPr>
              <a:t> </a:t>
            </a:r>
            <a:r>
              <a:rPr kumimoji="0" lang="en-US" altLang="en-US" sz="1000" b="0" i="0" u="none" strike="noStrike" cap="none" normalizeH="0" baseline="0">
                <a:ln>
                  <a:noFill/>
                </a:ln>
                <a:solidFill>
                  <a:srgbClr val="29E3AB"/>
                </a:solidFill>
                <a:effectLst/>
                <a:latin typeface="Courier New" panose="02070309020205020404" pitchFamily="49" charset="0"/>
                <a:cs typeface="Courier New" panose="02070309020205020404" pitchFamily="49" charset="0"/>
              </a:rPr>
              <a:t>"Please insert a valid day."</a:t>
            </a:r>
            <a:r>
              <a:rPr kumimoji="0" lang="en-US" altLang="en-US" sz="1000" b="0" i="0" u="none" strike="noStrike" cap="none" normalizeH="0" baseline="0">
                <a:ln>
                  <a:noFill/>
                </a:ln>
                <a:solidFill>
                  <a:srgbClr val="EFF2FB"/>
                </a:solidFill>
                <a:effectLst/>
                <a:latin typeface="Courier New" panose="02070309020205020404" pitchFamily="49" charset="0"/>
                <a:cs typeface="Courier New" panose="02070309020205020404" pitchFamily="49" charset="0"/>
              </a:rPr>
              <a:t>;</a:t>
            </a:r>
            <a:r>
              <a:rPr kumimoji="0" lang="en-US" altLang="en-US" sz="1000" b="0" i="0" u="none" strike="noStrike" cap="none" normalizeH="0" baseline="0">
                <a:ln>
                  <a:noFill/>
                </a:ln>
                <a:solidFill>
                  <a:srgbClr val="FFFFFF"/>
                </a:solidFill>
                <a:effectLst/>
                <a:latin typeface="Courier New" panose="02070309020205020404" pitchFamily="49" charset="0"/>
                <a:cs typeface="Courier New" panose="02070309020205020404" pitchFamily="49" charset="0"/>
              </a:rPr>
              <a:t> </a:t>
            </a:r>
            <a:r>
              <a:rPr kumimoji="0" lang="en-US" altLang="en-US" sz="1000" b="0" i="0" u="none" strike="noStrike" cap="none" normalizeH="0" baseline="0">
                <a:ln>
                  <a:noFill/>
                </a:ln>
                <a:solidFill>
                  <a:srgbClr val="4994FF"/>
                </a:solidFill>
                <a:effectLst/>
                <a:latin typeface="Courier New" panose="02070309020205020404" pitchFamily="49" charset="0"/>
                <a:cs typeface="Courier New" panose="02070309020205020404" pitchFamily="49" charset="0"/>
              </a:rPr>
              <a:t>else</a:t>
            </a:r>
            <a:r>
              <a:rPr kumimoji="0" lang="en-US" altLang="en-US" sz="1000" b="0" i="0" u="none" strike="noStrike" cap="none" normalizeH="0" baseline="0">
                <a:ln>
                  <a:noFill/>
                </a:ln>
                <a:solidFill>
                  <a:srgbClr val="FFFFFF"/>
                </a:solidFill>
                <a:effectLst/>
                <a:latin typeface="Courier New" panose="02070309020205020404" pitchFamily="49" charset="0"/>
                <a:cs typeface="Courier New" panose="02070309020205020404" pitchFamily="49" charset="0"/>
              </a:rPr>
              <a:t> </a:t>
            </a:r>
            <a:r>
              <a:rPr kumimoji="0" lang="en-US" altLang="en-US" sz="1000" b="0" i="0" u="none" strike="noStrike" cap="none" normalizeH="0" baseline="0">
                <a:ln>
                  <a:noFill/>
                </a:ln>
                <a:solidFill>
                  <a:srgbClr val="4994FF"/>
                </a:solidFill>
                <a:effectLst/>
                <a:latin typeface="Courier New" panose="02070309020205020404" pitchFamily="49" charset="0"/>
                <a:cs typeface="Courier New" panose="02070309020205020404" pitchFamily="49" charset="0"/>
              </a:rPr>
              <a:t>yield</a:t>
            </a:r>
            <a:r>
              <a:rPr kumimoji="0" lang="en-US" altLang="en-US" sz="1000" b="0" i="0" u="none" strike="noStrike" cap="none" normalizeH="0" baseline="0">
                <a:ln>
                  <a:noFill/>
                </a:ln>
                <a:solidFill>
                  <a:srgbClr val="FFFFFF"/>
                </a:solidFill>
                <a:effectLst/>
                <a:latin typeface="Courier New" panose="02070309020205020404" pitchFamily="49" charset="0"/>
                <a:cs typeface="Courier New" panose="02070309020205020404" pitchFamily="49" charset="0"/>
              </a:rPr>
              <a:t> </a:t>
            </a:r>
            <a:r>
              <a:rPr kumimoji="0" lang="en-US" altLang="en-US" sz="1000" b="0" i="0" u="none" strike="noStrike" cap="none" normalizeH="0" baseline="0">
                <a:ln>
                  <a:noFill/>
                </a:ln>
                <a:solidFill>
                  <a:srgbClr val="29E3AB"/>
                </a:solidFill>
                <a:effectLst/>
                <a:latin typeface="Courier New" panose="02070309020205020404" pitchFamily="49" charset="0"/>
                <a:cs typeface="Courier New" panose="02070309020205020404" pitchFamily="49" charset="0"/>
              </a:rPr>
              <a:t>"Looks like a Sunday."</a:t>
            </a:r>
            <a:r>
              <a:rPr kumimoji="0" lang="en-US" altLang="en-US" sz="1000" b="0" i="0" u="none" strike="noStrike" cap="none" normalizeH="0" baseline="0">
                <a:ln>
                  <a:noFill/>
                </a:ln>
                <a:solidFill>
                  <a:srgbClr val="EFF2FB"/>
                </a:solidFill>
                <a:effectLst/>
                <a:latin typeface="Courier New" panose="02070309020205020404" pitchFamily="49" charset="0"/>
                <a:cs typeface="Courier New" panose="02070309020205020404" pitchFamily="49" charset="0"/>
              </a:rPr>
              <a:t>;</a:t>
            </a:r>
            <a:r>
              <a:rPr kumimoji="0" lang="en-US" altLang="en-US" sz="1000" b="0" i="0" u="none" strike="noStrike" cap="none" normalizeH="0" baseline="0">
                <a:ln>
                  <a:noFill/>
                </a:ln>
                <a:solidFill>
                  <a:srgbClr val="FFFFFF"/>
                </a:solidFill>
                <a:effectLst/>
                <a:latin typeface="Courier New" panose="02070309020205020404" pitchFamily="49" charset="0"/>
                <a:cs typeface="Courier New" panose="02070309020205020404" pitchFamily="49" charset="0"/>
              </a:rPr>
              <a:t> </a:t>
            </a:r>
            <a:r>
              <a:rPr kumimoji="0" lang="en-US" altLang="en-US" sz="1000" b="0" i="0" u="none" strike="noStrike" cap="none" normalizeH="0" baseline="0">
                <a:ln>
                  <a:noFill/>
                </a:ln>
                <a:solidFill>
                  <a:srgbClr val="EFF2FB"/>
                </a:solidFill>
                <a:effectLst/>
                <a:latin typeface="Courier New" panose="02070309020205020404" pitchFamily="49" charset="0"/>
                <a:cs typeface="Courier New" panose="02070309020205020404" pitchFamily="49" charset="0"/>
              </a:rPr>
              <a:t>}</a:t>
            </a:r>
            <a:r>
              <a:rPr kumimoji="0" lang="en-US" altLang="en-US" sz="1000" b="0" i="0" u="none" strike="noStrike" cap="none" normalizeH="0" baseline="0">
                <a:ln>
                  <a:noFill/>
                </a:ln>
                <a:solidFill>
                  <a:srgbClr val="FFFFFF"/>
                </a:solidFill>
                <a:effectLst/>
                <a:latin typeface="Courier New" panose="02070309020205020404" pitchFamily="49" charset="0"/>
                <a:cs typeface="Courier New" panose="02070309020205020404" pitchFamily="49" charset="0"/>
              </a:rPr>
              <a:t> </a:t>
            </a:r>
            <a:r>
              <a:rPr kumimoji="0" lang="en-US" altLang="en-US" sz="1000" b="0" i="0" u="none" strike="noStrike" cap="none" normalizeH="0" baseline="0">
                <a:ln>
                  <a:noFill/>
                </a:ln>
                <a:solidFill>
                  <a:srgbClr val="EFF2FB"/>
                </a:solidFill>
                <a:effectLst/>
                <a:latin typeface="Courier New" panose="02070309020205020404" pitchFamily="49" charset="0"/>
                <a:cs typeface="Courier New" panose="02070309020205020404" pitchFamily="49" charset="0"/>
              </a:rPr>
              <a:t>};</a:t>
            </a:r>
            <a:r>
              <a:rPr kumimoji="0" lang="en-US" altLang="en-US" sz="1000" b="0" i="0" u="none" strike="noStrike" cap="none" normalizeH="0" baseline="0">
                <a:ln>
                  <a:noFill/>
                </a:ln>
                <a:solidFill>
                  <a:srgbClr val="FFFFFF"/>
                </a:solidFill>
                <a:effectLst/>
                <a:latin typeface="Courier New" panose="02070309020205020404" pitchFamily="49" charset="0"/>
                <a:cs typeface="Courier New" panose="02070309020205020404" pitchFamily="49" charset="0"/>
              </a:rPr>
              <a:t> </a:t>
            </a:r>
            <a:r>
              <a:rPr kumimoji="0" lang="en-US" altLang="en-US" sz="1000" b="0" i="0" u="none" strike="noStrike" cap="none" normalizeH="0" baseline="0">
                <a:ln>
                  <a:noFill/>
                </a:ln>
                <a:solidFill>
                  <a:srgbClr val="FF4084"/>
                </a:solidFill>
                <a:effectLst/>
                <a:latin typeface="Courier New" panose="02070309020205020404" pitchFamily="49" charset="0"/>
                <a:cs typeface="Courier New" panose="02070309020205020404" pitchFamily="49" charset="0"/>
              </a:rPr>
              <a:t>System</a:t>
            </a:r>
            <a:r>
              <a:rPr kumimoji="0" lang="en-US" altLang="en-US" sz="1000" b="0" i="0" u="none" strike="noStrike" cap="none" normalizeH="0" baseline="0">
                <a:ln>
                  <a:noFill/>
                </a:ln>
                <a:solidFill>
                  <a:srgbClr val="EFF2FB"/>
                </a:solidFill>
                <a:effectLst/>
                <a:latin typeface="Courier New" panose="02070309020205020404" pitchFamily="49" charset="0"/>
                <a:cs typeface="Courier New" panose="02070309020205020404" pitchFamily="49" charset="0"/>
              </a:rPr>
              <a:t>.</a:t>
            </a:r>
            <a:r>
              <a:rPr kumimoji="0" lang="en-US" altLang="en-US" sz="1000" b="0" i="0" u="none" strike="noStrike" cap="none" normalizeH="0" baseline="0">
                <a:ln>
                  <a:noFill/>
                </a:ln>
                <a:solidFill>
                  <a:srgbClr val="FFFFFF"/>
                </a:solidFill>
                <a:effectLst/>
                <a:latin typeface="Courier New" panose="02070309020205020404" pitchFamily="49" charset="0"/>
                <a:cs typeface="Courier New" panose="02070309020205020404" pitchFamily="49" charset="0"/>
              </a:rPr>
              <a:t>out</a:t>
            </a:r>
            <a:r>
              <a:rPr kumimoji="0" lang="en-US" altLang="en-US" sz="1000" b="0" i="0" u="none" strike="noStrike" cap="none" normalizeH="0" baseline="0">
                <a:ln>
                  <a:noFill/>
                </a:ln>
                <a:solidFill>
                  <a:srgbClr val="EFF2FB"/>
                </a:solidFill>
                <a:effectLst/>
                <a:latin typeface="Courier New" panose="02070309020205020404" pitchFamily="49" charset="0"/>
                <a:cs typeface="Courier New" panose="02070309020205020404" pitchFamily="49" charset="0"/>
              </a:rPr>
              <a:t>.</a:t>
            </a:r>
            <a:r>
              <a:rPr kumimoji="0" lang="en-US" altLang="en-US" sz="1000" b="0" i="0" u="none" strike="noStrike" cap="none" normalizeH="0" baseline="0">
                <a:ln>
                  <a:noFill/>
                </a:ln>
                <a:solidFill>
                  <a:srgbClr val="FF4084"/>
                </a:solidFill>
                <a:effectLst/>
                <a:latin typeface="Courier New" panose="02070309020205020404" pitchFamily="49" charset="0"/>
                <a:cs typeface="Courier New" panose="02070309020205020404" pitchFamily="49" charset="0"/>
              </a:rPr>
              <a:t>println</a:t>
            </a:r>
            <a:r>
              <a:rPr kumimoji="0" lang="en-US" altLang="en-US" sz="1000" b="0" i="0" u="none" strike="noStrike" cap="none" normalizeH="0" baseline="0">
                <a:ln>
                  <a:noFill/>
                </a:ln>
                <a:solidFill>
                  <a:srgbClr val="EFF2FB"/>
                </a:solidFill>
                <a:effectLst/>
                <a:latin typeface="Courier New" panose="02070309020205020404" pitchFamily="49" charset="0"/>
                <a:cs typeface="Courier New" panose="02070309020205020404" pitchFamily="49" charset="0"/>
              </a:rPr>
              <a:t>(</a:t>
            </a:r>
            <a:r>
              <a:rPr kumimoji="0" lang="en-US" altLang="en-US" sz="1000" b="0" i="0" u="none" strike="noStrike" cap="none" normalizeH="0" baseline="0">
                <a:ln>
                  <a:noFill/>
                </a:ln>
                <a:solidFill>
                  <a:srgbClr val="FFFFFF"/>
                </a:solidFill>
                <a:effectLst/>
                <a:latin typeface="Courier New" panose="02070309020205020404" pitchFamily="49" charset="0"/>
                <a:cs typeface="Courier New" panose="02070309020205020404" pitchFamily="49" charset="0"/>
              </a:rPr>
              <a:t>result</a:t>
            </a:r>
            <a:r>
              <a:rPr kumimoji="0" lang="en-US" altLang="en-US" sz="1000" b="0" i="0" u="none" strike="noStrike" cap="none" normalizeH="0" baseline="0">
                <a:ln>
                  <a:noFill/>
                </a:ln>
                <a:solidFill>
                  <a:srgbClr val="EFF2FB"/>
                </a:solidFill>
                <a:effectLst/>
                <a:latin typeface="Courier New" panose="02070309020205020404" pitchFamily="49" charset="0"/>
                <a:cs typeface="Courier New" panose="02070309020205020404" pitchFamily="49" charset="0"/>
              </a:rPr>
              <a:t>);</a:t>
            </a:r>
            <a:r>
              <a:rPr kumimoji="0" lang="en-US" altLang="en-US" sz="800" b="0" i="0" u="none" strike="noStrike" cap="none" normalizeH="0" baseline="0">
                <a:ln>
                  <a:noFill/>
                </a:ln>
                <a:solidFill>
                  <a:schemeClr val="tx1"/>
                </a:solidFill>
                <a:effectLst/>
              </a:rPr>
              <a:t> </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488978565"/>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24196B-CB95-4806-0997-3A3B7DBDC3A3}"/>
              </a:ext>
            </a:extLst>
          </p:cNvPr>
          <p:cNvSpPr>
            <a:spLocks noGrp="1"/>
          </p:cNvSpPr>
          <p:nvPr>
            <p:ph type="title"/>
          </p:nvPr>
        </p:nvSpPr>
        <p:spPr/>
        <p:txBody>
          <a:bodyPr>
            <a:normAutofit/>
          </a:bodyPr>
          <a:lstStyle/>
          <a:p>
            <a:r>
              <a:rPr lang="en-IN" dirty="0">
                <a:solidFill>
                  <a:srgbClr val="00B050"/>
                </a:solidFill>
              </a:rPr>
              <a:t>Java 14 </a:t>
            </a:r>
            <a:r>
              <a:rPr lang="en-IN" dirty="0"/>
              <a:t>Pattern Matching for </a:t>
            </a:r>
            <a:r>
              <a:rPr lang="en-IN" dirty="0" err="1"/>
              <a:t>instanceof</a:t>
            </a:r>
            <a:r>
              <a:rPr lang="en-IN" dirty="0"/>
              <a:t> </a:t>
            </a:r>
            <a:endParaRPr lang="en-IN" dirty="0">
              <a:solidFill>
                <a:srgbClr val="00B050"/>
              </a:solidFill>
            </a:endParaRPr>
          </a:p>
        </p:txBody>
      </p:sp>
      <p:sp>
        <p:nvSpPr>
          <p:cNvPr id="3" name="Content Placeholder 2">
            <a:extLst>
              <a:ext uri="{FF2B5EF4-FFF2-40B4-BE49-F238E27FC236}">
                <a16:creationId xmlns:a16="http://schemas.microsoft.com/office/drawing/2014/main" id="{9974ED60-7DEE-085D-999D-E6E4B031B2B4}"/>
              </a:ext>
            </a:extLst>
          </p:cNvPr>
          <p:cNvSpPr>
            <a:spLocks noGrp="1"/>
          </p:cNvSpPr>
          <p:nvPr>
            <p:ph idx="1"/>
          </p:nvPr>
        </p:nvSpPr>
        <p:spPr/>
        <p:txBody>
          <a:bodyPr>
            <a:normAutofit/>
          </a:bodyPr>
          <a:lstStyle/>
          <a:p>
            <a:r>
              <a:rPr lang="en-IN" dirty="0"/>
              <a:t>if (</a:t>
            </a:r>
            <a:r>
              <a:rPr lang="en-IN" dirty="0" err="1"/>
              <a:t>obj</a:t>
            </a:r>
            <a:r>
              <a:rPr lang="en-IN" dirty="0"/>
              <a:t> </a:t>
            </a:r>
            <a:r>
              <a:rPr lang="en-IN" dirty="0" err="1"/>
              <a:t>instanceof</a:t>
            </a:r>
            <a:r>
              <a:rPr lang="en-IN" dirty="0"/>
              <a:t> </a:t>
            </a:r>
            <a:r>
              <a:rPr lang="en-IN" dirty="0" err="1"/>
              <a:t>Journaldev</a:t>
            </a:r>
            <a:r>
              <a:rPr lang="en-IN" dirty="0"/>
              <a:t>) {</a:t>
            </a:r>
          </a:p>
          <a:p>
            <a:r>
              <a:rPr lang="en-IN" dirty="0"/>
              <a:t>  </a:t>
            </a:r>
            <a:r>
              <a:rPr lang="en-IN" dirty="0" err="1"/>
              <a:t>Journaldev</a:t>
            </a:r>
            <a:r>
              <a:rPr lang="en-IN" dirty="0"/>
              <a:t> </a:t>
            </a:r>
            <a:r>
              <a:rPr lang="en-IN" dirty="0" err="1"/>
              <a:t>jd</a:t>
            </a:r>
            <a:r>
              <a:rPr lang="en-IN" dirty="0"/>
              <a:t> = (</a:t>
            </a:r>
            <a:r>
              <a:rPr lang="en-IN" dirty="0" err="1"/>
              <a:t>Journaldev</a:t>
            </a:r>
            <a:r>
              <a:rPr lang="en-IN" dirty="0"/>
              <a:t>) </a:t>
            </a:r>
            <a:r>
              <a:rPr lang="en-IN" dirty="0" err="1"/>
              <a:t>obj</a:t>
            </a:r>
            <a:r>
              <a:rPr lang="en-IN" dirty="0"/>
              <a:t>;</a:t>
            </a:r>
          </a:p>
          <a:p>
            <a:r>
              <a:rPr lang="en-IN" dirty="0"/>
              <a:t>  </a:t>
            </a:r>
            <a:r>
              <a:rPr lang="en-IN" dirty="0" err="1"/>
              <a:t>System.out.println</a:t>
            </a:r>
            <a:r>
              <a:rPr lang="en-IN" dirty="0"/>
              <a:t>(</a:t>
            </a:r>
            <a:r>
              <a:rPr lang="en-IN" dirty="0" err="1"/>
              <a:t>jd.getAuthor</a:t>
            </a:r>
            <a:r>
              <a:rPr lang="en-IN" dirty="0"/>
              <a:t>());</a:t>
            </a:r>
          </a:p>
          <a:p>
            <a:r>
              <a:rPr lang="en-IN" dirty="0"/>
              <a:t>}</a:t>
            </a:r>
          </a:p>
          <a:p>
            <a:r>
              <a:rPr lang="en-IN" dirty="0"/>
              <a:t>Java 14</a:t>
            </a:r>
          </a:p>
          <a:p>
            <a:r>
              <a:rPr lang="en-IN" dirty="0"/>
              <a:t>if (</a:t>
            </a:r>
            <a:r>
              <a:rPr lang="en-IN" dirty="0" err="1"/>
              <a:t>obj</a:t>
            </a:r>
            <a:r>
              <a:rPr lang="en-IN" dirty="0"/>
              <a:t> </a:t>
            </a:r>
            <a:r>
              <a:rPr lang="en-IN" dirty="0" err="1"/>
              <a:t>instanceof</a:t>
            </a:r>
            <a:r>
              <a:rPr lang="en-IN" dirty="0"/>
              <a:t> </a:t>
            </a:r>
            <a:r>
              <a:rPr lang="en-IN" dirty="0" err="1"/>
              <a:t>Journaldev</a:t>
            </a:r>
            <a:r>
              <a:rPr lang="en-IN" dirty="0"/>
              <a:t> </a:t>
            </a:r>
            <a:r>
              <a:rPr lang="en-IN" dirty="0" err="1"/>
              <a:t>jd</a:t>
            </a:r>
            <a:r>
              <a:rPr lang="en-IN" dirty="0"/>
              <a:t>) {</a:t>
            </a:r>
          </a:p>
          <a:p>
            <a:r>
              <a:rPr lang="en-IN" dirty="0"/>
              <a:t>  </a:t>
            </a:r>
            <a:r>
              <a:rPr lang="en-IN" dirty="0" err="1"/>
              <a:t>System.out.println</a:t>
            </a:r>
            <a:r>
              <a:rPr lang="en-IN" dirty="0"/>
              <a:t>(</a:t>
            </a:r>
            <a:r>
              <a:rPr lang="en-IN" dirty="0" err="1"/>
              <a:t>jd.getAuthor</a:t>
            </a:r>
            <a:r>
              <a:rPr lang="en-IN" dirty="0"/>
              <a:t>());</a:t>
            </a:r>
          </a:p>
          <a:p>
            <a:r>
              <a:rPr lang="en-IN" dirty="0"/>
              <a:t>}</a:t>
            </a:r>
          </a:p>
        </p:txBody>
      </p:sp>
      <p:sp>
        <p:nvSpPr>
          <p:cNvPr id="4" name="Rectangle 1">
            <a:extLst>
              <a:ext uri="{FF2B5EF4-FFF2-40B4-BE49-F238E27FC236}">
                <a16:creationId xmlns:a16="http://schemas.microsoft.com/office/drawing/2014/main" id="{C115A274-0F37-F581-64A2-5BB71A38616F}"/>
              </a:ext>
            </a:extLst>
          </p:cNvPr>
          <p:cNvSpPr>
            <a:spLocks noChangeArrowheads="1"/>
          </p:cNvSpPr>
          <p:nvPr/>
        </p:nvSpPr>
        <p:spPr bwMode="auto">
          <a:xfrm>
            <a:off x="0" y="0"/>
            <a:ext cx="12192000" cy="457200"/>
          </a:xfrm>
          <a:prstGeom prst="rect">
            <a:avLst/>
          </a:prstGeom>
          <a:solidFill>
            <a:srgbClr val="081B4B"/>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a:ln>
                  <a:noFill/>
                </a:ln>
                <a:solidFill>
                  <a:srgbClr val="FF4084"/>
                </a:solidFill>
                <a:effectLst/>
                <a:latin typeface="Courier New" panose="02070309020205020404" pitchFamily="49" charset="0"/>
                <a:cs typeface="Courier New" panose="02070309020205020404" pitchFamily="49" charset="0"/>
              </a:rPr>
              <a:t>String</a:t>
            </a:r>
            <a:r>
              <a:rPr kumimoji="0" lang="en-US" altLang="en-US" sz="1000" b="0" i="0" u="none" strike="noStrike" cap="none" normalizeH="0" baseline="0">
                <a:ln>
                  <a:noFill/>
                </a:ln>
                <a:solidFill>
                  <a:srgbClr val="FFFFFF"/>
                </a:solidFill>
                <a:effectLst/>
                <a:latin typeface="Courier New" panose="02070309020205020404" pitchFamily="49" charset="0"/>
                <a:cs typeface="Courier New" panose="02070309020205020404" pitchFamily="49" charset="0"/>
              </a:rPr>
              <a:t> result </a:t>
            </a:r>
            <a:r>
              <a:rPr kumimoji="0" lang="en-US" altLang="en-US" sz="1000" b="0" i="0" u="none" strike="noStrike" cap="none" normalizeH="0" baseline="0">
                <a:ln>
                  <a:noFill/>
                </a:ln>
                <a:solidFill>
                  <a:srgbClr val="EFF2FB"/>
                </a:solidFill>
                <a:effectLst/>
                <a:latin typeface="Courier New" panose="02070309020205020404" pitchFamily="49" charset="0"/>
                <a:cs typeface="Courier New" panose="02070309020205020404" pitchFamily="49" charset="0"/>
              </a:rPr>
              <a:t>=</a:t>
            </a:r>
            <a:r>
              <a:rPr kumimoji="0" lang="en-US" altLang="en-US" sz="1000" b="0" i="0" u="none" strike="noStrike" cap="none" normalizeH="0" baseline="0">
                <a:ln>
                  <a:noFill/>
                </a:ln>
                <a:solidFill>
                  <a:srgbClr val="FFFFFF"/>
                </a:solidFill>
                <a:effectLst/>
                <a:latin typeface="Courier New" panose="02070309020205020404" pitchFamily="49" charset="0"/>
                <a:cs typeface="Courier New" panose="02070309020205020404" pitchFamily="49" charset="0"/>
              </a:rPr>
              <a:t> </a:t>
            </a:r>
            <a:r>
              <a:rPr kumimoji="0" lang="en-US" altLang="en-US" sz="1000" b="0" i="0" u="none" strike="noStrike" cap="none" normalizeH="0" baseline="0">
                <a:ln>
                  <a:noFill/>
                </a:ln>
                <a:solidFill>
                  <a:srgbClr val="4994FF"/>
                </a:solidFill>
                <a:effectLst/>
                <a:latin typeface="Courier New" panose="02070309020205020404" pitchFamily="49" charset="0"/>
                <a:cs typeface="Courier New" panose="02070309020205020404" pitchFamily="49" charset="0"/>
              </a:rPr>
              <a:t>switch</a:t>
            </a:r>
            <a:r>
              <a:rPr kumimoji="0" lang="en-US" altLang="en-US" sz="1000" b="0" i="0" u="none" strike="noStrike" cap="none" normalizeH="0" baseline="0">
                <a:ln>
                  <a:noFill/>
                </a:ln>
                <a:solidFill>
                  <a:srgbClr val="FFFFFF"/>
                </a:solidFill>
                <a:effectLst/>
                <a:latin typeface="Courier New" panose="02070309020205020404" pitchFamily="49" charset="0"/>
                <a:cs typeface="Courier New" panose="02070309020205020404" pitchFamily="49" charset="0"/>
              </a:rPr>
              <a:t> </a:t>
            </a:r>
            <a:r>
              <a:rPr kumimoji="0" lang="en-US" altLang="en-US" sz="1000" b="0" i="0" u="none" strike="noStrike" cap="none" normalizeH="0" baseline="0">
                <a:ln>
                  <a:noFill/>
                </a:ln>
                <a:solidFill>
                  <a:srgbClr val="EFF2FB"/>
                </a:solidFill>
                <a:effectLst/>
                <a:latin typeface="Courier New" panose="02070309020205020404" pitchFamily="49" charset="0"/>
                <a:cs typeface="Courier New" panose="02070309020205020404" pitchFamily="49" charset="0"/>
              </a:rPr>
              <a:t>(</a:t>
            </a:r>
            <a:r>
              <a:rPr kumimoji="0" lang="en-US" altLang="en-US" sz="1000" b="0" i="0" u="none" strike="noStrike" cap="none" normalizeH="0" baseline="0">
                <a:ln>
                  <a:noFill/>
                </a:ln>
                <a:solidFill>
                  <a:srgbClr val="FFFFFF"/>
                </a:solidFill>
                <a:effectLst/>
                <a:latin typeface="Courier New" panose="02070309020205020404" pitchFamily="49" charset="0"/>
                <a:cs typeface="Courier New" panose="02070309020205020404" pitchFamily="49" charset="0"/>
              </a:rPr>
              <a:t>day</a:t>
            </a:r>
            <a:r>
              <a:rPr kumimoji="0" lang="en-US" altLang="en-US" sz="1000" b="0" i="0" u="none" strike="noStrike" cap="none" normalizeH="0" baseline="0">
                <a:ln>
                  <a:noFill/>
                </a:ln>
                <a:solidFill>
                  <a:srgbClr val="EFF2FB"/>
                </a:solidFill>
                <a:effectLst/>
                <a:latin typeface="Courier New" panose="02070309020205020404" pitchFamily="49" charset="0"/>
                <a:cs typeface="Courier New" panose="02070309020205020404" pitchFamily="49" charset="0"/>
              </a:rPr>
              <a:t>)</a:t>
            </a:r>
            <a:r>
              <a:rPr kumimoji="0" lang="en-US" altLang="en-US" sz="1000" b="0" i="0" u="none" strike="noStrike" cap="none" normalizeH="0" baseline="0">
                <a:ln>
                  <a:noFill/>
                </a:ln>
                <a:solidFill>
                  <a:srgbClr val="FFFFFF"/>
                </a:solidFill>
                <a:effectLst/>
                <a:latin typeface="Courier New" panose="02070309020205020404" pitchFamily="49" charset="0"/>
                <a:cs typeface="Courier New" panose="02070309020205020404" pitchFamily="49" charset="0"/>
              </a:rPr>
              <a:t> </a:t>
            </a:r>
            <a:r>
              <a:rPr kumimoji="0" lang="en-US" altLang="en-US" sz="1000" b="0" i="0" u="none" strike="noStrike" cap="none" normalizeH="0" baseline="0">
                <a:ln>
                  <a:noFill/>
                </a:ln>
                <a:solidFill>
                  <a:srgbClr val="EFF2FB"/>
                </a:solidFill>
                <a:effectLst/>
                <a:latin typeface="Courier New" panose="02070309020205020404" pitchFamily="49" charset="0"/>
                <a:cs typeface="Courier New" panose="02070309020205020404" pitchFamily="49" charset="0"/>
              </a:rPr>
              <a:t>{</a:t>
            </a:r>
            <a:r>
              <a:rPr kumimoji="0" lang="en-US" altLang="en-US" sz="1000" b="0" i="0" u="none" strike="noStrike" cap="none" normalizeH="0" baseline="0">
                <a:ln>
                  <a:noFill/>
                </a:ln>
                <a:solidFill>
                  <a:srgbClr val="FFFFFF"/>
                </a:solidFill>
                <a:effectLst/>
                <a:latin typeface="Courier New" panose="02070309020205020404" pitchFamily="49" charset="0"/>
                <a:cs typeface="Courier New" panose="02070309020205020404" pitchFamily="49" charset="0"/>
              </a:rPr>
              <a:t> </a:t>
            </a:r>
            <a:r>
              <a:rPr kumimoji="0" lang="en-US" altLang="en-US" sz="1000" b="0" i="0" u="none" strike="noStrike" cap="none" normalizeH="0" baseline="0">
                <a:ln>
                  <a:noFill/>
                </a:ln>
                <a:solidFill>
                  <a:srgbClr val="4994FF"/>
                </a:solidFill>
                <a:effectLst/>
                <a:latin typeface="Courier New" panose="02070309020205020404" pitchFamily="49" charset="0"/>
                <a:cs typeface="Courier New" panose="02070309020205020404" pitchFamily="49" charset="0"/>
              </a:rPr>
              <a:t>case</a:t>
            </a:r>
            <a:r>
              <a:rPr kumimoji="0" lang="en-US" altLang="en-US" sz="1000" b="0" i="0" u="none" strike="noStrike" cap="none" normalizeH="0" baseline="0">
                <a:ln>
                  <a:noFill/>
                </a:ln>
                <a:solidFill>
                  <a:srgbClr val="FFFFFF"/>
                </a:solidFill>
                <a:effectLst/>
                <a:latin typeface="Courier New" panose="02070309020205020404" pitchFamily="49" charset="0"/>
                <a:cs typeface="Courier New" panose="02070309020205020404" pitchFamily="49" charset="0"/>
              </a:rPr>
              <a:t> </a:t>
            </a:r>
            <a:r>
              <a:rPr kumimoji="0" lang="en-US" altLang="en-US" sz="1000" b="0" i="0" u="none" strike="noStrike" cap="none" normalizeH="0" baseline="0">
                <a:ln>
                  <a:noFill/>
                </a:ln>
                <a:solidFill>
                  <a:srgbClr val="29E3AB"/>
                </a:solidFill>
                <a:effectLst/>
                <a:latin typeface="Courier New" panose="02070309020205020404" pitchFamily="49" charset="0"/>
                <a:cs typeface="Courier New" panose="02070309020205020404" pitchFamily="49" charset="0"/>
              </a:rPr>
              <a:t>"M"</a:t>
            </a:r>
            <a:r>
              <a:rPr kumimoji="0" lang="en-US" altLang="en-US" sz="1000" b="0" i="0" u="none" strike="noStrike" cap="none" normalizeH="0" baseline="0">
                <a:ln>
                  <a:noFill/>
                </a:ln>
                <a:solidFill>
                  <a:srgbClr val="EFF2FB"/>
                </a:solidFill>
                <a:effectLst/>
                <a:latin typeface="Courier New" panose="02070309020205020404" pitchFamily="49" charset="0"/>
                <a:cs typeface="Courier New" panose="02070309020205020404" pitchFamily="49" charset="0"/>
              </a:rPr>
              <a:t>,</a:t>
            </a:r>
            <a:r>
              <a:rPr kumimoji="0" lang="en-US" altLang="en-US" sz="1000" b="0" i="0" u="none" strike="noStrike" cap="none" normalizeH="0" baseline="0">
                <a:ln>
                  <a:noFill/>
                </a:ln>
                <a:solidFill>
                  <a:srgbClr val="FFFFFF"/>
                </a:solidFill>
                <a:effectLst/>
                <a:latin typeface="Courier New" panose="02070309020205020404" pitchFamily="49" charset="0"/>
                <a:cs typeface="Courier New" panose="02070309020205020404" pitchFamily="49" charset="0"/>
              </a:rPr>
              <a:t> </a:t>
            </a:r>
            <a:r>
              <a:rPr kumimoji="0" lang="en-US" altLang="en-US" sz="1000" b="0" i="0" u="none" strike="noStrike" cap="none" normalizeH="0" baseline="0">
                <a:ln>
                  <a:noFill/>
                </a:ln>
                <a:solidFill>
                  <a:srgbClr val="29E3AB"/>
                </a:solidFill>
                <a:effectLst/>
                <a:latin typeface="Courier New" panose="02070309020205020404" pitchFamily="49" charset="0"/>
                <a:cs typeface="Courier New" panose="02070309020205020404" pitchFamily="49" charset="0"/>
              </a:rPr>
              <a:t>"W"</a:t>
            </a:r>
            <a:r>
              <a:rPr kumimoji="0" lang="en-US" altLang="en-US" sz="1000" b="0" i="0" u="none" strike="noStrike" cap="none" normalizeH="0" baseline="0">
                <a:ln>
                  <a:noFill/>
                </a:ln>
                <a:solidFill>
                  <a:srgbClr val="EFF2FB"/>
                </a:solidFill>
                <a:effectLst/>
                <a:latin typeface="Courier New" panose="02070309020205020404" pitchFamily="49" charset="0"/>
                <a:cs typeface="Courier New" panose="02070309020205020404" pitchFamily="49" charset="0"/>
              </a:rPr>
              <a:t>,</a:t>
            </a:r>
            <a:r>
              <a:rPr kumimoji="0" lang="en-US" altLang="en-US" sz="1000" b="0" i="0" u="none" strike="noStrike" cap="none" normalizeH="0" baseline="0">
                <a:ln>
                  <a:noFill/>
                </a:ln>
                <a:solidFill>
                  <a:srgbClr val="FFFFFF"/>
                </a:solidFill>
                <a:effectLst/>
                <a:latin typeface="Courier New" panose="02070309020205020404" pitchFamily="49" charset="0"/>
                <a:cs typeface="Courier New" panose="02070309020205020404" pitchFamily="49" charset="0"/>
              </a:rPr>
              <a:t> </a:t>
            </a:r>
            <a:r>
              <a:rPr kumimoji="0" lang="en-US" altLang="en-US" sz="1000" b="0" i="0" u="none" strike="noStrike" cap="none" normalizeH="0" baseline="0">
                <a:ln>
                  <a:noFill/>
                </a:ln>
                <a:solidFill>
                  <a:srgbClr val="29E3AB"/>
                </a:solidFill>
                <a:effectLst/>
                <a:latin typeface="Courier New" panose="02070309020205020404" pitchFamily="49" charset="0"/>
                <a:cs typeface="Courier New" panose="02070309020205020404" pitchFamily="49" charset="0"/>
              </a:rPr>
              <a:t>"F"</a:t>
            </a:r>
            <a:r>
              <a:rPr kumimoji="0" lang="en-US" altLang="en-US" sz="1000" b="0" i="0" u="none" strike="noStrike" cap="none" normalizeH="0" baseline="0">
                <a:ln>
                  <a:noFill/>
                </a:ln>
                <a:solidFill>
                  <a:srgbClr val="FFFFFF"/>
                </a:solidFill>
                <a:effectLst/>
                <a:latin typeface="Courier New" panose="02070309020205020404" pitchFamily="49" charset="0"/>
                <a:cs typeface="Courier New" panose="02070309020205020404" pitchFamily="49" charset="0"/>
              </a:rPr>
              <a:t> </a:t>
            </a:r>
            <a:r>
              <a:rPr kumimoji="0" lang="en-US" altLang="en-US" sz="1000" b="0" i="0" u="none" strike="noStrike" cap="none" normalizeH="0" baseline="0">
                <a:ln>
                  <a:noFill/>
                </a:ln>
                <a:solidFill>
                  <a:srgbClr val="EFF2FB"/>
                </a:solidFill>
                <a:effectLst/>
                <a:latin typeface="Courier New" panose="02070309020205020404" pitchFamily="49" charset="0"/>
                <a:cs typeface="Courier New" panose="02070309020205020404" pitchFamily="49" charset="0"/>
              </a:rPr>
              <a:t>-&gt;</a:t>
            </a:r>
            <a:r>
              <a:rPr kumimoji="0" lang="en-US" altLang="en-US" sz="1000" b="0" i="0" u="none" strike="noStrike" cap="none" normalizeH="0" baseline="0">
                <a:ln>
                  <a:noFill/>
                </a:ln>
                <a:solidFill>
                  <a:srgbClr val="FFFFFF"/>
                </a:solidFill>
                <a:effectLst/>
                <a:latin typeface="Courier New" panose="02070309020205020404" pitchFamily="49" charset="0"/>
                <a:cs typeface="Courier New" panose="02070309020205020404" pitchFamily="49" charset="0"/>
              </a:rPr>
              <a:t> </a:t>
            </a:r>
            <a:r>
              <a:rPr kumimoji="0" lang="en-US" altLang="en-US" sz="1000" b="0" i="0" u="none" strike="noStrike" cap="none" normalizeH="0" baseline="0">
                <a:ln>
                  <a:noFill/>
                </a:ln>
                <a:solidFill>
                  <a:srgbClr val="29E3AB"/>
                </a:solidFill>
                <a:effectLst/>
                <a:latin typeface="Courier New" panose="02070309020205020404" pitchFamily="49" charset="0"/>
                <a:cs typeface="Courier New" panose="02070309020205020404" pitchFamily="49" charset="0"/>
              </a:rPr>
              <a:t>"MWF"</a:t>
            </a:r>
            <a:r>
              <a:rPr kumimoji="0" lang="en-US" altLang="en-US" sz="1000" b="0" i="0" u="none" strike="noStrike" cap="none" normalizeH="0" baseline="0">
                <a:ln>
                  <a:noFill/>
                </a:ln>
                <a:solidFill>
                  <a:srgbClr val="EFF2FB"/>
                </a:solidFill>
                <a:effectLst/>
                <a:latin typeface="Courier New" panose="02070309020205020404" pitchFamily="49" charset="0"/>
                <a:cs typeface="Courier New" panose="02070309020205020404" pitchFamily="49" charset="0"/>
              </a:rPr>
              <a:t>;</a:t>
            </a:r>
            <a:r>
              <a:rPr kumimoji="0" lang="en-US" altLang="en-US" sz="1000" b="0" i="0" u="none" strike="noStrike" cap="none" normalizeH="0" baseline="0">
                <a:ln>
                  <a:noFill/>
                </a:ln>
                <a:solidFill>
                  <a:srgbClr val="FFFFFF"/>
                </a:solidFill>
                <a:effectLst/>
                <a:latin typeface="Courier New" panose="02070309020205020404" pitchFamily="49" charset="0"/>
                <a:cs typeface="Courier New" panose="02070309020205020404" pitchFamily="49" charset="0"/>
              </a:rPr>
              <a:t> </a:t>
            </a:r>
            <a:r>
              <a:rPr kumimoji="0" lang="en-US" altLang="en-US" sz="1000" b="0" i="0" u="none" strike="noStrike" cap="none" normalizeH="0" baseline="0">
                <a:ln>
                  <a:noFill/>
                </a:ln>
                <a:solidFill>
                  <a:srgbClr val="4994FF"/>
                </a:solidFill>
                <a:effectLst/>
                <a:latin typeface="Courier New" panose="02070309020205020404" pitchFamily="49" charset="0"/>
                <a:cs typeface="Courier New" panose="02070309020205020404" pitchFamily="49" charset="0"/>
              </a:rPr>
              <a:t>case</a:t>
            </a:r>
            <a:r>
              <a:rPr kumimoji="0" lang="en-US" altLang="en-US" sz="1000" b="0" i="0" u="none" strike="noStrike" cap="none" normalizeH="0" baseline="0">
                <a:ln>
                  <a:noFill/>
                </a:ln>
                <a:solidFill>
                  <a:srgbClr val="FFFFFF"/>
                </a:solidFill>
                <a:effectLst/>
                <a:latin typeface="Courier New" panose="02070309020205020404" pitchFamily="49" charset="0"/>
                <a:cs typeface="Courier New" panose="02070309020205020404" pitchFamily="49" charset="0"/>
              </a:rPr>
              <a:t> </a:t>
            </a:r>
            <a:r>
              <a:rPr kumimoji="0" lang="en-US" altLang="en-US" sz="1000" b="0" i="0" u="none" strike="noStrike" cap="none" normalizeH="0" baseline="0">
                <a:ln>
                  <a:noFill/>
                </a:ln>
                <a:solidFill>
                  <a:srgbClr val="29E3AB"/>
                </a:solidFill>
                <a:effectLst/>
                <a:latin typeface="Courier New" panose="02070309020205020404" pitchFamily="49" charset="0"/>
                <a:cs typeface="Courier New" panose="02070309020205020404" pitchFamily="49" charset="0"/>
              </a:rPr>
              <a:t>"T"</a:t>
            </a:r>
            <a:r>
              <a:rPr kumimoji="0" lang="en-US" altLang="en-US" sz="1000" b="0" i="0" u="none" strike="noStrike" cap="none" normalizeH="0" baseline="0">
                <a:ln>
                  <a:noFill/>
                </a:ln>
                <a:solidFill>
                  <a:srgbClr val="EFF2FB"/>
                </a:solidFill>
                <a:effectLst/>
                <a:latin typeface="Courier New" panose="02070309020205020404" pitchFamily="49" charset="0"/>
                <a:cs typeface="Courier New" panose="02070309020205020404" pitchFamily="49" charset="0"/>
              </a:rPr>
              <a:t>,</a:t>
            </a:r>
            <a:r>
              <a:rPr kumimoji="0" lang="en-US" altLang="en-US" sz="1000" b="0" i="0" u="none" strike="noStrike" cap="none" normalizeH="0" baseline="0">
                <a:ln>
                  <a:noFill/>
                </a:ln>
                <a:solidFill>
                  <a:srgbClr val="FFFFFF"/>
                </a:solidFill>
                <a:effectLst/>
                <a:latin typeface="Courier New" panose="02070309020205020404" pitchFamily="49" charset="0"/>
                <a:cs typeface="Courier New" panose="02070309020205020404" pitchFamily="49" charset="0"/>
              </a:rPr>
              <a:t> </a:t>
            </a:r>
            <a:r>
              <a:rPr kumimoji="0" lang="en-US" altLang="en-US" sz="1000" b="0" i="0" u="none" strike="noStrike" cap="none" normalizeH="0" baseline="0">
                <a:ln>
                  <a:noFill/>
                </a:ln>
                <a:solidFill>
                  <a:srgbClr val="29E3AB"/>
                </a:solidFill>
                <a:effectLst/>
                <a:latin typeface="Courier New" panose="02070309020205020404" pitchFamily="49" charset="0"/>
                <a:cs typeface="Courier New" panose="02070309020205020404" pitchFamily="49" charset="0"/>
              </a:rPr>
              <a:t>"TH"</a:t>
            </a:r>
            <a:r>
              <a:rPr kumimoji="0" lang="en-US" altLang="en-US" sz="1000" b="0" i="0" u="none" strike="noStrike" cap="none" normalizeH="0" baseline="0">
                <a:ln>
                  <a:noFill/>
                </a:ln>
                <a:solidFill>
                  <a:srgbClr val="EFF2FB"/>
                </a:solidFill>
                <a:effectLst/>
                <a:latin typeface="Courier New" panose="02070309020205020404" pitchFamily="49" charset="0"/>
                <a:cs typeface="Courier New" panose="02070309020205020404" pitchFamily="49" charset="0"/>
              </a:rPr>
              <a:t>,</a:t>
            </a:r>
            <a:r>
              <a:rPr kumimoji="0" lang="en-US" altLang="en-US" sz="1000" b="0" i="0" u="none" strike="noStrike" cap="none" normalizeH="0" baseline="0">
                <a:ln>
                  <a:noFill/>
                </a:ln>
                <a:solidFill>
                  <a:srgbClr val="FFFFFF"/>
                </a:solidFill>
                <a:effectLst/>
                <a:latin typeface="Courier New" panose="02070309020205020404" pitchFamily="49" charset="0"/>
                <a:cs typeface="Courier New" panose="02070309020205020404" pitchFamily="49" charset="0"/>
              </a:rPr>
              <a:t> </a:t>
            </a:r>
            <a:r>
              <a:rPr kumimoji="0" lang="en-US" altLang="en-US" sz="1000" b="0" i="0" u="none" strike="noStrike" cap="none" normalizeH="0" baseline="0">
                <a:ln>
                  <a:noFill/>
                </a:ln>
                <a:solidFill>
                  <a:srgbClr val="29E3AB"/>
                </a:solidFill>
                <a:effectLst/>
                <a:latin typeface="Courier New" panose="02070309020205020404" pitchFamily="49" charset="0"/>
                <a:cs typeface="Courier New" panose="02070309020205020404" pitchFamily="49" charset="0"/>
              </a:rPr>
              <a:t>"S"</a:t>
            </a:r>
            <a:r>
              <a:rPr kumimoji="0" lang="en-US" altLang="en-US" sz="1000" b="0" i="0" u="none" strike="noStrike" cap="none" normalizeH="0" baseline="0">
                <a:ln>
                  <a:noFill/>
                </a:ln>
                <a:solidFill>
                  <a:srgbClr val="FFFFFF"/>
                </a:solidFill>
                <a:effectLst/>
                <a:latin typeface="Courier New" panose="02070309020205020404" pitchFamily="49" charset="0"/>
                <a:cs typeface="Courier New" panose="02070309020205020404" pitchFamily="49" charset="0"/>
              </a:rPr>
              <a:t> </a:t>
            </a:r>
            <a:r>
              <a:rPr kumimoji="0" lang="en-US" altLang="en-US" sz="1000" b="0" i="0" u="none" strike="noStrike" cap="none" normalizeH="0" baseline="0">
                <a:ln>
                  <a:noFill/>
                </a:ln>
                <a:solidFill>
                  <a:srgbClr val="EFF2FB"/>
                </a:solidFill>
                <a:effectLst/>
                <a:latin typeface="Courier New" panose="02070309020205020404" pitchFamily="49" charset="0"/>
                <a:cs typeface="Courier New" panose="02070309020205020404" pitchFamily="49" charset="0"/>
              </a:rPr>
              <a:t>-&gt;</a:t>
            </a:r>
            <a:r>
              <a:rPr kumimoji="0" lang="en-US" altLang="en-US" sz="1000" b="0" i="0" u="none" strike="noStrike" cap="none" normalizeH="0" baseline="0">
                <a:ln>
                  <a:noFill/>
                </a:ln>
                <a:solidFill>
                  <a:srgbClr val="FFFFFF"/>
                </a:solidFill>
                <a:effectLst/>
                <a:latin typeface="Courier New" panose="02070309020205020404" pitchFamily="49" charset="0"/>
                <a:cs typeface="Courier New" panose="02070309020205020404" pitchFamily="49" charset="0"/>
              </a:rPr>
              <a:t> </a:t>
            </a:r>
            <a:r>
              <a:rPr kumimoji="0" lang="en-US" altLang="en-US" sz="1000" b="0" i="0" u="none" strike="noStrike" cap="none" normalizeH="0" baseline="0">
                <a:ln>
                  <a:noFill/>
                </a:ln>
                <a:solidFill>
                  <a:srgbClr val="29E3AB"/>
                </a:solidFill>
                <a:effectLst/>
                <a:latin typeface="Courier New" panose="02070309020205020404" pitchFamily="49" charset="0"/>
                <a:cs typeface="Courier New" panose="02070309020205020404" pitchFamily="49" charset="0"/>
              </a:rPr>
              <a:t>"TTS"</a:t>
            </a:r>
            <a:r>
              <a:rPr kumimoji="0" lang="en-US" altLang="en-US" sz="1000" b="0" i="0" u="none" strike="noStrike" cap="none" normalizeH="0" baseline="0">
                <a:ln>
                  <a:noFill/>
                </a:ln>
                <a:solidFill>
                  <a:srgbClr val="EFF2FB"/>
                </a:solidFill>
                <a:effectLst/>
                <a:latin typeface="Courier New" panose="02070309020205020404" pitchFamily="49" charset="0"/>
                <a:cs typeface="Courier New" panose="02070309020205020404" pitchFamily="49" charset="0"/>
              </a:rPr>
              <a:t>;</a:t>
            </a:r>
            <a:r>
              <a:rPr kumimoji="0" lang="en-US" altLang="en-US" sz="1000" b="0" i="0" u="none" strike="noStrike" cap="none" normalizeH="0" baseline="0">
                <a:ln>
                  <a:noFill/>
                </a:ln>
                <a:solidFill>
                  <a:srgbClr val="FFFFFF"/>
                </a:solidFill>
                <a:effectLst/>
                <a:latin typeface="Courier New" panose="02070309020205020404" pitchFamily="49" charset="0"/>
                <a:cs typeface="Courier New" panose="02070309020205020404" pitchFamily="49" charset="0"/>
              </a:rPr>
              <a:t> </a:t>
            </a:r>
            <a:r>
              <a:rPr kumimoji="0" lang="en-US" altLang="en-US" sz="1000" b="0" i="0" u="none" strike="noStrike" cap="none" normalizeH="0" baseline="0">
                <a:ln>
                  <a:noFill/>
                </a:ln>
                <a:solidFill>
                  <a:srgbClr val="4994FF"/>
                </a:solidFill>
                <a:effectLst/>
                <a:latin typeface="Courier New" panose="02070309020205020404" pitchFamily="49" charset="0"/>
                <a:cs typeface="Courier New" panose="02070309020205020404" pitchFamily="49" charset="0"/>
              </a:rPr>
              <a:t>default</a:t>
            </a:r>
            <a:r>
              <a:rPr kumimoji="0" lang="en-US" altLang="en-US" sz="1000" b="0" i="0" u="none" strike="noStrike" cap="none" normalizeH="0" baseline="0">
                <a:ln>
                  <a:noFill/>
                </a:ln>
                <a:solidFill>
                  <a:srgbClr val="FFFFFF"/>
                </a:solidFill>
                <a:effectLst/>
                <a:latin typeface="Courier New" panose="02070309020205020404" pitchFamily="49" charset="0"/>
                <a:cs typeface="Courier New" panose="02070309020205020404" pitchFamily="49" charset="0"/>
              </a:rPr>
              <a:t> </a:t>
            </a:r>
            <a:r>
              <a:rPr kumimoji="0" lang="en-US" altLang="en-US" sz="1000" b="0" i="0" u="none" strike="noStrike" cap="none" normalizeH="0" baseline="0">
                <a:ln>
                  <a:noFill/>
                </a:ln>
                <a:solidFill>
                  <a:srgbClr val="EFF2FB"/>
                </a:solidFill>
                <a:effectLst/>
                <a:latin typeface="Courier New" panose="02070309020205020404" pitchFamily="49" charset="0"/>
                <a:cs typeface="Courier New" panose="02070309020205020404" pitchFamily="49" charset="0"/>
              </a:rPr>
              <a:t>-&gt;</a:t>
            </a:r>
            <a:r>
              <a:rPr kumimoji="0" lang="en-US" altLang="en-US" sz="1000" b="0" i="0" u="none" strike="noStrike" cap="none" normalizeH="0" baseline="0">
                <a:ln>
                  <a:noFill/>
                </a:ln>
                <a:solidFill>
                  <a:srgbClr val="FFFFFF"/>
                </a:solidFill>
                <a:effectLst/>
                <a:latin typeface="Courier New" panose="02070309020205020404" pitchFamily="49" charset="0"/>
                <a:cs typeface="Courier New" panose="02070309020205020404" pitchFamily="49" charset="0"/>
              </a:rPr>
              <a:t> </a:t>
            </a:r>
            <a:r>
              <a:rPr kumimoji="0" lang="en-US" altLang="en-US" sz="1000" b="0" i="0" u="none" strike="noStrike" cap="none" normalizeH="0" baseline="0">
                <a:ln>
                  <a:noFill/>
                </a:ln>
                <a:solidFill>
                  <a:srgbClr val="EFF2FB"/>
                </a:solidFill>
                <a:effectLst/>
                <a:latin typeface="Courier New" panose="02070309020205020404" pitchFamily="49" charset="0"/>
                <a:cs typeface="Courier New" panose="02070309020205020404" pitchFamily="49" charset="0"/>
              </a:rPr>
              <a:t>{</a:t>
            </a:r>
            <a:r>
              <a:rPr kumimoji="0" lang="en-US" altLang="en-US" sz="1000" b="0" i="0" u="none" strike="noStrike" cap="none" normalizeH="0" baseline="0">
                <a:ln>
                  <a:noFill/>
                </a:ln>
                <a:solidFill>
                  <a:srgbClr val="FFFFFF"/>
                </a:solidFill>
                <a:effectLst/>
                <a:latin typeface="Courier New" panose="02070309020205020404" pitchFamily="49" charset="0"/>
                <a:cs typeface="Courier New" panose="02070309020205020404" pitchFamily="49" charset="0"/>
              </a:rPr>
              <a:t> </a:t>
            </a:r>
            <a:r>
              <a:rPr kumimoji="0" lang="en-US" altLang="en-US" sz="1000" b="0" i="0" u="none" strike="noStrike" cap="none" normalizeH="0" baseline="0">
                <a:ln>
                  <a:noFill/>
                </a:ln>
                <a:solidFill>
                  <a:srgbClr val="4994FF"/>
                </a:solidFill>
                <a:effectLst/>
                <a:latin typeface="Courier New" panose="02070309020205020404" pitchFamily="49" charset="0"/>
                <a:cs typeface="Courier New" panose="02070309020205020404" pitchFamily="49" charset="0"/>
              </a:rPr>
              <a:t>if</a:t>
            </a:r>
            <a:r>
              <a:rPr kumimoji="0" lang="en-US" altLang="en-US" sz="1000" b="0" i="0" u="none" strike="noStrike" cap="none" normalizeH="0" baseline="0">
                <a:ln>
                  <a:noFill/>
                </a:ln>
                <a:solidFill>
                  <a:srgbClr val="EFF2FB"/>
                </a:solidFill>
                <a:effectLst/>
                <a:latin typeface="Courier New" panose="02070309020205020404" pitchFamily="49" charset="0"/>
                <a:cs typeface="Courier New" panose="02070309020205020404" pitchFamily="49" charset="0"/>
              </a:rPr>
              <a:t>(</a:t>
            </a:r>
            <a:r>
              <a:rPr kumimoji="0" lang="en-US" altLang="en-US" sz="1000" b="0" i="0" u="none" strike="noStrike" cap="none" normalizeH="0" baseline="0">
                <a:ln>
                  <a:noFill/>
                </a:ln>
                <a:solidFill>
                  <a:srgbClr val="FFFFFF"/>
                </a:solidFill>
                <a:effectLst/>
                <a:latin typeface="Courier New" panose="02070309020205020404" pitchFamily="49" charset="0"/>
                <a:cs typeface="Courier New" panose="02070309020205020404" pitchFamily="49" charset="0"/>
              </a:rPr>
              <a:t>day</a:t>
            </a:r>
            <a:r>
              <a:rPr kumimoji="0" lang="en-US" altLang="en-US" sz="1000" b="0" i="0" u="none" strike="noStrike" cap="none" normalizeH="0" baseline="0">
                <a:ln>
                  <a:noFill/>
                </a:ln>
                <a:solidFill>
                  <a:srgbClr val="EFF2FB"/>
                </a:solidFill>
                <a:effectLst/>
                <a:latin typeface="Courier New" panose="02070309020205020404" pitchFamily="49" charset="0"/>
                <a:cs typeface="Courier New" panose="02070309020205020404" pitchFamily="49" charset="0"/>
              </a:rPr>
              <a:t>.</a:t>
            </a:r>
            <a:r>
              <a:rPr kumimoji="0" lang="en-US" altLang="en-US" sz="1000" b="0" i="0" u="none" strike="noStrike" cap="none" normalizeH="0" baseline="0">
                <a:ln>
                  <a:noFill/>
                </a:ln>
                <a:solidFill>
                  <a:srgbClr val="FF4084"/>
                </a:solidFill>
                <a:effectLst/>
                <a:latin typeface="Courier New" panose="02070309020205020404" pitchFamily="49" charset="0"/>
                <a:cs typeface="Courier New" panose="02070309020205020404" pitchFamily="49" charset="0"/>
              </a:rPr>
              <a:t>isEmpty</a:t>
            </a:r>
            <a:r>
              <a:rPr kumimoji="0" lang="en-US" altLang="en-US" sz="1000" b="0" i="0" u="none" strike="noStrike" cap="none" normalizeH="0" baseline="0">
                <a:ln>
                  <a:noFill/>
                </a:ln>
                <a:solidFill>
                  <a:srgbClr val="EFF2FB"/>
                </a:solidFill>
                <a:effectLst/>
                <a:latin typeface="Courier New" panose="02070309020205020404" pitchFamily="49" charset="0"/>
                <a:cs typeface="Courier New" panose="02070309020205020404" pitchFamily="49" charset="0"/>
              </a:rPr>
              <a:t>())</a:t>
            </a:r>
            <a:r>
              <a:rPr kumimoji="0" lang="en-US" altLang="en-US" sz="1000" b="0" i="0" u="none" strike="noStrike" cap="none" normalizeH="0" baseline="0">
                <a:ln>
                  <a:noFill/>
                </a:ln>
                <a:solidFill>
                  <a:srgbClr val="FFFFFF"/>
                </a:solidFill>
                <a:effectLst/>
                <a:latin typeface="Courier New" panose="02070309020205020404" pitchFamily="49" charset="0"/>
                <a:cs typeface="Courier New" panose="02070309020205020404" pitchFamily="49" charset="0"/>
              </a:rPr>
              <a:t> </a:t>
            </a:r>
            <a:r>
              <a:rPr kumimoji="0" lang="en-US" altLang="en-US" sz="1000" b="0" i="0" u="none" strike="noStrike" cap="none" normalizeH="0" baseline="0">
                <a:ln>
                  <a:noFill/>
                </a:ln>
                <a:solidFill>
                  <a:srgbClr val="4994FF"/>
                </a:solidFill>
                <a:effectLst/>
                <a:latin typeface="Courier New" panose="02070309020205020404" pitchFamily="49" charset="0"/>
                <a:cs typeface="Courier New" panose="02070309020205020404" pitchFamily="49" charset="0"/>
              </a:rPr>
              <a:t>yield</a:t>
            </a:r>
            <a:r>
              <a:rPr kumimoji="0" lang="en-US" altLang="en-US" sz="1000" b="0" i="0" u="none" strike="noStrike" cap="none" normalizeH="0" baseline="0">
                <a:ln>
                  <a:noFill/>
                </a:ln>
                <a:solidFill>
                  <a:srgbClr val="FFFFFF"/>
                </a:solidFill>
                <a:effectLst/>
                <a:latin typeface="Courier New" panose="02070309020205020404" pitchFamily="49" charset="0"/>
                <a:cs typeface="Courier New" panose="02070309020205020404" pitchFamily="49" charset="0"/>
              </a:rPr>
              <a:t> </a:t>
            </a:r>
            <a:r>
              <a:rPr kumimoji="0" lang="en-US" altLang="en-US" sz="1000" b="0" i="0" u="none" strike="noStrike" cap="none" normalizeH="0" baseline="0">
                <a:ln>
                  <a:noFill/>
                </a:ln>
                <a:solidFill>
                  <a:srgbClr val="29E3AB"/>
                </a:solidFill>
                <a:effectLst/>
                <a:latin typeface="Courier New" panose="02070309020205020404" pitchFamily="49" charset="0"/>
                <a:cs typeface="Courier New" panose="02070309020205020404" pitchFamily="49" charset="0"/>
              </a:rPr>
              <a:t>"Please insert a valid day."</a:t>
            </a:r>
            <a:r>
              <a:rPr kumimoji="0" lang="en-US" altLang="en-US" sz="1000" b="0" i="0" u="none" strike="noStrike" cap="none" normalizeH="0" baseline="0">
                <a:ln>
                  <a:noFill/>
                </a:ln>
                <a:solidFill>
                  <a:srgbClr val="EFF2FB"/>
                </a:solidFill>
                <a:effectLst/>
                <a:latin typeface="Courier New" panose="02070309020205020404" pitchFamily="49" charset="0"/>
                <a:cs typeface="Courier New" panose="02070309020205020404" pitchFamily="49" charset="0"/>
              </a:rPr>
              <a:t>;</a:t>
            </a:r>
            <a:r>
              <a:rPr kumimoji="0" lang="en-US" altLang="en-US" sz="1000" b="0" i="0" u="none" strike="noStrike" cap="none" normalizeH="0" baseline="0">
                <a:ln>
                  <a:noFill/>
                </a:ln>
                <a:solidFill>
                  <a:srgbClr val="FFFFFF"/>
                </a:solidFill>
                <a:effectLst/>
                <a:latin typeface="Courier New" panose="02070309020205020404" pitchFamily="49" charset="0"/>
                <a:cs typeface="Courier New" panose="02070309020205020404" pitchFamily="49" charset="0"/>
              </a:rPr>
              <a:t> </a:t>
            </a:r>
            <a:r>
              <a:rPr kumimoji="0" lang="en-US" altLang="en-US" sz="1000" b="0" i="0" u="none" strike="noStrike" cap="none" normalizeH="0" baseline="0">
                <a:ln>
                  <a:noFill/>
                </a:ln>
                <a:solidFill>
                  <a:srgbClr val="4994FF"/>
                </a:solidFill>
                <a:effectLst/>
                <a:latin typeface="Courier New" panose="02070309020205020404" pitchFamily="49" charset="0"/>
                <a:cs typeface="Courier New" panose="02070309020205020404" pitchFamily="49" charset="0"/>
              </a:rPr>
              <a:t>else</a:t>
            </a:r>
            <a:r>
              <a:rPr kumimoji="0" lang="en-US" altLang="en-US" sz="1000" b="0" i="0" u="none" strike="noStrike" cap="none" normalizeH="0" baseline="0">
                <a:ln>
                  <a:noFill/>
                </a:ln>
                <a:solidFill>
                  <a:srgbClr val="FFFFFF"/>
                </a:solidFill>
                <a:effectLst/>
                <a:latin typeface="Courier New" panose="02070309020205020404" pitchFamily="49" charset="0"/>
                <a:cs typeface="Courier New" panose="02070309020205020404" pitchFamily="49" charset="0"/>
              </a:rPr>
              <a:t> </a:t>
            </a:r>
            <a:r>
              <a:rPr kumimoji="0" lang="en-US" altLang="en-US" sz="1000" b="0" i="0" u="none" strike="noStrike" cap="none" normalizeH="0" baseline="0">
                <a:ln>
                  <a:noFill/>
                </a:ln>
                <a:solidFill>
                  <a:srgbClr val="4994FF"/>
                </a:solidFill>
                <a:effectLst/>
                <a:latin typeface="Courier New" panose="02070309020205020404" pitchFamily="49" charset="0"/>
                <a:cs typeface="Courier New" panose="02070309020205020404" pitchFamily="49" charset="0"/>
              </a:rPr>
              <a:t>yield</a:t>
            </a:r>
            <a:r>
              <a:rPr kumimoji="0" lang="en-US" altLang="en-US" sz="1000" b="0" i="0" u="none" strike="noStrike" cap="none" normalizeH="0" baseline="0">
                <a:ln>
                  <a:noFill/>
                </a:ln>
                <a:solidFill>
                  <a:srgbClr val="FFFFFF"/>
                </a:solidFill>
                <a:effectLst/>
                <a:latin typeface="Courier New" panose="02070309020205020404" pitchFamily="49" charset="0"/>
                <a:cs typeface="Courier New" panose="02070309020205020404" pitchFamily="49" charset="0"/>
              </a:rPr>
              <a:t> </a:t>
            </a:r>
            <a:r>
              <a:rPr kumimoji="0" lang="en-US" altLang="en-US" sz="1000" b="0" i="0" u="none" strike="noStrike" cap="none" normalizeH="0" baseline="0">
                <a:ln>
                  <a:noFill/>
                </a:ln>
                <a:solidFill>
                  <a:srgbClr val="29E3AB"/>
                </a:solidFill>
                <a:effectLst/>
                <a:latin typeface="Courier New" panose="02070309020205020404" pitchFamily="49" charset="0"/>
                <a:cs typeface="Courier New" panose="02070309020205020404" pitchFamily="49" charset="0"/>
              </a:rPr>
              <a:t>"Looks like a Sunday."</a:t>
            </a:r>
            <a:r>
              <a:rPr kumimoji="0" lang="en-US" altLang="en-US" sz="1000" b="0" i="0" u="none" strike="noStrike" cap="none" normalizeH="0" baseline="0">
                <a:ln>
                  <a:noFill/>
                </a:ln>
                <a:solidFill>
                  <a:srgbClr val="EFF2FB"/>
                </a:solidFill>
                <a:effectLst/>
                <a:latin typeface="Courier New" panose="02070309020205020404" pitchFamily="49" charset="0"/>
                <a:cs typeface="Courier New" panose="02070309020205020404" pitchFamily="49" charset="0"/>
              </a:rPr>
              <a:t>;</a:t>
            </a:r>
            <a:r>
              <a:rPr kumimoji="0" lang="en-US" altLang="en-US" sz="1000" b="0" i="0" u="none" strike="noStrike" cap="none" normalizeH="0" baseline="0">
                <a:ln>
                  <a:noFill/>
                </a:ln>
                <a:solidFill>
                  <a:srgbClr val="FFFFFF"/>
                </a:solidFill>
                <a:effectLst/>
                <a:latin typeface="Courier New" panose="02070309020205020404" pitchFamily="49" charset="0"/>
                <a:cs typeface="Courier New" panose="02070309020205020404" pitchFamily="49" charset="0"/>
              </a:rPr>
              <a:t> </a:t>
            </a:r>
            <a:r>
              <a:rPr kumimoji="0" lang="en-US" altLang="en-US" sz="1000" b="0" i="0" u="none" strike="noStrike" cap="none" normalizeH="0" baseline="0">
                <a:ln>
                  <a:noFill/>
                </a:ln>
                <a:solidFill>
                  <a:srgbClr val="EFF2FB"/>
                </a:solidFill>
                <a:effectLst/>
                <a:latin typeface="Courier New" panose="02070309020205020404" pitchFamily="49" charset="0"/>
                <a:cs typeface="Courier New" panose="02070309020205020404" pitchFamily="49" charset="0"/>
              </a:rPr>
              <a:t>}</a:t>
            </a:r>
            <a:r>
              <a:rPr kumimoji="0" lang="en-US" altLang="en-US" sz="1000" b="0" i="0" u="none" strike="noStrike" cap="none" normalizeH="0" baseline="0">
                <a:ln>
                  <a:noFill/>
                </a:ln>
                <a:solidFill>
                  <a:srgbClr val="FFFFFF"/>
                </a:solidFill>
                <a:effectLst/>
                <a:latin typeface="Courier New" panose="02070309020205020404" pitchFamily="49" charset="0"/>
                <a:cs typeface="Courier New" panose="02070309020205020404" pitchFamily="49" charset="0"/>
              </a:rPr>
              <a:t> </a:t>
            </a:r>
            <a:r>
              <a:rPr kumimoji="0" lang="en-US" altLang="en-US" sz="1000" b="0" i="0" u="none" strike="noStrike" cap="none" normalizeH="0" baseline="0">
                <a:ln>
                  <a:noFill/>
                </a:ln>
                <a:solidFill>
                  <a:srgbClr val="EFF2FB"/>
                </a:solidFill>
                <a:effectLst/>
                <a:latin typeface="Courier New" panose="02070309020205020404" pitchFamily="49" charset="0"/>
                <a:cs typeface="Courier New" panose="02070309020205020404" pitchFamily="49" charset="0"/>
              </a:rPr>
              <a:t>};</a:t>
            </a:r>
            <a:r>
              <a:rPr kumimoji="0" lang="en-US" altLang="en-US" sz="1000" b="0" i="0" u="none" strike="noStrike" cap="none" normalizeH="0" baseline="0">
                <a:ln>
                  <a:noFill/>
                </a:ln>
                <a:solidFill>
                  <a:srgbClr val="FFFFFF"/>
                </a:solidFill>
                <a:effectLst/>
                <a:latin typeface="Courier New" panose="02070309020205020404" pitchFamily="49" charset="0"/>
                <a:cs typeface="Courier New" panose="02070309020205020404" pitchFamily="49" charset="0"/>
              </a:rPr>
              <a:t> </a:t>
            </a:r>
            <a:r>
              <a:rPr kumimoji="0" lang="en-US" altLang="en-US" sz="1000" b="0" i="0" u="none" strike="noStrike" cap="none" normalizeH="0" baseline="0">
                <a:ln>
                  <a:noFill/>
                </a:ln>
                <a:solidFill>
                  <a:srgbClr val="FF4084"/>
                </a:solidFill>
                <a:effectLst/>
                <a:latin typeface="Courier New" panose="02070309020205020404" pitchFamily="49" charset="0"/>
                <a:cs typeface="Courier New" panose="02070309020205020404" pitchFamily="49" charset="0"/>
              </a:rPr>
              <a:t>System</a:t>
            </a:r>
            <a:r>
              <a:rPr kumimoji="0" lang="en-US" altLang="en-US" sz="1000" b="0" i="0" u="none" strike="noStrike" cap="none" normalizeH="0" baseline="0">
                <a:ln>
                  <a:noFill/>
                </a:ln>
                <a:solidFill>
                  <a:srgbClr val="EFF2FB"/>
                </a:solidFill>
                <a:effectLst/>
                <a:latin typeface="Courier New" panose="02070309020205020404" pitchFamily="49" charset="0"/>
                <a:cs typeface="Courier New" panose="02070309020205020404" pitchFamily="49" charset="0"/>
              </a:rPr>
              <a:t>.</a:t>
            </a:r>
            <a:r>
              <a:rPr kumimoji="0" lang="en-US" altLang="en-US" sz="1000" b="0" i="0" u="none" strike="noStrike" cap="none" normalizeH="0" baseline="0">
                <a:ln>
                  <a:noFill/>
                </a:ln>
                <a:solidFill>
                  <a:srgbClr val="FFFFFF"/>
                </a:solidFill>
                <a:effectLst/>
                <a:latin typeface="Courier New" panose="02070309020205020404" pitchFamily="49" charset="0"/>
                <a:cs typeface="Courier New" panose="02070309020205020404" pitchFamily="49" charset="0"/>
              </a:rPr>
              <a:t>out</a:t>
            </a:r>
            <a:r>
              <a:rPr kumimoji="0" lang="en-US" altLang="en-US" sz="1000" b="0" i="0" u="none" strike="noStrike" cap="none" normalizeH="0" baseline="0">
                <a:ln>
                  <a:noFill/>
                </a:ln>
                <a:solidFill>
                  <a:srgbClr val="EFF2FB"/>
                </a:solidFill>
                <a:effectLst/>
                <a:latin typeface="Courier New" panose="02070309020205020404" pitchFamily="49" charset="0"/>
                <a:cs typeface="Courier New" panose="02070309020205020404" pitchFamily="49" charset="0"/>
              </a:rPr>
              <a:t>.</a:t>
            </a:r>
            <a:r>
              <a:rPr kumimoji="0" lang="en-US" altLang="en-US" sz="1000" b="0" i="0" u="none" strike="noStrike" cap="none" normalizeH="0" baseline="0">
                <a:ln>
                  <a:noFill/>
                </a:ln>
                <a:solidFill>
                  <a:srgbClr val="FF4084"/>
                </a:solidFill>
                <a:effectLst/>
                <a:latin typeface="Courier New" panose="02070309020205020404" pitchFamily="49" charset="0"/>
                <a:cs typeface="Courier New" panose="02070309020205020404" pitchFamily="49" charset="0"/>
              </a:rPr>
              <a:t>println</a:t>
            </a:r>
            <a:r>
              <a:rPr kumimoji="0" lang="en-US" altLang="en-US" sz="1000" b="0" i="0" u="none" strike="noStrike" cap="none" normalizeH="0" baseline="0">
                <a:ln>
                  <a:noFill/>
                </a:ln>
                <a:solidFill>
                  <a:srgbClr val="EFF2FB"/>
                </a:solidFill>
                <a:effectLst/>
                <a:latin typeface="Courier New" panose="02070309020205020404" pitchFamily="49" charset="0"/>
                <a:cs typeface="Courier New" panose="02070309020205020404" pitchFamily="49" charset="0"/>
              </a:rPr>
              <a:t>(</a:t>
            </a:r>
            <a:r>
              <a:rPr kumimoji="0" lang="en-US" altLang="en-US" sz="1000" b="0" i="0" u="none" strike="noStrike" cap="none" normalizeH="0" baseline="0">
                <a:ln>
                  <a:noFill/>
                </a:ln>
                <a:solidFill>
                  <a:srgbClr val="FFFFFF"/>
                </a:solidFill>
                <a:effectLst/>
                <a:latin typeface="Courier New" panose="02070309020205020404" pitchFamily="49" charset="0"/>
                <a:cs typeface="Courier New" panose="02070309020205020404" pitchFamily="49" charset="0"/>
              </a:rPr>
              <a:t>result</a:t>
            </a:r>
            <a:r>
              <a:rPr kumimoji="0" lang="en-US" altLang="en-US" sz="1000" b="0" i="0" u="none" strike="noStrike" cap="none" normalizeH="0" baseline="0">
                <a:ln>
                  <a:noFill/>
                </a:ln>
                <a:solidFill>
                  <a:srgbClr val="EFF2FB"/>
                </a:solidFill>
                <a:effectLst/>
                <a:latin typeface="Courier New" panose="02070309020205020404" pitchFamily="49" charset="0"/>
                <a:cs typeface="Courier New" panose="02070309020205020404" pitchFamily="49" charset="0"/>
              </a:rPr>
              <a:t>);</a:t>
            </a:r>
            <a:r>
              <a:rPr kumimoji="0" lang="en-US" altLang="en-US" sz="800" b="0" i="0" u="none" strike="noStrike" cap="none" normalizeH="0" baseline="0">
                <a:ln>
                  <a:noFill/>
                </a:ln>
                <a:solidFill>
                  <a:schemeClr val="tx1"/>
                </a:solidFill>
                <a:effectLst/>
              </a:rPr>
              <a:t> </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3462985623"/>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24196B-CB95-4806-0997-3A3B7DBDC3A3}"/>
              </a:ext>
            </a:extLst>
          </p:cNvPr>
          <p:cNvSpPr>
            <a:spLocks noGrp="1"/>
          </p:cNvSpPr>
          <p:nvPr>
            <p:ph type="title"/>
          </p:nvPr>
        </p:nvSpPr>
        <p:spPr/>
        <p:txBody>
          <a:bodyPr>
            <a:normAutofit/>
          </a:bodyPr>
          <a:lstStyle/>
          <a:p>
            <a:r>
              <a:rPr lang="en-IN" dirty="0">
                <a:solidFill>
                  <a:srgbClr val="00B050"/>
                </a:solidFill>
              </a:rPr>
              <a:t>Java 14 </a:t>
            </a:r>
            <a:r>
              <a:rPr lang="en-IN" dirty="0"/>
              <a:t>Helpful </a:t>
            </a:r>
            <a:r>
              <a:rPr lang="en-IN" dirty="0" err="1"/>
              <a:t>NullPointerExceptions</a:t>
            </a:r>
            <a:r>
              <a:rPr lang="en-IN" dirty="0"/>
              <a:t> </a:t>
            </a:r>
            <a:endParaRPr lang="en-IN" dirty="0">
              <a:solidFill>
                <a:srgbClr val="00B050"/>
              </a:solidFill>
            </a:endParaRPr>
          </a:p>
        </p:txBody>
      </p:sp>
      <p:sp>
        <p:nvSpPr>
          <p:cNvPr id="3" name="Content Placeholder 2">
            <a:extLst>
              <a:ext uri="{FF2B5EF4-FFF2-40B4-BE49-F238E27FC236}">
                <a16:creationId xmlns:a16="http://schemas.microsoft.com/office/drawing/2014/main" id="{9974ED60-7DEE-085D-999D-E6E4B031B2B4}"/>
              </a:ext>
            </a:extLst>
          </p:cNvPr>
          <p:cNvSpPr>
            <a:spLocks noGrp="1"/>
          </p:cNvSpPr>
          <p:nvPr>
            <p:ph idx="1"/>
          </p:nvPr>
        </p:nvSpPr>
        <p:spPr/>
        <p:txBody>
          <a:bodyPr>
            <a:normAutofit/>
          </a:bodyPr>
          <a:lstStyle/>
          <a:p>
            <a:r>
              <a:rPr lang="en-US" dirty="0"/>
              <a:t>Null Pointer Exceptions are a nightmare for any developer. Previously, until Java 13, it was tricky to debug the infamous NPEs. Developers had to fall onto other debugging tools or manually figure the variable/method that was null since the stack trace would only show the line number.</a:t>
            </a:r>
          </a:p>
          <a:p>
            <a:r>
              <a:rPr lang="en-IN" dirty="0"/>
              <a:t>Exception in thread "main" </a:t>
            </a:r>
            <a:r>
              <a:rPr lang="en-IN" dirty="0" err="1"/>
              <a:t>java.lang.NullPointerException</a:t>
            </a:r>
            <a:r>
              <a:rPr lang="en-IN" dirty="0"/>
              <a:t>: Cannot invoke "</a:t>
            </a:r>
            <a:r>
              <a:rPr lang="en-IN" dirty="0" err="1"/>
              <a:t>Blog.getAuthor</a:t>
            </a:r>
            <a:r>
              <a:rPr lang="en-IN" dirty="0"/>
              <a:t>()" because the return value of "</a:t>
            </a:r>
            <a:r>
              <a:rPr lang="en-IN" dirty="0" err="1"/>
              <a:t>Journaldev.getBlog</a:t>
            </a:r>
            <a:r>
              <a:rPr lang="en-IN" dirty="0"/>
              <a:t>()" is null</a:t>
            </a:r>
          </a:p>
          <a:p>
            <a:r>
              <a:rPr lang="en-IN" dirty="0"/>
              <a:t>    at </a:t>
            </a:r>
            <a:r>
              <a:rPr lang="en-IN" dirty="0" err="1"/>
              <a:t>NullPointerExample.main</a:t>
            </a:r>
            <a:r>
              <a:rPr lang="en-IN" dirty="0"/>
              <a:t>(NullPointerExample.java:4)</a:t>
            </a:r>
          </a:p>
        </p:txBody>
      </p:sp>
      <p:sp>
        <p:nvSpPr>
          <p:cNvPr id="4" name="Rectangle 1">
            <a:extLst>
              <a:ext uri="{FF2B5EF4-FFF2-40B4-BE49-F238E27FC236}">
                <a16:creationId xmlns:a16="http://schemas.microsoft.com/office/drawing/2014/main" id="{C115A274-0F37-F581-64A2-5BB71A38616F}"/>
              </a:ext>
            </a:extLst>
          </p:cNvPr>
          <p:cNvSpPr>
            <a:spLocks noChangeArrowheads="1"/>
          </p:cNvSpPr>
          <p:nvPr/>
        </p:nvSpPr>
        <p:spPr bwMode="auto">
          <a:xfrm>
            <a:off x="0" y="0"/>
            <a:ext cx="12192000" cy="457200"/>
          </a:xfrm>
          <a:prstGeom prst="rect">
            <a:avLst/>
          </a:prstGeom>
          <a:solidFill>
            <a:srgbClr val="081B4B"/>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a:ln>
                  <a:noFill/>
                </a:ln>
                <a:solidFill>
                  <a:srgbClr val="FF4084"/>
                </a:solidFill>
                <a:effectLst/>
                <a:latin typeface="Courier New" panose="02070309020205020404" pitchFamily="49" charset="0"/>
                <a:cs typeface="Courier New" panose="02070309020205020404" pitchFamily="49" charset="0"/>
              </a:rPr>
              <a:t>String</a:t>
            </a:r>
            <a:r>
              <a:rPr kumimoji="0" lang="en-US" altLang="en-US" sz="1000" b="0" i="0" u="none" strike="noStrike" cap="none" normalizeH="0" baseline="0">
                <a:ln>
                  <a:noFill/>
                </a:ln>
                <a:solidFill>
                  <a:srgbClr val="FFFFFF"/>
                </a:solidFill>
                <a:effectLst/>
                <a:latin typeface="Courier New" panose="02070309020205020404" pitchFamily="49" charset="0"/>
                <a:cs typeface="Courier New" panose="02070309020205020404" pitchFamily="49" charset="0"/>
              </a:rPr>
              <a:t> result </a:t>
            </a:r>
            <a:r>
              <a:rPr kumimoji="0" lang="en-US" altLang="en-US" sz="1000" b="0" i="0" u="none" strike="noStrike" cap="none" normalizeH="0" baseline="0">
                <a:ln>
                  <a:noFill/>
                </a:ln>
                <a:solidFill>
                  <a:srgbClr val="EFF2FB"/>
                </a:solidFill>
                <a:effectLst/>
                <a:latin typeface="Courier New" panose="02070309020205020404" pitchFamily="49" charset="0"/>
                <a:cs typeface="Courier New" panose="02070309020205020404" pitchFamily="49" charset="0"/>
              </a:rPr>
              <a:t>=</a:t>
            </a:r>
            <a:r>
              <a:rPr kumimoji="0" lang="en-US" altLang="en-US" sz="1000" b="0" i="0" u="none" strike="noStrike" cap="none" normalizeH="0" baseline="0">
                <a:ln>
                  <a:noFill/>
                </a:ln>
                <a:solidFill>
                  <a:srgbClr val="FFFFFF"/>
                </a:solidFill>
                <a:effectLst/>
                <a:latin typeface="Courier New" panose="02070309020205020404" pitchFamily="49" charset="0"/>
                <a:cs typeface="Courier New" panose="02070309020205020404" pitchFamily="49" charset="0"/>
              </a:rPr>
              <a:t> </a:t>
            </a:r>
            <a:r>
              <a:rPr kumimoji="0" lang="en-US" altLang="en-US" sz="1000" b="0" i="0" u="none" strike="noStrike" cap="none" normalizeH="0" baseline="0">
                <a:ln>
                  <a:noFill/>
                </a:ln>
                <a:solidFill>
                  <a:srgbClr val="4994FF"/>
                </a:solidFill>
                <a:effectLst/>
                <a:latin typeface="Courier New" panose="02070309020205020404" pitchFamily="49" charset="0"/>
                <a:cs typeface="Courier New" panose="02070309020205020404" pitchFamily="49" charset="0"/>
              </a:rPr>
              <a:t>switch</a:t>
            </a:r>
            <a:r>
              <a:rPr kumimoji="0" lang="en-US" altLang="en-US" sz="1000" b="0" i="0" u="none" strike="noStrike" cap="none" normalizeH="0" baseline="0">
                <a:ln>
                  <a:noFill/>
                </a:ln>
                <a:solidFill>
                  <a:srgbClr val="FFFFFF"/>
                </a:solidFill>
                <a:effectLst/>
                <a:latin typeface="Courier New" panose="02070309020205020404" pitchFamily="49" charset="0"/>
                <a:cs typeface="Courier New" panose="02070309020205020404" pitchFamily="49" charset="0"/>
              </a:rPr>
              <a:t> </a:t>
            </a:r>
            <a:r>
              <a:rPr kumimoji="0" lang="en-US" altLang="en-US" sz="1000" b="0" i="0" u="none" strike="noStrike" cap="none" normalizeH="0" baseline="0">
                <a:ln>
                  <a:noFill/>
                </a:ln>
                <a:solidFill>
                  <a:srgbClr val="EFF2FB"/>
                </a:solidFill>
                <a:effectLst/>
                <a:latin typeface="Courier New" panose="02070309020205020404" pitchFamily="49" charset="0"/>
                <a:cs typeface="Courier New" panose="02070309020205020404" pitchFamily="49" charset="0"/>
              </a:rPr>
              <a:t>(</a:t>
            </a:r>
            <a:r>
              <a:rPr kumimoji="0" lang="en-US" altLang="en-US" sz="1000" b="0" i="0" u="none" strike="noStrike" cap="none" normalizeH="0" baseline="0">
                <a:ln>
                  <a:noFill/>
                </a:ln>
                <a:solidFill>
                  <a:srgbClr val="FFFFFF"/>
                </a:solidFill>
                <a:effectLst/>
                <a:latin typeface="Courier New" panose="02070309020205020404" pitchFamily="49" charset="0"/>
                <a:cs typeface="Courier New" panose="02070309020205020404" pitchFamily="49" charset="0"/>
              </a:rPr>
              <a:t>day</a:t>
            </a:r>
            <a:r>
              <a:rPr kumimoji="0" lang="en-US" altLang="en-US" sz="1000" b="0" i="0" u="none" strike="noStrike" cap="none" normalizeH="0" baseline="0">
                <a:ln>
                  <a:noFill/>
                </a:ln>
                <a:solidFill>
                  <a:srgbClr val="EFF2FB"/>
                </a:solidFill>
                <a:effectLst/>
                <a:latin typeface="Courier New" panose="02070309020205020404" pitchFamily="49" charset="0"/>
                <a:cs typeface="Courier New" panose="02070309020205020404" pitchFamily="49" charset="0"/>
              </a:rPr>
              <a:t>)</a:t>
            </a:r>
            <a:r>
              <a:rPr kumimoji="0" lang="en-US" altLang="en-US" sz="1000" b="0" i="0" u="none" strike="noStrike" cap="none" normalizeH="0" baseline="0">
                <a:ln>
                  <a:noFill/>
                </a:ln>
                <a:solidFill>
                  <a:srgbClr val="FFFFFF"/>
                </a:solidFill>
                <a:effectLst/>
                <a:latin typeface="Courier New" panose="02070309020205020404" pitchFamily="49" charset="0"/>
                <a:cs typeface="Courier New" panose="02070309020205020404" pitchFamily="49" charset="0"/>
              </a:rPr>
              <a:t> </a:t>
            </a:r>
            <a:r>
              <a:rPr kumimoji="0" lang="en-US" altLang="en-US" sz="1000" b="0" i="0" u="none" strike="noStrike" cap="none" normalizeH="0" baseline="0">
                <a:ln>
                  <a:noFill/>
                </a:ln>
                <a:solidFill>
                  <a:srgbClr val="EFF2FB"/>
                </a:solidFill>
                <a:effectLst/>
                <a:latin typeface="Courier New" panose="02070309020205020404" pitchFamily="49" charset="0"/>
                <a:cs typeface="Courier New" panose="02070309020205020404" pitchFamily="49" charset="0"/>
              </a:rPr>
              <a:t>{</a:t>
            </a:r>
            <a:r>
              <a:rPr kumimoji="0" lang="en-US" altLang="en-US" sz="1000" b="0" i="0" u="none" strike="noStrike" cap="none" normalizeH="0" baseline="0">
                <a:ln>
                  <a:noFill/>
                </a:ln>
                <a:solidFill>
                  <a:srgbClr val="FFFFFF"/>
                </a:solidFill>
                <a:effectLst/>
                <a:latin typeface="Courier New" panose="02070309020205020404" pitchFamily="49" charset="0"/>
                <a:cs typeface="Courier New" panose="02070309020205020404" pitchFamily="49" charset="0"/>
              </a:rPr>
              <a:t> </a:t>
            </a:r>
            <a:r>
              <a:rPr kumimoji="0" lang="en-US" altLang="en-US" sz="1000" b="0" i="0" u="none" strike="noStrike" cap="none" normalizeH="0" baseline="0">
                <a:ln>
                  <a:noFill/>
                </a:ln>
                <a:solidFill>
                  <a:srgbClr val="4994FF"/>
                </a:solidFill>
                <a:effectLst/>
                <a:latin typeface="Courier New" panose="02070309020205020404" pitchFamily="49" charset="0"/>
                <a:cs typeface="Courier New" panose="02070309020205020404" pitchFamily="49" charset="0"/>
              </a:rPr>
              <a:t>case</a:t>
            </a:r>
            <a:r>
              <a:rPr kumimoji="0" lang="en-US" altLang="en-US" sz="1000" b="0" i="0" u="none" strike="noStrike" cap="none" normalizeH="0" baseline="0">
                <a:ln>
                  <a:noFill/>
                </a:ln>
                <a:solidFill>
                  <a:srgbClr val="FFFFFF"/>
                </a:solidFill>
                <a:effectLst/>
                <a:latin typeface="Courier New" panose="02070309020205020404" pitchFamily="49" charset="0"/>
                <a:cs typeface="Courier New" panose="02070309020205020404" pitchFamily="49" charset="0"/>
              </a:rPr>
              <a:t> </a:t>
            </a:r>
            <a:r>
              <a:rPr kumimoji="0" lang="en-US" altLang="en-US" sz="1000" b="0" i="0" u="none" strike="noStrike" cap="none" normalizeH="0" baseline="0">
                <a:ln>
                  <a:noFill/>
                </a:ln>
                <a:solidFill>
                  <a:srgbClr val="29E3AB"/>
                </a:solidFill>
                <a:effectLst/>
                <a:latin typeface="Courier New" panose="02070309020205020404" pitchFamily="49" charset="0"/>
                <a:cs typeface="Courier New" panose="02070309020205020404" pitchFamily="49" charset="0"/>
              </a:rPr>
              <a:t>"M"</a:t>
            </a:r>
            <a:r>
              <a:rPr kumimoji="0" lang="en-US" altLang="en-US" sz="1000" b="0" i="0" u="none" strike="noStrike" cap="none" normalizeH="0" baseline="0">
                <a:ln>
                  <a:noFill/>
                </a:ln>
                <a:solidFill>
                  <a:srgbClr val="EFF2FB"/>
                </a:solidFill>
                <a:effectLst/>
                <a:latin typeface="Courier New" panose="02070309020205020404" pitchFamily="49" charset="0"/>
                <a:cs typeface="Courier New" panose="02070309020205020404" pitchFamily="49" charset="0"/>
              </a:rPr>
              <a:t>,</a:t>
            </a:r>
            <a:r>
              <a:rPr kumimoji="0" lang="en-US" altLang="en-US" sz="1000" b="0" i="0" u="none" strike="noStrike" cap="none" normalizeH="0" baseline="0">
                <a:ln>
                  <a:noFill/>
                </a:ln>
                <a:solidFill>
                  <a:srgbClr val="FFFFFF"/>
                </a:solidFill>
                <a:effectLst/>
                <a:latin typeface="Courier New" panose="02070309020205020404" pitchFamily="49" charset="0"/>
                <a:cs typeface="Courier New" panose="02070309020205020404" pitchFamily="49" charset="0"/>
              </a:rPr>
              <a:t> </a:t>
            </a:r>
            <a:r>
              <a:rPr kumimoji="0" lang="en-US" altLang="en-US" sz="1000" b="0" i="0" u="none" strike="noStrike" cap="none" normalizeH="0" baseline="0">
                <a:ln>
                  <a:noFill/>
                </a:ln>
                <a:solidFill>
                  <a:srgbClr val="29E3AB"/>
                </a:solidFill>
                <a:effectLst/>
                <a:latin typeface="Courier New" panose="02070309020205020404" pitchFamily="49" charset="0"/>
                <a:cs typeface="Courier New" panose="02070309020205020404" pitchFamily="49" charset="0"/>
              </a:rPr>
              <a:t>"W"</a:t>
            </a:r>
            <a:r>
              <a:rPr kumimoji="0" lang="en-US" altLang="en-US" sz="1000" b="0" i="0" u="none" strike="noStrike" cap="none" normalizeH="0" baseline="0">
                <a:ln>
                  <a:noFill/>
                </a:ln>
                <a:solidFill>
                  <a:srgbClr val="EFF2FB"/>
                </a:solidFill>
                <a:effectLst/>
                <a:latin typeface="Courier New" panose="02070309020205020404" pitchFamily="49" charset="0"/>
                <a:cs typeface="Courier New" panose="02070309020205020404" pitchFamily="49" charset="0"/>
              </a:rPr>
              <a:t>,</a:t>
            </a:r>
            <a:r>
              <a:rPr kumimoji="0" lang="en-US" altLang="en-US" sz="1000" b="0" i="0" u="none" strike="noStrike" cap="none" normalizeH="0" baseline="0">
                <a:ln>
                  <a:noFill/>
                </a:ln>
                <a:solidFill>
                  <a:srgbClr val="FFFFFF"/>
                </a:solidFill>
                <a:effectLst/>
                <a:latin typeface="Courier New" panose="02070309020205020404" pitchFamily="49" charset="0"/>
                <a:cs typeface="Courier New" panose="02070309020205020404" pitchFamily="49" charset="0"/>
              </a:rPr>
              <a:t> </a:t>
            </a:r>
            <a:r>
              <a:rPr kumimoji="0" lang="en-US" altLang="en-US" sz="1000" b="0" i="0" u="none" strike="noStrike" cap="none" normalizeH="0" baseline="0">
                <a:ln>
                  <a:noFill/>
                </a:ln>
                <a:solidFill>
                  <a:srgbClr val="29E3AB"/>
                </a:solidFill>
                <a:effectLst/>
                <a:latin typeface="Courier New" panose="02070309020205020404" pitchFamily="49" charset="0"/>
                <a:cs typeface="Courier New" panose="02070309020205020404" pitchFamily="49" charset="0"/>
              </a:rPr>
              <a:t>"F"</a:t>
            </a:r>
            <a:r>
              <a:rPr kumimoji="0" lang="en-US" altLang="en-US" sz="1000" b="0" i="0" u="none" strike="noStrike" cap="none" normalizeH="0" baseline="0">
                <a:ln>
                  <a:noFill/>
                </a:ln>
                <a:solidFill>
                  <a:srgbClr val="FFFFFF"/>
                </a:solidFill>
                <a:effectLst/>
                <a:latin typeface="Courier New" panose="02070309020205020404" pitchFamily="49" charset="0"/>
                <a:cs typeface="Courier New" panose="02070309020205020404" pitchFamily="49" charset="0"/>
              </a:rPr>
              <a:t> </a:t>
            </a:r>
            <a:r>
              <a:rPr kumimoji="0" lang="en-US" altLang="en-US" sz="1000" b="0" i="0" u="none" strike="noStrike" cap="none" normalizeH="0" baseline="0">
                <a:ln>
                  <a:noFill/>
                </a:ln>
                <a:solidFill>
                  <a:srgbClr val="EFF2FB"/>
                </a:solidFill>
                <a:effectLst/>
                <a:latin typeface="Courier New" panose="02070309020205020404" pitchFamily="49" charset="0"/>
                <a:cs typeface="Courier New" panose="02070309020205020404" pitchFamily="49" charset="0"/>
              </a:rPr>
              <a:t>-&gt;</a:t>
            </a:r>
            <a:r>
              <a:rPr kumimoji="0" lang="en-US" altLang="en-US" sz="1000" b="0" i="0" u="none" strike="noStrike" cap="none" normalizeH="0" baseline="0">
                <a:ln>
                  <a:noFill/>
                </a:ln>
                <a:solidFill>
                  <a:srgbClr val="FFFFFF"/>
                </a:solidFill>
                <a:effectLst/>
                <a:latin typeface="Courier New" panose="02070309020205020404" pitchFamily="49" charset="0"/>
                <a:cs typeface="Courier New" panose="02070309020205020404" pitchFamily="49" charset="0"/>
              </a:rPr>
              <a:t> </a:t>
            </a:r>
            <a:r>
              <a:rPr kumimoji="0" lang="en-US" altLang="en-US" sz="1000" b="0" i="0" u="none" strike="noStrike" cap="none" normalizeH="0" baseline="0">
                <a:ln>
                  <a:noFill/>
                </a:ln>
                <a:solidFill>
                  <a:srgbClr val="29E3AB"/>
                </a:solidFill>
                <a:effectLst/>
                <a:latin typeface="Courier New" panose="02070309020205020404" pitchFamily="49" charset="0"/>
                <a:cs typeface="Courier New" panose="02070309020205020404" pitchFamily="49" charset="0"/>
              </a:rPr>
              <a:t>"MWF"</a:t>
            </a:r>
            <a:r>
              <a:rPr kumimoji="0" lang="en-US" altLang="en-US" sz="1000" b="0" i="0" u="none" strike="noStrike" cap="none" normalizeH="0" baseline="0">
                <a:ln>
                  <a:noFill/>
                </a:ln>
                <a:solidFill>
                  <a:srgbClr val="EFF2FB"/>
                </a:solidFill>
                <a:effectLst/>
                <a:latin typeface="Courier New" panose="02070309020205020404" pitchFamily="49" charset="0"/>
                <a:cs typeface="Courier New" panose="02070309020205020404" pitchFamily="49" charset="0"/>
              </a:rPr>
              <a:t>;</a:t>
            </a:r>
            <a:r>
              <a:rPr kumimoji="0" lang="en-US" altLang="en-US" sz="1000" b="0" i="0" u="none" strike="noStrike" cap="none" normalizeH="0" baseline="0">
                <a:ln>
                  <a:noFill/>
                </a:ln>
                <a:solidFill>
                  <a:srgbClr val="FFFFFF"/>
                </a:solidFill>
                <a:effectLst/>
                <a:latin typeface="Courier New" panose="02070309020205020404" pitchFamily="49" charset="0"/>
                <a:cs typeface="Courier New" panose="02070309020205020404" pitchFamily="49" charset="0"/>
              </a:rPr>
              <a:t> </a:t>
            </a:r>
            <a:r>
              <a:rPr kumimoji="0" lang="en-US" altLang="en-US" sz="1000" b="0" i="0" u="none" strike="noStrike" cap="none" normalizeH="0" baseline="0">
                <a:ln>
                  <a:noFill/>
                </a:ln>
                <a:solidFill>
                  <a:srgbClr val="4994FF"/>
                </a:solidFill>
                <a:effectLst/>
                <a:latin typeface="Courier New" panose="02070309020205020404" pitchFamily="49" charset="0"/>
                <a:cs typeface="Courier New" panose="02070309020205020404" pitchFamily="49" charset="0"/>
              </a:rPr>
              <a:t>case</a:t>
            </a:r>
            <a:r>
              <a:rPr kumimoji="0" lang="en-US" altLang="en-US" sz="1000" b="0" i="0" u="none" strike="noStrike" cap="none" normalizeH="0" baseline="0">
                <a:ln>
                  <a:noFill/>
                </a:ln>
                <a:solidFill>
                  <a:srgbClr val="FFFFFF"/>
                </a:solidFill>
                <a:effectLst/>
                <a:latin typeface="Courier New" panose="02070309020205020404" pitchFamily="49" charset="0"/>
                <a:cs typeface="Courier New" panose="02070309020205020404" pitchFamily="49" charset="0"/>
              </a:rPr>
              <a:t> </a:t>
            </a:r>
            <a:r>
              <a:rPr kumimoji="0" lang="en-US" altLang="en-US" sz="1000" b="0" i="0" u="none" strike="noStrike" cap="none" normalizeH="0" baseline="0">
                <a:ln>
                  <a:noFill/>
                </a:ln>
                <a:solidFill>
                  <a:srgbClr val="29E3AB"/>
                </a:solidFill>
                <a:effectLst/>
                <a:latin typeface="Courier New" panose="02070309020205020404" pitchFamily="49" charset="0"/>
                <a:cs typeface="Courier New" panose="02070309020205020404" pitchFamily="49" charset="0"/>
              </a:rPr>
              <a:t>"T"</a:t>
            </a:r>
            <a:r>
              <a:rPr kumimoji="0" lang="en-US" altLang="en-US" sz="1000" b="0" i="0" u="none" strike="noStrike" cap="none" normalizeH="0" baseline="0">
                <a:ln>
                  <a:noFill/>
                </a:ln>
                <a:solidFill>
                  <a:srgbClr val="EFF2FB"/>
                </a:solidFill>
                <a:effectLst/>
                <a:latin typeface="Courier New" panose="02070309020205020404" pitchFamily="49" charset="0"/>
                <a:cs typeface="Courier New" panose="02070309020205020404" pitchFamily="49" charset="0"/>
              </a:rPr>
              <a:t>,</a:t>
            </a:r>
            <a:r>
              <a:rPr kumimoji="0" lang="en-US" altLang="en-US" sz="1000" b="0" i="0" u="none" strike="noStrike" cap="none" normalizeH="0" baseline="0">
                <a:ln>
                  <a:noFill/>
                </a:ln>
                <a:solidFill>
                  <a:srgbClr val="FFFFFF"/>
                </a:solidFill>
                <a:effectLst/>
                <a:latin typeface="Courier New" panose="02070309020205020404" pitchFamily="49" charset="0"/>
                <a:cs typeface="Courier New" panose="02070309020205020404" pitchFamily="49" charset="0"/>
              </a:rPr>
              <a:t> </a:t>
            </a:r>
            <a:r>
              <a:rPr kumimoji="0" lang="en-US" altLang="en-US" sz="1000" b="0" i="0" u="none" strike="noStrike" cap="none" normalizeH="0" baseline="0">
                <a:ln>
                  <a:noFill/>
                </a:ln>
                <a:solidFill>
                  <a:srgbClr val="29E3AB"/>
                </a:solidFill>
                <a:effectLst/>
                <a:latin typeface="Courier New" panose="02070309020205020404" pitchFamily="49" charset="0"/>
                <a:cs typeface="Courier New" panose="02070309020205020404" pitchFamily="49" charset="0"/>
              </a:rPr>
              <a:t>"TH"</a:t>
            </a:r>
            <a:r>
              <a:rPr kumimoji="0" lang="en-US" altLang="en-US" sz="1000" b="0" i="0" u="none" strike="noStrike" cap="none" normalizeH="0" baseline="0">
                <a:ln>
                  <a:noFill/>
                </a:ln>
                <a:solidFill>
                  <a:srgbClr val="EFF2FB"/>
                </a:solidFill>
                <a:effectLst/>
                <a:latin typeface="Courier New" panose="02070309020205020404" pitchFamily="49" charset="0"/>
                <a:cs typeface="Courier New" panose="02070309020205020404" pitchFamily="49" charset="0"/>
              </a:rPr>
              <a:t>,</a:t>
            </a:r>
            <a:r>
              <a:rPr kumimoji="0" lang="en-US" altLang="en-US" sz="1000" b="0" i="0" u="none" strike="noStrike" cap="none" normalizeH="0" baseline="0">
                <a:ln>
                  <a:noFill/>
                </a:ln>
                <a:solidFill>
                  <a:srgbClr val="FFFFFF"/>
                </a:solidFill>
                <a:effectLst/>
                <a:latin typeface="Courier New" panose="02070309020205020404" pitchFamily="49" charset="0"/>
                <a:cs typeface="Courier New" panose="02070309020205020404" pitchFamily="49" charset="0"/>
              </a:rPr>
              <a:t> </a:t>
            </a:r>
            <a:r>
              <a:rPr kumimoji="0" lang="en-US" altLang="en-US" sz="1000" b="0" i="0" u="none" strike="noStrike" cap="none" normalizeH="0" baseline="0">
                <a:ln>
                  <a:noFill/>
                </a:ln>
                <a:solidFill>
                  <a:srgbClr val="29E3AB"/>
                </a:solidFill>
                <a:effectLst/>
                <a:latin typeface="Courier New" panose="02070309020205020404" pitchFamily="49" charset="0"/>
                <a:cs typeface="Courier New" panose="02070309020205020404" pitchFamily="49" charset="0"/>
              </a:rPr>
              <a:t>"S"</a:t>
            </a:r>
            <a:r>
              <a:rPr kumimoji="0" lang="en-US" altLang="en-US" sz="1000" b="0" i="0" u="none" strike="noStrike" cap="none" normalizeH="0" baseline="0">
                <a:ln>
                  <a:noFill/>
                </a:ln>
                <a:solidFill>
                  <a:srgbClr val="FFFFFF"/>
                </a:solidFill>
                <a:effectLst/>
                <a:latin typeface="Courier New" panose="02070309020205020404" pitchFamily="49" charset="0"/>
                <a:cs typeface="Courier New" panose="02070309020205020404" pitchFamily="49" charset="0"/>
              </a:rPr>
              <a:t> </a:t>
            </a:r>
            <a:r>
              <a:rPr kumimoji="0" lang="en-US" altLang="en-US" sz="1000" b="0" i="0" u="none" strike="noStrike" cap="none" normalizeH="0" baseline="0">
                <a:ln>
                  <a:noFill/>
                </a:ln>
                <a:solidFill>
                  <a:srgbClr val="EFF2FB"/>
                </a:solidFill>
                <a:effectLst/>
                <a:latin typeface="Courier New" panose="02070309020205020404" pitchFamily="49" charset="0"/>
                <a:cs typeface="Courier New" panose="02070309020205020404" pitchFamily="49" charset="0"/>
              </a:rPr>
              <a:t>-&gt;</a:t>
            </a:r>
            <a:r>
              <a:rPr kumimoji="0" lang="en-US" altLang="en-US" sz="1000" b="0" i="0" u="none" strike="noStrike" cap="none" normalizeH="0" baseline="0">
                <a:ln>
                  <a:noFill/>
                </a:ln>
                <a:solidFill>
                  <a:srgbClr val="FFFFFF"/>
                </a:solidFill>
                <a:effectLst/>
                <a:latin typeface="Courier New" panose="02070309020205020404" pitchFamily="49" charset="0"/>
                <a:cs typeface="Courier New" panose="02070309020205020404" pitchFamily="49" charset="0"/>
              </a:rPr>
              <a:t> </a:t>
            </a:r>
            <a:r>
              <a:rPr kumimoji="0" lang="en-US" altLang="en-US" sz="1000" b="0" i="0" u="none" strike="noStrike" cap="none" normalizeH="0" baseline="0">
                <a:ln>
                  <a:noFill/>
                </a:ln>
                <a:solidFill>
                  <a:srgbClr val="29E3AB"/>
                </a:solidFill>
                <a:effectLst/>
                <a:latin typeface="Courier New" panose="02070309020205020404" pitchFamily="49" charset="0"/>
                <a:cs typeface="Courier New" panose="02070309020205020404" pitchFamily="49" charset="0"/>
              </a:rPr>
              <a:t>"TTS"</a:t>
            </a:r>
            <a:r>
              <a:rPr kumimoji="0" lang="en-US" altLang="en-US" sz="1000" b="0" i="0" u="none" strike="noStrike" cap="none" normalizeH="0" baseline="0">
                <a:ln>
                  <a:noFill/>
                </a:ln>
                <a:solidFill>
                  <a:srgbClr val="EFF2FB"/>
                </a:solidFill>
                <a:effectLst/>
                <a:latin typeface="Courier New" panose="02070309020205020404" pitchFamily="49" charset="0"/>
                <a:cs typeface="Courier New" panose="02070309020205020404" pitchFamily="49" charset="0"/>
              </a:rPr>
              <a:t>;</a:t>
            </a:r>
            <a:r>
              <a:rPr kumimoji="0" lang="en-US" altLang="en-US" sz="1000" b="0" i="0" u="none" strike="noStrike" cap="none" normalizeH="0" baseline="0">
                <a:ln>
                  <a:noFill/>
                </a:ln>
                <a:solidFill>
                  <a:srgbClr val="FFFFFF"/>
                </a:solidFill>
                <a:effectLst/>
                <a:latin typeface="Courier New" panose="02070309020205020404" pitchFamily="49" charset="0"/>
                <a:cs typeface="Courier New" panose="02070309020205020404" pitchFamily="49" charset="0"/>
              </a:rPr>
              <a:t> </a:t>
            </a:r>
            <a:r>
              <a:rPr kumimoji="0" lang="en-US" altLang="en-US" sz="1000" b="0" i="0" u="none" strike="noStrike" cap="none" normalizeH="0" baseline="0">
                <a:ln>
                  <a:noFill/>
                </a:ln>
                <a:solidFill>
                  <a:srgbClr val="4994FF"/>
                </a:solidFill>
                <a:effectLst/>
                <a:latin typeface="Courier New" panose="02070309020205020404" pitchFamily="49" charset="0"/>
                <a:cs typeface="Courier New" panose="02070309020205020404" pitchFamily="49" charset="0"/>
              </a:rPr>
              <a:t>default</a:t>
            </a:r>
            <a:r>
              <a:rPr kumimoji="0" lang="en-US" altLang="en-US" sz="1000" b="0" i="0" u="none" strike="noStrike" cap="none" normalizeH="0" baseline="0">
                <a:ln>
                  <a:noFill/>
                </a:ln>
                <a:solidFill>
                  <a:srgbClr val="FFFFFF"/>
                </a:solidFill>
                <a:effectLst/>
                <a:latin typeface="Courier New" panose="02070309020205020404" pitchFamily="49" charset="0"/>
                <a:cs typeface="Courier New" panose="02070309020205020404" pitchFamily="49" charset="0"/>
              </a:rPr>
              <a:t> </a:t>
            </a:r>
            <a:r>
              <a:rPr kumimoji="0" lang="en-US" altLang="en-US" sz="1000" b="0" i="0" u="none" strike="noStrike" cap="none" normalizeH="0" baseline="0">
                <a:ln>
                  <a:noFill/>
                </a:ln>
                <a:solidFill>
                  <a:srgbClr val="EFF2FB"/>
                </a:solidFill>
                <a:effectLst/>
                <a:latin typeface="Courier New" panose="02070309020205020404" pitchFamily="49" charset="0"/>
                <a:cs typeface="Courier New" panose="02070309020205020404" pitchFamily="49" charset="0"/>
              </a:rPr>
              <a:t>-&gt;</a:t>
            </a:r>
            <a:r>
              <a:rPr kumimoji="0" lang="en-US" altLang="en-US" sz="1000" b="0" i="0" u="none" strike="noStrike" cap="none" normalizeH="0" baseline="0">
                <a:ln>
                  <a:noFill/>
                </a:ln>
                <a:solidFill>
                  <a:srgbClr val="FFFFFF"/>
                </a:solidFill>
                <a:effectLst/>
                <a:latin typeface="Courier New" panose="02070309020205020404" pitchFamily="49" charset="0"/>
                <a:cs typeface="Courier New" panose="02070309020205020404" pitchFamily="49" charset="0"/>
              </a:rPr>
              <a:t> </a:t>
            </a:r>
            <a:r>
              <a:rPr kumimoji="0" lang="en-US" altLang="en-US" sz="1000" b="0" i="0" u="none" strike="noStrike" cap="none" normalizeH="0" baseline="0">
                <a:ln>
                  <a:noFill/>
                </a:ln>
                <a:solidFill>
                  <a:srgbClr val="EFF2FB"/>
                </a:solidFill>
                <a:effectLst/>
                <a:latin typeface="Courier New" panose="02070309020205020404" pitchFamily="49" charset="0"/>
                <a:cs typeface="Courier New" panose="02070309020205020404" pitchFamily="49" charset="0"/>
              </a:rPr>
              <a:t>{</a:t>
            </a:r>
            <a:r>
              <a:rPr kumimoji="0" lang="en-US" altLang="en-US" sz="1000" b="0" i="0" u="none" strike="noStrike" cap="none" normalizeH="0" baseline="0">
                <a:ln>
                  <a:noFill/>
                </a:ln>
                <a:solidFill>
                  <a:srgbClr val="FFFFFF"/>
                </a:solidFill>
                <a:effectLst/>
                <a:latin typeface="Courier New" panose="02070309020205020404" pitchFamily="49" charset="0"/>
                <a:cs typeface="Courier New" panose="02070309020205020404" pitchFamily="49" charset="0"/>
              </a:rPr>
              <a:t> </a:t>
            </a:r>
            <a:r>
              <a:rPr kumimoji="0" lang="en-US" altLang="en-US" sz="1000" b="0" i="0" u="none" strike="noStrike" cap="none" normalizeH="0" baseline="0">
                <a:ln>
                  <a:noFill/>
                </a:ln>
                <a:solidFill>
                  <a:srgbClr val="4994FF"/>
                </a:solidFill>
                <a:effectLst/>
                <a:latin typeface="Courier New" panose="02070309020205020404" pitchFamily="49" charset="0"/>
                <a:cs typeface="Courier New" panose="02070309020205020404" pitchFamily="49" charset="0"/>
              </a:rPr>
              <a:t>if</a:t>
            </a:r>
            <a:r>
              <a:rPr kumimoji="0" lang="en-US" altLang="en-US" sz="1000" b="0" i="0" u="none" strike="noStrike" cap="none" normalizeH="0" baseline="0">
                <a:ln>
                  <a:noFill/>
                </a:ln>
                <a:solidFill>
                  <a:srgbClr val="EFF2FB"/>
                </a:solidFill>
                <a:effectLst/>
                <a:latin typeface="Courier New" panose="02070309020205020404" pitchFamily="49" charset="0"/>
                <a:cs typeface="Courier New" panose="02070309020205020404" pitchFamily="49" charset="0"/>
              </a:rPr>
              <a:t>(</a:t>
            </a:r>
            <a:r>
              <a:rPr kumimoji="0" lang="en-US" altLang="en-US" sz="1000" b="0" i="0" u="none" strike="noStrike" cap="none" normalizeH="0" baseline="0">
                <a:ln>
                  <a:noFill/>
                </a:ln>
                <a:solidFill>
                  <a:srgbClr val="FFFFFF"/>
                </a:solidFill>
                <a:effectLst/>
                <a:latin typeface="Courier New" panose="02070309020205020404" pitchFamily="49" charset="0"/>
                <a:cs typeface="Courier New" panose="02070309020205020404" pitchFamily="49" charset="0"/>
              </a:rPr>
              <a:t>day</a:t>
            </a:r>
            <a:r>
              <a:rPr kumimoji="0" lang="en-US" altLang="en-US" sz="1000" b="0" i="0" u="none" strike="noStrike" cap="none" normalizeH="0" baseline="0">
                <a:ln>
                  <a:noFill/>
                </a:ln>
                <a:solidFill>
                  <a:srgbClr val="EFF2FB"/>
                </a:solidFill>
                <a:effectLst/>
                <a:latin typeface="Courier New" panose="02070309020205020404" pitchFamily="49" charset="0"/>
                <a:cs typeface="Courier New" panose="02070309020205020404" pitchFamily="49" charset="0"/>
              </a:rPr>
              <a:t>.</a:t>
            </a:r>
            <a:r>
              <a:rPr kumimoji="0" lang="en-US" altLang="en-US" sz="1000" b="0" i="0" u="none" strike="noStrike" cap="none" normalizeH="0" baseline="0">
                <a:ln>
                  <a:noFill/>
                </a:ln>
                <a:solidFill>
                  <a:srgbClr val="FF4084"/>
                </a:solidFill>
                <a:effectLst/>
                <a:latin typeface="Courier New" panose="02070309020205020404" pitchFamily="49" charset="0"/>
                <a:cs typeface="Courier New" panose="02070309020205020404" pitchFamily="49" charset="0"/>
              </a:rPr>
              <a:t>isEmpty</a:t>
            </a:r>
            <a:r>
              <a:rPr kumimoji="0" lang="en-US" altLang="en-US" sz="1000" b="0" i="0" u="none" strike="noStrike" cap="none" normalizeH="0" baseline="0">
                <a:ln>
                  <a:noFill/>
                </a:ln>
                <a:solidFill>
                  <a:srgbClr val="EFF2FB"/>
                </a:solidFill>
                <a:effectLst/>
                <a:latin typeface="Courier New" panose="02070309020205020404" pitchFamily="49" charset="0"/>
                <a:cs typeface="Courier New" panose="02070309020205020404" pitchFamily="49" charset="0"/>
              </a:rPr>
              <a:t>())</a:t>
            </a:r>
            <a:r>
              <a:rPr kumimoji="0" lang="en-US" altLang="en-US" sz="1000" b="0" i="0" u="none" strike="noStrike" cap="none" normalizeH="0" baseline="0">
                <a:ln>
                  <a:noFill/>
                </a:ln>
                <a:solidFill>
                  <a:srgbClr val="FFFFFF"/>
                </a:solidFill>
                <a:effectLst/>
                <a:latin typeface="Courier New" panose="02070309020205020404" pitchFamily="49" charset="0"/>
                <a:cs typeface="Courier New" panose="02070309020205020404" pitchFamily="49" charset="0"/>
              </a:rPr>
              <a:t> </a:t>
            </a:r>
            <a:r>
              <a:rPr kumimoji="0" lang="en-US" altLang="en-US" sz="1000" b="0" i="0" u="none" strike="noStrike" cap="none" normalizeH="0" baseline="0">
                <a:ln>
                  <a:noFill/>
                </a:ln>
                <a:solidFill>
                  <a:srgbClr val="4994FF"/>
                </a:solidFill>
                <a:effectLst/>
                <a:latin typeface="Courier New" panose="02070309020205020404" pitchFamily="49" charset="0"/>
                <a:cs typeface="Courier New" panose="02070309020205020404" pitchFamily="49" charset="0"/>
              </a:rPr>
              <a:t>yield</a:t>
            </a:r>
            <a:r>
              <a:rPr kumimoji="0" lang="en-US" altLang="en-US" sz="1000" b="0" i="0" u="none" strike="noStrike" cap="none" normalizeH="0" baseline="0">
                <a:ln>
                  <a:noFill/>
                </a:ln>
                <a:solidFill>
                  <a:srgbClr val="FFFFFF"/>
                </a:solidFill>
                <a:effectLst/>
                <a:latin typeface="Courier New" panose="02070309020205020404" pitchFamily="49" charset="0"/>
                <a:cs typeface="Courier New" panose="02070309020205020404" pitchFamily="49" charset="0"/>
              </a:rPr>
              <a:t> </a:t>
            </a:r>
            <a:r>
              <a:rPr kumimoji="0" lang="en-US" altLang="en-US" sz="1000" b="0" i="0" u="none" strike="noStrike" cap="none" normalizeH="0" baseline="0">
                <a:ln>
                  <a:noFill/>
                </a:ln>
                <a:solidFill>
                  <a:srgbClr val="29E3AB"/>
                </a:solidFill>
                <a:effectLst/>
                <a:latin typeface="Courier New" panose="02070309020205020404" pitchFamily="49" charset="0"/>
                <a:cs typeface="Courier New" panose="02070309020205020404" pitchFamily="49" charset="0"/>
              </a:rPr>
              <a:t>"Please insert a valid day."</a:t>
            </a:r>
            <a:r>
              <a:rPr kumimoji="0" lang="en-US" altLang="en-US" sz="1000" b="0" i="0" u="none" strike="noStrike" cap="none" normalizeH="0" baseline="0">
                <a:ln>
                  <a:noFill/>
                </a:ln>
                <a:solidFill>
                  <a:srgbClr val="EFF2FB"/>
                </a:solidFill>
                <a:effectLst/>
                <a:latin typeface="Courier New" panose="02070309020205020404" pitchFamily="49" charset="0"/>
                <a:cs typeface="Courier New" panose="02070309020205020404" pitchFamily="49" charset="0"/>
              </a:rPr>
              <a:t>;</a:t>
            </a:r>
            <a:r>
              <a:rPr kumimoji="0" lang="en-US" altLang="en-US" sz="1000" b="0" i="0" u="none" strike="noStrike" cap="none" normalizeH="0" baseline="0">
                <a:ln>
                  <a:noFill/>
                </a:ln>
                <a:solidFill>
                  <a:srgbClr val="FFFFFF"/>
                </a:solidFill>
                <a:effectLst/>
                <a:latin typeface="Courier New" panose="02070309020205020404" pitchFamily="49" charset="0"/>
                <a:cs typeface="Courier New" panose="02070309020205020404" pitchFamily="49" charset="0"/>
              </a:rPr>
              <a:t> </a:t>
            </a:r>
            <a:r>
              <a:rPr kumimoji="0" lang="en-US" altLang="en-US" sz="1000" b="0" i="0" u="none" strike="noStrike" cap="none" normalizeH="0" baseline="0">
                <a:ln>
                  <a:noFill/>
                </a:ln>
                <a:solidFill>
                  <a:srgbClr val="4994FF"/>
                </a:solidFill>
                <a:effectLst/>
                <a:latin typeface="Courier New" panose="02070309020205020404" pitchFamily="49" charset="0"/>
                <a:cs typeface="Courier New" panose="02070309020205020404" pitchFamily="49" charset="0"/>
              </a:rPr>
              <a:t>else</a:t>
            </a:r>
            <a:r>
              <a:rPr kumimoji="0" lang="en-US" altLang="en-US" sz="1000" b="0" i="0" u="none" strike="noStrike" cap="none" normalizeH="0" baseline="0">
                <a:ln>
                  <a:noFill/>
                </a:ln>
                <a:solidFill>
                  <a:srgbClr val="FFFFFF"/>
                </a:solidFill>
                <a:effectLst/>
                <a:latin typeface="Courier New" panose="02070309020205020404" pitchFamily="49" charset="0"/>
                <a:cs typeface="Courier New" panose="02070309020205020404" pitchFamily="49" charset="0"/>
              </a:rPr>
              <a:t> </a:t>
            </a:r>
            <a:r>
              <a:rPr kumimoji="0" lang="en-US" altLang="en-US" sz="1000" b="0" i="0" u="none" strike="noStrike" cap="none" normalizeH="0" baseline="0">
                <a:ln>
                  <a:noFill/>
                </a:ln>
                <a:solidFill>
                  <a:srgbClr val="4994FF"/>
                </a:solidFill>
                <a:effectLst/>
                <a:latin typeface="Courier New" panose="02070309020205020404" pitchFamily="49" charset="0"/>
                <a:cs typeface="Courier New" panose="02070309020205020404" pitchFamily="49" charset="0"/>
              </a:rPr>
              <a:t>yield</a:t>
            </a:r>
            <a:r>
              <a:rPr kumimoji="0" lang="en-US" altLang="en-US" sz="1000" b="0" i="0" u="none" strike="noStrike" cap="none" normalizeH="0" baseline="0">
                <a:ln>
                  <a:noFill/>
                </a:ln>
                <a:solidFill>
                  <a:srgbClr val="FFFFFF"/>
                </a:solidFill>
                <a:effectLst/>
                <a:latin typeface="Courier New" panose="02070309020205020404" pitchFamily="49" charset="0"/>
                <a:cs typeface="Courier New" panose="02070309020205020404" pitchFamily="49" charset="0"/>
              </a:rPr>
              <a:t> </a:t>
            </a:r>
            <a:r>
              <a:rPr kumimoji="0" lang="en-US" altLang="en-US" sz="1000" b="0" i="0" u="none" strike="noStrike" cap="none" normalizeH="0" baseline="0">
                <a:ln>
                  <a:noFill/>
                </a:ln>
                <a:solidFill>
                  <a:srgbClr val="29E3AB"/>
                </a:solidFill>
                <a:effectLst/>
                <a:latin typeface="Courier New" panose="02070309020205020404" pitchFamily="49" charset="0"/>
                <a:cs typeface="Courier New" panose="02070309020205020404" pitchFamily="49" charset="0"/>
              </a:rPr>
              <a:t>"Looks like a Sunday."</a:t>
            </a:r>
            <a:r>
              <a:rPr kumimoji="0" lang="en-US" altLang="en-US" sz="1000" b="0" i="0" u="none" strike="noStrike" cap="none" normalizeH="0" baseline="0">
                <a:ln>
                  <a:noFill/>
                </a:ln>
                <a:solidFill>
                  <a:srgbClr val="EFF2FB"/>
                </a:solidFill>
                <a:effectLst/>
                <a:latin typeface="Courier New" panose="02070309020205020404" pitchFamily="49" charset="0"/>
                <a:cs typeface="Courier New" panose="02070309020205020404" pitchFamily="49" charset="0"/>
              </a:rPr>
              <a:t>;</a:t>
            </a:r>
            <a:r>
              <a:rPr kumimoji="0" lang="en-US" altLang="en-US" sz="1000" b="0" i="0" u="none" strike="noStrike" cap="none" normalizeH="0" baseline="0">
                <a:ln>
                  <a:noFill/>
                </a:ln>
                <a:solidFill>
                  <a:srgbClr val="FFFFFF"/>
                </a:solidFill>
                <a:effectLst/>
                <a:latin typeface="Courier New" panose="02070309020205020404" pitchFamily="49" charset="0"/>
                <a:cs typeface="Courier New" panose="02070309020205020404" pitchFamily="49" charset="0"/>
              </a:rPr>
              <a:t> </a:t>
            </a:r>
            <a:r>
              <a:rPr kumimoji="0" lang="en-US" altLang="en-US" sz="1000" b="0" i="0" u="none" strike="noStrike" cap="none" normalizeH="0" baseline="0">
                <a:ln>
                  <a:noFill/>
                </a:ln>
                <a:solidFill>
                  <a:srgbClr val="EFF2FB"/>
                </a:solidFill>
                <a:effectLst/>
                <a:latin typeface="Courier New" panose="02070309020205020404" pitchFamily="49" charset="0"/>
                <a:cs typeface="Courier New" panose="02070309020205020404" pitchFamily="49" charset="0"/>
              </a:rPr>
              <a:t>}</a:t>
            </a:r>
            <a:r>
              <a:rPr kumimoji="0" lang="en-US" altLang="en-US" sz="1000" b="0" i="0" u="none" strike="noStrike" cap="none" normalizeH="0" baseline="0">
                <a:ln>
                  <a:noFill/>
                </a:ln>
                <a:solidFill>
                  <a:srgbClr val="FFFFFF"/>
                </a:solidFill>
                <a:effectLst/>
                <a:latin typeface="Courier New" panose="02070309020205020404" pitchFamily="49" charset="0"/>
                <a:cs typeface="Courier New" panose="02070309020205020404" pitchFamily="49" charset="0"/>
              </a:rPr>
              <a:t> </a:t>
            </a:r>
            <a:r>
              <a:rPr kumimoji="0" lang="en-US" altLang="en-US" sz="1000" b="0" i="0" u="none" strike="noStrike" cap="none" normalizeH="0" baseline="0">
                <a:ln>
                  <a:noFill/>
                </a:ln>
                <a:solidFill>
                  <a:srgbClr val="EFF2FB"/>
                </a:solidFill>
                <a:effectLst/>
                <a:latin typeface="Courier New" panose="02070309020205020404" pitchFamily="49" charset="0"/>
                <a:cs typeface="Courier New" panose="02070309020205020404" pitchFamily="49" charset="0"/>
              </a:rPr>
              <a:t>};</a:t>
            </a:r>
            <a:r>
              <a:rPr kumimoji="0" lang="en-US" altLang="en-US" sz="1000" b="0" i="0" u="none" strike="noStrike" cap="none" normalizeH="0" baseline="0">
                <a:ln>
                  <a:noFill/>
                </a:ln>
                <a:solidFill>
                  <a:srgbClr val="FFFFFF"/>
                </a:solidFill>
                <a:effectLst/>
                <a:latin typeface="Courier New" panose="02070309020205020404" pitchFamily="49" charset="0"/>
                <a:cs typeface="Courier New" panose="02070309020205020404" pitchFamily="49" charset="0"/>
              </a:rPr>
              <a:t> </a:t>
            </a:r>
            <a:r>
              <a:rPr kumimoji="0" lang="en-US" altLang="en-US" sz="1000" b="0" i="0" u="none" strike="noStrike" cap="none" normalizeH="0" baseline="0">
                <a:ln>
                  <a:noFill/>
                </a:ln>
                <a:solidFill>
                  <a:srgbClr val="FF4084"/>
                </a:solidFill>
                <a:effectLst/>
                <a:latin typeface="Courier New" panose="02070309020205020404" pitchFamily="49" charset="0"/>
                <a:cs typeface="Courier New" panose="02070309020205020404" pitchFamily="49" charset="0"/>
              </a:rPr>
              <a:t>System</a:t>
            </a:r>
            <a:r>
              <a:rPr kumimoji="0" lang="en-US" altLang="en-US" sz="1000" b="0" i="0" u="none" strike="noStrike" cap="none" normalizeH="0" baseline="0">
                <a:ln>
                  <a:noFill/>
                </a:ln>
                <a:solidFill>
                  <a:srgbClr val="EFF2FB"/>
                </a:solidFill>
                <a:effectLst/>
                <a:latin typeface="Courier New" panose="02070309020205020404" pitchFamily="49" charset="0"/>
                <a:cs typeface="Courier New" panose="02070309020205020404" pitchFamily="49" charset="0"/>
              </a:rPr>
              <a:t>.</a:t>
            </a:r>
            <a:r>
              <a:rPr kumimoji="0" lang="en-US" altLang="en-US" sz="1000" b="0" i="0" u="none" strike="noStrike" cap="none" normalizeH="0" baseline="0">
                <a:ln>
                  <a:noFill/>
                </a:ln>
                <a:solidFill>
                  <a:srgbClr val="FFFFFF"/>
                </a:solidFill>
                <a:effectLst/>
                <a:latin typeface="Courier New" panose="02070309020205020404" pitchFamily="49" charset="0"/>
                <a:cs typeface="Courier New" panose="02070309020205020404" pitchFamily="49" charset="0"/>
              </a:rPr>
              <a:t>out</a:t>
            </a:r>
            <a:r>
              <a:rPr kumimoji="0" lang="en-US" altLang="en-US" sz="1000" b="0" i="0" u="none" strike="noStrike" cap="none" normalizeH="0" baseline="0">
                <a:ln>
                  <a:noFill/>
                </a:ln>
                <a:solidFill>
                  <a:srgbClr val="EFF2FB"/>
                </a:solidFill>
                <a:effectLst/>
                <a:latin typeface="Courier New" panose="02070309020205020404" pitchFamily="49" charset="0"/>
                <a:cs typeface="Courier New" panose="02070309020205020404" pitchFamily="49" charset="0"/>
              </a:rPr>
              <a:t>.</a:t>
            </a:r>
            <a:r>
              <a:rPr kumimoji="0" lang="en-US" altLang="en-US" sz="1000" b="0" i="0" u="none" strike="noStrike" cap="none" normalizeH="0" baseline="0">
                <a:ln>
                  <a:noFill/>
                </a:ln>
                <a:solidFill>
                  <a:srgbClr val="FF4084"/>
                </a:solidFill>
                <a:effectLst/>
                <a:latin typeface="Courier New" panose="02070309020205020404" pitchFamily="49" charset="0"/>
                <a:cs typeface="Courier New" panose="02070309020205020404" pitchFamily="49" charset="0"/>
              </a:rPr>
              <a:t>println</a:t>
            </a:r>
            <a:r>
              <a:rPr kumimoji="0" lang="en-US" altLang="en-US" sz="1000" b="0" i="0" u="none" strike="noStrike" cap="none" normalizeH="0" baseline="0">
                <a:ln>
                  <a:noFill/>
                </a:ln>
                <a:solidFill>
                  <a:srgbClr val="EFF2FB"/>
                </a:solidFill>
                <a:effectLst/>
                <a:latin typeface="Courier New" panose="02070309020205020404" pitchFamily="49" charset="0"/>
                <a:cs typeface="Courier New" panose="02070309020205020404" pitchFamily="49" charset="0"/>
              </a:rPr>
              <a:t>(</a:t>
            </a:r>
            <a:r>
              <a:rPr kumimoji="0" lang="en-US" altLang="en-US" sz="1000" b="0" i="0" u="none" strike="noStrike" cap="none" normalizeH="0" baseline="0">
                <a:ln>
                  <a:noFill/>
                </a:ln>
                <a:solidFill>
                  <a:srgbClr val="FFFFFF"/>
                </a:solidFill>
                <a:effectLst/>
                <a:latin typeface="Courier New" panose="02070309020205020404" pitchFamily="49" charset="0"/>
                <a:cs typeface="Courier New" panose="02070309020205020404" pitchFamily="49" charset="0"/>
              </a:rPr>
              <a:t>result</a:t>
            </a:r>
            <a:r>
              <a:rPr kumimoji="0" lang="en-US" altLang="en-US" sz="1000" b="0" i="0" u="none" strike="noStrike" cap="none" normalizeH="0" baseline="0">
                <a:ln>
                  <a:noFill/>
                </a:ln>
                <a:solidFill>
                  <a:srgbClr val="EFF2FB"/>
                </a:solidFill>
                <a:effectLst/>
                <a:latin typeface="Courier New" panose="02070309020205020404" pitchFamily="49" charset="0"/>
                <a:cs typeface="Courier New" panose="02070309020205020404" pitchFamily="49" charset="0"/>
              </a:rPr>
              <a:t>);</a:t>
            </a:r>
            <a:r>
              <a:rPr kumimoji="0" lang="en-US" altLang="en-US" sz="800" b="0" i="0" u="none" strike="noStrike" cap="none" normalizeH="0" baseline="0">
                <a:ln>
                  <a:noFill/>
                </a:ln>
                <a:solidFill>
                  <a:schemeClr val="tx1"/>
                </a:solidFill>
                <a:effectLst/>
              </a:rPr>
              <a:t> </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514496140"/>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24196B-CB95-4806-0997-3A3B7DBDC3A3}"/>
              </a:ext>
            </a:extLst>
          </p:cNvPr>
          <p:cNvSpPr>
            <a:spLocks noGrp="1"/>
          </p:cNvSpPr>
          <p:nvPr>
            <p:ph type="title"/>
          </p:nvPr>
        </p:nvSpPr>
        <p:spPr/>
        <p:txBody>
          <a:bodyPr>
            <a:normAutofit/>
          </a:bodyPr>
          <a:lstStyle/>
          <a:p>
            <a:r>
              <a:rPr lang="en-IN" dirty="0">
                <a:solidFill>
                  <a:srgbClr val="00B050"/>
                </a:solidFill>
              </a:rPr>
              <a:t>Java 14 </a:t>
            </a:r>
            <a:r>
              <a:rPr lang="en-IN" dirty="0"/>
              <a:t>Records (Preview)</a:t>
            </a:r>
            <a:endParaRPr lang="en-IN" dirty="0">
              <a:solidFill>
                <a:srgbClr val="00B050"/>
              </a:solidFill>
            </a:endParaRPr>
          </a:p>
        </p:txBody>
      </p:sp>
      <p:sp>
        <p:nvSpPr>
          <p:cNvPr id="3" name="Content Placeholder 2">
            <a:extLst>
              <a:ext uri="{FF2B5EF4-FFF2-40B4-BE49-F238E27FC236}">
                <a16:creationId xmlns:a16="http://schemas.microsoft.com/office/drawing/2014/main" id="{9974ED60-7DEE-085D-999D-E6E4B031B2B4}"/>
              </a:ext>
            </a:extLst>
          </p:cNvPr>
          <p:cNvSpPr>
            <a:spLocks noGrp="1"/>
          </p:cNvSpPr>
          <p:nvPr>
            <p:ph idx="1"/>
          </p:nvPr>
        </p:nvSpPr>
        <p:spPr/>
        <p:txBody>
          <a:bodyPr>
            <a:normAutofit/>
          </a:bodyPr>
          <a:lstStyle/>
          <a:p>
            <a:r>
              <a:rPr lang="en-US" dirty="0"/>
              <a:t>A record is a data class that stores pure data. The idea behind introducing records is to quickly create simple and concise classes devoid of boilerplate code.</a:t>
            </a:r>
          </a:p>
          <a:p>
            <a:endParaRPr lang="en-US" dirty="0"/>
          </a:p>
          <a:p>
            <a:r>
              <a:rPr lang="en-US" dirty="0"/>
              <a:t>Normally a class in Java would require you to implement equals(), </a:t>
            </a:r>
            <a:r>
              <a:rPr lang="en-US" dirty="0" err="1"/>
              <a:t>hashCode</a:t>
            </a:r>
            <a:r>
              <a:rPr lang="en-US" dirty="0"/>
              <a:t>() , the getters and setters methods. While some IDEs support auto-generation of such classes, the code is still verbose. With a record you need to simply define a class in the following way.</a:t>
            </a:r>
            <a:endParaRPr lang="en-IN" dirty="0"/>
          </a:p>
        </p:txBody>
      </p:sp>
    </p:spTree>
    <p:extLst>
      <p:ext uri="{BB962C8B-B14F-4D97-AF65-F5344CB8AC3E}">
        <p14:creationId xmlns:p14="http://schemas.microsoft.com/office/powerpoint/2010/main" val="3388824464"/>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24196B-CB95-4806-0997-3A3B7DBDC3A3}"/>
              </a:ext>
            </a:extLst>
          </p:cNvPr>
          <p:cNvSpPr>
            <a:spLocks noGrp="1"/>
          </p:cNvSpPr>
          <p:nvPr>
            <p:ph type="title"/>
          </p:nvPr>
        </p:nvSpPr>
        <p:spPr/>
        <p:txBody>
          <a:bodyPr>
            <a:normAutofit/>
          </a:bodyPr>
          <a:lstStyle/>
          <a:p>
            <a:r>
              <a:rPr lang="en-IN" dirty="0">
                <a:solidFill>
                  <a:srgbClr val="00B050"/>
                </a:solidFill>
              </a:rPr>
              <a:t>Java 14 </a:t>
            </a:r>
            <a:r>
              <a:rPr lang="en-IN" dirty="0"/>
              <a:t>Records (Preview)</a:t>
            </a:r>
            <a:endParaRPr lang="en-IN" dirty="0">
              <a:solidFill>
                <a:srgbClr val="00B050"/>
              </a:solidFill>
            </a:endParaRPr>
          </a:p>
        </p:txBody>
      </p:sp>
      <p:sp>
        <p:nvSpPr>
          <p:cNvPr id="3" name="Content Placeholder 2">
            <a:extLst>
              <a:ext uri="{FF2B5EF4-FFF2-40B4-BE49-F238E27FC236}">
                <a16:creationId xmlns:a16="http://schemas.microsoft.com/office/drawing/2014/main" id="{9974ED60-7DEE-085D-999D-E6E4B031B2B4}"/>
              </a:ext>
            </a:extLst>
          </p:cNvPr>
          <p:cNvSpPr>
            <a:spLocks noGrp="1"/>
          </p:cNvSpPr>
          <p:nvPr>
            <p:ph idx="1"/>
          </p:nvPr>
        </p:nvSpPr>
        <p:spPr/>
        <p:txBody>
          <a:bodyPr>
            <a:normAutofit/>
          </a:bodyPr>
          <a:lstStyle/>
          <a:p>
            <a:r>
              <a:rPr lang="en-US" dirty="0"/>
              <a:t>The Java compiler will generate a constructor, private final fields, accessors, equals/</a:t>
            </a:r>
            <a:r>
              <a:rPr lang="en-US" dirty="0" err="1"/>
              <a:t>hashCode</a:t>
            </a:r>
            <a:r>
              <a:rPr lang="en-US" dirty="0"/>
              <a:t> and </a:t>
            </a:r>
            <a:r>
              <a:rPr lang="en-US" dirty="0" err="1"/>
              <a:t>toString</a:t>
            </a:r>
            <a:r>
              <a:rPr lang="en-US" dirty="0"/>
              <a:t> methods automatically. The auto-generated getter methods of the above class are name() and topic().</a:t>
            </a:r>
          </a:p>
          <a:p>
            <a:endParaRPr lang="en-US" dirty="0"/>
          </a:p>
          <a:p>
            <a:r>
              <a:rPr lang="en-US" dirty="0"/>
              <a:t>To look into the generated code, use </a:t>
            </a:r>
            <a:r>
              <a:rPr lang="en-US" dirty="0" err="1"/>
              <a:t>javap</a:t>
            </a:r>
            <a:r>
              <a:rPr lang="en-US" dirty="0"/>
              <a:t> Author after you’ve compiled the program using </a:t>
            </a:r>
            <a:r>
              <a:rPr lang="en-US" dirty="0" err="1"/>
              <a:t>javac</a:t>
            </a:r>
            <a:r>
              <a:rPr lang="en-US" dirty="0"/>
              <a:t>. The following illustration shows the generated class for record Author (String name, String topic) {}:</a:t>
            </a:r>
            <a:endParaRPr lang="en-IN" dirty="0"/>
          </a:p>
        </p:txBody>
      </p:sp>
    </p:spTree>
    <p:extLst>
      <p:ext uri="{BB962C8B-B14F-4D97-AF65-F5344CB8AC3E}">
        <p14:creationId xmlns:p14="http://schemas.microsoft.com/office/powerpoint/2010/main" val="794692709"/>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24196B-CB95-4806-0997-3A3B7DBDC3A3}"/>
              </a:ext>
            </a:extLst>
          </p:cNvPr>
          <p:cNvSpPr>
            <a:spLocks noGrp="1"/>
          </p:cNvSpPr>
          <p:nvPr>
            <p:ph type="title"/>
          </p:nvPr>
        </p:nvSpPr>
        <p:spPr/>
        <p:txBody>
          <a:bodyPr>
            <a:normAutofit/>
          </a:bodyPr>
          <a:lstStyle/>
          <a:p>
            <a:r>
              <a:rPr lang="en-IN" dirty="0">
                <a:solidFill>
                  <a:srgbClr val="00B050"/>
                </a:solidFill>
              </a:rPr>
              <a:t>Java 14 </a:t>
            </a:r>
            <a:r>
              <a:rPr lang="en-IN" dirty="0"/>
              <a:t>Records (Preview)</a:t>
            </a:r>
            <a:endParaRPr lang="en-IN" dirty="0">
              <a:solidFill>
                <a:srgbClr val="00B050"/>
              </a:solidFill>
            </a:endParaRPr>
          </a:p>
        </p:txBody>
      </p:sp>
      <p:sp>
        <p:nvSpPr>
          <p:cNvPr id="3" name="Content Placeholder 2">
            <a:extLst>
              <a:ext uri="{FF2B5EF4-FFF2-40B4-BE49-F238E27FC236}">
                <a16:creationId xmlns:a16="http://schemas.microsoft.com/office/drawing/2014/main" id="{9974ED60-7DEE-085D-999D-E6E4B031B2B4}"/>
              </a:ext>
            </a:extLst>
          </p:cNvPr>
          <p:cNvSpPr>
            <a:spLocks noGrp="1"/>
          </p:cNvSpPr>
          <p:nvPr>
            <p:ph idx="1"/>
          </p:nvPr>
        </p:nvSpPr>
        <p:spPr/>
        <p:txBody>
          <a:bodyPr>
            <a:normAutofit fontScale="40000" lnSpcReduction="20000"/>
          </a:bodyPr>
          <a:lstStyle/>
          <a:p>
            <a:r>
              <a:rPr lang="en-US" dirty="0"/>
              <a:t>record Author (int id, String name, String topic) {</a:t>
            </a:r>
          </a:p>
          <a:p>
            <a:r>
              <a:rPr lang="en-US" dirty="0"/>
              <a:t>    static int followers;</a:t>
            </a:r>
          </a:p>
          <a:p>
            <a:endParaRPr lang="en-US" dirty="0"/>
          </a:p>
          <a:p>
            <a:r>
              <a:rPr lang="en-US" dirty="0"/>
              <a:t>    public static String </a:t>
            </a:r>
            <a:r>
              <a:rPr lang="en-US" dirty="0" err="1"/>
              <a:t>followerCount</a:t>
            </a:r>
            <a:r>
              <a:rPr lang="en-US" dirty="0"/>
              <a:t>() {</a:t>
            </a:r>
          </a:p>
          <a:p>
            <a:r>
              <a:rPr lang="en-US" dirty="0"/>
              <a:t>        return "Followers are "+ followers;</a:t>
            </a:r>
          </a:p>
          <a:p>
            <a:r>
              <a:rPr lang="en-US" dirty="0"/>
              <a:t>    }</a:t>
            </a:r>
          </a:p>
          <a:p>
            <a:endParaRPr lang="en-US" dirty="0"/>
          </a:p>
          <a:p>
            <a:r>
              <a:rPr lang="en-US" dirty="0"/>
              <a:t>    public String description(){</a:t>
            </a:r>
          </a:p>
          <a:p>
            <a:r>
              <a:rPr lang="en-US" dirty="0"/>
              <a:t>        return "Author "+ name + " writes on "+ topic;</a:t>
            </a:r>
          </a:p>
          <a:p>
            <a:r>
              <a:rPr lang="en-US" dirty="0"/>
              <a:t>    }</a:t>
            </a:r>
          </a:p>
          <a:p>
            <a:endParaRPr lang="en-US" dirty="0"/>
          </a:p>
          <a:p>
            <a:r>
              <a:rPr lang="en-US" dirty="0"/>
              <a:t>    public Author{</a:t>
            </a:r>
          </a:p>
          <a:p>
            <a:r>
              <a:rPr lang="en-US" dirty="0"/>
              <a:t>    if (id &lt; 0) {</a:t>
            </a:r>
          </a:p>
          <a:p>
            <a:r>
              <a:rPr lang="en-US" dirty="0"/>
              <a:t>        throw new </a:t>
            </a:r>
            <a:r>
              <a:rPr lang="en-US" dirty="0" err="1"/>
              <a:t>IllegalArgumentException</a:t>
            </a:r>
            <a:r>
              <a:rPr lang="en-US" dirty="0"/>
              <a:t>( "id must be greater than 0.");</a:t>
            </a:r>
          </a:p>
          <a:p>
            <a:r>
              <a:rPr lang="en-US" dirty="0"/>
              <a:t>     }</a:t>
            </a:r>
          </a:p>
          <a:p>
            <a:r>
              <a:rPr lang="en-US" dirty="0"/>
              <a:t>   }</a:t>
            </a:r>
          </a:p>
          <a:p>
            <a:r>
              <a:rPr lang="en-US" dirty="0"/>
              <a:t>}</a:t>
            </a:r>
            <a:endParaRPr lang="en-IN" dirty="0"/>
          </a:p>
        </p:txBody>
      </p:sp>
    </p:spTree>
    <p:extLst>
      <p:ext uri="{BB962C8B-B14F-4D97-AF65-F5344CB8AC3E}">
        <p14:creationId xmlns:p14="http://schemas.microsoft.com/office/powerpoint/2010/main" val="4036520443"/>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24196B-CB95-4806-0997-3A3B7DBDC3A3}"/>
              </a:ext>
            </a:extLst>
          </p:cNvPr>
          <p:cNvSpPr>
            <a:spLocks noGrp="1"/>
          </p:cNvSpPr>
          <p:nvPr>
            <p:ph type="title"/>
          </p:nvPr>
        </p:nvSpPr>
        <p:spPr/>
        <p:txBody>
          <a:bodyPr>
            <a:normAutofit/>
          </a:bodyPr>
          <a:lstStyle/>
          <a:p>
            <a:r>
              <a:rPr lang="en-IN" dirty="0">
                <a:solidFill>
                  <a:srgbClr val="00B050"/>
                </a:solidFill>
              </a:rPr>
              <a:t>Java 14 </a:t>
            </a:r>
            <a:r>
              <a:rPr lang="en-IN" dirty="0"/>
              <a:t>Records (Preview)</a:t>
            </a:r>
            <a:endParaRPr lang="en-IN" dirty="0">
              <a:solidFill>
                <a:srgbClr val="00B050"/>
              </a:solidFill>
            </a:endParaRPr>
          </a:p>
        </p:txBody>
      </p:sp>
      <p:sp>
        <p:nvSpPr>
          <p:cNvPr id="3" name="Content Placeholder 2">
            <a:extLst>
              <a:ext uri="{FF2B5EF4-FFF2-40B4-BE49-F238E27FC236}">
                <a16:creationId xmlns:a16="http://schemas.microsoft.com/office/drawing/2014/main" id="{9974ED60-7DEE-085D-999D-E6E4B031B2B4}"/>
              </a:ext>
            </a:extLst>
          </p:cNvPr>
          <p:cNvSpPr>
            <a:spLocks noGrp="1"/>
          </p:cNvSpPr>
          <p:nvPr>
            <p:ph idx="1"/>
          </p:nvPr>
        </p:nvSpPr>
        <p:spPr/>
        <p:txBody>
          <a:bodyPr>
            <a:normAutofit fontScale="92500" lnSpcReduction="10000"/>
          </a:bodyPr>
          <a:lstStyle/>
          <a:p>
            <a:r>
              <a:rPr lang="en-US" dirty="0"/>
              <a:t>Few important things to note about Records:</a:t>
            </a:r>
          </a:p>
          <a:p>
            <a:endParaRPr lang="en-US" dirty="0"/>
          </a:p>
          <a:p>
            <a:r>
              <a:rPr lang="en-US" dirty="0"/>
              <a:t>A record can neither extend a class nor it can be extended by another class. It’s a final class.</a:t>
            </a:r>
          </a:p>
          <a:p>
            <a:r>
              <a:rPr lang="en-US" dirty="0"/>
              <a:t>Records cannot be abstract</a:t>
            </a:r>
          </a:p>
          <a:p>
            <a:r>
              <a:rPr lang="en-US" dirty="0"/>
              <a:t>Records cannot extend any other class and cannot define instance fields inside the body. Instance fields must be defined in the state description only</a:t>
            </a:r>
          </a:p>
          <a:p>
            <a:r>
              <a:rPr lang="en-US" dirty="0"/>
              <a:t>Declared fields are private and final</a:t>
            </a:r>
          </a:p>
          <a:p>
            <a:r>
              <a:rPr lang="en-US" dirty="0"/>
              <a:t>The body of a record allows static fields and methods</a:t>
            </a:r>
            <a:endParaRPr lang="en-IN" dirty="0"/>
          </a:p>
        </p:txBody>
      </p:sp>
    </p:spTree>
    <p:extLst>
      <p:ext uri="{BB962C8B-B14F-4D97-AF65-F5344CB8AC3E}">
        <p14:creationId xmlns:p14="http://schemas.microsoft.com/office/powerpoint/2010/main" val="124512433"/>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24196B-CB95-4806-0997-3A3B7DBDC3A3}"/>
              </a:ext>
            </a:extLst>
          </p:cNvPr>
          <p:cNvSpPr>
            <a:spLocks noGrp="1"/>
          </p:cNvSpPr>
          <p:nvPr>
            <p:ph type="title"/>
          </p:nvPr>
        </p:nvSpPr>
        <p:spPr/>
        <p:txBody>
          <a:bodyPr>
            <a:normAutofit/>
          </a:bodyPr>
          <a:lstStyle/>
          <a:p>
            <a:r>
              <a:rPr lang="en-IN" dirty="0">
                <a:solidFill>
                  <a:srgbClr val="00B050"/>
                </a:solidFill>
              </a:rPr>
              <a:t>Java 14 </a:t>
            </a:r>
            <a:r>
              <a:rPr lang="en-IN" dirty="0"/>
              <a:t>Records (Preview)</a:t>
            </a:r>
            <a:endParaRPr lang="en-IN" dirty="0">
              <a:solidFill>
                <a:srgbClr val="00B050"/>
              </a:solidFill>
            </a:endParaRPr>
          </a:p>
        </p:txBody>
      </p:sp>
      <p:sp>
        <p:nvSpPr>
          <p:cNvPr id="3" name="Content Placeholder 2">
            <a:extLst>
              <a:ext uri="{FF2B5EF4-FFF2-40B4-BE49-F238E27FC236}">
                <a16:creationId xmlns:a16="http://schemas.microsoft.com/office/drawing/2014/main" id="{9974ED60-7DEE-085D-999D-E6E4B031B2B4}"/>
              </a:ext>
            </a:extLst>
          </p:cNvPr>
          <p:cNvSpPr>
            <a:spLocks noGrp="1"/>
          </p:cNvSpPr>
          <p:nvPr>
            <p:ph idx="1"/>
          </p:nvPr>
        </p:nvSpPr>
        <p:spPr/>
        <p:txBody>
          <a:bodyPr>
            <a:normAutofit fontScale="92500" lnSpcReduction="20000"/>
          </a:bodyPr>
          <a:lstStyle/>
          <a:p>
            <a:r>
              <a:rPr lang="en-US" dirty="0"/>
              <a:t>The following code shows an example of implementing an interface with records:</a:t>
            </a:r>
          </a:p>
          <a:p>
            <a:r>
              <a:rPr lang="en-IN" dirty="0"/>
              <a:t>record Author(String name, String topic) implements Information {</a:t>
            </a:r>
          </a:p>
          <a:p>
            <a:r>
              <a:rPr lang="en-IN" dirty="0"/>
              <a:t>  public String </a:t>
            </a:r>
            <a:r>
              <a:rPr lang="en-IN" dirty="0" err="1"/>
              <a:t>getFullName</a:t>
            </a:r>
            <a:r>
              <a:rPr lang="en-IN" dirty="0"/>
              <a:t>() {</a:t>
            </a:r>
          </a:p>
          <a:p>
            <a:r>
              <a:rPr lang="en-IN" dirty="0"/>
              <a:t>    return "Author "+ name + " writes on " + topic;</a:t>
            </a:r>
          </a:p>
          <a:p>
            <a:r>
              <a:rPr lang="en-IN" dirty="0"/>
              <a:t>  }</a:t>
            </a:r>
          </a:p>
          <a:p>
            <a:r>
              <a:rPr lang="en-IN" dirty="0"/>
              <a:t>}</a:t>
            </a:r>
          </a:p>
          <a:p>
            <a:endParaRPr lang="en-IN" dirty="0"/>
          </a:p>
          <a:p>
            <a:r>
              <a:rPr lang="en-IN" dirty="0"/>
              <a:t>interface Information {</a:t>
            </a:r>
          </a:p>
          <a:p>
            <a:r>
              <a:rPr lang="en-IN" dirty="0"/>
              <a:t>  String </a:t>
            </a:r>
            <a:r>
              <a:rPr lang="en-IN" dirty="0" err="1"/>
              <a:t>getFullName</a:t>
            </a:r>
            <a:r>
              <a:rPr lang="en-IN" dirty="0"/>
              <a:t>();</a:t>
            </a:r>
          </a:p>
          <a:p>
            <a:r>
              <a:rPr lang="en-IN" dirty="0"/>
              <a:t>}</a:t>
            </a:r>
          </a:p>
        </p:txBody>
      </p:sp>
    </p:spTree>
    <p:extLst>
      <p:ext uri="{BB962C8B-B14F-4D97-AF65-F5344CB8AC3E}">
        <p14:creationId xmlns:p14="http://schemas.microsoft.com/office/powerpoint/2010/main" val="1161124771"/>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24196B-CB95-4806-0997-3A3B7DBDC3A3}"/>
              </a:ext>
            </a:extLst>
          </p:cNvPr>
          <p:cNvSpPr>
            <a:spLocks noGrp="1"/>
          </p:cNvSpPr>
          <p:nvPr>
            <p:ph type="title"/>
          </p:nvPr>
        </p:nvSpPr>
        <p:spPr/>
        <p:txBody>
          <a:bodyPr>
            <a:normAutofit/>
          </a:bodyPr>
          <a:lstStyle/>
          <a:p>
            <a:r>
              <a:rPr lang="en-IN" dirty="0">
                <a:solidFill>
                  <a:srgbClr val="00B050"/>
                </a:solidFill>
              </a:rPr>
              <a:t>Java 14 </a:t>
            </a:r>
            <a:r>
              <a:rPr lang="en-IN" dirty="0"/>
              <a:t>Records (Preview)</a:t>
            </a:r>
            <a:endParaRPr lang="en-IN" dirty="0">
              <a:solidFill>
                <a:srgbClr val="00B050"/>
              </a:solidFill>
            </a:endParaRPr>
          </a:p>
        </p:txBody>
      </p:sp>
      <p:sp>
        <p:nvSpPr>
          <p:cNvPr id="3" name="Content Placeholder 2">
            <a:extLst>
              <a:ext uri="{FF2B5EF4-FFF2-40B4-BE49-F238E27FC236}">
                <a16:creationId xmlns:a16="http://schemas.microsoft.com/office/drawing/2014/main" id="{9974ED60-7DEE-085D-999D-E6E4B031B2B4}"/>
              </a:ext>
            </a:extLst>
          </p:cNvPr>
          <p:cNvSpPr>
            <a:spLocks noGrp="1"/>
          </p:cNvSpPr>
          <p:nvPr>
            <p:ph idx="1"/>
          </p:nvPr>
        </p:nvSpPr>
        <p:spPr/>
        <p:txBody>
          <a:bodyPr>
            <a:normAutofit fontScale="70000" lnSpcReduction="20000"/>
          </a:bodyPr>
          <a:lstStyle/>
          <a:p>
            <a:r>
              <a:rPr lang="en-US" dirty="0"/>
              <a:t>Records allow declaring multiple constructors with or without parameters as shown below:</a:t>
            </a:r>
          </a:p>
          <a:p>
            <a:r>
              <a:rPr lang="en-US" dirty="0" err="1"/>
              <a:t>rrecord</a:t>
            </a:r>
            <a:r>
              <a:rPr lang="en-US" dirty="0"/>
              <a:t> Author(String name, String topic) {</a:t>
            </a:r>
          </a:p>
          <a:p>
            <a:r>
              <a:rPr lang="en-US" dirty="0"/>
              <a:t>  public Author() {</a:t>
            </a:r>
          </a:p>
          <a:p>
            <a:endParaRPr lang="en-US" dirty="0"/>
          </a:p>
          <a:p>
            <a:r>
              <a:rPr lang="en-US" dirty="0"/>
              <a:t>    this("NA", "NA");</a:t>
            </a:r>
          </a:p>
          <a:p>
            <a:r>
              <a:rPr lang="en-US" dirty="0"/>
              <a:t>  }</a:t>
            </a:r>
          </a:p>
          <a:p>
            <a:endParaRPr lang="en-US" dirty="0"/>
          </a:p>
          <a:p>
            <a:r>
              <a:rPr lang="en-US" dirty="0"/>
              <a:t>  public Author(String name) {</a:t>
            </a:r>
          </a:p>
          <a:p>
            <a:endParaRPr lang="en-US" dirty="0"/>
          </a:p>
          <a:p>
            <a:r>
              <a:rPr lang="en-US" dirty="0"/>
              <a:t>    this(name, "NA");</a:t>
            </a:r>
          </a:p>
          <a:p>
            <a:r>
              <a:rPr lang="en-US" dirty="0"/>
              <a:t>  }</a:t>
            </a:r>
          </a:p>
          <a:p>
            <a:r>
              <a:rPr lang="en-US" dirty="0"/>
              <a:t>}</a:t>
            </a:r>
            <a:endParaRPr lang="en-IN" dirty="0"/>
          </a:p>
        </p:txBody>
      </p:sp>
    </p:spTree>
    <p:extLst>
      <p:ext uri="{BB962C8B-B14F-4D97-AF65-F5344CB8AC3E}">
        <p14:creationId xmlns:p14="http://schemas.microsoft.com/office/powerpoint/2010/main" val="603520885"/>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24196B-CB95-4806-0997-3A3B7DBDC3A3}"/>
              </a:ext>
            </a:extLst>
          </p:cNvPr>
          <p:cNvSpPr>
            <a:spLocks noGrp="1"/>
          </p:cNvSpPr>
          <p:nvPr>
            <p:ph type="title"/>
          </p:nvPr>
        </p:nvSpPr>
        <p:spPr/>
        <p:txBody>
          <a:bodyPr>
            <a:normAutofit/>
          </a:bodyPr>
          <a:lstStyle/>
          <a:p>
            <a:r>
              <a:rPr lang="en-IN" dirty="0">
                <a:solidFill>
                  <a:srgbClr val="00B050"/>
                </a:solidFill>
              </a:rPr>
              <a:t>Java 14 </a:t>
            </a:r>
            <a:r>
              <a:rPr lang="en-IN" dirty="0"/>
              <a:t>Records (Preview)</a:t>
            </a:r>
            <a:endParaRPr lang="en-IN" dirty="0">
              <a:solidFill>
                <a:srgbClr val="00B050"/>
              </a:solidFill>
            </a:endParaRPr>
          </a:p>
        </p:txBody>
      </p:sp>
      <p:sp>
        <p:nvSpPr>
          <p:cNvPr id="3" name="Content Placeholder 2">
            <a:extLst>
              <a:ext uri="{FF2B5EF4-FFF2-40B4-BE49-F238E27FC236}">
                <a16:creationId xmlns:a16="http://schemas.microsoft.com/office/drawing/2014/main" id="{9974ED60-7DEE-085D-999D-E6E4B031B2B4}"/>
              </a:ext>
            </a:extLst>
          </p:cNvPr>
          <p:cNvSpPr>
            <a:spLocks noGrp="1"/>
          </p:cNvSpPr>
          <p:nvPr>
            <p:ph idx="1"/>
          </p:nvPr>
        </p:nvSpPr>
        <p:spPr/>
        <p:txBody>
          <a:bodyPr>
            <a:normAutofit/>
          </a:bodyPr>
          <a:lstStyle/>
          <a:p>
            <a:r>
              <a:rPr lang="en-US" dirty="0"/>
              <a:t>Though records do generate public accessor methods for the fields defined in the state description, they also allow you to redefine the accessor methods in the body as shown below:</a:t>
            </a:r>
          </a:p>
          <a:p>
            <a:r>
              <a:rPr lang="en-US" dirty="0"/>
              <a:t>record Author(String name, String topic) {</a:t>
            </a:r>
          </a:p>
          <a:p>
            <a:r>
              <a:rPr lang="en-US" dirty="0"/>
              <a:t>  public String name() {</a:t>
            </a:r>
          </a:p>
          <a:p>
            <a:r>
              <a:rPr lang="en-US" dirty="0"/>
              <a:t>        return "This article was written by " + this.name;</a:t>
            </a:r>
          </a:p>
          <a:p>
            <a:r>
              <a:rPr lang="en-US" dirty="0"/>
              <a:t>    }</a:t>
            </a:r>
          </a:p>
          <a:p>
            <a:r>
              <a:rPr lang="en-US" dirty="0"/>
              <a:t>}</a:t>
            </a:r>
            <a:endParaRPr lang="en-IN" dirty="0"/>
          </a:p>
        </p:txBody>
      </p:sp>
    </p:spTree>
    <p:extLst>
      <p:ext uri="{BB962C8B-B14F-4D97-AF65-F5344CB8AC3E}">
        <p14:creationId xmlns:p14="http://schemas.microsoft.com/office/powerpoint/2010/main" val="2988263904"/>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24196B-CB95-4806-0997-3A3B7DBDC3A3}"/>
              </a:ext>
            </a:extLst>
          </p:cNvPr>
          <p:cNvSpPr>
            <a:spLocks noGrp="1"/>
          </p:cNvSpPr>
          <p:nvPr>
            <p:ph type="title"/>
          </p:nvPr>
        </p:nvSpPr>
        <p:spPr/>
        <p:txBody>
          <a:bodyPr>
            <a:normAutofit/>
          </a:bodyPr>
          <a:lstStyle/>
          <a:p>
            <a:r>
              <a:rPr lang="en-IN" dirty="0">
                <a:solidFill>
                  <a:srgbClr val="00B050"/>
                </a:solidFill>
              </a:rPr>
              <a:t>Java 14 </a:t>
            </a:r>
            <a:r>
              <a:rPr lang="en-IN" b="0" i="0" dirty="0">
                <a:solidFill>
                  <a:srgbClr val="4D5B7C"/>
                </a:solidFill>
                <a:effectLst/>
                <a:latin typeface="Inter"/>
              </a:rPr>
              <a:t>Text Blocks </a:t>
            </a:r>
            <a:endParaRPr lang="en-IN" dirty="0">
              <a:solidFill>
                <a:srgbClr val="00B050"/>
              </a:solidFill>
            </a:endParaRPr>
          </a:p>
        </p:txBody>
      </p:sp>
      <p:sp>
        <p:nvSpPr>
          <p:cNvPr id="3" name="Content Placeholder 2">
            <a:extLst>
              <a:ext uri="{FF2B5EF4-FFF2-40B4-BE49-F238E27FC236}">
                <a16:creationId xmlns:a16="http://schemas.microsoft.com/office/drawing/2014/main" id="{9974ED60-7DEE-085D-999D-E6E4B031B2B4}"/>
              </a:ext>
            </a:extLst>
          </p:cNvPr>
          <p:cNvSpPr>
            <a:spLocks noGrp="1"/>
          </p:cNvSpPr>
          <p:nvPr>
            <p:ph idx="1"/>
          </p:nvPr>
        </p:nvSpPr>
        <p:spPr/>
        <p:txBody>
          <a:bodyPr>
            <a:normAutofit lnSpcReduction="10000"/>
          </a:bodyPr>
          <a:lstStyle/>
          <a:p>
            <a:r>
              <a:rPr lang="en-US" dirty="0"/>
              <a:t>Text Blocks were introduced as a preview feature in Java 13 with the goal to allow easy creation of multiline string literals. It’s useful in easily creating HTML and JSON or SQL query strings.</a:t>
            </a:r>
          </a:p>
          <a:p>
            <a:endParaRPr lang="en-US" dirty="0"/>
          </a:p>
          <a:p>
            <a:r>
              <a:rPr lang="en-US" dirty="0"/>
              <a:t>In Java 14, Text Blocks are still in preview with some new additions. We can now use:</a:t>
            </a:r>
          </a:p>
          <a:p>
            <a:endParaRPr lang="en-US" dirty="0"/>
          </a:p>
          <a:p>
            <a:r>
              <a:rPr lang="en-US" dirty="0"/>
              <a:t>Backslash for displaying nice-looking multiline string blocks.</a:t>
            </a:r>
          </a:p>
          <a:p>
            <a:r>
              <a:rPr lang="en-US" dirty="0"/>
              <a:t>\s is used to consider trailing spaces which are by default ignored by the compiler. It preserves all the spaces present before it.</a:t>
            </a:r>
            <a:endParaRPr lang="en-IN" dirty="0"/>
          </a:p>
        </p:txBody>
      </p:sp>
    </p:spTree>
    <p:extLst>
      <p:ext uri="{BB962C8B-B14F-4D97-AF65-F5344CB8AC3E}">
        <p14:creationId xmlns:p14="http://schemas.microsoft.com/office/powerpoint/2010/main" val="260160328"/>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24196B-CB95-4806-0997-3A3B7DBDC3A3}"/>
              </a:ext>
            </a:extLst>
          </p:cNvPr>
          <p:cNvSpPr>
            <a:spLocks noGrp="1"/>
          </p:cNvSpPr>
          <p:nvPr>
            <p:ph type="title"/>
          </p:nvPr>
        </p:nvSpPr>
        <p:spPr/>
        <p:txBody>
          <a:bodyPr>
            <a:normAutofit/>
          </a:bodyPr>
          <a:lstStyle/>
          <a:p>
            <a:r>
              <a:rPr lang="en-IN" dirty="0">
                <a:solidFill>
                  <a:srgbClr val="00B050"/>
                </a:solidFill>
              </a:rPr>
              <a:t>Java 14 </a:t>
            </a:r>
            <a:r>
              <a:rPr lang="en-IN" b="0" i="0" dirty="0">
                <a:solidFill>
                  <a:srgbClr val="4D5B7C"/>
                </a:solidFill>
                <a:effectLst/>
                <a:latin typeface="Inter"/>
              </a:rPr>
              <a:t>Text Blocks </a:t>
            </a:r>
            <a:endParaRPr lang="en-IN" dirty="0">
              <a:solidFill>
                <a:srgbClr val="00B050"/>
              </a:solidFill>
            </a:endParaRPr>
          </a:p>
        </p:txBody>
      </p:sp>
      <p:sp>
        <p:nvSpPr>
          <p:cNvPr id="3" name="Content Placeholder 2">
            <a:extLst>
              <a:ext uri="{FF2B5EF4-FFF2-40B4-BE49-F238E27FC236}">
                <a16:creationId xmlns:a16="http://schemas.microsoft.com/office/drawing/2014/main" id="{9974ED60-7DEE-085D-999D-E6E4B031B2B4}"/>
              </a:ext>
            </a:extLst>
          </p:cNvPr>
          <p:cNvSpPr>
            <a:spLocks noGrp="1"/>
          </p:cNvSpPr>
          <p:nvPr>
            <p:ph idx="1"/>
          </p:nvPr>
        </p:nvSpPr>
        <p:spPr/>
        <p:txBody>
          <a:bodyPr>
            <a:normAutofit fontScale="40000" lnSpcReduction="20000"/>
          </a:bodyPr>
          <a:lstStyle/>
          <a:p>
            <a:r>
              <a:rPr lang="en-US" dirty="0"/>
              <a:t>String text = """</a:t>
            </a:r>
          </a:p>
          <a:p>
            <a:r>
              <a:rPr lang="en-US" dirty="0"/>
              <a:t>                Did you know \</a:t>
            </a:r>
          </a:p>
          <a:p>
            <a:r>
              <a:rPr lang="en-US" dirty="0"/>
              <a:t>                Java 14 \</a:t>
            </a:r>
          </a:p>
          <a:p>
            <a:r>
              <a:rPr lang="en-US" dirty="0"/>
              <a:t>                has the most features among\</a:t>
            </a:r>
          </a:p>
          <a:p>
            <a:r>
              <a:rPr lang="en-US" dirty="0"/>
              <a:t>                all non-LTS versions so far\</a:t>
            </a:r>
          </a:p>
          <a:p>
            <a:r>
              <a:rPr lang="en-US" dirty="0"/>
              <a:t>                """;</a:t>
            </a:r>
          </a:p>
          <a:p>
            <a:endParaRPr lang="en-US" dirty="0"/>
          </a:p>
          <a:p>
            <a:r>
              <a:rPr lang="en-US" dirty="0"/>
              <a:t>String text2 = """</a:t>
            </a:r>
          </a:p>
          <a:p>
            <a:r>
              <a:rPr lang="en-US" dirty="0"/>
              <a:t>                line1</a:t>
            </a:r>
          </a:p>
          <a:p>
            <a:r>
              <a:rPr lang="en-US" dirty="0"/>
              <a:t>                line2 \s</a:t>
            </a:r>
          </a:p>
          <a:p>
            <a:r>
              <a:rPr lang="en-US" dirty="0"/>
              <a:t>                line3</a:t>
            </a:r>
          </a:p>
          <a:p>
            <a:r>
              <a:rPr lang="en-US" dirty="0"/>
              <a:t>                """;</a:t>
            </a:r>
          </a:p>
          <a:p>
            <a:endParaRPr lang="en-US" dirty="0"/>
          </a:p>
          <a:p>
            <a:endParaRPr lang="en-US" dirty="0"/>
          </a:p>
          <a:p>
            <a:r>
              <a:rPr lang="en-US" dirty="0"/>
              <a:t>String text3 = "line1\nline2 \nline3\n"</a:t>
            </a:r>
          </a:p>
          <a:p>
            <a:endParaRPr lang="en-US" dirty="0"/>
          </a:p>
          <a:p>
            <a:r>
              <a:rPr lang="en-US" dirty="0"/>
              <a:t>//text2 and text3 are equal.</a:t>
            </a:r>
            <a:endParaRPr lang="en-IN" dirty="0"/>
          </a:p>
        </p:txBody>
      </p:sp>
    </p:spTree>
    <p:extLst>
      <p:ext uri="{BB962C8B-B14F-4D97-AF65-F5344CB8AC3E}">
        <p14:creationId xmlns:p14="http://schemas.microsoft.com/office/powerpoint/2010/main" val="3041849186"/>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8A5AE6-CA50-4651-3742-EFA5DD8E6343}"/>
              </a:ext>
            </a:extLst>
          </p:cNvPr>
          <p:cNvSpPr>
            <a:spLocks noGrp="1"/>
          </p:cNvSpPr>
          <p:nvPr>
            <p:ph type="title"/>
          </p:nvPr>
        </p:nvSpPr>
        <p:spPr/>
        <p:txBody>
          <a:bodyPr/>
          <a:lstStyle/>
          <a:p>
            <a:r>
              <a:rPr lang="en-IN" dirty="0">
                <a:solidFill>
                  <a:srgbClr val="00B050"/>
                </a:solidFill>
              </a:rPr>
              <a:t>Java 15 features</a:t>
            </a:r>
          </a:p>
        </p:txBody>
      </p:sp>
      <p:sp>
        <p:nvSpPr>
          <p:cNvPr id="3" name="Content Placeholder 2">
            <a:extLst>
              <a:ext uri="{FF2B5EF4-FFF2-40B4-BE49-F238E27FC236}">
                <a16:creationId xmlns:a16="http://schemas.microsoft.com/office/drawing/2014/main" id="{740ADD0C-79F7-75EA-E3F6-FF2262AF8B85}"/>
              </a:ext>
            </a:extLst>
          </p:cNvPr>
          <p:cNvSpPr>
            <a:spLocks noGrp="1"/>
          </p:cNvSpPr>
          <p:nvPr>
            <p:ph idx="1"/>
          </p:nvPr>
        </p:nvSpPr>
        <p:spPr/>
        <p:txBody>
          <a:bodyPr/>
          <a:lstStyle/>
          <a:p>
            <a:r>
              <a:rPr lang="en-US" dirty="0"/>
              <a:t>New String and </a:t>
            </a:r>
            <a:r>
              <a:rPr lang="en-US" dirty="0" err="1"/>
              <a:t>CharSequence</a:t>
            </a:r>
            <a:r>
              <a:rPr lang="en-US" dirty="0"/>
              <a:t> Methods</a:t>
            </a:r>
          </a:p>
          <a:p>
            <a:r>
              <a:rPr lang="en-US" dirty="0"/>
              <a:t>Sealed Classes (Preview) – JEP 360</a:t>
            </a:r>
          </a:p>
          <a:p>
            <a:r>
              <a:rPr lang="en-US" dirty="0"/>
              <a:t>Pattern Matching for </a:t>
            </a:r>
            <a:r>
              <a:rPr lang="en-US" dirty="0" err="1"/>
              <a:t>instanceof</a:t>
            </a:r>
            <a:r>
              <a:rPr lang="en-US" dirty="0"/>
              <a:t> (Second Preview) – JEP 375</a:t>
            </a:r>
          </a:p>
          <a:p>
            <a:r>
              <a:rPr lang="en-US" dirty="0"/>
              <a:t>Records (Second Preview) – JEP 359</a:t>
            </a:r>
          </a:p>
          <a:p>
            <a:r>
              <a:rPr lang="en-US" dirty="0"/>
              <a:t>Text Blocks (Standard) – JEP 378</a:t>
            </a:r>
          </a:p>
          <a:p>
            <a:endParaRPr lang="en-IN" dirty="0"/>
          </a:p>
        </p:txBody>
      </p:sp>
    </p:spTree>
    <p:extLst>
      <p:ext uri="{BB962C8B-B14F-4D97-AF65-F5344CB8AC3E}">
        <p14:creationId xmlns:p14="http://schemas.microsoft.com/office/powerpoint/2010/main" val="4111164698"/>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8A5AE6-CA50-4651-3742-EFA5DD8E6343}"/>
              </a:ext>
            </a:extLst>
          </p:cNvPr>
          <p:cNvSpPr>
            <a:spLocks noGrp="1"/>
          </p:cNvSpPr>
          <p:nvPr>
            <p:ph type="title"/>
          </p:nvPr>
        </p:nvSpPr>
        <p:spPr/>
        <p:txBody>
          <a:bodyPr/>
          <a:lstStyle/>
          <a:p>
            <a:r>
              <a:rPr lang="en-IN" dirty="0">
                <a:solidFill>
                  <a:srgbClr val="00B050"/>
                </a:solidFill>
              </a:rPr>
              <a:t>Java 15 </a:t>
            </a:r>
            <a:r>
              <a:rPr lang="en-US" dirty="0"/>
              <a:t>New String and </a:t>
            </a:r>
            <a:r>
              <a:rPr lang="en-US" dirty="0" err="1"/>
              <a:t>CharSequence</a:t>
            </a:r>
            <a:r>
              <a:rPr lang="en-US" dirty="0"/>
              <a:t> Methods</a:t>
            </a:r>
            <a:endParaRPr lang="en-IN" dirty="0">
              <a:solidFill>
                <a:srgbClr val="00B050"/>
              </a:solidFill>
            </a:endParaRPr>
          </a:p>
        </p:txBody>
      </p:sp>
      <p:sp>
        <p:nvSpPr>
          <p:cNvPr id="3" name="Content Placeholder 2">
            <a:extLst>
              <a:ext uri="{FF2B5EF4-FFF2-40B4-BE49-F238E27FC236}">
                <a16:creationId xmlns:a16="http://schemas.microsoft.com/office/drawing/2014/main" id="{740ADD0C-79F7-75EA-E3F6-FF2262AF8B85}"/>
              </a:ext>
            </a:extLst>
          </p:cNvPr>
          <p:cNvSpPr>
            <a:spLocks noGrp="1"/>
          </p:cNvSpPr>
          <p:nvPr>
            <p:ph idx="1"/>
          </p:nvPr>
        </p:nvSpPr>
        <p:spPr/>
        <p:txBody>
          <a:bodyPr/>
          <a:lstStyle/>
          <a:p>
            <a:r>
              <a:rPr lang="en-US" dirty="0" err="1"/>
              <a:t>String.formatted</a:t>
            </a:r>
            <a:r>
              <a:rPr lang="en-US" dirty="0"/>
              <a:t>()</a:t>
            </a:r>
          </a:p>
          <a:p>
            <a:r>
              <a:rPr lang="en-US" dirty="0"/>
              <a:t>We could previously replace placeholders in a string as follows, for example:</a:t>
            </a:r>
          </a:p>
          <a:p>
            <a:endParaRPr lang="en-US" dirty="0"/>
          </a:p>
          <a:p>
            <a:r>
              <a:rPr lang="en-US" dirty="0"/>
              <a:t>String message =</a:t>
            </a:r>
          </a:p>
          <a:p>
            <a:r>
              <a:rPr lang="en-US" dirty="0"/>
              <a:t>    </a:t>
            </a:r>
            <a:r>
              <a:rPr lang="en-US" dirty="0" err="1"/>
              <a:t>String.format</a:t>
            </a:r>
            <a:r>
              <a:rPr lang="en-US" dirty="0"/>
              <a:t>(</a:t>
            </a:r>
          </a:p>
          <a:p>
            <a:r>
              <a:rPr lang="en-US" dirty="0"/>
              <a:t>        "User %,d with username %s logged in at %s.",</a:t>
            </a:r>
          </a:p>
          <a:p>
            <a:r>
              <a:rPr lang="en-US" dirty="0"/>
              <a:t>        </a:t>
            </a:r>
            <a:r>
              <a:rPr lang="en-US" dirty="0" err="1"/>
              <a:t>userId</a:t>
            </a:r>
            <a:r>
              <a:rPr lang="en-US" dirty="0"/>
              <a:t>, username, </a:t>
            </a:r>
            <a:r>
              <a:rPr lang="en-US" dirty="0" err="1"/>
              <a:t>ZonedDateTime.now</a:t>
            </a:r>
            <a:r>
              <a:rPr lang="en-US" dirty="0"/>
              <a:t>());</a:t>
            </a:r>
            <a:endParaRPr lang="en-IN" dirty="0"/>
          </a:p>
        </p:txBody>
      </p:sp>
    </p:spTree>
    <p:extLst>
      <p:ext uri="{BB962C8B-B14F-4D97-AF65-F5344CB8AC3E}">
        <p14:creationId xmlns:p14="http://schemas.microsoft.com/office/powerpoint/2010/main" val="906377159"/>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8A5AE6-CA50-4651-3742-EFA5DD8E6343}"/>
              </a:ext>
            </a:extLst>
          </p:cNvPr>
          <p:cNvSpPr>
            <a:spLocks noGrp="1"/>
          </p:cNvSpPr>
          <p:nvPr>
            <p:ph type="title"/>
          </p:nvPr>
        </p:nvSpPr>
        <p:spPr/>
        <p:txBody>
          <a:bodyPr/>
          <a:lstStyle/>
          <a:p>
            <a:r>
              <a:rPr lang="en-IN" dirty="0">
                <a:solidFill>
                  <a:srgbClr val="00B050"/>
                </a:solidFill>
              </a:rPr>
              <a:t>Java 15 </a:t>
            </a:r>
            <a:r>
              <a:rPr lang="en-US" dirty="0"/>
              <a:t>New String and </a:t>
            </a:r>
            <a:r>
              <a:rPr lang="en-US" dirty="0" err="1"/>
              <a:t>CharSequence</a:t>
            </a:r>
            <a:r>
              <a:rPr lang="en-US" dirty="0"/>
              <a:t> Methods</a:t>
            </a:r>
            <a:endParaRPr lang="en-IN" dirty="0">
              <a:solidFill>
                <a:srgbClr val="00B050"/>
              </a:solidFill>
            </a:endParaRPr>
          </a:p>
        </p:txBody>
      </p:sp>
      <p:sp>
        <p:nvSpPr>
          <p:cNvPr id="3" name="Content Placeholder 2">
            <a:extLst>
              <a:ext uri="{FF2B5EF4-FFF2-40B4-BE49-F238E27FC236}">
                <a16:creationId xmlns:a16="http://schemas.microsoft.com/office/drawing/2014/main" id="{740ADD0C-79F7-75EA-E3F6-FF2262AF8B85}"/>
              </a:ext>
            </a:extLst>
          </p:cNvPr>
          <p:cNvSpPr>
            <a:spLocks noGrp="1"/>
          </p:cNvSpPr>
          <p:nvPr>
            <p:ph idx="1"/>
          </p:nvPr>
        </p:nvSpPr>
        <p:spPr/>
        <p:txBody>
          <a:bodyPr>
            <a:normAutofit lnSpcReduction="10000"/>
          </a:bodyPr>
          <a:lstStyle/>
          <a:p>
            <a:r>
              <a:rPr lang="en-US" dirty="0" err="1"/>
              <a:t>String.formatted</a:t>
            </a:r>
            <a:r>
              <a:rPr lang="en-US" dirty="0"/>
              <a:t>()</a:t>
            </a:r>
          </a:p>
          <a:p>
            <a:r>
              <a:rPr lang="en-US" dirty="0"/>
              <a:t>We could previously replace placeholders in a string as follows, for example:</a:t>
            </a:r>
          </a:p>
          <a:p>
            <a:endParaRPr lang="en-US" dirty="0"/>
          </a:p>
          <a:p>
            <a:r>
              <a:rPr lang="en-US" dirty="0"/>
              <a:t>Starting from Java 15, we can use an alternative syntax:</a:t>
            </a:r>
          </a:p>
          <a:p>
            <a:endParaRPr lang="en-US" dirty="0"/>
          </a:p>
          <a:p>
            <a:r>
              <a:rPr lang="en-US" dirty="0"/>
              <a:t>String message =</a:t>
            </a:r>
          </a:p>
          <a:p>
            <a:r>
              <a:rPr lang="en-US" dirty="0"/>
              <a:t>    "User %,d with username %s logged in at %s."</a:t>
            </a:r>
          </a:p>
          <a:p>
            <a:r>
              <a:rPr lang="en-US" dirty="0"/>
              <a:t>        .formatted(</a:t>
            </a:r>
            <a:r>
              <a:rPr lang="en-US" dirty="0" err="1"/>
              <a:t>userId</a:t>
            </a:r>
            <a:r>
              <a:rPr lang="en-US" dirty="0"/>
              <a:t>, username, </a:t>
            </a:r>
            <a:r>
              <a:rPr lang="en-US" dirty="0" err="1"/>
              <a:t>ZonedDateTime.now</a:t>
            </a:r>
            <a:r>
              <a:rPr lang="en-US" dirty="0"/>
              <a:t>());</a:t>
            </a:r>
            <a:endParaRPr lang="en-IN" dirty="0"/>
          </a:p>
        </p:txBody>
      </p:sp>
    </p:spTree>
    <p:extLst>
      <p:ext uri="{BB962C8B-B14F-4D97-AF65-F5344CB8AC3E}">
        <p14:creationId xmlns:p14="http://schemas.microsoft.com/office/powerpoint/2010/main" val="3514759023"/>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8A5AE6-CA50-4651-3742-EFA5DD8E6343}"/>
              </a:ext>
            </a:extLst>
          </p:cNvPr>
          <p:cNvSpPr>
            <a:spLocks noGrp="1"/>
          </p:cNvSpPr>
          <p:nvPr>
            <p:ph type="title"/>
          </p:nvPr>
        </p:nvSpPr>
        <p:spPr/>
        <p:txBody>
          <a:bodyPr/>
          <a:lstStyle/>
          <a:p>
            <a:r>
              <a:rPr lang="en-IN" dirty="0">
                <a:solidFill>
                  <a:srgbClr val="00B050"/>
                </a:solidFill>
              </a:rPr>
              <a:t>Java 15 </a:t>
            </a:r>
            <a:r>
              <a:rPr lang="en-US" dirty="0"/>
              <a:t>New String and </a:t>
            </a:r>
            <a:r>
              <a:rPr lang="en-US" dirty="0" err="1"/>
              <a:t>CharSequence</a:t>
            </a:r>
            <a:r>
              <a:rPr lang="en-US" dirty="0"/>
              <a:t> Methods</a:t>
            </a:r>
            <a:endParaRPr lang="en-IN" dirty="0">
              <a:solidFill>
                <a:srgbClr val="00B050"/>
              </a:solidFill>
            </a:endParaRPr>
          </a:p>
        </p:txBody>
      </p:sp>
      <p:sp>
        <p:nvSpPr>
          <p:cNvPr id="3" name="Content Placeholder 2">
            <a:extLst>
              <a:ext uri="{FF2B5EF4-FFF2-40B4-BE49-F238E27FC236}">
                <a16:creationId xmlns:a16="http://schemas.microsoft.com/office/drawing/2014/main" id="{740ADD0C-79F7-75EA-E3F6-FF2262AF8B85}"/>
              </a:ext>
            </a:extLst>
          </p:cNvPr>
          <p:cNvSpPr>
            <a:spLocks noGrp="1"/>
          </p:cNvSpPr>
          <p:nvPr>
            <p:ph idx="1"/>
          </p:nvPr>
        </p:nvSpPr>
        <p:spPr/>
        <p:txBody>
          <a:bodyPr>
            <a:normAutofit fontScale="40000" lnSpcReduction="20000"/>
          </a:bodyPr>
          <a:lstStyle/>
          <a:p>
            <a:r>
              <a:rPr lang="en-US" dirty="0" err="1"/>
              <a:t>String.stripIndent</a:t>
            </a:r>
            <a:r>
              <a:rPr lang="en-US" dirty="0"/>
              <a:t>()</a:t>
            </a:r>
          </a:p>
          <a:p>
            <a:r>
              <a:rPr lang="en-US" dirty="0"/>
              <a:t>Suppose we have a multi-line string where each line is intended and has some trailing spaces, such as the following. String </a:t>
            </a:r>
            <a:r>
              <a:rPr lang="en-US" dirty="0" err="1"/>
              <a:t>stripIndent</a:t>
            </a:r>
            <a:r>
              <a:rPr lang="en-US" dirty="0"/>
              <a:t>() method in java</a:t>
            </a:r>
          </a:p>
          <a:p>
            <a:r>
              <a:rPr lang="en-US" dirty="0"/>
              <a:t>The </a:t>
            </a:r>
            <a:r>
              <a:rPr lang="en-US" dirty="0" err="1"/>
              <a:t>stripIndent</a:t>
            </a:r>
            <a:r>
              <a:rPr lang="en-US" dirty="0"/>
              <a:t> method removes the whitespaces from the start and end of a string line.</a:t>
            </a:r>
          </a:p>
          <a:p>
            <a:r>
              <a:rPr lang="en-US" dirty="0"/>
              <a:t>It does not remove the white space in the middle of the string.</a:t>
            </a:r>
          </a:p>
          <a:p>
            <a:r>
              <a:rPr lang="en-US" dirty="0" err="1"/>
              <a:t>String.translateEscapes</a:t>
            </a:r>
            <a:r>
              <a:rPr lang="en-US" dirty="0"/>
              <a:t>()</a:t>
            </a:r>
          </a:p>
          <a:p>
            <a:r>
              <a:rPr lang="en-US" dirty="0"/>
              <a:t>Occasionally we get to deal with a string that contains escaped escape sequences, </a:t>
            </a:r>
          </a:p>
          <a:p>
            <a:r>
              <a:rPr lang="en-US" dirty="0" err="1"/>
              <a:t>translateEscapes</a:t>
            </a:r>
            <a:r>
              <a:rPr lang="en-US" dirty="0"/>
              <a:t> method returns a new string which translates the escape characters into a string </a:t>
            </a:r>
            <a:r>
              <a:rPr lang="en-US" dirty="0" err="1"/>
              <a:t>litera</a:t>
            </a:r>
            <a:endParaRPr lang="en-US"/>
          </a:p>
          <a:p>
            <a:r>
              <a:rPr lang="en-US"/>
              <a:t>such </a:t>
            </a:r>
            <a:r>
              <a:rPr lang="en-US" dirty="0"/>
              <a:t>as the following:</a:t>
            </a:r>
          </a:p>
          <a:p>
            <a:endParaRPr lang="en-US" dirty="0"/>
          </a:p>
          <a:p>
            <a:r>
              <a:rPr lang="en-US" dirty="0"/>
              <a:t>String s = "foo\\</a:t>
            </a:r>
            <a:r>
              <a:rPr lang="en-US" dirty="0" err="1"/>
              <a:t>nbar</a:t>
            </a:r>
            <a:r>
              <a:rPr lang="en-US" dirty="0"/>
              <a:t>\\</a:t>
            </a:r>
            <a:r>
              <a:rPr lang="en-US" dirty="0" err="1"/>
              <a:t>tbuzz</a:t>
            </a:r>
            <a:r>
              <a:rPr lang="en-US" dirty="0"/>
              <a:t>\\\\";</a:t>
            </a:r>
          </a:p>
          <a:p>
            <a:endParaRPr lang="en-US" dirty="0"/>
          </a:p>
          <a:p>
            <a:r>
              <a:rPr lang="en-US" dirty="0" err="1"/>
              <a:t>System.out.println</a:t>
            </a:r>
            <a:r>
              <a:rPr lang="en-US" dirty="0"/>
              <a:t>(s);</a:t>
            </a:r>
          </a:p>
          <a:p>
            <a:r>
              <a:rPr lang="en-US" dirty="0"/>
              <a:t>Code language: Java (java)</a:t>
            </a:r>
          </a:p>
          <a:p>
            <a:r>
              <a:rPr lang="en-US" dirty="0"/>
              <a:t>The output looks like this:</a:t>
            </a:r>
          </a:p>
          <a:p>
            <a:endParaRPr lang="en-US" dirty="0"/>
          </a:p>
          <a:p>
            <a:r>
              <a:rPr lang="en-US" dirty="0"/>
              <a:t>foo\</a:t>
            </a:r>
            <a:r>
              <a:rPr lang="en-US" dirty="0" err="1"/>
              <a:t>nbar</a:t>
            </a:r>
            <a:r>
              <a:rPr lang="en-US" dirty="0"/>
              <a:t>\</a:t>
            </a:r>
            <a:r>
              <a:rPr lang="en-US" dirty="0" err="1"/>
              <a:t>tbuzz</a:t>
            </a:r>
            <a:r>
              <a:rPr lang="en-US" dirty="0"/>
              <a:t>\\</a:t>
            </a:r>
            <a:endParaRPr lang="en-IN" dirty="0"/>
          </a:p>
        </p:txBody>
      </p:sp>
    </p:spTree>
    <p:extLst>
      <p:ext uri="{BB962C8B-B14F-4D97-AF65-F5344CB8AC3E}">
        <p14:creationId xmlns:p14="http://schemas.microsoft.com/office/powerpoint/2010/main" val="592665524"/>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8A5AE6-CA50-4651-3742-EFA5DD8E6343}"/>
              </a:ext>
            </a:extLst>
          </p:cNvPr>
          <p:cNvSpPr>
            <a:spLocks noGrp="1"/>
          </p:cNvSpPr>
          <p:nvPr>
            <p:ph type="title"/>
          </p:nvPr>
        </p:nvSpPr>
        <p:spPr/>
        <p:txBody>
          <a:bodyPr/>
          <a:lstStyle/>
          <a:p>
            <a:r>
              <a:rPr lang="en-IN" dirty="0">
                <a:solidFill>
                  <a:srgbClr val="00B050"/>
                </a:solidFill>
              </a:rPr>
              <a:t>Java 15 </a:t>
            </a:r>
            <a:r>
              <a:rPr lang="en-US" dirty="0"/>
              <a:t>New String and </a:t>
            </a:r>
            <a:r>
              <a:rPr lang="en-US" dirty="0" err="1"/>
              <a:t>CharSequence</a:t>
            </a:r>
            <a:r>
              <a:rPr lang="en-US" dirty="0"/>
              <a:t> Methods</a:t>
            </a:r>
            <a:endParaRPr lang="en-IN" dirty="0">
              <a:solidFill>
                <a:srgbClr val="00B050"/>
              </a:solidFill>
            </a:endParaRPr>
          </a:p>
        </p:txBody>
      </p:sp>
      <p:sp>
        <p:nvSpPr>
          <p:cNvPr id="3" name="Content Placeholder 2">
            <a:extLst>
              <a:ext uri="{FF2B5EF4-FFF2-40B4-BE49-F238E27FC236}">
                <a16:creationId xmlns:a16="http://schemas.microsoft.com/office/drawing/2014/main" id="{740ADD0C-79F7-75EA-E3F6-FF2262AF8B85}"/>
              </a:ext>
            </a:extLst>
          </p:cNvPr>
          <p:cNvSpPr>
            <a:spLocks noGrp="1"/>
          </p:cNvSpPr>
          <p:nvPr>
            <p:ph idx="1"/>
          </p:nvPr>
        </p:nvSpPr>
        <p:spPr/>
        <p:txBody>
          <a:bodyPr>
            <a:normAutofit/>
          </a:bodyPr>
          <a:lstStyle/>
          <a:p>
            <a:r>
              <a:rPr lang="en-US" dirty="0" err="1"/>
              <a:t>CharSequence.isEmpty</a:t>
            </a:r>
            <a:r>
              <a:rPr lang="en-US" dirty="0"/>
              <a:t>()</a:t>
            </a:r>
          </a:p>
          <a:p>
            <a:r>
              <a:rPr lang="en-US" dirty="0"/>
              <a:t>Also new is the default method </a:t>
            </a:r>
            <a:r>
              <a:rPr lang="en-US" dirty="0" err="1"/>
              <a:t>isEmpty</a:t>
            </a:r>
            <a:r>
              <a:rPr lang="en-US" dirty="0"/>
              <a:t>() in the </a:t>
            </a:r>
            <a:r>
              <a:rPr lang="en-US" dirty="0" err="1"/>
              <a:t>CharSequence</a:t>
            </a:r>
            <a:r>
              <a:rPr lang="en-US" dirty="0"/>
              <a:t> interface. The method simply checks whether the character sequence's length is 0:</a:t>
            </a:r>
          </a:p>
          <a:p>
            <a:endParaRPr lang="en-US" dirty="0"/>
          </a:p>
          <a:p>
            <a:r>
              <a:rPr lang="en-US" dirty="0"/>
              <a:t>default </a:t>
            </a:r>
            <a:r>
              <a:rPr lang="en-US" dirty="0" err="1"/>
              <a:t>boolean</a:t>
            </a:r>
            <a:r>
              <a:rPr lang="en-US" dirty="0"/>
              <a:t> </a:t>
            </a:r>
            <a:r>
              <a:rPr lang="en-US" dirty="0" err="1"/>
              <a:t>isEmpty</a:t>
            </a:r>
            <a:r>
              <a:rPr lang="en-US" dirty="0"/>
              <a:t>() {</a:t>
            </a:r>
          </a:p>
          <a:p>
            <a:r>
              <a:rPr lang="en-US" dirty="0"/>
              <a:t>  return </a:t>
            </a:r>
            <a:r>
              <a:rPr lang="en-US" dirty="0" err="1"/>
              <a:t>this.length</a:t>
            </a:r>
            <a:r>
              <a:rPr lang="en-US" dirty="0"/>
              <a:t>() == 0;</a:t>
            </a:r>
          </a:p>
          <a:p>
            <a:r>
              <a:rPr lang="en-US" dirty="0"/>
              <a:t>}</a:t>
            </a:r>
            <a:endParaRPr lang="en-IN" dirty="0"/>
          </a:p>
        </p:txBody>
      </p:sp>
    </p:spTree>
    <p:extLst>
      <p:ext uri="{BB962C8B-B14F-4D97-AF65-F5344CB8AC3E}">
        <p14:creationId xmlns:p14="http://schemas.microsoft.com/office/powerpoint/2010/main" val="2893495163"/>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8A5AE6-CA50-4651-3742-EFA5DD8E6343}"/>
              </a:ext>
            </a:extLst>
          </p:cNvPr>
          <p:cNvSpPr>
            <a:spLocks noGrp="1"/>
          </p:cNvSpPr>
          <p:nvPr>
            <p:ph type="title"/>
          </p:nvPr>
        </p:nvSpPr>
        <p:spPr/>
        <p:txBody>
          <a:bodyPr/>
          <a:lstStyle/>
          <a:p>
            <a:r>
              <a:rPr lang="en-IN" dirty="0">
                <a:solidFill>
                  <a:srgbClr val="00B050"/>
                </a:solidFill>
              </a:rPr>
              <a:t>Java 15 </a:t>
            </a:r>
            <a:r>
              <a:rPr lang="en-IN" b="0" i="0" dirty="0">
                <a:solidFill>
                  <a:srgbClr val="222222"/>
                </a:solidFill>
                <a:effectLst/>
                <a:latin typeface="Roboto Slab" pitchFamily="2" charset="0"/>
              </a:rPr>
              <a:t>Helpful </a:t>
            </a:r>
            <a:r>
              <a:rPr lang="en-IN" b="0" i="0" dirty="0" err="1">
                <a:solidFill>
                  <a:srgbClr val="222222"/>
                </a:solidFill>
                <a:effectLst/>
                <a:latin typeface="Roboto Slab" pitchFamily="2" charset="0"/>
              </a:rPr>
              <a:t>NullPointerExceptions</a:t>
            </a:r>
            <a:endParaRPr lang="en-IN" dirty="0">
              <a:solidFill>
                <a:srgbClr val="00B050"/>
              </a:solidFill>
            </a:endParaRPr>
          </a:p>
        </p:txBody>
      </p:sp>
      <p:sp>
        <p:nvSpPr>
          <p:cNvPr id="3" name="Content Placeholder 2">
            <a:extLst>
              <a:ext uri="{FF2B5EF4-FFF2-40B4-BE49-F238E27FC236}">
                <a16:creationId xmlns:a16="http://schemas.microsoft.com/office/drawing/2014/main" id="{740ADD0C-79F7-75EA-E3F6-FF2262AF8B85}"/>
              </a:ext>
            </a:extLst>
          </p:cNvPr>
          <p:cNvSpPr>
            <a:spLocks noGrp="1"/>
          </p:cNvSpPr>
          <p:nvPr>
            <p:ph idx="1"/>
          </p:nvPr>
        </p:nvSpPr>
        <p:spPr/>
        <p:txBody>
          <a:bodyPr>
            <a:normAutofit/>
          </a:bodyPr>
          <a:lstStyle/>
          <a:p>
            <a:r>
              <a:rPr lang="en-US" dirty="0"/>
              <a:t>Helpful </a:t>
            </a:r>
            <a:r>
              <a:rPr lang="en-US" dirty="0" err="1"/>
              <a:t>NullPointerExceptions</a:t>
            </a:r>
            <a:r>
              <a:rPr lang="en-US" dirty="0"/>
              <a:t>, introduced in Java 14, are enabled by default in Java 15 and later.</a:t>
            </a:r>
          </a:p>
          <a:p>
            <a:endParaRPr lang="en-US" dirty="0"/>
          </a:p>
          <a:p>
            <a:r>
              <a:rPr lang="en-US" dirty="0"/>
              <a:t>"Helpful </a:t>
            </a:r>
            <a:r>
              <a:rPr lang="en-US" dirty="0" err="1"/>
              <a:t>NullPointerExceptions</a:t>
            </a:r>
            <a:r>
              <a:rPr lang="en-US" dirty="0"/>
              <a:t>" no longer only show us in which line of code a </a:t>
            </a:r>
            <a:r>
              <a:rPr lang="en-US" dirty="0" err="1"/>
              <a:t>NullPointerException</a:t>
            </a:r>
            <a:r>
              <a:rPr lang="en-US" dirty="0"/>
              <a:t> occurred, but also which variable (or return value) in the corresponding line is null and which method could therefore not be called.</a:t>
            </a:r>
            <a:endParaRPr lang="en-IN" dirty="0"/>
          </a:p>
        </p:txBody>
      </p:sp>
    </p:spTree>
    <p:extLst>
      <p:ext uri="{BB962C8B-B14F-4D97-AF65-F5344CB8AC3E}">
        <p14:creationId xmlns:p14="http://schemas.microsoft.com/office/powerpoint/2010/main" val="2652783857"/>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8A5AE6-CA50-4651-3742-EFA5DD8E6343}"/>
              </a:ext>
            </a:extLst>
          </p:cNvPr>
          <p:cNvSpPr>
            <a:spLocks noGrp="1"/>
          </p:cNvSpPr>
          <p:nvPr>
            <p:ph type="title"/>
          </p:nvPr>
        </p:nvSpPr>
        <p:spPr/>
        <p:txBody>
          <a:bodyPr/>
          <a:lstStyle/>
          <a:p>
            <a:r>
              <a:rPr lang="en-IN" dirty="0">
                <a:solidFill>
                  <a:srgbClr val="00B050"/>
                </a:solidFill>
              </a:rPr>
              <a:t>Java 15 </a:t>
            </a:r>
            <a:r>
              <a:rPr lang="en-IN" b="0" i="0" dirty="0">
                <a:solidFill>
                  <a:srgbClr val="222222"/>
                </a:solidFill>
                <a:effectLst/>
                <a:latin typeface="Roboto Slab" pitchFamily="2" charset="0"/>
              </a:rPr>
              <a:t>Sealed Classes (Preview)</a:t>
            </a:r>
            <a:endParaRPr lang="en-IN" dirty="0">
              <a:solidFill>
                <a:srgbClr val="00B050"/>
              </a:solidFill>
            </a:endParaRPr>
          </a:p>
        </p:txBody>
      </p:sp>
      <p:sp>
        <p:nvSpPr>
          <p:cNvPr id="3" name="Content Placeholder 2">
            <a:extLst>
              <a:ext uri="{FF2B5EF4-FFF2-40B4-BE49-F238E27FC236}">
                <a16:creationId xmlns:a16="http://schemas.microsoft.com/office/drawing/2014/main" id="{740ADD0C-79F7-75EA-E3F6-FF2262AF8B85}"/>
              </a:ext>
            </a:extLst>
          </p:cNvPr>
          <p:cNvSpPr>
            <a:spLocks noGrp="1"/>
          </p:cNvSpPr>
          <p:nvPr>
            <p:ph idx="1"/>
          </p:nvPr>
        </p:nvSpPr>
        <p:spPr/>
        <p:txBody>
          <a:bodyPr>
            <a:normAutofit/>
          </a:bodyPr>
          <a:lstStyle/>
          <a:p>
            <a:r>
              <a:rPr lang="en-US" dirty="0"/>
              <a:t>Sealed classes and interfaces restrict/limit, which other classes or interfaces may extend or implement them. It enhance the Java programming language with sealed classes and interfaces.</a:t>
            </a:r>
          </a:p>
          <a:p>
            <a:r>
              <a:rPr lang="en-US" dirty="0"/>
              <a:t>Sealed classes and interfaces restrict/limit, which other classes or interfaces may extend or implement them. It enhance the Java programming language with sealed classes and interfaces.</a:t>
            </a:r>
            <a:endParaRPr lang="en-IN" dirty="0"/>
          </a:p>
        </p:txBody>
      </p:sp>
    </p:spTree>
    <p:extLst>
      <p:ext uri="{BB962C8B-B14F-4D97-AF65-F5344CB8AC3E}">
        <p14:creationId xmlns:p14="http://schemas.microsoft.com/office/powerpoint/2010/main" val="1877166700"/>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8A5AE6-CA50-4651-3742-EFA5DD8E6343}"/>
              </a:ext>
            </a:extLst>
          </p:cNvPr>
          <p:cNvSpPr>
            <a:spLocks noGrp="1"/>
          </p:cNvSpPr>
          <p:nvPr>
            <p:ph type="title"/>
          </p:nvPr>
        </p:nvSpPr>
        <p:spPr/>
        <p:txBody>
          <a:bodyPr/>
          <a:lstStyle/>
          <a:p>
            <a:r>
              <a:rPr lang="en-IN" dirty="0">
                <a:solidFill>
                  <a:srgbClr val="00B050"/>
                </a:solidFill>
              </a:rPr>
              <a:t>Java 15 </a:t>
            </a:r>
            <a:r>
              <a:rPr lang="en-IN" b="0" i="0" dirty="0">
                <a:solidFill>
                  <a:srgbClr val="222222"/>
                </a:solidFill>
                <a:effectLst/>
                <a:latin typeface="Roboto Slab" pitchFamily="2" charset="0"/>
              </a:rPr>
              <a:t>Sealed Classes (Preview)</a:t>
            </a:r>
            <a:endParaRPr lang="en-IN" dirty="0">
              <a:solidFill>
                <a:srgbClr val="00B050"/>
              </a:solidFill>
            </a:endParaRPr>
          </a:p>
        </p:txBody>
      </p:sp>
      <p:sp>
        <p:nvSpPr>
          <p:cNvPr id="3" name="Content Placeholder 2">
            <a:extLst>
              <a:ext uri="{FF2B5EF4-FFF2-40B4-BE49-F238E27FC236}">
                <a16:creationId xmlns:a16="http://schemas.microsoft.com/office/drawing/2014/main" id="{740ADD0C-79F7-75EA-E3F6-FF2262AF8B85}"/>
              </a:ext>
            </a:extLst>
          </p:cNvPr>
          <p:cNvSpPr>
            <a:spLocks noGrp="1"/>
          </p:cNvSpPr>
          <p:nvPr>
            <p:ph idx="1"/>
          </p:nvPr>
        </p:nvSpPr>
        <p:spPr/>
        <p:txBody>
          <a:bodyPr>
            <a:normAutofit/>
          </a:bodyPr>
          <a:lstStyle/>
          <a:p>
            <a:r>
              <a:rPr lang="en-US" dirty="0"/>
              <a:t>Example: Below example shows how Animal class specifies three permitted subclasses:</a:t>
            </a:r>
          </a:p>
          <a:p>
            <a:r>
              <a:rPr lang="en-IN" dirty="0"/>
              <a:t>package </a:t>
            </a:r>
            <a:r>
              <a:rPr lang="en-IN" dirty="0" err="1"/>
              <a:t>com.techgeeknext.example.species</a:t>
            </a:r>
            <a:r>
              <a:rPr lang="en-IN" dirty="0"/>
              <a:t>;</a:t>
            </a:r>
          </a:p>
          <a:p>
            <a:endParaRPr lang="en-IN" dirty="0"/>
          </a:p>
          <a:p>
            <a:r>
              <a:rPr lang="en-IN" dirty="0"/>
              <a:t>public sealed class Animal</a:t>
            </a:r>
          </a:p>
          <a:p>
            <a:r>
              <a:rPr lang="en-IN" dirty="0"/>
              <a:t>    permits Dog, Monkey, Leopard {...}</a:t>
            </a:r>
            <a:endParaRPr lang="en-US" dirty="0"/>
          </a:p>
          <a:p>
            <a:r>
              <a:rPr lang="en-US" dirty="0"/>
              <a:t>The classes specified by permits must be located close to the superclass, either in the same module or in the same package.</a:t>
            </a:r>
            <a:endParaRPr lang="en-IN" dirty="0"/>
          </a:p>
        </p:txBody>
      </p:sp>
    </p:spTree>
    <p:extLst>
      <p:ext uri="{BB962C8B-B14F-4D97-AF65-F5344CB8AC3E}">
        <p14:creationId xmlns:p14="http://schemas.microsoft.com/office/powerpoint/2010/main" val="3168133170"/>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8A5AE6-CA50-4651-3742-EFA5DD8E6343}"/>
              </a:ext>
            </a:extLst>
          </p:cNvPr>
          <p:cNvSpPr>
            <a:spLocks noGrp="1"/>
          </p:cNvSpPr>
          <p:nvPr>
            <p:ph type="title"/>
          </p:nvPr>
        </p:nvSpPr>
        <p:spPr/>
        <p:txBody>
          <a:bodyPr/>
          <a:lstStyle/>
          <a:p>
            <a:r>
              <a:rPr lang="en-IN" dirty="0">
                <a:solidFill>
                  <a:srgbClr val="00B050"/>
                </a:solidFill>
              </a:rPr>
              <a:t>Java 15 </a:t>
            </a:r>
            <a:r>
              <a:rPr lang="en-IN" b="0" i="0" dirty="0">
                <a:solidFill>
                  <a:srgbClr val="222222"/>
                </a:solidFill>
                <a:effectLst/>
                <a:latin typeface="Roboto Slab" pitchFamily="2" charset="0"/>
              </a:rPr>
              <a:t>Sealed Classes (Preview)</a:t>
            </a:r>
            <a:endParaRPr lang="en-IN" dirty="0">
              <a:solidFill>
                <a:srgbClr val="00B050"/>
              </a:solidFill>
            </a:endParaRPr>
          </a:p>
        </p:txBody>
      </p:sp>
      <p:sp>
        <p:nvSpPr>
          <p:cNvPr id="3" name="Content Placeholder 2">
            <a:extLst>
              <a:ext uri="{FF2B5EF4-FFF2-40B4-BE49-F238E27FC236}">
                <a16:creationId xmlns:a16="http://schemas.microsoft.com/office/drawing/2014/main" id="{740ADD0C-79F7-75EA-E3F6-FF2262AF8B85}"/>
              </a:ext>
            </a:extLst>
          </p:cNvPr>
          <p:cNvSpPr>
            <a:spLocks noGrp="1"/>
          </p:cNvSpPr>
          <p:nvPr>
            <p:ph idx="1"/>
          </p:nvPr>
        </p:nvSpPr>
        <p:spPr/>
        <p:txBody>
          <a:bodyPr>
            <a:normAutofit/>
          </a:bodyPr>
          <a:lstStyle/>
          <a:p>
            <a:r>
              <a:rPr lang="en-US" dirty="0"/>
              <a:t>A sealed class structure is defined as follows:</a:t>
            </a:r>
          </a:p>
          <a:p>
            <a:endParaRPr lang="en-US" dirty="0"/>
          </a:p>
          <a:p>
            <a:r>
              <a:rPr lang="en-US" dirty="0"/>
              <a:t>The sealed keyword marks a sealed class.</a:t>
            </a:r>
          </a:p>
          <a:p>
            <a:r>
              <a:rPr lang="en-US" dirty="0"/>
              <a:t>After the keyword permits, you list the allowed subclasses.</a:t>
            </a:r>
          </a:p>
          <a:p>
            <a:r>
              <a:rPr lang="en-US" dirty="0"/>
              <a:t>A subclass of a sealed class must be either sealed, final, or non-sealed. In the first case, you must again define the allowed subclasses with permits. The last case means that the subclass is again open to inheritance – just like any regular class.</a:t>
            </a:r>
            <a:endParaRPr lang="en-IN" dirty="0"/>
          </a:p>
        </p:txBody>
      </p:sp>
    </p:spTree>
    <p:extLst>
      <p:ext uri="{BB962C8B-B14F-4D97-AF65-F5344CB8AC3E}">
        <p14:creationId xmlns:p14="http://schemas.microsoft.com/office/powerpoint/2010/main" val="4082997514"/>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8A5AE6-CA50-4651-3742-EFA5DD8E6343}"/>
              </a:ext>
            </a:extLst>
          </p:cNvPr>
          <p:cNvSpPr>
            <a:spLocks noGrp="1"/>
          </p:cNvSpPr>
          <p:nvPr>
            <p:ph type="title"/>
          </p:nvPr>
        </p:nvSpPr>
        <p:spPr/>
        <p:txBody>
          <a:bodyPr/>
          <a:lstStyle/>
          <a:p>
            <a:r>
              <a:rPr lang="en-IN" dirty="0">
                <a:solidFill>
                  <a:srgbClr val="00B050"/>
                </a:solidFill>
              </a:rPr>
              <a:t>Java 15 </a:t>
            </a:r>
            <a:r>
              <a:rPr lang="en-IN" b="0" i="0" dirty="0">
                <a:solidFill>
                  <a:srgbClr val="222222"/>
                </a:solidFill>
                <a:effectLst/>
                <a:latin typeface="Roboto Slab" pitchFamily="2" charset="0"/>
              </a:rPr>
              <a:t>Sealed Classes (Preview)</a:t>
            </a:r>
            <a:endParaRPr lang="en-IN" dirty="0">
              <a:solidFill>
                <a:srgbClr val="00B050"/>
              </a:solidFill>
            </a:endParaRPr>
          </a:p>
        </p:txBody>
      </p:sp>
      <p:sp>
        <p:nvSpPr>
          <p:cNvPr id="3" name="Content Placeholder 2">
            <a:extLst>
              <a:ext uri="{FF2B5EF4-FFF2-40B4-BE49-F238E27FC236}">
                <a16:creationId xmlns:a16="http://schemas.microsoft.com/office/drawing/2014/main" id="{740ADD0C-79F7-75EA-E3F6-FF2262AF8B85}"/>
              </a:ext>
            </a:extLst>
          </p:cNvPr>
          <p:cNvSpPr>
            <a:spLocks noGrp="1"/>
          </p:cNvSpPr>
          <p:nvPr>
            <p:ph idx="1"/>
          </p:nvPr>
        </p:nvSpPr>
        <p:spPr/>
        <p:txBody>
          <a:bodyPr>
            <a:normAutofit fontScale="85000" lnSpcReduction="20000"/>
          </a:bodyPr>
          <a:lstStyle/>
          <a:p>
            <a:r>
              <a:rPr lang="en-US" dirty="0"/>
              <a:t>public sealed class Shape permits Circle, Square, Rectangle, </a:t>
            </a:r>
            <a:r>
              <a:rPr lang="en-US" dirty="0" err="1"/>
              <a:t>WeirdShape</a:t>
            </a:r>
            <a:r>
              <a:rPr lang="en-US" dirty="0"/>
              <a:t> { ... }</a:t>
            </a:r>
          </a:p>
          <a:p>
            <a:endParaRPr lang="en-US" dirty="0"/>
          </a:p>
          <a:p>
            <a:r>
              <a:rPr lang="en-US" dirty="0"/>
              <a:t>public final class Circle extends Shape { ... }</a:t>
            </a:r>
          </a:p>
          <a:p>
            <a:r>
              <a:rPr lang="en-US" dirty="0"/>
              <a:t>public final class Square extends Shape { ... }</a:t>
            </a:r>
          </a:p>
          <a:p>
            <a:endParaRPr lang="en-US" dirty="0"/>
          </a:p>
          <a:p>
            <a:r>
              <a:rPr lang="en-US" dirty="0"/>
              <a:t>public sealed class Rectangle extends Shape </a:t>
            </a:r>
          </a:p>
          <a:p>
            <a:r>
              <a:rPr lang="en-US" dirty="0"/>
              <a:t>    permits </a:t>
            </a:r>
            <a:r>
              <a:rPr lang="en-US" dirty="0" err="1"/>
              <a:t>TransparentRectangle</a:t>
            </a:r>
            <a:r>
              <a:rPr lang="en-US" dirty="0"/>
              <a:t>, </a:t>
            </a:r>
            <a:r>
              <a:rPr lang="en-US" dirty="0" err="1"/>
              <a:t>FilledRectangle</a:t>
            </a:r>
            <a:r>
              <a:rPr lang="en-US" dirty="0"/>
              <a:t> { ... }</a:t>
            </a:r>
          </a:p>
          <a:p>
            <a:r>
              <a:rPr lang="en-US" dirty="0"/>
              <a:t>public final class </a:t>
            </a:r>
            <a:r>
              <a:rPr lang="en-US" dirty="0" err="1"/>
              <a:t>TransparentRectangle</a:t>
            </a:r>
            <a:r>
              <a:rPr lang="en-US" dirty="0"/>
              <a:t> extends Rectangle { ... }</a:t>
            </a:r>
          </a:p>
          <a:p>
            <a:r>
              <a:rPr lang="en-US" dirty="0"/>
              <a:t>public final class </a:t>
            </a:r>
            <a:r>
              <a:rPr lang="en-US" dirty="0" err="1"/>
              <a:t>FilledRectangle</a:t>
            </a:r>
            <a:r>
              <a:rPr lang="en-US" dirty="0"/>
              <a:t> extends Rectangle { ... }</a:t>
            </a:r>
          </a:p>
          <a:p>
            <a:endParaRPr lang="en-US" dirty="0"/>
          </a:p>
          <a:p>
            <a:r>
              <a:rPr lang="en-US" dirty="0"/>
              <a:t>public non-sealed class </a:t>
            </a:r>
            <a:r>
              <a:rPr lang="en-US" dirty="0" err="1"/>
              <a:t>WeirdShape</a:t>
            </a:r>
            <a:r>
              <a:rPr lang="en-US" dirty="0"/>
              <a:t> extends Shape { ... }</a:t>
            </a:r>
            <a:endParaRPr lang="en-IN" dirty="0"/>
          </a:p>
        </p:txBody>
      </p:sp>
    </p:spTree>
    <p:extLst>
      <p:ext uri="{BB962C8B-B14F-4D97-AF65-F5344CB8AC3E}">
        <p14:creationId xmlns:p14="http://schemas.microsoft.com/office/powerpoint/2010/main" val="170022097"/>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8A5AE6-CA50-4651-3742-EFA5DD8E6343}"/>
              </a:ext>
            </a:extLst>
          </p:cNvPr>
          <p:cNvSpPr>
            <a:spLocks noGrp="1"/>
          </p:cNvSpPr>
          <p:nvPr>
            <p:ph type="title"/>
          </p:nvPr>
        </p:nvSpPr>
        <p:spPr/>
        <p:txBody>
          <a:bodyPr/>
          <a:lstStyle/>
          <a:p>
            <a:r>
              <a:rPr lang="en-IN" dirty="0">
                <a:solidFill>
                  <a:srgbClr val="00B050"/>
                </a:solidFill>
              </a:rPr>
              <a:t>Java 15 </a:t>
            </a:r>
            <a:r>
              <a:rPr lang="en-IN" b="0" i="0" dirty="0">
                <a:solidFill>
                  <a:srgbClr val="222222"/>
                </a:solidFill>
                <a:effectLst/>
                <a:latin typeface="Roboto Slab" pitchFamily="2" charset="0"/>
              </a:rPr>
              <a:t>Records</a:t>
            </a:r>
            <a:endParaRPr lang="en-IN" dirty="0">
              <a:solidFill>
                <a:srgbClr val="00B050"/>
              </a:solidFill>
            </a:endParaRPr>
          </a:p>
        </p:txBody>
      </p:sp>
      <p:sp>
        <p:nvSpPr>
          <p:cNvPr id="3" name="Content Placeholder 2">
            <a:extLst>
              <a:ext uri="{FF2B5EF4-FFF2-40B4-BE49-F238E27FC236}">
                <a16:creationId xmlns:a16="http://schemas.microsoft.com/office/drawing/2014/main" id="{740ADD0C-79F7-75EA-E3F6-FF2262AF8B85}"/>
              </a:ext>
            </a:extLst>
          </p:cNvPr>
          <p:cNvSpPr>
            <a:spLocks noGrp="1"/>
          </p:cNvSpPr>
          <p:nvPr>
            <p:ph idx="1"/>
          </p:nvPr>
        </p:nvSpPr>
        <p:spPr/>
        <p:txBody>
          <a:bodyPr>
            <a:normAutofit/>
          </a:bodyPr>
          <a:lstStyle/>
          <a:p>
            <a:r>
              <a:rPr lang="en-US" dirty="0"/>
              <a:t>You can no longer change a record's fields using reflection.</a:t>
            </a:r>
          </a:p>
          <a:p>
            <a:r>
              <a:rPr lang="en-US" dirty="0"/>
              <a:t>You can combine records with sealed interfaces.</a:t>
            </a:r>
          </a:p>
          <a:p>
            <a:r>
              <a:rPr lang="en-US" dirty="0"/>
              <a:t>You can define "local records" within methods.</a:t>
            </a:r>
          </a:p>
          <a:p>
            <a:r>
              <a:rPr lang="fr-FR" dirty="0"/>
              <a:t>record Point(</a:t>
            </a:r>
            <a:r>
              <a:rPr lang="fr-FR" dirty="0" err="1"/>
              <a:t>int</a:t>
            </a:r>
            <a:r>
              <a:rPr lang="fr-FR" dirty="0"/>
              <a:t> x, </a:t>
            </a:r>
            <a:r>
              <a:rPr lang="fr-FR" dirty="0" err="1"/>
              <a:t>int</a:t>
            </a:r>
            <a:r>
              <a:rPr lang="fr-FR" dirty="0"/>
              <a:t> y) {}</a:t>
            </a:r>
            <a:endParaRPr lang="en-US" dirty="0"/>
          </a:p>
          <a:p>
            <a:r>
              <a:rPr lang="en-IN" dirty="0"/>
              <a:t>Point p = new Point(3, 5);</a:t>
            </a:r>
          </a:p>
          <a:p>
            <a:r>
              <a:rPr lang="en-IN" dirty="0"/>
              <a:t>int x = </a:t>
            </a:r>
            <a:r>
              <a:rPr lang="en-IN" dirty="0" err="1"/>
              <a:t>p.x</a:t>
            </a:r>
            <a:r>
              <a:rPr lang="en-IN" dirty="0"/>
              <a:t>();</a:t>
            </a:r>
          </a:p>
          <a:p>
            <a:r>
              <a:rPr lang="en-IN" dirty="0"/>
              <a:t>int y = </a:t>
            </a:r>
            <a:r>
              <a:rPr lang="en-IN" dirty="0" err="1"/>
              <a:t>p.y</a:t>
            </a:r>
            <a:r>
              <a:rPr lang="en-IN"/>
              <a:t>();</a:t>
            </a:r>
            <a:endParaRPr lang="en-IN" dirty="0"/>
          </a:p>
        </p:txBody>
      </p:sp>
    </p:spTree>
    <p:extLst>
      <p:ext uri="{BB962C8B-B14F-4D97-AF65-F5344CB8AC3E}">
        <p14:creationId xmlns:p14="http://schemas.microsoft.com/office/powerpoint/2010/main" val="2228445324"/>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72F4E7-75E8-5B2D-80BE-5CE136ECDC6D}"/>
              </a:ext>
            </a:extLst>
          </p:cNvPr>
          <p:cNvSpPr>
            <a:spLocks noGrp="1"/>
          </p:cNvSpPr>
          <p:nvPr>
            <p:ph type="title"/>
          </p:nvPr>
        </p:nvSpPr>
        <p:spPr/>
        <p:txBody>
          <a:bodyPr/>
          <a:lstStyle/>
          <a:p>
            <a:r>
              <a:rPr lang="en-IN" dirty="0"/>
              <a:t>Functional Programming</a:t>
            </a:r>
          </a:p>
        </p:txBody>
      </p:sp>
      <p:sp>
        <p:nvSpPr>
          <p:cNvPr id="3" name="Content Placeholder 2">
            <a:extLst>
              <a:ext uri="{FF2B5EF4-FFF2-40B4-BE49-F238E27FC236}">
                <a16:creationId xmlns:a16="http://schemas.microsoft.com/office/drawing/2014/main" id="{C9AC2EEF-8BE2-0BC1-9A6E-B1415788A48A}"/>
              </a:ext>
            </a:extLst>
          </p:cNvPr>
          <p:cNvSpPr>
            <a:spLocks noGrp="1"/>
          </p:cNvSpPr>
          <p:nvPr>
            <p:ph idx="1"/>
          </p:nvPr>
        </p:nvSpPr>
        <p:spPr/>
        <p:txBody>
          <a:bodyPr/>
          <a:lstStyle/>
          <a:p>
            <a:r>
              <a:rPr lang="en-US" dirty="0"/>
              <a:t>Functional programming (also called FP) is a way of thinking about software construction by creating pure functions.</a:t>
            </a:r>
          </a:p>
          <a:p>
            <a:r>
              <a:rPr lang="en-US" dirty="0"/>
              <a:t>Generally, functional programming means using functions to the best effect for creating clean and maintainable software. More specifically, functional programming is a set of approaches to coding, usually described as a programming paradigm</a:t>
            </a:r>
            <a:endParaRPr lang="en-IN" dirty="0"/>
          </a:p>
        </p:txBody>
      </p:sp>
    </p:spTree>
    <p:extLst>
      <p:ext uri="{BB962C8B-B14F-4D97-AF65-F5344CB8AC3E}">
        <p14:creationId xmlns:p14="http://schemas.microsoft.com/office/powerpoint/2010/main" val="563147645"/>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72F4E7-75E8-5B2D-80BE-5CE136ECDC6D}"/>
              </a:ext>
            </a:extLst>
          </p:cNvPr>
          <p:cNvSpPr>
            <a:spLocks noGrp="1"/>
          </p:cNvSpPr>
          <p:nvPr>
            <p:ph type="title"/>
          </p:nvPr>
        </p:nvSpPr>
        <p:spPr/>
        <p:txBody>
          <a:bodyPr/>
          <a:lstStyle/>
          <a:p>
            <a:r>
              <a:rPr lang="en-IN" dirty="0"/>
              <a:t>Pure Functions</a:t>
            </a:r>
          </a:p>
        </p:txBody>
      </p:sp>
      <p:sp>
        <p:nvSpPr>
          <p:cNvPr id="3" name="Content Placeholder 2">
            <a:extLst>
              <a:ext uri="{FF2B5EF4-FFF2-40B4-BE49-F238E27FC236}">
                <a16:creationId xmlns:a16="http://schemas.microsoft.com/office/drawing/2014/main" id="{C9AC2EEF-8BE2-0BC1-9A6E-B1415788A48A}"/>
              </a:ext>
            </a:extLst>
          </p:cNvPr>
          <p:cNvSpPr>
            <a:spLocks noGrp="1"/>
          </p:cNvSpPr>
          <p:nvPr>
            <p:ph idx="1"/>
          </p:nvPr>
        </p:nvSpPr>
        <p:spPr/>
        <p:txBody>
          <a:bodyPr/>
          <a:lstStyle/>
          <a:p>
            <a:r>
              <a:rPr lang="en-US" dirty="0"/>
              <a:t>The ideal in functional programming is what is known as pure functions. A pure function is one whose results are dependent only upon the input parameters, and whose operation initiates no side effect, that is, makes no external impact besides the return value.</a:t>
            </a:r>
          </a:p>
          <a:p>
            <a:r>
              <a:rPr lang="en-US" dirty="0"/>
              <a:t>Function Pure(</a:t>
            </a:r>
            <a:r>
              <a:rPr lang="en-US" dirty="0" err="1"/>
              <a:t>a,b</a:t>
            </a:r>
            <a:r>
              <a:rPr lang="en-US" dirty="0"/>
              <a:t>)</a:t>
            </a:r>
          </a:p>
          <a:p>
            <a:r>
              <a:rPr lang="en-US" dirty="0"/>
              <a:t>{</a:t>
            </a:r>
          </a:p>
          <a:p>
            <a:r>
              <a:rPr lang="en-US" dirty="0"/>
              <a:t>	return </a:t>
            </a:r>
            <a:r>
              <a:rPr lang="en-US" dirty="0" err="1"/>
              <a:t>a+b</a:t>
            </a:r>
            <a:r>
              <a:rPr lang="en-US" dirty="0"/>
              <a:t>;</a:t>
            </a:r>
          </a:p>
          <a:p>
            <a:r>
              <a:rPr lang="en-US" dirty="0"/>
              <a:t>}</a:t>
            </a:r>
          </a:p>
          <a:p>
            <a:endParaRPr lang="en-IN" dirty="0"/>
          </a:p>
        </p:txBody>
      </p:sp>
    </p:spTree>
    <p:extLst>
      <p:ext uri="{BB962C8B-B14F-4D97-AF65-F5344CB8AC3E}">
        <p14:creationId xmlns:p14="http://schemas.microsoft.com/office/powerpoint/2010/main" val="3285667473"/>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72F4E7-75E8-5B2D-80BE-5CE136ECDC6D}"/>
              </a:ext>
            </a:extLst>
          </p:cNvPr>
          <p:cNvSpPr>
            <a:spLocks noGrp="1"/>
          </p:cNvSpPr>
          <p:nvPr>
            <p:ph type="title"/>
          </p:nvPr>
        </p:nvSpPr>
        <p:spPr/>
        <p:txBody>
          <a:bodyPr/>
          <a:lstStyle/>
          <a:p>
            <a:r>
              <a:rPr lang="en-IN" dirty="0" err="1"/>
              <a:t>ImPure</a:t>
            </a:r>
            <a:r>
              <a:rPr lang="en-IN" dirty="0"/>
              <a:t> Functions</a:t>
            </a:r>
          </a:p>
        </p:txBody>
      </p:sp>
      <p:sp>
        <p:nvSpPr>
          <p:cNvPr id="3" name="Content Placeholder 2">
            <a:extLst>
              <a:ext uri="{FF2B5EF4-FFF2-40B4-BE49-F238E27FC236}">
                <a16:creationId xmlns:a16="http://schemas.microsoft.com/office/drawing/2014/main" id="{C9AC2EEF-8BE2-0BC1-9A6E-B1415788A48A}"/>
              </a:ext>
            </a:extLst>
          </p:cNvPr>
          <p:cNvSpPr>
            <a:spLocks noGrp="1"/>
          </p:cNvSpPr>
          <p:nvPr>
            <p:ph idx="1"/>
          </p:nvPr>
        </p:nvSpPr>
        <p:spPr/>
        <p:txBody>
          <a:bodyPr/>
          <a:lstStyle/>
          <a:p>
            <a:r>
              <a:rPr lang="en-US" dirty="0"/>
              <a:t>Impure functions</a:t>
            </a:r>
          </a:p>
          <a:p>
            <a:r>
              <a:rPr lang="en-US" dirty="0"/>
              <a:t>Impure functions exactly in the opposite of pure. They have hidden inputs or output; it is called impure. Impure functions cannot be used or tested in isolation as they have dependencies.</a:t>
            </a:r>
          </a:p>
          <a:p>
            <a:r>
              <a:rPr lang="pl-PL" dirty="0"/>
              <a:t>int z;</a:t>
            </a:r>
          </a:p>
          <a:p>
            <a:r>
              <a:rPr lang="pl-PL" dirty="0"/>
              <a:t>function notPure(){</a:t>
            </a:r>
          </a:p>
          <a:p>
            <a:r>
              <a:rPr lang="pl-PL" dirty="0"/>
              <a:t>	z = z+10;</a:t>
            </a:r>
          </a:p>
          <a:p>
            <a:r>
              <a:rPr lang="pl-PL" dirty="0"/>
              <a:t>}</a:t>
            </a:r>
            <a:endParaRPr lang="en-IN" dirty="0"/>
          </a:p>
        </p:txBody>
      </p:sp>
    </p:spTree>
    <p:extLst>
      <p:ext uri="{BB962C8B-B14F-4D97-AF65-F5344CB8AC3E}">
        <p14:creationId xmlns:p14="http://schemas.microsoft.com/office/powerpoint/2010/main" val="1995063518"/>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72F4E7-75E8-5B2D-80BE-5CE136ECDC6D}"/>
              </a:ext>
            </a:extLst>
          </p:cNvPr>
          <p:cNvSpPr>
            <a:spLocks noGrp="1"/>
          </p:cNvSpPr>
          <p:nvPr>
            <p:ph type="title"/>
          </p:nvPr>
        </p:nvSpPr>
        <p:spPr/>
        <p:txBody>
          <a:bodyPr/>
          <a:lstStyle/>
          <a:p>
            <a:r>
              <a:rPr lang="en-IN" dirty="0"/>
              <a:t>Advantages of Functional Programming</a:t>
            </a:r>
          </a:p>
        </p:txBody>
      </p:sp>
      <p:sp>
        <p:nvSpPr>
          <p:cNvPr id="3" name="Content Placeholder 2">
            <a:extLst>
              <a:ext uri="{FF2B5EF4-FFF2-40B4-BE49-F238E27FC236}">
                <a16:creationId xmlns:a16="http://schemas.microsoft.com/office/drawing/2014/main" id="{C9AC2EEF-8BE2-0BC1-9A6E-B1415788A48A}"/>
              </a:ext>
            </a:extLst>
          </p:cNvPr>
          <p:cNvSpPr>
            <a:spLocks noGrp="1"/>
          </p:cNvSpPr>
          <p:nvPr>
            <p:ph idx="1"/>
          </p:nvPr>
        </p:nvSpPr>
        <p:spPr/>
        <p:txBody>
          <a:bodyPr>
            <a:normAutofit fontScale="77500" lnSpcReduction="20000"/>
          </a:bodyPr>
          <a:lstStyle/>
          <a:p>
            <a:r>
              <a:rPr lang="en-US" dirty="0"/>
              <a:t>Modularity – As previously mentioned, functional programming is highly modular. This makes the resulting code shorter and easier to read. Anyone who has tried to decipher monolithic code would appreciate the simplicity. </a:t>
            </a:r>
          </a:p>
          <a:p>
            <a:r>
              <a:rPr lang="en-US" dirty="0"/>
              <a:t>You can implement lambda calculus in the program – You can use this to solve complex problems. </a:t>
            </a:r>
          </a:p>
          <a:p>
            <a:r>
              <a:rPr lang="en-US" dirty="0"/>
              <a:t>Contains many functional constructs – These include lazy map, lazy evaluation, and lists.</a:t>
            </a:r>
          </a:p>
          <a:p>
            <a:r>
              <a:rPr lang="en-US" dirty="0"/>
              <a:t>Some programming languages support nested functions – This significantly improves the maintainability of the code.</a:t>
            </a:r>
          </a:p>
          <a:p>
            <a:r>
              <a:rPr lang="en-US" dirty="0"/>
              <a:t>Problems are easier to pinpoint and solve – FP’s reliance on pure functions makes debugging and unit testing easier. Pure functions also prevent confusing issues and errors from developing in the code.</a:t>
            </a:r>
          </a:p>
          <a:p>
            <a:r>
              <a:rPr lang="en-US" dirty="0"/>
              <a:t>Keeps concurrency safe – Code is thread-safe when no two concurrent processes try to access the same data simultaneously. This bug is a race condition. Since pure functions never share a state with other sections of the program, race conditions can’t occur. </a:t>
            </a:r>
            <a:endParaRPr lang="en-IN" dirty="0"/>
          </a:p>
        </p:txBody>
      </p:sp>
    </p:spTree>
    <p:extLst>
      <p:ext uri="{BB962C8B-B14F-4D97-AF65-F5344CB8AC3E}">
        <p14:creationId xmlns:p14="http://schemas.microsoft.com/office/powerpoint/2010/main" val="354018351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702</TotalTime>
  <Words>7580</Words>
  <Application>Microsoft Office PowerPoint</Application>
  <PresentationFormat>Widescreen</PresentationFormat>
  <Paragraphs>702</Paragraphs>
  <Slides>80</Slides>
  <Notes>0</Notes>
  <HiddenSlides>0</HiddenSlides>
  <MMClips>0</MMClips>
  <ScaleCrop>false</ScaleCrop>
  <HeadingPairs>
    <vt:vector size="6" baseType="variant">
      <vt:variant>
        <vt:lpstr>Fonts Used</vt:lpstr>
      </vt:variant>
      <vt:variant>
        <vt:i4>16</vt:i4>
      </vt:variant>
      <vt:variant>
        <vt:lpstr>Theme</vt:lpstr>
      </vt:variant>
      <vt:variant>
        <vt:i4>1</vt:i4>
      </vt:variant>
      <vt:variant>
        <vt:lpstr>Slide Titles</vt:lpstr>
      </vt:variant>
      <vt:variant>
        <vt:i4>80</vt:i4>
      </vt:variant>
    </vt:vector>
  </HeadingPairs>
  <TitlesOfParts>
    <vt:vector size="97" baseType="lpstr">
      <vt:lpstr>Arial</vt:lpstr>
      <vt:lpstr>Calibri</vt:lpstr>
      <vt:lpstr>Calibri Light</vt:lpstr>
      <vt:lpstr>Courier New</vt:lpstr>
      <vt:lpstr>Droid Serif</vt:lpstr>
      <vt:lpstr>Epilogue</vt:lpstr>
      <vt:lpstr>Inter</vt:lpstr>
      <vt:lpstr>Nunito</vt:lpstr>
      <vt:lpstr>Open Sans</vt:lpstr>
      <vt:lpstr>Raleway</vt:lpstr>
      <vt:lpstr>Roboto Slab</vt:lpstr>
      <vt:lpstr>Source Code Pro</vt:lpstr>
      <vt:lpstr>Source Sans Pro</vt:lpstr>
      <vt:lpstr>system-ui</vt:lpstr>
      <vt:lpstr>var(--font-family-body-lesson-markdown,"Droid Serif")</vt:lpstr>
      <vt:lpstr>var(--font-family-heading-lesson-markdown)</vt:lpstr>
      <vt:lpstr>Office Theme</vt:lpstr>
      <vt:lpstr>Java 9 Features</vt:lpstr>
      <vt:lpstr>Java 9 Features(Factory Methods for Immutable List, Set, Map and Map.Entry )</vt:lpstr>
      <vt:lpstr>Java 9 Features  Private methods in Interfaces</vt:lpstr>
      <vt:lpstr>Java 9 Features  Java 9 Module System</vt:lpstr>
      <vt:lpstr>Java 9 Features  Java 9 Module System</vt:lpstr>
      <vt:lpstr>Java 9 Features  Try With Resources Improvement</vt:lpstr>
      <vt:lpstr>Java 9 Features  Stream API Improvements</vt:lpstr>
      <vt:lpstr>Java 9 Features  takeWhile</vt:lpstr>
      <vt:lpstr>Java 9 Features  takeWhile</vt:lpstr>
      <vt:lpstr>Java 9 Features  takeWhile</vt:lpstr>
      <vt:lpstr>Java 9 Features  takeWhile</vt:lpstr>
      <vt:lpstr>Java 9 Features  dropWhile</vt:lpstr>
      <vt:lpstr>ofNullable in Java 9 Stream</vt:lpstr>
      <vt:lpstr>Java9 (Optional Class Improvements)</vt:lpstr>
      <vt:lpstr>Java9 (Optional Class Improvements:: Stream())</vt:lpstr>
      <vt:lpstr>Java9 (Optional Class Improvements:: ifPresentOrElse())</vt:lpstr>
      <vt:lpstr>Java9 (Optional Class Improvements:: or() Method )</vt:lpstr>
      <vt:lpstr>Java 10 Features</vt:lpstr>
      <vt:lpstr>Java 10(Local-Variable Type Inference ("var"))</vt:lpstr>
      <vt:lpstr>Java 10(Unmodifiable Collections)</vt:lpstr>
      <vt:lpstr>Java 10(Optional.orElseThrow())</vt:lpstr>
      <vt:lpstr>Java 10(Parallel Full GC for G1)</vt:lpstr>
      <vt:lpstr>Java 11 Features</vt:lpstr>
      <vt:lpstr>Java 11 Local-Variable Syntax for Lambda Parameters</vt:lpstr>
      <vt:lpstr>Java 11 New Collection.toArray() Method</vt:lpstr>
      <vt:lpstr>Java 11 New Collection.toArray() Method</vt:lpstr>
      <vt:lpstr>Java 11 New String Methods</vt:lpstr>
      <vt:lpstr>Java 11 New String Methods</vt:lpstr>
      <vt:lpstr>Java 11 New String Methods</vt:lpstr>
      <vt:lpstr>Java 11 Files.readString() und writeString()</vt:lpstr>
      <vt:lpstr>Java 11 Path.of()</vt:lpstr>
      <vt:lpstr>Java 11 Java Flight Recorder</vt:lpstr>
      <vt:lpstr>Java 11 not() predicate </vt:lpstr>
      <vt:lpstr>Java 12 Feature</vt:lpstr>
      <vt:lpstr>Java 12 New String and Files methods</vt:lpstr>
      <vt:lpstr>Java 12 New String and Files methods</vt:lpstr>
      <vt:lpstr>Java 12 New String and Files methods</vt:lpstr>
      <vt:lpstr>Java 12 The Teeing Collector</vt:lpstr>
      <vt:lpstr>Java 12 The Teeing Collector</vt:lpstr>
      <vt:lpstr>Java 12 The Teeing Collector</vt:lpstr>
      <vt:lpstr>Java 12 The Teeing Collector</vt:lpstr>
      <vt:lpstr>Java 12 The Teeing Collector</vt:lpstr>
      <vt:lpstr>Java 12 The Teeing Collector</vt:lpstr>
      <vt:lpstr>Java 12 Support for Compact Number Formatting</vt:lpstr>
      <vt:lpstr>Java 12 Support for Compact Number Formatting</vt:lpstr>
      <vt:lpstr>Java 12 Switch Expressions (Preview)</vt:lpstr>
      <vt:lpstr>Java 12 Switch Expressions (Preview)</vt:lpstr>
      <vt:lpstr>Java 13</vt:lpstr>
      <vt:lpstr>Java 13Switch Expressions (Preview)</vt:lpstr>
      <vt:lpstr>Java 13 Text Blocks (Preview)</vt:lpstr>
      <vt:lpstr>Java 13 Text Blocks (Preview)</vt:lpstr>
      <vt:lpstr>Java 14 features</vt:lpstr>
      <vt:lpstr>Java 14 Switch Expressions (Standard) </vt:lpstr>
      <vt:lpstr>Java 14 Switch Expressions (Standard) </vt:lpstr>
      <vt:lpstr>Java 14 Pattern Matching for instanceof </vt:lpstr>
      <vt:lpstr>Java 14 Helpful NullPointerExceptions </vt:lpstr>
      <vt:lpstr>Java 14 Records (Preview)</vt:lpstr>
      <vt:lpstr>Java 14 Records (Preview)</vt:lpstr>
      <vt:lpstr>Java 14 Records (Preview)</vt:lpstr>
      <vt:lpstr>Java 14 Records (Preview)</vt:lpstr>
      <vt:lpstr>Java 14 Records (Preview)</vt:lpstr>
      <vt:lpstr>Java 14 Records (Preview)</vt:lpstr>
      <vt:lpstr>Java 14 Records (Preview)</vt:lpstr>
      <vt:lpstr>Java 14 Text Blocks </vt:lpstr>
      <vt:lpstr>Java 14 Text Blocks </vt:lpstr>
      <vt:lpstr>Java 15 features</vt:lpstr>
      <vt:lpstr>Java 15 New String and CharSequence Methods</vt:lpstr>
      <vt:lpstr>Java 15 New String and CharSequence Methods</vt:lpstr>
      <vt:lpstr>Java 15 New String and CharSequence Methods</vt:lpstr>
      <vt:lpstr>Java 15 New String and CharSequence Methods</vt:lpstr>
      <vt:lpstr>Java 15 Helpful NullPointerExceptions</vt:lpstr>
      <vt:lpstr>Java 15 Sealed Classes (Preview)</vt:lpstr>
      <vt:lpstr>Java 15 Sealed Classes (Preview)</vt:lpstr>
      <vt:lpstr>Java 15 Sealed Classes (Preview)</vt:lpstr>
      <vt:lpstr>Java 15 Sealed Classes (Preview)</vt:lpstr>
      <vt:lpstr>Java 15 Records</vt:lpstr>
      <vt:lpstr>Functional Programming</vt:lpstr>
      <vt:lpstr>Pure Functions</vt:lpstr>
      <vt:lpstr>ImPure Functions</vt:lpstr>
      <vt:lpstr>Advantages of Functional Programming</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Java 9 Features</dc:title>
  <dc:creator>Arun Sunar</dc:creator>
  <cp:lastModifiedBy>Arun Sunar</cp:lastModifiedBy>
  <cp:revision>1</cp:revision>
  <dcterms:created xsi:type="dcterms:W3CDTF">2023-08-04T05:37:15Z</dcterms:created>
  <dcterms:modified xsi:type="dcterms:W3CDTF">2023-09-04T14:33:52Z</dcterms:modified>
</cp:coreProperties>
</file>