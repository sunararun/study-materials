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5" r:id="rId22"/>
    <p:sldId id="278" r:id="rId23"/>
    <p:sldId id="279" r:id="rId24"/>
    <p:sldId id="280" r:id="rId25"/>
    <p:sldId id="281" r:id="rId26"/>
    <p:sldId id="282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511AB-D854-46D2-A45E-79AE4773A6F4}" v="4" dt="2023-09-23T07:35:47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95E511AB-D854-46D2-A45E-79AE4773A6F4}"/>
    <pc:docChg chg="custSel addSld modSld">
      <pc:chgData name="Arun Sunar" userId="3fa9774ca67c7ab5" providerId="LiveId" clId="{95E511AB-D854-46D2-A45E-79AE4773A6F4}" dt="2023-09-23T07:49:35.140" v="227" actId="22"/>
      <pc:docMkLst>
        <pc:docMk/>
      </pc:docMkLst>
      <pc:sldChg chg="addSp delSp add mod">
        <pc:chgData name="Arun Sunar" userId="3fa9774ca67c7ab5" providerId="LiveId" clId="{95E511AB-D854-46D2-A45E-79AE4773A6F4}" dt="2023-09-23T04:50:16.106" v="2" actId="22"/>
        <pc:sldMkLst>
          <pc:docMk/>
          <pc:sldMk cId="2295046930" sldId="258"/>
        </pc:sldMkLst>
        <pc:picChg chg="add">
          <ac:chgData name="Arun Sunar" userId="3fa9774ca67c7ab5" providerId="LiveId" clId="{95E511AB-D854-46D2-A45E-79AE4773A6F4}" dt="2023-09-23T04:50:16.106" v="2" actId="22"/>
          <ac:picMkLst>
            <pc:docMk/>
            <pc:sldMk cId="2295046930" sldId="258"/>
            <ac:picMk id="3" creationId="{B70F37DB-E1D2-F6B4-B0A9-51D6E2E504A3}"/>
          </ac:picMkLst>
        </pc:picChg>
        <pc:picChg chg="del">
          <ac:chgData name="Arun Sunar" userId="3fa9774ca67c7ab5" providerId="LiveId" clId="{95E511AB-D854-46D2-A45E-79AE4773A6F4}" dt="2023-09-23T04:50:15.211" v="1" actId="478"/>
          <ac:picMkLst>
            <pc:docMk/>
            <pc:sldMk cId="2295046930" sldId="258"/>
            <ac:picMk id="5" creationId="{3A9203FF-7BEC-9045-B6FA-BE75B0E0042B}"/>
          </ac:picMkLst>
        </pc:picChg>
      </pc:sldChg>
      <pc:sldChg chg="modSp new mod">
        <pc:chgData name="Arun Sunar" userId="3fa9774ca67c7ab5" providerId="LiveId" clId="{95E511AB-D854-46D2-A45E-79AE4773A6F4}" dt="2023-09-23T04:52:41.162" v="5" actId="20577"/>
        <pc:sldMkLst>
          <pc:docMk/>
          <pc:sldMk cId="3326990622" sldId="259"/>
        </pc:sldMkLst>
        <pc:spChg chg="mod">
          <ac:chgData name="Arun Sunar" userId="3fa9774ca67c7ab5" providerId="LiveId" clId="{95E511AB-D854-46D2-A45E-79AE4773A6F4}" dt="2023-09-23T04:52:41.162" v="5" actId="20577"/>
          <ac:spMkLst>
            <pc:docMk/>
            <pc:sldMk cId="3326990622" sldId="259"/>
            <ac:spMk id="3" creationId="{A582FBB5-B2BD-9177-7B01-FFAE216A12F9}"/>
          </ac:spMkLst>
        </pc:spChg>
      </pc:sldChg>
      <pc:sldChg chg="addSp delSp add mod">
        <pc:chgData name="Arun Sunar" userId="3fa9774ca67c7ab5" providerId="LiveId" clId="{95E511AB-D854-46D2-A45E-79AE4773A6F4}" dt="2023-09-23T05:05:55.723" v="8" actId="22"/>
        <pc:sldMkLst>
          <pc:docMk/>
          <pc:sldMk cId="3895484712" sldId="260"/>
        </pc:sldMkLst>
        <pc:picChg chg="del">
          <ac:chgData name="Arun Sunar" userId="3fa9774ca67c7ab5" providerId="LiveId" clId="{95E511AB-D854-46D2-A45E-79AE4773A6F4}" dt="2023-09-23T05:05:54.924" v="7" actId="478"/>
          <ac:picMkLst>
            <pc:docMk/>
            <pc:sldMk cId="3895484712" sldId="260"/>
            <ac:picMk id="3" creationId="{B70F37DB-E1D2-F6B4-B0A9-51D6E2E504A3}"/>
          </ac:picMkLst>
        </pc:picChg>
        <pc:picChg chg="add">
          <ac:chgData name="Arun Sunar" userId="3fa9774ca67c7ab5" providerId="LiveId" clId="{95E511AB-D854-46D2-A45E-79AE4773A6F4}" dt="2023-09-23T05:05:55.723" v="8" actId="22"/>
          <ac:picMkLst>
            <pc:docMk/>
            <pc:sldMk cId="3895484712" sldId="260"/>
            <ac:picMk id="4" creationId="{AED44706-8502-9AB3-0E67-7546DF33A82D}"/>
          </ac:picMkLst>
        </pc:picChg>
      </pc:sldChg>
      <pc:sldChg chg="addSp delSp add mod">
        <pc:chgData name="Arun Sunar" userId="3fa9774ca67c7ab5" providerId="LiveId" clId="{95E511AB-D854-46D2-A45E-79AE4773A6F4}" dt="2023-09-23T05:06:50.680" v="11" actId="22"/>
        <pc:sldMkLst>
          <pc:docMk/>
          <pc:sldMk cId="3394012986" sldId="261"/>
        </pc:sldMkLst>
        <pc:picChg chg="add">
          <ac:chgData name="Arun Sunar" userId="3fa9774ca67c7ab5" providerId="LiveId" clId="{95E511AB-D854-46D2-A45E-79AE4773A6F4}" dt="2023-09-23T05:06:50.680" v="11" actId="22"/>
          <ac:picMkLst>
            <pc:docMk/>
            <pc:sldMk cId="3394012986" sldId="261"/>
            <ac:picMk id="3" creationId="{1254781F-A89A-069F-A7E5-A8BC99E6A591}"/>
          </ac:picMkLst>
        </pc:picChg>
        <pc:picChg chg="del">
          <ac:chgData name="Arun Sunar" userId="3fa9774ca67c7ab5" providerId="LiveId" clId="{95E511AB-D854-46D2-A45E-79AE4773A6F4}" dt="2023-09-23T05:06:48.590" v="10" actId="478"/>
          <ac:picMkLst>
            <pc:docMk/>
            <pc:sldMk cId="3394012986" sldId="261"/>
            <ac:picMk id="4" creationId="{AED44706-8502-9AB3-0E67-7546DF33A82D}"/>
          </ac:picMkLst>
        </pc:picChg>
      </pc:sldChg>
      <pc:sldChg chg="addSp delSp add mod">
        <pc:chgData name="Arun Sunar" userId="3fa9774ca67c7ab5" providerId="LiveId" clId="{95E511AB-D854-46D2-A45E-79AE4773A6F4}" dt="2023-09-23T05:09:22.970" v="14" actId="22"/>
        <pc:sldMkLst>
          <pc:docMk/>
          <pc:sldMk cId="2424028543" sldId="262"/>
        </pc:sldMkLst>
        <pc:picChg chg="del">
          <ac:chgData name="Arun Sunar" userId="3fa9774ca67c7ab5" providerId="LiveId" clId="{95E511AB-D854-46D2-A45E-79AE4773A6F4}" dt="2023-09-23T05:09:20.240" v="13" actId="478"/>
          <ac:picMkLst>
            <pc:docMk/>
            <pc:sldMk cId="2424028543" sldId="262"/>
            <ac:picMk id="3" creationId="{1254781F-A89A-069F-A7E5-A8BC99E6A591}"/>
          </ac:picMkLst>
        </pc:picChg>
        <pc:picChg chg="add">
          <ac:chgData name="Arun Sunar" userId="3fa9774ca67c7ab5" providerId="LiveId" clId="{95E511AB-D854-46D2-A45E-79AE4773A6F4}" dt="2023-09-23T05:09:22.970" v="14" actId="22"/>
          <ac:picMkLst>
            <pc:docMk/>
            <pc:sldMk cId="2424028543" sldId="262"/>
            <ac:picMk id="4" creationId="{425AF212-3C71-296C-E08D-6965A43BAABA}"/>
          </ac:picMkLst>
        </pc:picChg>
      </pc:sldChg>
      <pc:sldChg chg="addSp delSp modSp add mod">
        <pc:chgData name="Arun Sunar" userId="3fa9774ca67c7ab5" providerId="LiveId" clId="{95E511AB-D854-46D2-A45E-79AE4773A6F4}" dt="2023-09-23T05:45:05.198" v="50" actId="20577"/>
        <pc:sldMkLst>
          <pc:docMk/>
          <pc:sldMk cId="3728969502" sldId="263"/>
        </pc:sldMkLst>
        <pc:spChg chg="add mod">
          <ac:chgData name="Arun Sunar" userId="3fa9774ca67c7ab5" providerId="LiveId" clId="{95E511AB-D854-46D2-A45E-79AE4773A6F4}" dt="2023-09-23T05:45:05.198" v="50" actId="20577"/>
          <ac:spMkLst>
            <pc:docMk/>
            <pc:sldMk cId="3728969502" sldId="263"/>
            <ac:spMk id="5" creationId="{65361B64-C25D-9B1D-0A10-B344C48084D3}"/>
          </ac:spMkLst>
        </pc:spChg>
        <pc:picChg chg="add">
          <ac:chgData name="Arun Sunar" userId="3fa9774ca67c7ab5" providerId="LiveId" clId="{95E511AB-D854-46D2-A45E-79AE4773A6F4}" dt="2023-09-23T05:10:27.089" v="17" actId="22"/>
          <ac:picMkLst>
            <pc:docMk/>
            <pc:sldMk cId="3728969502" sldId="263"/>
            <ac:picMk id="3" creationId="{A3EDB481-EB9B-9A8F-041E-1E11EB665DA7}"/>
          </ac:picMkLst>
        </pc:picChg>
        <pc:picChg chg="del">
          <ac:chgData name="Arun Sunar" userId="3fa9774ca67c7ab5" providerId="LiveId" clId="{95E511AB-D854-46D2-A45E-79AE4773A6F4}" dt="2023-09-23T05:10:25.739" v="16" actId="478"/>
          <ac:picMkLst>
            <pc:docMk/>
            <pc:sldMk cId="3728969502" sldId="263"/>
            <ac:picMk id="4" creationId="{425AF212-3C71-296C-E08D-6965A43BAABA}"/>
          </ac:picMkLst>
        </pc:picChg>
      </pc:sldChg>
      <pc:sldChg chg="addSp delSp add mod">
        <pc:chgData name="Arun Sunar" userId="3fa9774ca67c7ab5" providerId="LiveId" clId="{95E511AB-D854-46D2-A45E-79AE4773A6F4}" dt="2023-09-23T05:44:09.059" v="20" actId="22"/>
        <pc:sldMkLst>
          <pc:docMk/>
          <pc:sldMk cId="22105294" sldId="264"/>
        </pc:sldMkLst>
        <pc:picChg chg="del">
          <ac:chgData name="Arun Sunar" userId="3fa9774ca67c7ab5" providerId="LiveId" clId="{95E511AB-D854-46D2-A45E-79AE4773A6F4}" dt="2023-09-23T05:44:07.591" v="19" actId="478"/>
          <ac:picMkLst>
            <pc:docMk/>
            <pc:sldMk cId="22105294" sldId="264"/>
            <ac:picMk id="3" creationId="{A3EDB481-EB9B-9A8F-041E-1E11EB665DA7}"/>
          </ac:picMkLst>
        </pc:picChg>
        <pc:picChg chg="add">
          <ac:chgData name="Arun Sunar" userId="3fa9774ca67c7ab5" providerId="LiveId" clId="{95E511AB-D854-46D2-A45E-79AE4773A6F4}" dt="2023-09-23T05:44:09.059" v="20" actId="22"/>
          <ac:picMkLst>
            <pc:docMk/>
            <pc:sldMk cId="22105294" sldId="264"/>
            <ac:picMk id="4" creationId="{0D28AC46-9D1D-3DF2-E2CB-AD0981AE2524}"/>
          </ac:picMkLst>
        </pc:picChg>
      </pc:sldChg>
      <pc:sldChg chg="addSp delSp add mod">
        <pc:chgData name="Arun Sunar" userId="3fa9774ca67c7ab5" providerId="LiveId" clId="{95E511AB-D854-46D2-A45E-79AE4773A6F4}" dt="2023-09-23T05:47:13.428" v="53" actId="22"/>
        <pc:sldMkLst>
          <pc:docMk/>
          <pc:sldMk cId="1142952012" sldId="265"/>
        </pc:sldMkLst>
        <pc:picChg chg="add">
          <ac:chgData name="Arun Sunar" userId="3fa9774ca67c7ab5" providerId="LiveId" clId="{95E511AB-D854-46D2-A45E-79AE4773A6F4}" dt="2023-09-23T05:47:13.428" v="53" actId="22"/>
          <ac:picMkLst>
            <pc:docMk/>
            <pc:sldMk cId="1142952012" sldId="265"/>
            <ac:picMk id="3" creationId="{39546347-D690-FBF6-7ADE-B389CCA7582A}"/>
          </ac:picMkLst>
        </pc:picChg>
        <pc:picChg chg="del">
          <ac:chgData name="Arun Sunar" userId="3fa9774ca67c7ab5" providerId="LiveId" clId="{95E511AB-D854-46D2-A45E-79AE4773A6F4}" dt="2023-09-23T05:47:12.108" v="52" actId="478"/>
          <ac:picMkLst>
            <pc:docMk/>
            <pc:sldMk cId="1142952012" sldId="265"/>
            <ac:picMk id="4" creationId="{0D28AC46-9D1D-3DF2-E2CB-AD0981AE2524}"/>
          </ac:picMkLst>
        </pc:picChg>
      </pc:sldChg>
      <pc:sldChg chg="addSp delSp add mod">
        <pc:chgData name="Arun Sunar" userId="3fa9774ca67c7ab5" providerId="LiveId" clId="{95E511AB-D854-46D2-A45E-79AE4773A6F4}" dt="2023-09-23T06:57:37.807" v="56" actId="22"/>
        <pc:sldMkLst>
          <pc:docMk/>
          <pc:sldMk cId="1779624963" sldId="266"/>
        </pc:sldMkLst>
        <pc:picChg chg="del">
          <ac:chgData name="Arun Sunar" userId="3fa9774ca67c7ab5" providerId="LiveId" clId="{95E511AB-D854-46D2-A45E-79AE4773A6F4}" dt="2023-09-23T06:57:36.457" v="55" actId="478"/>
          <ac:picMkLst>
            <pc:docMk/>
            <pc:sldMk cId="1779624963" sldId="266"/>
            <ac:picMk id="3" creationId="{39546347-D690-FBF6-7ADE-B389CCA7582A}"/>
          </ac:picMkLst>
        </pc:picChg>
        <pc:picChg chg="add">
          <ac:chgData name="Arun Sunar" userId="3fa9774ca67c7ab5" providerId="LiveId" clId="{95E511AB-D854-46D2-A45E-79AE4773A6F4}" dt="2023-09-23T06:57:37.807" v="56" actId="22"/>
          <ac:picMkLst>
            <pc:docMk/>
            <pc:sldMk cId="1779624963" sldId="266"/>
            <ac:picMk id="4" creationId="{8C023787-6B4A-5692-0D0E-A4E4DDCAF6FD}"/>
          </ac:picMkLst>
        </pc:picChg>
      </pc:sldChg>
      <pc:sldChg chg="addSp delSp add mod">
        <pc:chgData name="Arun Sunar" userId="3fa9774ca67c7ab5" providerId="LiveId" clId="{95E511AB-D854-46D2-A45E-79AE4773A6F4}" dt="2023-09-23T07:02:16.250" v="59" actId="22"/>
        <pc:sldMkLst>
          <pc:docMk/>
          <pc:sldMk cId="1088322106" sldId="267"/>
        </pc:sldMkLst>
        <pc:picChg chg="add">
          <ac:chgData name="Arun Sunar" userId="3fa9774ca67c7ab5" providerId="LiveId" clId="{95E511AB-D854-46D2-A45E-79AE4773A6F4}" dt="2023-09-23T07:02:16.250" v="59" actId="22"/>
          <ac:picMkLst>
            <pc:docMk/>
            <pc:sldMk cId="1088322106" sldId="267"/>
            <ac:picMk id="3" creationId="{6C4A856A-2A75-03E1-A829-7CD819AD05F3}"/>
          </ac:picMkLst>
        </pc:picChg>
        <pc:picChg chg="del">
          <ac:chgData name="Arun Sunar" userId="3fa9774ca67c7ab5" providerId="LiveId" clId="{95E511AB-D854-46D2-A45E-79AE4773A6F4}" dt="2023-09-23T07:02:15.018" v="58" actId="478"/>
          <ac:picMkLst>
            <pc:docMk/>
            <pc:sldMk cId="1088322106" sldId="267"/>
            <ac:picMk id="4" creationId="{8C023787-6B4A-5692-0D0E-A4E4DDCAF6FD}"/>
          </ac:picMkLst>
        </pc:picChg>
      </pc:sldChg>
      <pc:sldChg chg="addSp delSp add mod">
        <pc:chgData name="Arun Sunar" userId="3fa9774ca67c7ab5" providerId="LiveId" clId="{95E511AB-D854-46D2-A45E-79AE4773A6F4}" dt="2023-09-23T07:10:23.250" v="62" actId="22"/>
        <pc:sldMkLst>
          <pc:docMk/>
          <pc:sldMk cId="1654096269" sldId="268"/>
        </pc:sldMkLst>
        <pc:picChg chg="del">
          <ac:chgData name="Arun Sunar" userId="3fa9774ca67c7ab5" providerId="LiveId" clId="{95E511AB-D854-46D2-A45E-79AE4773A6F4}" dt="2023-09-23T07:10:22.117" v="61" actId="478"/>
          <ac:picMkLst>
            <pc:docMk/>
            <pc:sldMk cId="1654096269" sldId="268"/>
            <ac:picMk id="3" creationId="{6C4A856A-2A75-03E1-A829-7CD819AD05F3}"/>
          </ac:picMkLst>
        </pc:picChg>
        <pc:picChg chg="add">
          <ac:chgData name="Arun Sunar" userId="3fa9774ca67c7ab5" providerId="LiveId" clId="{95E511AB-D854-46D2-A45E-79AE4773A6F4}" dt="2023-09-23T07:10:23.250" v="62" actId="22"/>
          <ac:picMkLst>
            <pc:docMk/>
            <pc:sldMk cId="1654096269" sldId="268"/>
            <ac:picMk id="4" creationId="{0FC6D228-C6CE-456B-E1E6-412D5EC0D758}"/>
          </ac:picMkLst>
        </pc:picChg>
      </pc:sldChg>
      <pc:sldChg chg="addSp delSp add mod">
        <pc:chgData name="Arun Sunar" userId="3fa9774ca67c7ab5" providerId="LiveId" clId="{95E511AB-D854-46D2-A45E-79AE4773A6F4}" dt="2023-09-23T07:12:02.515" v="65" actId="22"/>
        <pc:sldMkLst>
          <pc:docMk/>
          <pc:sldMk cId="2215426525" sldId="269"/>
        </pc:sldMkLst>
        <pc:picChg chg="add">
          <ac:chgData name="Arun Sunar" userId="3fa9774ca67c7ab5" providerId="LiveId" clId="{95E511AB-D854-46D2-A45E-79AE4773A6F4}" dt="2023-09-23T07:12:02.515" v="65" actId="22"/>
          <ac:picMkLst>
            <pc:docMk/>
            <pc:sldMk cId="2215426525" sldId="269"/>
            <ac:picMk id="3" creationId="{A4EE220F-4A85-6E52-E14F-1313E08FE1AD}"/>
          </ac:picMkLst>
        </pc:picChg>
        <pc:picChg chg="del">
          <ac:chgData name="Arun Sunar" userId="3fa9774ca67c7ab5" providerId="LiveId" clId="{95E511AB-D854-46D2-A45E-79AE4773A6F4}" dt="2023-09-23T07:12:01.199" v="64" actId="478"/>
          <ac:picMkLst>
            <pc:docMk/>
            <pc:sldMk cId="2215426525" sldId="269"/>
            <ac:picMk id="4" creationId="{0FC6D228-C6CE-456B-E1E6-412D5EC0D758}"/>
          </ac:picMkLst>
        </pc:picChg>
      </pc:sldChg>
      <pc:sldChg chg="addSp delSp modSp add mod">
        <pc:chgData name="Arun Sunar" userId="3fa9774ca67c7ab5" providerId="LiveId" clId="{95E511AB-D854-46D2-A45E-79AE4773A6F4}" dt="2023-09-23T07:15:17.733" v="102" actId="20577"/>
        <pc:sldMkLst>
          <pc:docMk/>
          <pc:sldMk cId="2450810632" sldId="270"/>
        </pc:sldMkLst>
        <pc:spChg chg="add mod">
          <ac:chgData name="Arun Sunar" userId="3fa9774ca67c7ab5" providerId="LiveId" clId="{95E511AB-D854-46D2-A45E-79AE4773A6F4}" dt="2023-09-23T07:15:17.733" v="102" actId="20577"/>
          <ac:spMkLst>
            <pc:docMk/>
            <pc:sldMk cId="2450810632" sldId="270"/>
            <ac:spMk id="5" creationId="{48ED86B0-9C34-9DA8-1B31-B07108C8A9BD}"/>
          </ac:spMkLst>
        </pc:spChg>
        <pc:picChg chg="del">
          <ac:chgData name="Arun Sunar" userId="3fa9774ca67c7ab5" providerId="LiveId" clId="{95E511AB-D854-46D2-A45E-79AE4773A6F4}" dt="2023-09-23T07:14:55.112" v="67" actId="478"/>
          <ac:picMkLst>
            <pc:docMk/>
            <pc:sldMk cId="2450810632" sldId="270"/>
            <ac:picMk id="3" creationId="{A4EE220F-4A85-6E52-E14F-1313E08FE1AD}"/>
          </ac:picMkLst>
        </pc:picChg>
        <pc:picChg chg="add">
          <ac:chgData name="Arun Sunar" userId="3fa9774ca67c7ab5" providerId="LiveId" clId="{95E511AB-D854-46D2-A45E-79AE4773A6F4}" dt="2023-09-23T07:14:56.100" v="68" actId="22"/>
          <ac:picMkLst>
            <pc:docMk/>
            <pc:sldMk cId="2450810632" sldId="270"/>
            <ac:picMk id="4" creationId="{D7604F79-EA7A-D255-15E8-82FE595DF70C}"/>
          </ac:picMkLst>
        </pc:picChg>
      </pc:sldChg>
      <pc:sldChg chg="addSp delSp add mod">
        <pc:chgData name="Arun Sunar" userId="3fa9774ca67c7ab5" providerId="LiveId" clId="{95E511AB-D854-46D2-A45E-79AE4773A6F4}" dt="2023-09-23T07:24:13.900" v="105" actId="22"/>
        <pc:sldMkLst>
          <pc:docMk/>
          <pc:sldMk cId="2646300217" sldId="271"/>
        </pc:sldMkLst>
        <pc:picChg chg="add">
          <ac:chgData name="Arun Sunar" userId="3fa9774ca67c7ab5" providerId="LiveId" clId="{95E511AB-D854-46D2-A45E-79AE4773A6F4}" dt="2023-09-23T07:24:13.900" v="105" actId="22"/>
          <ac:picMkLst>
            <pc:docMk/>
            <pc:sldMk cId="2646300217" sldId="271"/>
            <ac:picMk id="3" creationId="{97534AAB-3AE3-30AF-5417-E8FFE4AA0F36}"/>
          </ac:picMkLst>
        </pc:picChg>
        <pc:picChg chg="del">
          <ac:chgData name="Arun Sunar" userId="3fa9774ca67c7ab5" providerId="LiveId" clId="{95E511AB-D854-46D2-A45E-79AE4773A6F4}" dt="2023-09-23T07:24:09.307" v="104" actId="478"/>
          <ac:picMkLst>
            <pc:docMk/>
            <pc:sldMk cId="2646300217" sldId="271"/>
            <ac:picMk id="4" creationId="{D7604F79-EA7A-D255-15E8-82FE595DF70C}"/>
          </ac:picMkLst>
        </pc:picChg>
      </pc:sldChg>
      <pc:sldChg chg="addSp delSp modSp add mod">
        <pc:chgData name="Arun Sunar" userId="3fa9774ca67c7ab5" providerId="LiveId" clId="{95E511AB-D854-46D2-A45E-79AE4773A6F4}" dt="2023-09-23T07:36:20.611" v="196" actId="1076"/>
        <pc:sldMkLst>
          <pc:docMk/>
          <pc:sldMk cId="2174075505" sldId="272"/>
        </pc:sldMkLst>
        <pc:spChg chg="del">
          <ac:chgData name="Arun Sunar" userId="3fa9774ca67c7ab5" providerId="LiveId" clId="{95E511AB-D854-46D2-A45E-79AE4773A6F4}" dt="2023-09-23T07:35:33.119" v="119" actId="478"/>
          <ac:spMkLst>
            <pc:docMk/>
            <pc:sldMk cId="2174075505" sldId="272"/>
            <ac:spMk id="5" creationId="{48ED86B0-9C34-9DA8-1B31-B07108C8A9BD}"/>
          </ac:spMkLst>
        </pc:spChg>
        <pc:spChg chg="del mod">
          <ac:chgData name="Arun Sunar" userId="3fa9774ca67c7ab5" providerId="LiveId" clId="{95E511AB-D854-46D2-A45E-79AE4773A6F4}" dt="2023-09-23T07:35:29.972" v="118" actId="478"/>
          <ac:spMkLst>
            <pc:docMk/>
            <pc:sldMk cId="2174075505" sldId="272"/>
            <ac:spMk id="6" creationId="{13978019-67B3-E3B1-4371-B02E9309586F}"/>
          </ac:spMkLst>
        </pc:spChg>
        <pc:spChg chg="add mod">
          <ac:chgData name="Arun Sunar" userId="3fa9774ca67c7ab5" providerId="LiveId" clId="{95E511AB-D854-46D2-A45E-79AE4773A6F4}" dt="2023-09-23T07:36:20.611" v="196" actId="1076"/>
          <ac:spMkLst>
            <pc:docMk/>
            <pc:sldMk cId="2174075505" sldId="272"/>
            <ac:spMk id="7" creationId="{97BA0A46-6CB4-E13F-7E15-22F5061EF151}"/>
          </ac:spMkLst>
        </pc:spChg>
        <pc:picChg chg="del">
          <ac:chgData name="Arun Sunar" userId="3fa9774ca67c7ab5" providerId="LiveId" clId="{95E511AB-D854-46D2-A45E-79AE4773A6F4}" dt="2023-09-23T07:35:22.453" v="107" actId="478"/>
          <ac:picMkLst>
            <pc:docMk/>
            <pc:sldMk cId="2174075505" sldId="272"/>
            <ac:picMk id="3" creationId="{97534AAB-3AE3-30AF-5417-E8FFE4AA0F36}"/>
          </ac:picMkLst>
        </pc:picChg>
        <pc:picChg chg="add">
          <ac:chgData name="Arun Sunar" userId="3fa9774ca67c7ab5" providerId="LiveId" clId="{95E511AB-D854-46D2-A45E-79AE4773A6F4}" dt="2023-09-23T07:35:34.419" v="120" actId="22"/>
          <ac:picMkLst>
            <pc:docMk/>
            <pc:sldMk cId="2174075505" sldId="272"/>
            <ac:picMk id="4" creationId="{9E365793-CD00-D5D6-44B2-B7C278E4DB58}"/>
          </ac:picMkLst>
        </pc:picChg>
      </pc:sldChg>
      <pc:sldChg chg="addSp delSp modSp add mod">
        <pc:chgData name="Arun Sunar" userId="3fa9774ca67c7ab5" providerId="LiveId" clId="{95E511AB-D854-46D2-A45E-79AE4773A6F4}" dt="2023-09-23T07:37:19.725" v="200" actId="22"/>
        <pc:sldMkLst>
          <pc:docMk/>
          <pc:sldMk cId="3006615429" sldId="273"/>
        </pc:sldMkLst>
        <pc:spChg chg="mod">
          <ac:chgData name="Arun Sunar" userId="3fa9774ca67c7ab5" providerId="LiveId" clId="{95E511AB-D854-46D2-A45E-79AE4773A6F4}" dt="2023-09-23T07:37:18.803" v="199" actId="1076"/>
          <ac:spMkLst>
            <pc:docMk/>
            <pc:sldMk cId="3006615429" sldId="273"/>
            <ac:spMk id="7" creationId="{97BA0A46-6CB4-E13F-7E15-22F5061EF151}"/>
          </ac:spMkLst>
        </pc:spChg>
        <pc:picChg chg="add">
          <ac:chgData name="Arun Sunar" userId="3fa9774ca67c7ab5" providerId="LiveId" clId="{95E511AB-D854-46D2-A45E-79AE4773A6F4}" dt="2023-09-23T07:37:19.725" v="200" actId="22"/>
          <ac:picMkLst>
            <pc:docMk/>
            <pc:sldMk cId="3006615429" sldId="273"/>
            <ac:picMk id="3" creationId="{3DAAAAFE-9975-98A2-0C35-E9799ACE9489}"/>
          </ac:picMkLst>
        </pc:picChg>
        <pc:picChg chg="del">
          <ac:chgData name="Arun Sunar" userId="3fa9774ca67c7ab5" providerId="LiveId" clId="{95E511AB-D854-46D2-A45E-79AE4773A6F4}" dt="2023-09-23T07:37:17.067" v="198" actId="478"/>
          <ac:picMkLst>
            <pc:docMk/>
            <pc:sldMk cId="3006615429" sldId="273"/>
            <ac:picMk id="4" creationId="{9E365793-CD00-D5D6-44B2-B7C278E4DB58}"/>
          </ac:picMkLst>
        </pc:picChg>
      </pc:sldChg>
      <pc:sldChg chg="addSp delSp add mod">
        <pc:chgData name="Arun Sunar" userId="3fa9774ca67c7ab5" providerId="LiveId" clId="{95E511AB-D854-46D2-A45E-79AE4773A6F4}" dt="2023-09-23T07:40:06.450" v="203" actId="22"/>
        <pc:sldMkLst>
          <pc:docMk/>
          <pc:sldMk cId="2736123738" sldId="274"/>
        </pc:sldMkLst>
        <pc:picChg chg="del">
          <ac:chgData name="Arun Sunar" userId="3fa9774ca67c7ab5" providerId="LiveId" clId="{95E511AB-D854-46D2-A45E-79AE4773A6F4}" dt="2023-09-23T07:40:05.830" v="202" actId="478"/>
          <ac:picMkLst>
            <pc:docMk/>
            <pc:sldMk cId="2736123738" sldId="274"/>
            <ac:picMk id="3" creationId="{3DAAAAFE-9975-98A2-0C35-E9799ACE9489}"/>
          </ac:picMkLst>
        </pc:picChg>
        <pc:picChg chg="add">
          <ac:chgData name="Arun Sunar" userId="3fa9774ca67c7ab5" providerId="LiveId" clId="{95E511AB-D854-46D2-A45E-79AE4773A6F4}" dt="2023-09-23T07:40:06.450" v="203" actId="22"/>
          <ac:picMkLst>
            <pc:docMk/>
            <pc:sldMk cId="2736123738" sldId="274"/>
            <ac:picMk id="4" creationId="{22562942-49D4-364B-C130-D19F0ECA2038}"/>
          </ac:picMkLst>
        </pc:picChg>
      </pc:sldChg>
      <pc:sldChg chg="addSp delSp add mod">
        <pc:chgData name="Arun Sunar" userId="3fa9774ca67c7ab5" providerId="LiveId" clId="{95E511AB-D854-46D2-A45E-79AE4773A6F4}" dt="2023-09-23T07:43:38.868" v="206" actId="22"/>
        <pc:sldMkLst>
          <pc:docMk/>
          <pc:sldMk cId="3130700252" sldId="275"/>
        </pc:sldMkLst>
        <pc:picChg chg="add">
          <ac:chgData name="Arun Sunar" userId="3fa9774ca67c7ab5" providerId="LiveId" clId="{95E511AB-D854-46D2-A45E-79AE4773A6F4}" dt="2023-09-23T07:43:38.868" v="206" actId="22"/>
          <ac:picMkLst>
            <pc:docMk/>
            <pc:sldMk cId="3130700252" sldId="275"/>
            <ac:picMk id="3" creationId="{3FCF190D-8DCF-B4C4-6069-840FD4FC3E70}"/>
          </ac:picMkLst>
        </pc:picChg>
        <pc:picChg chg="del">
          <ac:chgData name="Arun Sunar" userId="3fa9774ca67c7ab5" providerId="LiveId" clId="{95E511AB-D854-46D2-A45E-79AE4773A6F4}" dt="2023-09-23T07:43:37.550" v="205" actId="478"/>
          <ac:picMkLst>
            <pc:docMk/>
            <pc:sldMk cId="3130700252" sldId="275"/>
            <ac:picMk id="4" creationId="{22562942-49D4-364B-C130-D19F0ECA2038}"/>
          </ac:picMkLst>
        </pc:picChg>
      </pc:sldChg>
      <pc:sldChg chg="addSp delSp add mod">
        <pc:chgData name="Arun Sunar" userId="3fa9774ca67c7ab5" providerId="LiveId" clId="{95E511AB-D854-46D2-A45E-79AE4773A6F4}" dt="2023-09-23T07:44:35.639" v="209" actId="22"/>
        <pc:sldMkLst>
          <pc:docMk/>
          <pc:sldMk cId="3557937835" sldId="276"/>
        </pc:sldMkLst>
        <pc:picChg chg="add">
          <ac:chgData name="Arun Sunar" userId="3fa9774ca67c7ab5" providerId="LiveId" clId="{95E511AB-D854-46D2-A45E-79AE4773A6F4}" dt="2023-09-23T07:44:35.639" v="209" actId="22"/>
          <ac:picMkLst>
            <pc:docMk/>
            <pc:sldMk cId="3557937835" sldId="276"/>
            <ac:picMk id="3" creationId="{B948916A-A1E7-6BD0-C2D5-5FA15A2FD5F7}"/>
          </ac:picMkLst>
        </pc:picChg>
        <pc:picChg chg="del">
          <ac:chgData name="Arun Sunar" userId="3fa9774ca67c7ab5" providerId="LiveId" clId="{95E511AB-D854-46D2-A45E-79AE4773A6F4}" dt="2023-09-23T07:44:34.991" v="208" actId="478"/>
          <ac:picMkLst>
            <pc:docMk/>
            <pc:sldMk cId="3557937835" sldId="276"/>
            <ac:picMk id="4" creationId="{22562942-49D4-364B-C130-D19F0ECA2038}"/>
          </ac:picMkLst>
        </pc:picChg>
      </pc:sldChg>
      <pc:sldChg chg="addSp delSp add mod">
        <pc:chgData name="Arun Sunar" userId="3fa9774ca67c7ab5" providerId="LiveId" clId="{95E511AB-D854-46D2-A45E-79AE4773A6F4}" dt="2023-09-23T07:44:56.720" v="212" actId="22"/>
        <pc:sldMkLst>
          <pc:docMk/>
          <pc:sldMk cId="3265972480" sldId="277"/>
        </pc:sldMkLst>
        <pc:picChg chg="del">
          <ac:chgData name="Arun Sunar" userId="3fa9774ca67c7ab5" providerId="LiveId" clId="{95E511AB-D854-46D2-A45E-79AE4773A6F4}" dt="2023-09-23T07:44:56.120" v="211" actId="478"/>
          <ac:picMkLst>
            <pc:docMk/>
            <pc:sldMk cId="3265972480" sldId="277"/>
            <ac:picMk id="3" creationId="{B948916A-A1E7-6BD0-C2D5-5FA15A2FD5F7}"/>
          </ac:picMkLst>
        </pc:picChg>
        <pc:picChg chg="add">
          <ac:chgData name="Arun Sunar" userId="3fa9774ca67c7ab5" providerId="LiveId" clId="{95E511AB-D854-46D2-A45E-79AE4773A6F4}" dt="2023-09-23T07:44:56.720" v="212" actId="22"/>
          <ac:picMkLst>
            <pc:docMk/>
            <pc:sldMk cId="3265972480" sldId="277"/>
            <ac:picMk id="4" creationId="{6E60E502-39FA-FC2A-9C2C-AF8E2A94ABA3}"/>
          </ac:picMkLst>
        </pc:picChg>
      </pc:sldChg>
      <pc:sldChg chg="addSp delSp add mod">
        <pc:chgData name="Arun Sunar" userId="3fa9774ca67c7ab5" providerId="LiveId" clId="{95E511AB-D854-46D2-A45E-79AE4773A6F4}" dt="2023-09-23T07:45:31.030" v="215" actId="22"/>
        <pc:sldMkLst>
          <pc:docMk/>
          <pc:sldMk cId="1556700742" sldId="278"/>
        </pc:sldMkLst>
        <pc:picChg chg="del">
          <ac:chgData name="Arun Sunar" userId="3fa9774ca67c7ab5" providerId="LiveId" clId="{95E511AB-D854-46D2-A45E-79AE4773A6F4}" dt="2023-09-23T07:45:30.469" v="214" actId="478"/>
          <ac:picMkLst>
            <pc:docMk/>
            <pc:sldMk cId="1556700742" sldId="278"/>
            <ac:picMk id="3" creationId="{3FCF190D-8DCF-B4C4-6069-840FD4FC3E70}"/>
          </ac:picMkLst>
        </pc:picChg>
        <pc:picChg chg="add">
          <ac:chgData name="Arun Sunar" userId="3fa9774ca67c7ab5" providerId="LiveId" clId="{95E511AB-D854-46D2-A45E-79AE4773A6F4}" dt="2023-09-23T07:45:31.030" v="215" actId="22"/>
          <ac:picMkLst>
            <pc:docMk/>
            <pc:sldMk cId="1556700742" sldId="278"/>
            <ac:picMk id="4" creationId="{6963A97E-9490-0122-9E0E-8881DA1B92DB}"/>
          </ac:picMkLst>
        </pc:picChg>
      </pc:sldChg>
      <pc:sldChg chg="addSp delSp add mod">
        <pc:chgData name="Arun Sunar" userId="3fa9774ca67c7ab5" providerId="LiveId" clId="{95E511AB-D854-46D2-A45E-79AE4773A6F4}" dt="2023-09-23T07:45:56.159" v="218" actId="22"/>
        <pc:sldMkLst>
          <pc:docMk/>
          <pc:sldMk cId="1986243593" sldId="279"/>
        </pc:sldMkLst>
        <pc:picChg chg="add">
          <ac:chgData name="Arun Sunar" userId="3fa9774ca67c7ab5" providerId="LiveId" clId="{95E511AB-D854-46D2-A45E-79AE4773A6F4}" dt="2023-09-23T07:45:56.159" v="218" actId="22"/>
          <ac:picMkLst>
            <pc:docMk/>
            <pc:sldMk cId="1986243593" sldId="279"/>
            <ac:picMk id="3" creationId="{C199D21C-D46F-1D0E-DE63-D48029C7431C}"/>
          </ac:picMkLst>
        </pc:picChg>
        <pc:picChg chg="del">
          <ac:chgData name="Arun Sunar" userId="3fa9774ca67c7ab5" providerId="LiveId" clId="{95E511AB-D854-46D2-A45E-79AE4773A6F4}" dt="2023-09-23T07:45:55" v="217" actId="478"/>
          <ac:picMkLst>
            <pc:docMk/>
            <pc:sldMk cId="1986243593" sldId="279"/>
            <ac:picMk id="4" creationId="{6963A97E-9490-0122-9E0E-8881DA1B92DB}"/>
          </ac:picMkLst>
        </pc:picChg>
      </pc:sldChg>
      <pc:sldChg chg="addSp delSp add mod">
        <pc:chgData name="Arun Sunar" userId="3fa9774ca67c7ab5" providerId="LiveId" clId="{95E511AB-D854-46D2-A45E-79AE4773A6F4}" dt="2023-09-23T07:48:09.970" v="221" actId="22"/>
        <pc:sldMkLst>
          <pc:docMk/>
          <pc:sldMk cId="3050343002" sldId="280"/>
        </pc:sldMkLst>
        <pc:picChg chg="del">
          <ac:chgData name="Arun Sunar" userId="3fa9774ca67c7ab5" providerId="LiveId" clId="{95E511AB-D854-46D2-A45E-79AE4773A6F4}" dt="2023-09-23T07:48:09.201" v="220" actId="478"/>
          <ac:picMkLst>
            <pc:docMk/>
            <pc:sldMk cId="3050343002" sldId="280"/>
            <ac:picMk id="3" creationId="{C199D21C-D46F-1D0E-DE63-D48029C7431C}"/>
          </ac:picMkLst>
        </pc:picChg>
        <pc:picChg chg="add">
          <ac:chgData name="Arun Sunar" userId="3fa9774ca67c7ab5" providerId="LiveId" clId="{95E511AB-D854-46D2-A45E-79AE4773A6F4}" dt="2023-09-23T07:48:09.970" v="221" actId="22"/>
          <ac:picMkLst>
            <pc:docMk/>
            <pc:sldMk cId="3050343002" sldId="280"/>
            <ac:picMk id="4" creationId="{037375BB-8D3C-922E-75F3-E588F39489C6}"/>
          </ac:picMkLst>
        </pc:picChg>
      </pc:sldChg>
      <pc:sldChg chg="addSp delSp add mod">
        <pc:chgData name="Arun Sunar" userId="3fa9774ca67c7ab5" providerId="LiveId" clId="{95E511AB-D854-46D2-A45E-79AE4773A6F4}" dt="2023-09-23T07:48:46.339" v="224" actId="22"/>
        <pc:sldMkLst>
          <pc:docMk/>
          <pc:sldMk cId="4138999385" sldId="281"/>
        </pc:sldMkLst>
        <pc:picChg chg="add">
          <ac:chgData name="Arun Sunar" userId="3fa9774ca67c7ab5" providerId="LiveId" clId="{95E511AB-D854-46D2-A45E-79AE4773A6F4}" dt="2023-09-23T07:48:46.339" v="224" actId="22"/>
          <ac:picMkLst>
            <pc:docMk/>
            <pc:sldMk cId="4138999385" sldId="281"/>
            <ac:picMk id="3" creationId="{57897192-A89C-BFF6-5D90-EEA9EC0D1CAE}"/>
          </ac:picMkLst>
        </pc:picChg>
        <pc:picChg chg="del">
          <ac:chgData name="Arun Sunar" userId="3fa9774ca67c7ab5" providerId="LiveId" clId="{95E511AB-D854-46D2-A45E-79AE4773A6F4}" dt="2023-09-23T07:48:45.599" v="223" actId="478"/>
          <ac:picMkLst>
            <pc:docMk/>
            <pc:sldMk cId="4138999385" sldId="281"/>
            <ac:picMk id="4" creationId="{037375BB-8D3C-922E-75F3-E588F39489C6}"/>
          </ac:picMkLst>
        </pc:picChg>
      </pc:sldChg>
      <pc:sldChg chg="addSp delSp add mod">
        <pc:chgData name="Arun Sunar" userId="3fa9774ca67c7ab5" providerId="LiveId" clId="{95E511AB-D854-46D2-A45E-79AE4773A6F4}" dt="2023-09-23T07:49:35.140" v="227" actId="22"/>
        <pc:sldMkLst>
          <pc:docMk/>
          <pc:sldMk cId="3384065945" sldId="282"/>
        </pc:sldMkLst>
        <pc:picChg chg="del">
          <ac:chgData name="Arun Sunar" userId="3fa9774ca67c7ab5" providerId="LiveId" clId="{95E511AB-D854-46D2-A45E-79AE4773A6F4}" dt="2023-09-23T07:49:34.504" v="226" actId="478"/>
          <ac:picMkLst>
            <pc:docMk/>
            <pc:sldMk cId="3384065945" sldId="282"/>
            <ac:picMk id="3" creationId="{57897192-A89C-BFF6-5D90-EEA9EC0D1CAE}"/>
          </ac:picMkLst>
        </pc:picChg>
        <pc:picChg chg="add">
          <ac:chgData name="Arun Sunar" userId="3fa9774ca67c7ab5" providerId="LiveId" clId="{95E511AB-D854-46D2-A45E-79AE4773A6F4}" dt="2023-09-23T07:49:35.140" v="227" actId="22"/>
          <ac:picMkLst>
            <pc:docMk/>
            <pc:sldMk cId="3384065945" sldId="282"/>
            <ac:picMk id="4" creationId="{82FE6955-2B19-B8C7-71F1-BD06AD88E7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929B-8548-81CF-0EDA-E833B050B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84E30-E5F4-5DCD-0B51-06AEF3D89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38850-405A-790F-AEB0-84C651D6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E47E2-A40E-97F8-2EA3-643186DA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4B2B3-CEA8-5285-DF48-0E468C39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2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815-0227-241A-4EBB-03896CE8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9CAD-D981-9E2C-614C-F7EC111E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7CFAC-A723-8543-A29A-CBE955EA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1433-0D53-6918-BFC3-D8D6CEB7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E9432-F569-3062-8932-7555D9CF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4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8459-6E8F-B530-13FC-473C091B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DCE8-4335-DA60-39D3-5969D1083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82F7D-B047-8CC9-1C84-EF5B847C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6CFF7-41CD-7D74-8569-083E8AD1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C28F-23B9-18B8-646F-150B4CB8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8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BA44-CEC1-7CBA-C81E-21A4DFF3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7E491-4C08-0AC0-9772-15215A8A4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707C3-A281-676D-6CBE-D528C1B6E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F7D95-60C2-51EB-64C6-F7250D92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3C04D-3241-27B0-CAF7-A0AE0606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0CA5D-03D2-AED5-6CCF-1C94D9B8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04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14CF-CF6A-1BD3-636B-F718557A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2BE27-74C9-D4B5-B57D-819390825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9EF2C-52EA-CDF5-0A30-A20628B1E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CA9DF-BA49-2853-0456-09216D1AC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28A8C-43EC-F0F0-A08A-2FA592F78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9C47D-EA69-8E60-275F-57F6106F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7FB47-55F2-5AE3-45A7-EDFBE14E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67011-A8F2-5316-8B04-1B9FA468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45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C3C2-8C24-073F-5A46-57C50B7E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9F390-07A7-1524-3E60-B7DFD34E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2124B-17D4-EB3B-B6A1-75AD7D8F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31766-2D70-1F46-10E3-6276EF41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71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234E1-AE30-2FCE-7D64-D0BD131D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7EAD2-CB58-5C47-B67F-50BA1728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CD93-AFD8-FDA9-ED01-E6C8EC94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3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D166-6024-6AD4-3C55-6F24BDC9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61C7-5FF7-543B-B866-2CF4EF4E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468CC-C009-91D2-68BF-A9C123A30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2FB28-D6D1-2032-BB0F-A9C8E6AF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FC48B-BF62-46CB-4933-CAACBD0C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A923C-0795-EED1-CC0A-6FDEEB60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7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77E4-E569-9253-960F-5C61CFE83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8D6C1-74E1-B928-E3C7-B7B3F6D1E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393D5-E480-3123-6E11-08E224B8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FCB18-BB6D-01A9-FD6B-ECF7C41C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E5E9F-40CE-1F6A-AD3B-F544D077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3FD48-3439-E5F3-05B8-D35565B0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04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B55B-955C-D40B-CE6D-46A92F4C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E319D-3C2A-CECB-E86D-33D313BD9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78DF7-BB81-B5E9-86E9-7A6FBB19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A13E3-56A6-8DE4-C867-E8769F90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B106-DB82-994C-47A7-F3126E09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49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A8935-26CE-BB5B-710F-F0B683FD9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AF237-C548-C5D0-C88C-1D6929545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33EF7-91DD-7D99-7B5A-E4ECD121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835D0-AF25-7EB1-A51D-26341203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C8A28-0EB3-03C8-EA73-BA92D17C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4D8D8-17EC-CEEA-2F63-D4816638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20CDC-0AD3-EBED-6B0D-8BC16AA49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4CA1-CE9E-7452-D5A3-42FD63AE8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0E495-A270-4669-ACE6-3C2D3DE31F24}" type="datetimeFigureOut">
              <a:rPr lang="en-IN" smtClean="0"/>
              <a:t>23-09-2023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06E17-BBBB-2BFC-D1F9-2E23C56E3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2508B-381B-951F-A5D6-11959C76F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CF1DF-33EF-4383-B734-AEC38E6174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Gw36szrzj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6577-1E8C-C673-EDDD-3E361B49B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SOID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8C6BA-5BD9-4E08-3DF9-C963B2E6E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203FF-7BEC-9045-B6FA-BE75B0E0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</p:spTree>
    <p:extLst>
      <p:ext uri="{BB962C8B-B14F-4D97-AF65-F5344CB8AC3E}">
        <p14:creationId xmlns:p14="http://schemas.microsoft.com/office/powerpoint/2010/main" val="292091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F37DB-E1D2-F6B4-B0A9-51D6E2E5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44706-8502-9AB3-0E67-7546DF33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54781F-A89A-069F-A7E5-A8BC99E6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1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AF212-3C71-296C-E08D-6965A43BA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2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DB481-EB9B-9A8F-041E-1E11EB66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361B64-C25D-9B1D-0A10-B344C48084D3}"/>
              </a:ext>
            </a:extLst>
          </p:cNvPr>
          <p:cNvSpPr txBox="1"/>
          <p:nvPr/>
        </p:nvSpPr>
        <p:spPr>
          <a:xfrm>
            <a:off x="2379306" y="5075853"/>
            <a:ext cx="333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Liskov</a:t>
            </a:r>
            <a:r>
              <a:rPr lang="en-IN" dirty="0"/>
              <a:t> Substitution Principle</a:t>
            </a:r>
          </a:p>
        </p:txBody>
      </p:sp>
    </p:spTree>
    <p:extLst>
      <p:ext uri="{BB962C8B-B14F-4D97-AF65-F5344CB8AC3E}">
        <p14:creationId xmlns:p14="http://schemas.microsoft.com/office/powerpoint/2010/main" val="372896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28AC46-9D1D-3DF2-E2CB-AD0981AE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546347-D690-FBF6-7ADE-B389CCA75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5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3787-6B4A-5692-0D0E-A4E4DDCA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2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4A856A-2A75-03E1-A829-7CD819AD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2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6D228-C6CE-456B-E1E6-412D5EC0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9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EE220F-4A85-6E52-E14F-1313E08FE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2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04F79-EA7A-D255-15E8-82FE595D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ED86B0-9C34-9DA8-1B31-B07108C8A9BD}"/>
              </a:ext>
            </a:extLst>
          </p:cNvPr>
          <p:cNvSpPr txBox="1"/>
          <p:nvPr/>
        </p:nvSpPr>
        <p:spPr>
          <a:xfrm>
            <a:off x="3974841" y="5663682"/>
            <a:ext cx="459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Single responsibility Principle</a:t>
            </a:r>
          </a:p>
        </p:txBody>
      </p:sp>
    </p:spTree>
    <p:extLst>
      <p:ext uri="{BB962C8B-B14F-4D97-AF65-F5344CB8AC3E}">
        <p14:creationId xmlns:p14="http://schemas.microsoft.com/office/powerpoint/2010/main" val="245081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978019-67B3-E3B1-4371-B02E9309586F}"/>
              </a:ext>
            </a:extLst>
          </p:cNvPr>
          <p:cNvSpPr txBox="1"/>
          <p:nvPr/>
        </p:nvSpPr>
        <p:spPr>
          <a:xfrm>
            <a:off x="1259633" y="4488024"/>
            <a:ext cx="543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Interface Segregation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D86B0-9C34-9DA8-1B31-B07108C8A9BD}"/>
              </a:ext>
            </a:extLst>
          </p:cNvPr>
          <p:cNvSpPr txBox="1"/>
          <p:nvPr/>
        </p:nvSpPr>
        <p:spPr>
          <a:xfrm>
            <a:off x="3974841" y="5663682"/>
            <a:ext cx="459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Single responsibility Principle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34AAB-3AE3-30AF-5417-E8FFE4AA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0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365793-CD00-D5D6-44B2-B7C278E4D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335902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</p:spTree>
    <p:extLst>
      <p:ext uri="{BB962C8B-B14F-4D97-AF65-F5344CB8AC3E}">
        <p14:creationId xmlns:p14="http://schemas.microsoft.com/office/powerpoint/2010/main" val="2174075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AAAFE-9975-98A2-0C35-E9799ACE9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1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62942-49D4-364B-C130-D19F0ECA2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23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8916A-A1E7-6BD0-C2D5-5FA15A2F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37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0E502-39FA-FC2A-9C2C-AF8E2A94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7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F190D-8DCF-B4C4-6069-840FD4FC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0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3A97E-9490-0122-9E0E-8881DA1B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00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9D21C-D46F-1D0E-DE63-D48029C7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43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375BB-8D3C-922E-75F3-E588F394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43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897192-A89C-BFF6-5D90-EEA9EC0D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9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BA0A46-6CB4-E13F-7E15-22F5061EF151}"/>
              </a:ext>
            </a:extLst>
          </p:cNvPr>
          <p:cNvSpPr txBox="1"/>
          <p:nvPr/>
        </p:nvSpPr>
        <p:spPr>
          <a:xfrm>
            <a:off x="923731" y="289249"/>
            <a:ext cx="8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Close Principle: Open for extension closed for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E6955-2B19-B8C7-71F1-BD06AD88E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65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44A-F0CC-CF44-5B73-2390E748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FBB5-B2BD-9177-7B01-FFAE216A1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https://www.youtube.com/watch?v=eGw36szrzjU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99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162</Words>
  <Application>Microsoft Office PowerPoint</Application>
  <PresentationFormat>Widescreen</PresentationFormat>
  <Paragraphs>30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SOID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SOID Principles</dc:title>
  <dc:creator>Arun Sunar</dc:creator>
  <cp:lastModifiedBy>Arun Sunar</cp:lastModifiedBy>
  <cp:revision>1</cp:revision>
  <dcterms:created xsi:type="dcterms:W3CDTF">2023-09-23T04:49:06Z</dcterms:created>
  <dcterms:modified xsi:type="dcterms:W3CDTF">2023-09-23T07:49:35Z</dcterms:modified>
</cp:coreProperties>
</file>