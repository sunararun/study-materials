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B5B68F5F-DEC8-4B4E-80F1-C63A445E8609}"/>
    <pc:docChg chg="undo custSel addSld modSld sldOrd">
      <pc:chgData name="Arun Sunar" userId="3fa9774ca67c7ab5" providerId="LiveId" clId="{B5B68F5F-DEC8-4B4E-80F1-C63A445E8609}" dt="2024-02-07T04:14:42.975" v="314" actId="313"/>
      <pc:docMkLst>
        <pc:docMk/>
      </pc:docMkLst>
      <pc:sldChg chg="addSp modSp new mod">
        <pc:chgData name="Arun Sunar" userId="3fa9774ca67c7ab5" providerId="LiveId" clId="{B5B68F5F-DEC8-4B4E-80F1-C63A445E8609}" dt="2024-02-07T03:52:12.478" v="13" actId="1076"/>
        <pc:sldMkLst>
          <pc:docMk/>
          <pc:sldMk cId="1011634715" sldId="257"/>
        </pc:sldMkLst>
        <pc:spChg chg="mod">
          <ac:chgData name="Arun Sunar" userId="3fa9774ca67c7ab5" providerId="LiveId" clId="{B5B68F5F-DEC8-4B4E-80F1-C63A445E8609}" dt="2024-02-07T03:51:20.804" v="6"/>
          <ac:spMkLst>
            <pc:docMk/>
            <pc:sldMk cId="1011634715" sldId="257"/>
            <ac:spMk id="2" creationId="{7DAFEDD2-B8BB-0936-BC63-031F500263E0}"/>
          </ac:spMkLst>
        </pc:spChg>
        <pc:spChg chg="mod">
          <ac:chgData name="Arun Sunar" userId="3fa9774ca67c7ab5" providerId="LiveId" clId="{B5B68F5F-DEC8-4B4E-80F1-C63A445E8609}" dt="2024-02-07T03:52:12.478" v="13" actId="1076"/>
          <ac:spMkLst>
            <pc:docMk/>
            <pc:sldMk cId="1011634715" sldId="257"/>
            <ac:spMk id="3" creationId="{7E49B365-C6BC-E79A-AF42-D33086A65898}"/>
          </ac:spMkLst>
        </pc:spChg>
        <pc:picChg chg="add mod">
          <ac:chgData name="Arun Sunar" userId="3fa9774ca67c7ab5" providerId="LiveId" clId="{B5B68F5F-DEC8-4B4E-80F1-C63A445E8609}" dt="2024-02-07T03:52:12.478" v="13" actId="1076"/>
          <ac:picMkLst>
            <pc:docMk/>
            <pc:sldMk cId="1011634715" sldId="257"/>
            <ac:picMk id="1026" creationId="{52D415AD-461B-7A04-B780-25D0FEE48347}"/>
          </ac:picMkLst>
        </pc:picChg>
      </pc:sldChg>
      <pc:sldChg chg="addSp modSp new mod">
        <pc:chgData name="Arun Sunar" userId="3fa9774ca67c7ab5" providerId="LiveId" clId="{B5B68F5F-DEC8-4B4E-80F1-C63A445E8609}" dt="2024-02-07T03:54:18.743" v="32" actId="1076"/>
        <pc:sldMkLst>
          <pc:docMk/>
          <pc:sldMk cId="1833600621" sldId="258"/>
        </pc:sldMkLst>
        <pc:spChg chg="mod">
          <ac:chgData name="Arun Sunar" userId="3fa9774ca67c7ab5" providerId="LiveId" clId="{B5B68F5F-DEC8-4B4E-80F1-C63A445E8609}" dt="2024-02-07T03:52:45.851" v="23"/>
          <ac:spMkLst>
            <pc:docMk/>
            <pc:sldMk cId="1833600621" sldId="258"/>
            <ac:spMk id="2" creationId="{FBACD5C6-82C5-F477-1B3B-5FC28F426471}"/>
          </ac:spMkLst>
        </pc:spChg>
        <pc:spChg chg="mod">
          <ac:chgData name="Arun Sunar" userId="3fa9774ca67c7ab5" providerId="LiveId" clId="{B5B68F5F-DEC8-4B4E-80F1-C63A445E8609}" dt="2024-02-07T03:53:18.732" v="28"/>
          <ac:spMkLst>
            <pc:docMk/>
            <pc:sldMk cId="1833600621" sldId="258"/>
            <ac:spMk id="3" creationId="{A9A304C4-B53E-4C0D-79B9-252A598C1ECF}"/>
          </ac:spMkLst>
        </pc:spChg>
        <pc:picChg chg="add mod">
          <ac:chgData name="Arun Sunar" userId="3fa9774ca67c7ab5" providerId="LiveId" clId="{B5B68F5F-DEC8-4B4E-80F1-C63A445E8609}" dt="2024-02-07T03:54:18.743" v="32" actId="1076"/>
          <ac:picMkLst>
            <pc:docMk/>
            <pc:sldMk cId="1833600621" sldId="258"/>
            <ac:picMk id="4" creationId="{2DB731A9-A78A-FAD1-EA0E-1D770D381538}"/>
          </ac:picMkLst>
        </pc:picChg>
        <pc:picChg chg="add">
          <ac:chgData name="Arun Sunar" userId="3fa9774ca67c7ab5" providerId="LiveId" clId="{B5B68F5F-DEC8-4B4E-80F1-C63A445E8609}" dt="2024-02-07T03:54:10.467" v="29"/>
          <ac:picMkLst>
            <pc:docMk/>
            <pc:sldMk cId="1833600621" sldId="258"/>
            <ac:picMk id="2050" creationId="{F3CFC13A-B6EF-DD8C-B6B5-F8A742204728}"/>
          </ac:picMkLst>
        </pc:picChg>
      </pc:sldChg>
      <pc:sldChg chg="delSp modSp add mod">
        <pc:chgData name="Arun Sunar" userId="3fa9774ca67c7ab5" providerId="LiveId" clId="{B5B68F5F-DEC8-4B4E-80F1-C63A445E8609}" dt="2024-02-07T03:56:46.084" v="83" actId="20577"/>
        <pc:sldMkLst>
          <pc:docMk/>
          <pc:sldMk cId="3161675609" sldId="259"/>
        </pc:sldMkLst>
        <pc:spChg chg="mod">
          <ac:chgData name="Arun Sunar" userId="3fa9774ca67c7ab5" providerId="LiveId" clId="{B5B68F5F-DEC8-4B4E-80F1-C63A445E8609}" dt="2024-02-07T03:54:38.468" v="37"/>
          <ac:spMkLst>
            <pc:docMk/>
            <pc:sldMk cId="3161675609" sldId="259"/>
            <ac:spMk id="2" creationId="{E991EA85-4146-F02F-35D1-DE03EAF54344}"/>
          </ac:spMkLst>
        </pc:spChg>
        <pc:spChg chg="mod">
          <ac:chgData name="Arun Sunar" userId="3fa9774ca67c7ab5" providerId="LiveId" clId="{B5B68F5F-DEC8-4B4E-80F1-C63A445E8609}" dt="2024-02-07T03:56:46.084" v="83" actId="20577"/>
          <ac:spMkLst>
            <pc:docMk/>
            <pc:sldMk cId="3161675609" sldId="259"/>
            <ac:spMk id="3" creationId="{2FA68040-9E9B-ED40-EAC8-A98C9171D1AA}"/>
          </ac:spMkLst>
        </pc:spChg>
        <pc:picChg chg="del">
          <ac:chgData name="Arun Sunar" userId="3fa9774ca67c7ab5" providerId="LiveId" clId="{B5B68F5F-DEC8-4B4E-80F1-C63A445E8609}" dt="2024-02-07T03:54:26.383" v="34" actId="478"/>
          <ac:picMkLst>
            <pc:docMk/>
            <pc:sldMk cId="3161675609" sldId="259"/>
            <ac:picMk id="4" creationId="{8320C3DB-6398-7E4F-7F17-87A0B9AD7C81}"/>
          </ac:picMkLst>
        </pc:picChg>
      </pc:sldChg>
      <pc:sldChg chg="addSp modSp add mod">
        <pc:chgData name="Arun Sunar" userId="3fa9774ca67c7ab5" providerId="LiveId" clId="{B5B68F5F-DEC8-4B4E-80F1-C63A445E8609}" dt="2024-02-07T03:58:38.760" v="92" actId="14100"/>
        <pc:sldMkLst>
          <pc:docMk/>
          <pc:sldMk cId="3830236204" sldId="260"/>
        </pc:sldMkLst>
        <pc:spChg chg="mod">
          <ac:chgData name="Arun Sunar" userId="3fa9774ca67c7ab5" providerId="LiveId" clId="{B5B68F5F-DEC8-4B4E-80F1-C63A445E8609}" dt="2024-02-07T03:58:19.498" v="87"/>
          <ac:spMkLst>
            <pc:docMk/>
            <pc:sldMk cId="3830236204" sldId="260"/>
            <ac:spMk id="2" creationId="{76EDBA86-531B-2A52-5414-B55308EEF0E2}"/>
          </ac:spMkLst>
        </pc:spChg>
        <pc:spChg chg="mod">
          <ac:chgData name="Arun Sunar" userId="3fa9774ca67c7ab5" providerId="LiveId" clId="{B5B68F5F-DEC8-4B4E-80F1-C63A445E8609}" dt="2024-02-07T03:58:22.736" v="88" actId="20577"/>
          <ac:spMkLst>
            <pc:docMk/>
            <pc:sldMk cId="3830236204" sldId="260"/>
            <ac:spMk id="3" creationId="{060944E1-95FE-0E73-DFDF-7F10FC7E558B}"/>
          </ac:spMkLst>
        </pc:spChg>
        <pc:picChg chg="add mod">
          <ac:chgData name="Arun Sunar" userId="3fa9774ca67c7ab5" providerId="LiveId" clId="{B5B68F5F-DEC8-4B4E-80F1-C63A445E8609}" dt="2024-02-07T03:58:38.760" v="92" actId="14100"/>
          <ac:picMkLst>
            <pc:docMk/>
            <pc:sldMk cId="3830236204" sldId="260"/>
            <ac:picMk id="4" creationId="{FE9D327F-E7BF-8C69-2D39-FD55A65A21E5}"/>
          </ac:picMkLst>
        </pc:picChg>
        <pc:picChg chg="add">
          <ac:chgData name="Arun Sunar" userId="3fa9774ca67c7ab5" providerId="LiveId" clId="{B5B68F5F-DEC8-4B4E-80F1-C63A445E8609}" dt="2024-02-07T03:58:29.131" v="89"/>
          <ac:picMkLst>
            <pc:docMk/>
            <pc:sldMk cId="3830236204" sldId="260"/>
            <ac:picMk id="3074" creationId="{772D2D00-66F9-F9E5-7C6C-E84565931C38}"/>
          </ac:picMkLst>
        </pc:picChg>
      </pc:sldChg>
      <pc:sldChg chg="modSp new mod">
        <pc:chgData name="Arun Sunar" userId="3fa9774ca67c7ab5" providerId="LiveId" clId="{B5B68F5F-DEC8-4B4E-80F1-C63A445E8609}" dt="2024-02-07T04:02:05.046" v="129" actId="113"/>
        <pc:sldMkLst>
          <pc:docMk/>
          <pc:sldMk cId="1505831135" sldId="261"/>
        </pc:sldMkLst>
        <pc:spChg chg="mod">
          <ac:chgData name="Arun Sunar" userId="3fa9774ca67c7ab5" providerId="LiveId" clId="{B5B68F5F-DEC8-4B4E-80F1-C63A445E8609}" dt="2024-02-07T03:59:08.046" v="104" actId="20577"/>
          <ac:spMkLst>
            <pc:docMk/>
            <pc:sldMk cId="1505831135" sldId="261"/>
            <ac:spMk id="2" creationId="{3C4FCA1E-89A2-865E-3787-5D46976FF5DA}"/>
          </ac:spMkLst>
        </pc:spChg>
        <pc:spChg chg="mod">
          <ac:chgData name="Arun Sunar" userId="3fa9774ca67c7ab5" providerId="LiveId" clId="{B5B68F5F-DEC8-4B4E-80F1-C63A445E8609}" dt="2024-02-07T04:02:05.046" v="129" actId="113"/>
          <ac:spMkLst>
            <pc:docMk/>
            <pc:sldMk cId="1505831135" sldId="261"/>
            <ac:spMk id="3" creationId="{190D4340-81AF-3C20-0D09-A237C1BCEA8F}"/>
          </ac:spMkLst>
        </pc:spChg>
      </pc:sldChg>
      <pc:sldChg chg="modSp add mod">
        <pc:chgData name="Arun Sunar" userId="3fa9774ca67c7ab5" providerId="LiveId" clId="{B5B68F5F-DEC8-4B4E-80F1-C63A445E8609}" dt="2024-02-07T04:04:19.593" v="152" actId="113"/>
        <pc:sldMkLst>
          <pc:docMk/>
          <pc:sldMk cId="1843458069" sldId="262"/>
        </pc:sldMkLst>
        <pc:spChg chg="mod">
          <ac:chgData name="Arun Sunar" userId="3fa9774ca67c7ab5" providerId="LiveId" clId="{B5B68F5F-DEC8-4B4E-80F1-C63A445E8609}" dt="2024-02-07T04:03:05.859" v="133"/>
          <ac:spMkLst>
            <pc:docMk/>
            <pc:sldMk cId="1843458069" sldId="262"/>
            <ac:spMk id="2" creationId="{A74DC7A9-5B78-208D-82FD-90222B7F4343}"/>
          </ac:spMkLst>
        </pc:spChg>
        <pc:spChg chg="mod">
          <ac:chgData name="Arun Sunar" userId="3fa9774ca67c7ab5" providerId="LiveId" clId="{B5B68F5F-DEC8-4B4E-80F1-C63A445E8609}" dt="2024-02-07T04:04:19.593" v="152" actId="113"/>
          <ac:spMkLst>
            <pc:docMk/>
            <pc:sldMk cId="1843458069" sldId="262"/>
            <ac:spMk id="3" creationId="{7D30A7A3-087C-B07A-4D8C-D6E637C43CB2}"/>
          </ac:spMkLst>
        </pc:spChg>
      </pc:sldChg>
      <pc:sldChg chg="addSp delSp modSp new mod">
        <pc:chgData name="Arun Sunar" userId="3fa9774ca67c7ab5" providerId="LiveId" clId="{B5B68F5F-DEC8-4B4E-80F1-C63A445E8609}" dt="2024-02-07T04:07:43.200" v="224" actId="20577"/>
        <pc:sldMkLst>
          <pc:docMk/>
          <pc:sldMk cId="2722896515" sldId="263"/>
        </pc:sldMkLst>
        <pc:spChg chg="del mod">
          <ac:chgData name="Arun Sunar" userId="3fa9774ca67c7ab5" providerId="LiveId" clId="{B5B68F5F-DEC8-4B4E-80F1-C63A445E8609}" dt="2024-02-07T04:07:00.605" v="199" actId="478"/>
          <ac:spMkLst>
            <pc:docMk/>
            <pc:sldMk cId="2722896515" sldId="263"/>
            <ac:spMk id="2" creationId="{80562478-4964-D12D-6A41-7AA415D8463E}"/>
          </ac:spMkLst>
        </pc:spChg>
        <pc:spChg chg="mod">
          <ac:chgData name="Arun Sunar" userId="3fa9774ca67c7ab5" providerId="LiveId" clId="{B5B68F5F-DEC8-4B4E-80F1-C63A445E8609}" dt="2024-02-07T04:07:43.200" v="224" actId="20577"/>
          <ac:spMkLst>
            <pc:docMk/>
            <pc:sldMk cId="2722896515" sldId="263"/>
            <ac:spMk id="3" creationId="{71833A1B-E170-408F-A1EE-6F1ED83362C0}"/>
          </ac:spMkLst>
        </pc:spChg>
        <pc:spChg chg="add del mod">
          <ac:chgData name="Arun Sunar" userId="3fa9774ca67c7ab5" providerId="LiveId" clId="{B5B68F5F-DEC8-4B4E-80F1-C63A445E8609}" dt="2024-02-07T04:07:04.990" v="200" actId="478"/>
          <ac:spMkLst>
            <pc:docMk/>
            <pc:sldMk cId="2722896515" sldId="263"/>
            <ac:spMk id="5" creationId="{597CB13E-6DF0-DDC4-510E-3200AF9C2668}"/>
          </ac:spMkLst>
        </pc:spChg>
      </pc:sldChg>
      <pc:sldChg chg="modSp new mod">
        <pc:chgData name="Arun Sunar" userId="3fa9774ca67c7ab5" providerId="LiveId" clId="{B5B68F5F-DEC8-4B4E-80F1-C63A445E8609}" dt="2024-02-07T04:10:48.742" v="238" actId="20577"/>
        <pc:sldMkLst>
          <pc:docMk/>
          <pc:sldMk cId="4292290710" sldId="264"/>
        </pc:sldMkLst>
        <pc:spChg chg="mod">
          <ac:chgData name="Arun Sunar" userId="3fa9774ca67c7ab5" providerId="LiveId" clId="{B5B68F5F-DEC8-4B4E-80F1-C63A445E8609}" dt="2024-02-07T04:10:48.742" v="238" actId="20577"/>
          <ac:spMkLst>
            <pc:docMk/>
            <pc:sldMk cId="4292290710" sldId="264"/>
            <ac:spMk id="2" creationId="{D43E1BE1-E7B9-665E-0A71-CB0B3B47D7EE}"/>
          </ac:spMkLst>
        </pc:spChg>
        <pc:spChg chg="mod">
          <ac:chgData name="Arun Sunar" userId="3fa9774ca67c7ab5" providerId="LiveId" clId="{B5B68F5F-DEC8-4B4E-80F1-C63A445E8609}" dt="2024-02-07T04:10:43.881" v="227" actId="20577"/>
          <ac:spMkLst>
            <pc:docMk/>
            <pc:sldMk cId="4292290710" sldId="264"/>
            <ac:spMk id="3" creationId="{62A1E217-B5AB-2007-6789-5C934E902713}"/>
          </ac:spMkLst>
        </pc:spChg>
      </pc:sldChg>
      <pc:sldChg chg="modSp add mod ord">
        <pc:chgData name="Arun Sunar" userId="3fa9774ca67c7ab5" providerId="LiveId" clId="{B5B68F5F-DEC8-4B4E-80F1-C63A445E8609}" dt="2024-02-07T04:14:42.975" v="314" actId="313"/>
        <pc:sldMkLst>
          <pc:docMk/>
          <pc:sldMk cId="2546274704" sldId="265"/>
        </pc:sldMkLst>
        <pc:spChg chg="mod">
          <ac:chgData name="Arun Sunar" userId="3fa9774ca67c7ab5" providerId="LiveId" clId="{B5B68F5F-DEC8-4B4E-80F1-C63A445E8609}" dt="2024-02-07T04:12:42.186" v="246" actId="20577"/>
          <ac:spMkLst>
            <pc:docMk/>
            <pc:sldMk cId="2546274704" sldId="265"/>
            <ac:spMk id="2" creationId="{E512600D-DFF5-9D70-0FB5-17CF12F0FD8B}"/>
          </ac:spMkLst>
        </pc:spChg>
        <pc:spChg chg="mod">
          <ac:chgData name="Arun Sunar" userId="3fa9774ca67c7ab5" providerId="LiveId" clId="{B5B68F5F-DEC8-4B4E-80F1-C63A445E8609}" dt="2024-02-07T04:14:42.975" v="314" actId="313"/>
          <ac:spMkLst>
            <pc:docMk/>
            <pc:sldMk cId="2546274704" sldId="265"/>
            <ac:spMk id="3" creationId="{CF533A4B-DD8F-DB6A-3740-7CFE3B4D1DD2}"/>
          </ac:spMkLst>
        </pc:spChg>
      </pc:sldChg>
    </pc:docChg>
  </pc:docChgLst>
  <pc:docChgLst>
    <pc:chgData name="Arun Sunar" userId="3fa9774ca67c7ab5" providerId="LiveId" clId="{6E966F0F-3E29-450C-94C1-E34FDA541132}"/>
    <pc:docChg chg="modSld modMainMaster">
      <pc:chgData name="Arun Sunar" userId="3fa9774ca67c7ab5" providerId="LiveId" clId="{6E966F0F-3E29-450C-94C1-E34FDA541132}" dt="2024-03-11T14:12:50.148" v="6"/>
      <pc:docMkLst>
        <pc:docMk/>
      </pc:docMkLst>
      <pc:sldChg chg="setBg">
        <pc:chgData name="Arun Sunar" userId="3fa9774ca67c7ab5" providerId="LiveId" clId="{6E966F0F-3E29-450C-94C1-E34FDA541132}" dt="2024-03-11T14:12:50.148" v="6"/>
        <pc:sldMkLst>
          <pc:docMk/>
          <pc:sldMk cId="1011634715" sldId="257"/>
        </pc:sldMkLst>
      </pc:sldChg>
      <pc:sldMasterChg chg="setBg modSldLayout">
        <pc:chgData name="Arun Sunar" userId="3fa9774ca67c7ab5" providerId="LiveId" clId="{6E966F0F-3E29-450C-94C1-E34FDA541132}" dt="2024-03-11T14:12:50.148" v="6"/>
        <pc:sldMasterMkLst>
          <pc:docMk/>
          <pc:sldMasterMk cId="1084219619" sldId="2147483648"/>
        </pc:sldMasterMkLst>
        <pc:sldLayoutChg chg="setBg">
          <pc:chgData name="Arun Sunar" userId="3fa9774ca67c7ab5" providerId="LiveId" clId="{6E966F0F-3E29-450C-94C1-E34FDA541132}" dt="2024-03-11T14:12:50.148" v="6"/>
          <pc:sldLayoutMkLst>
            <pc:docMk/>
            <pc:sldMasterMk cId="1084219619" sldId="2147483648"/>
            <pc:sldLayoutMk cId="1049038900" sldId="2147483649"/>
          </pc:sldLayoutMkLst>
        </pc:sldLayoutChg>
        <pc:sldLayoutChg chg="setBg">
          <pc:chgData name="Arun Sunar" userId="3fa9774ca67c7ab5" providerId="LiveId" clId="{6E966F0F-3E29-450C-94C1-E34FDA541132}" dt="2024-03-11T14:12:50.148" v="6"/>
          <pc:sldLayoutMkLst>
            <pc:docMk/>
            <pc:sldMasterMk cId="1084219619" sldId="2147483648"/>
            <pc:sldLayoutMk cId="1513555490" sldId="2147483650"/>
          </pc:sldLayoutMkLst>
        </pc:sldLayoutChg>
        <pc:sldLayoutChg chg="setBg">
          <pc:chgData name="Arun Sunar" userId="3fa9774ca67c7ab5" providerId="LiveId" clId="{6E966F0F-3E29-450C-94C1-E34FDA541132}" dt="2024-03-11T14:12:50.148" v="6"/>
          <pc:sldLayoutMkLst>
            <pc:docMk/>
            <pc:sldMasterMk cId="1084219619" sldId="2147483648"/>
            <pc:sldLayoutMk cId="2054051880" sldId="2147483651"/>
          </pc:sldLayoutMkLst>
        </pc:sldLayoutChg>
        <pc:sldLayoutChg chg="setBg">
          <pc:chgData name="Arun Sunar" userId="3fa9774ca67c7ab5" providerId="LiveId" clId="{6E966F0F-3E29-450C-94C1-E34FDA541132}" dt="2024-03-11T14:12:50.148" v="6"/>
          <pc:sldLayoutMkLst>
            <pc:docMk/>
            <pc:sldMasterMk cId="1084219619" sldId="2147483648"/>
            <pc:sldLayoutMk cId="3194993888" sldId="2147483652"/>
          </pc:sldLayoutMkLst>
        </pc:sldLayoutChg>
        <pc:sldLayoutChg chg="setBg">
          <pc:chgData name="Arun Sunar" userId="3fa9774ca67c7ab5" providerId="LiveId" clId="{6E966F0F-3E29-450C-94C1-E34FDA541132}" dt="2024-03-11T14:12:50.148" v="6"/>
          <pc:sldLayoutMkLst>
            <pc:docMk/>
            <pc:sldMasterMk cId="1084219619" sldId="2147483648"/>
            <pc:sldLayoutMk cId="1022669261" sldId="2147483653"/>
          </pc:sldLayoutMkLst>
        </pc:sldLayoutChg>
        <pc:sldLayoutChg chg="setBg">
          <pc:chgData name="Arun Sunar" userId="3fa9774ca67c7ab5" providerId="LiveId" clId="{6E966F0F-3E29-450C-94C1-E34FDA541132}" dt="2024-03-11T14:12:50.148" v="6"/>
          <pc:sldLayoutMkLst>
            <pc:docMk/>
            <pc:sldMasterMk cId="1084219619" sldId="2147483648"/>
            <pc:sldLayoutMk cId="3408418441" sldId="2147483654"/>
          </pc:sldLayoutMkLst>
        </pc:sldLayoutChg>
        <pc:sldLayoutChg chg="setBg">
          <pc:chgData name="Arun Sunar" userId="3fa9774ca67c7ab5" providerId="LiveId" clId="{6E966F0F-3E29-450C-94C1-E34FDA541132}" dt="2024-03-11T14:12:50.148" v="6"/>
          <pc:sldLayoutMkLst>
            <pc:docMk/>
            <pc:sldMasterMk cId="1084219619" sldId="2147483648"/>
            <pc:sldLayoutMk cId="1835394353" sldId="2147483655"/>
          </pc:sldLayoutMkLst>
        </pc:sldLayoutChg>
        <pc:sldLayoutChg chg="setBg">
          <pc:chgData name="Arun Sunar" userId="3fa9774ca67c7ab5" providerId="LiveId" clId="{6E966F0F-3E29-450C-94C1-E34FDA541132}" dt="2024-03-11T14:12:50.148" v="6"/>
          <pc:sldLayoutMkLst>
            <pc:docMk/>
            <pc:sldMasterMk cId="1084219619" sldId="2147483648"/>
            <pc:sldLayoutMk cId="423749546" sldId="2147483656"/>
          </pc:sldLayoutMkLst>
        </pc:sldLayoutChg>
        <pc:sldLayoutChg chg="setBg">
          <pc:chgData name="Arun Sunar" userId="3fa9774ca67c7ab5" providerId="LiveId" clId="{6E966F0F-3E29-450C-94C1-E34FDA541132}" dt="2024-03-11T14:12:50.148" v="6"/>
          <pc:sldLayoutMkLst>
            <pc:docMk/>
            <pc:sldMasterMk cId="1084219619" sldId="2147483648"/>
            <pc:sldLayoutMk cId="2218705529" sldId="2147483657"/>
          </pc:sldLayoutMkLst>
        </pc:sldLayoutChg>
        <pc:sldLayoutChg chg="setBg">
          <pc:chgData name="Arun Sunar" userId="3fa9774ca67c7ab5" providerId="LiveId" clId="{6E966F0F-3E29-450C-94C1-E34FDA541132}" dt="2024-03-11T14:12:50.148" v="6"/>
          <pc:sldLayoutMkLst>
            <pc:docMk/>
            <pc:sldMasterMk cId="1084219619" sldId="2147483648"/>
            <pc:sldLayoutMk cId="2950022118" sldId="2147483658"/>
          </pc:sldLayoutMkLst>
        </pc:sldLayoutChg>
        <pc:sldLayoutChg chg="setBg">
          <pc:chgData name="Arun Sunar" userId="3fa9774ca67c7ab5" providerId="LiveId" clId="{6E966F0F-3E29-450C-94C1-E34FDA541132}" dt="2024-03-11T14:12:50.148" v="6"/>
          <pc:sldLayoutMkLst>
            <pc:docMk/>
            <pc:sldMasterMk cId="1084219619" sldId="2147483648"/>
            <pc:sldLayoutMk cId="2864157366" sldId="2147483659"/>
          </pc:sldLayoutMkLst>
        </pc:sldLayoutChg>
      </pc:sldMasterChg>
    </pc:docChg>
  </pc:docChgLst>
  <pc:docChgLst>
    <pc:chgData name="Arun Sunar" userId="3fa9774ca67c7ab5" providerId="LiveId" clId="{A9D274B5-3D53-4865-B016-3DDACDDDB5B5}"/>
    <pc:docChg chg="undo redo custSel modSld">
      <pc:chgData name="Arun Sunar" userId="3fa9774ca67c7ab5" providerId="LiveId" clId="{A9D274B5-3D53-4865-B016-3DDACDDDB5B5}" dt="2024-04-30T02:43:52.530" v="9"/>
      <pc:docMkLst>
        <pc:docMk/>
      </pc:docMkLst>
      <pc:sldChg chg="modSp mod">
        <pc:chgData name="Arun Sunar" userId="3fa9774ca67c7ab5" providerId="LiveId" clId="{A9D274B5-3D53-4865-B016-3DDACDDDB5B5}" dt="2024-04-30T02:43:52.530" v="9"/>
        <pc:sldMkLst>
          <pc:docMk/>
          <pc:sldMk cId="1833600621" sldId="258"/>
        </pc:sldMkLst>
        <pc:spChg chg="mod">
          <ac:chgData name="Arun Sunar" userId="3fa9774ca67c7ab5" providerId="LiveId" clId="{A9D274B5-3D53-4865-B016-3DDACDDDB5B5}" dt="2024-04-30T02:43:37.552" v="2" actId="1076"/>
          <ac:spMkLst>
            <pc:docMk/>
            <pc:sldMk cId="1833600621" sldId="258"/>
            <ac:spMk id="2" creationId="{FBACD5C6-82C5-F477-1B3B-5FC28F426471}"/>
          </ac:spMkLst>
        </pc:spChg>
        <pc:spChg chg="mod">
          <ac:chgData name="Arun Sunar" userId="3fa9774ca67c7ab5" providerId="LiveId" clId="{A9D274B5-3D53-4865-B016-3DDACDDDB5B5}" dt="2024-04-30T02:43:52.530" v="9"/>
          <ac:spMkLst>
            <pc:docMk/>
            <pc:sldMk cId="1833600621" sldId="258"/>
            <ac:spMk id="3" creationId="{A9A304C4-B53E-4C0D-79B9-252A598C1ECF}"/>
          </ac:spMkLst>
        </pc:spChg>
        <pc:picChg chg="mod">
          <ac:chgData name="Arun Sunar" userId="3fa9774ca67c7ab5" providerId="LiveId" clId="{A9D274B5-3D53-4865-B016-3DDACDDDB5B5}" dt="2024-04-30T02:43:30.419" v="1" actId="1076"/>
          <ac:picMkLst>
            <pc:docMk/>
            <pc:sldMk cId="1833600621" sldId="258"/>
            <ac:picMk id="4" creationId="{2DB731A9-A78A-FAD1-EA0E-1D770D38153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C693F-5C73-3E84-DC39-A698336471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3FCC5C6-60BC-674A-3E77-6418BE8609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33C455B-1041-686E-9EE8-D1BB77264689}"/>
              </a:ext>
            </a:extLst>
          </p:cNvPr>
          <p:cNvSpPr>
            <a:spLocks noGrp="1"/>
          </p:cNvSpPr>
          <p:nvPr>
            <p:ph type="dt" sz="half" idx="10"/>
          </p:nvPr>
        </p:nvSpPr>
        <p:spPr/>
        <p:txBody>
          <a:bodyPr/>
          <a:lstStyle/>
          <a:p>
            <a:fld id="{8C01D07F-F17D-4F62-8665-268C9FE5B0F8}" type="datetimeFigureOut">
              <a:rPr lang="en-IN" smtClean="0"/>
              <a:t>30-04-2024</a:t>
            </a:fld>
            <a:endParaRPr lang="en-IN"/>
          </a:p>
        </p:txBody>
      </p:sp>
      <p:sp>
        <p:nvSpPr>
          <p:cNvPr id="5" name="Footer Placeholder 4">
            <a:extLst>
              <a:ext uri="{FF2B5EF4-FFF2-40B4-BE49-F238E27FC236}">
                <a16:creationId xmlns:a16="http://schemas.microsoft.com/office/drawing/2014/main" id="{0C6A4C45-58AA-EB9B-2BF4-1BE5E3696F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8C35A6-AEF5-32B4-EF09-2A58B7DF1FD3}"/>
              </a:ext>
            </a:extLst>
          </p:cNvPr>
          <p:cNvSpPr>
            <a:spLocks noGrp="1"/>
          </p:cNvSpPr>
          <p:nvPr>
            <p:ph type="sldNum" sz="quarter" idx="12"/>
          </p:nvPr>
        </p:nvSpPr>
        <p:spPr/>
        <p:txBody>
          <a:bodyPr/>
          <a:lstStyle/>
          <a:p>
            <a:fld id="{BCAC0479-BE85-4C1B-81F2-72397C3C64A4}" type="slidenum">
              <a:rPr lang="en-IN" smtClean="0"/>
              <a:t>‹#›</a:t>
            </a:fld>
            <a:endParaRPr lang="en-IN"/>
          </a:p>
        </p:txBody>
      </p:sp>
    </p:spTree>
    <p:extLst>
      <p:ext uri="{BB962C8B-B14F-4D97-AF65-F5344CB8AC3E}">
        <p14:creationId xmlns:p14="http://schemas.microsoft.com/office/powerpoint/2010/main" val="1049038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0FA05-9DF9-0EA4-AD18-6216EB1B94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757708-6313-B43A-E55A-37C39CB2F8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C4BCCE-F05E-B93E-8F75-5F96BD58FDF7}"/>
              </a:ext>
            </a:extLst>
          </p:cNvPr>
          <p:cNvSpPr>
            <a:spLocks noGrp="1"/>
          </p:cNvSpPr>
          <p:nvPr>
            <p:ph type="dt" sz="half" idx="10"/>
          </p:nvPr>
        </p:nvSpPr>
        <p:spPr/>
        <p:txBody>
          <a:bodyPr/>
          <a:lstStyle/>
          <a:p>
            <a:fld id="{8C01D07F-F17D-4F62-8665-268C9FE5B0F8}" type="datetimeFigureOut">
              <a:rPr lang="en-IN" smtClean="0"/>
              <a:t>30-04-2024</a:t>
            </a:fld>
            <a:endParaRPr lang="en-IN"/>
          </a:p>
        </p:txBody>
      </p:sp>
      <p:sp>
        <p:nvSpPr>
          <p:cNvPr id="5" name="Footer Placeholder 4">
            <a:extLst>
              <a:ext uri="{FF2B5EF4-FFF2-40B4-BE49-F238E27FC236}">
                <a16:creationId xmlns:a16="http://schemas.microsoft.com/office/drawing/2014/main" id="{692BE5F2-2C9A-FE9C-FE36-8430F6BACA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EA813-994D-D738-D361-ED490F4CF936}"/>
              </a:ext>
            </a:extLst>
          </p:cNvPr>
          <p:cNvSpPr>
            <a:spLocks noGrp="1"/>
          </p:cNvSpPr>
          <p:nvPr>
            <p:ph type="sldNum" sz="quarter" idx="12"/>
          </p:nvPr>
        </p:nvSpPr>
        <p:spPr/>
        <p:txBody>
          <a:bodyPr/>
          <a:lstStyle/>
          <a:p>
            <a:fld id="{BCAC0479-BE85-4C1B-81F2-72397C3C64A4}" type="slidenum">
              <a:rPr lang="en-IN" smtClean="0"/>
              <a:t>‹#›</a:t>
            </a:fld>
            <a:endParaRPr lang="en-IN"/>
          </a:p>
        </p:txBody>
      </p:sp>
    </p:spTree>
    <p:extLst>
      <p:ext uri="{BB962C8B-B14F-4D97-AF65-F5344CB8AC3E}">
        <p14:creationId xmlns:p14="http://schemas.microsoft.com/office/powerpoint/2010/main" val="1513555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CA14A-16DB-B519-6AC5-2CF5E463A3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1893E89-BCBB-95F0-25AA-9DC9C7124E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980D55-9A0E-AF23-4BCD-0CD1E69B2DEA}"/>
              </a:ext>
            </a:extLst>
          </p:cNvPr>
          <p:cNvSpPr>
            <a:spLocks noGrp="1"/>
          </p:cNvSpPr>
          <p:nvPr>
            <p:ph type="dt" sz="half" idx="10"/>
          </p:nvPr>
        </p:nvSpPr>
        <p:spPr/>
        <p:txBody>
          <a:bodyPr/>
          <a:lstStyle/>
          <a:p>
            <a:fld id="{8C01D07F-F17D-4F62-8665-268C9FE5B0F8}" type="datetimeFigureOut">
              <a:rPr lang="en-IN" smtClean="0"/>
              <a:t>30-04-2024</a:t>
            </a:fld>
            <a:endParaRPr lang="en-IN"/>
          </a:p>
        </p:txBody>
      </p:sp>
      <p:sp>
        <p:nvSpPr>
          <p:cNvPr id="5" name="Footer Placeholder 4">
            <a:extLst>
              <a:ext uri="{FF2B5EF4-FFF2-40B4-BE49-F238E27FC236}">
                <a16:creationId xmlns:a16="http://schemas.microsoft.com/office/drawing/2014/main" id="{3385D780-C43C-48E0-960C-CFB2AFC674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FA07A3-A50E-3954-BDB9-68AFB3906527}"/>
              </a:ext>
            </a:extLst>
          </p:cNvPr>
          <p:cNvSpPr>
            <a:spLocks noGrp="1"/>
          </p:cNvSpPr>
          <p:nvPr>
            <p:ph type="sldNum" sz="quarter" idx="12"/>
          </p:nvPr>
        </p:nvSpPr>
        <p:spPr/>
        <p:txBody>
          <a:bodyPr/>
          <a:lstStyle/>
          <a:p>
            <a:fld id="{BCAC0479-BE85-4C1B-81F2-72397C3C64A4}" type="slidenum">
              <a:rPr lang="en-IN" smtClean="0"/>
              <a:t>‹#›</a:t>
            </a:fld>
            <a:endParaRPr lang="en-IN"/>
          </a:p>
        </p:txBody>
      </p:sp>
    </p:spTree>
    <p:extLst>
      <p:ext uri="{BB962C8B-B14F-4D97-AF65-F5344CB8AC3E}">
        <p14:creationId xmlns:p14="http://schemas.microsoft.com/office/powerpoint/2010/main" val="2054051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BEF6E-C8DD-7A36-62E9-99BB2CAD17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24D9EE-5748-6E9A-C3D0-734922BC34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5F23D10-30DB-F7B7-B36B-F10BF2A84D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C0D8BE9-7EA4-60B6-DFF3-CB472673ED00}"/>
              </a:ext>
            </a:extLst>
          </p:cNvPr>
          <p:cNvSpPr>
            <a:spLocks noGrp="1"/>
          </p:cNvSpPr>
          <p:nvPr>
            <p:ph type="dt" sz="half" idx="10"/>
          </p:nvPr>
        </p:nvSpPr>
        <p:spPr/>
        <p:txBody>
          <a:bodyPr/>
          <a:lstStyle/>
          <a:p>
            <a:fld id="{8C01D07F-F17D-4F62-8665-268C9FE5B0F8}" type="datetimeFigureOut">
              <a:rPr lang="en-IN" smtClean="0"/>
              <a:t>30-04-2024</a:t>
            </a:fld>
            <a:endParaRPr lang="en-IN"/>
          </a:p>
        </p:txBody>
      </p:sp>
      <p:sp>
        <p:nvSpPr>
          <p:cNvPr id="6" name="Footer Placeholder 5">
            <a:extLst>
              <a:ext uri="{FF2B5EF4-FFF2-40B4-BE49-F238E27FC236}">
                <a16:creationId xmlns:a16="http://schemas.microsoft.com/office/drawing/2014/main" id="{F91B5BC1-7F30-986A-1EFA-1D82A7948F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ECC9AD-5D8D-938A-7292-021039869466}"/>
              </a:ext>
            </a:extLst>
          </p:cNvPr>
          <p:cNvSpPr>
            <a:spLocks noGrp="1"/>
          </p:cNvSpPr>
          <p:nvPr>
            <p:ph type="sldNum" sz="quarter" idx="12"/>
          </p:nvPr>
        </p:nvSpPr>
        <p:spPr/>
        <p:txBody>
          <a:bodyPr/>
          <a:lstStyle/>
          <a:p>
            <a:fld id="{BCAC0479-BE85-4C1B-81F2-72397C3C64A4}" type="slidenum">
              <a:rPr lang="en-IN" smtClean="0"/>
              <a:t>‹#›</a:t>
            </a:fld>
            <a:endParaRPr lang="en-IN"/>
          </a:p>
        </p:txBody>
      </p:sp>
    </p:spTree>
    <p:extLst>
      <p:ext uri="{BB962C8B-B14F-4D97-AF65-F5344CB8AC3E}">
        <p14:creationId xmlns:p14="http://schemas.microsoft.com/office/powerpoint/2010/main" val="3194993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FEB91-1C8B-04F2-B483-E55DDD6AB98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D8A965-1E84-41DD-5F3B-523E1C43A0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9C3EF2-2EF1-8955-A870-3852230FB0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512878-5E40-85E3-DA51-582E9E6DE5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56E170-0EF5-4115-FD6C-FE4801C5D0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B7837B6-D83B-CC3F-477A-09212701F13E}"/>
              </a:ext>
            </a:extLst>
          </p:cNvPr>
          <p:cNvSpPr>
            <a:spLocks noGrp="1"/>
          </p:cNvSpPr>
          <p:nvPr>
            <p:ph type="dt" sz="half" idx="10"/>
          </p:nvPr>
        </p:nvSpPr>
        <p:spPr/>
        <p:txBody>
          <a:bodyPr/>
          <a:lstStyle/>
          <a:p>
            <a:fld id="{8C01D07F-F17D-4F62-8665-268C9FE5B0F8}" type="datetimeFigureOut">
              <a:rPr lang="en-IN" smtClean="0"/>
              <a:t>30-04-2024</a:t>
            </a:fld>
            <a:endParaRPr lang="en-IN"/>
          </a:p>
        </p:txBody>
      </p:sp>
      <p:sp>
        <p:nvSpPr>
          <p:cNvPr id="8" name="Footer Placeholder 7">
            <a:extLst>
              <a:ext uri="{FF2B5EF4-FFF2-40B4-BE49-F238E27FC236}">
                <a16:creationId xmlns:a16="http://schemas.microsoft.com/office/drawing/2014/main" id="{4E9155ED-2295-8799-10BC-4CB4177ADBD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19FACFC-8362-A557-1258-A988610F1324}"/>
              </a:ext>
            </a:extLst>
          </p:cNvPr>
          <p:cNvSpPr>
            <a:spLocks noGrp="1"/>
          </p:cNvSpPr>
          <p:nvPr>
            <p:ph type="sldNum" sz="quarter" idx="12"/>
          </p:nvPr>
        </p:nvSpPr>
        <p:spPr/>
        <p:txBody>
          <a:bodyPr/>
          <a:lstStyle/>
          <a:p>
            <a:fld id="{BCAC0479-BE85-4C1B-81F2-72397C3C64A4}" type="slidenum">
              <a:rPr lang="en-IN" smtClean="0"/>
              <a:t>‹#›</a:t>
            </a:fld>
            <a:endParaRPr lang="en-IN"/>
          </a:p>
        </p:txBody>
      </p:sp>
    </p:spTree>
    <p:extLst>
      <p:ext uri="{BB962C8B-B14F-4D97-AF65-F5344CB8AC3E}">
        <p14:creationId xmlns:p14="http://schemas.microsoft.com/office/powerpoint/2010/main" val="1022669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92F40-1EF7-A5DB-2F2F-AF27D9FF82C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3C6F84C-2B2D-08D9-586F-E202CA5E853A}"/>
              </a:ext>
            </a:extLst>
          </p:cNvPr>
          <p:cNvSpPr>
            <a:spLocks noGrp="1"/>
          </p:cNvSpPr>
          <p:nvPr>
            <p:ph type="dt" sz="half" idx="10"/>
          </p:nvPr>
        </p:nvSpPr>
        <p:spPr/>
        <p:txBody>
          <a:bodyPr/>
          <a:lstStyle/>
          <a:p>
            <a:fld id="{8C01D07F-F17D-4F62-8665-268C9FE5B0F8}" type="datetimeFigureOut">
              <a:rPr lang="en-IN" smtClean="0"/>
              <a:t>30-04-2024</a:t>
            </a:fld>
            <a:endParaRPr lang="en-IN"/>
          </a:p>
        </p:txBody>
      </p:sp>
      <p:sp>
        <p:nvSpPr>
          <p:cNvPr id="4" name="Footer Placeholder 3">
            <a:extLst>
              <a:ext uri="{FF2B5EF4-FFF2-40B4-BE49-F238E27FC236}">
                <a16:creationId xmlns:a16="http://schemas.microsoft.com/office/drawing/2014/main" id="{E1091F33-32FF-6125-1F75-4E5F894FBF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FC5E5D5-FB45-C8CB-63D8-2F8C3C281007}"/>
              </a:ext>
            </a:extLst>
          </p:cNvPr>
          <p:cNvSpPr>
            <a:spLocks noGrp="1"/>
          </p:cNvSpPr>
          <p:nvPr>
            <p:ph type="sldNum" sz="quarter" idx="12"/>
          </p:nvPr>
        </p:nvSpPr>
        <p:spPr/>
        <p:txBody>
          <a:bodyPr/>
          <a:lstStyle/>
          <a:p>
            <a:fld id="{BCAC0479-BE85-4C1B-81F2-72397C3C64A4}" type="slidenum">
              <a:rPr lang="en-IN" smtClean="0"/>
              <a:t>‹#›</a:t>
            </a:fld>
            <a:endParaRPr lang="en-IN"/>
          </a:p>
        </p:txBody>
      </p:sp>
    </p:spTree>
    <p:extLst>
      <p:ext uri="{BB962C8B-B14F-4D97-AF65-F5344CB8AC3E}">
        <p14:creationId xmlns:p14="http://schemas.microsoft.com/office/powerpoint/2010/main" val="3408418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33E3DC-D443-C05E-D0AD-1D0867D642BA}"/>
              </a:ext>
            </a:extLst>
          </p:cNvPr>
          <p:cNvSpPr>
            <a:spLocks noGrp="1"/>
          </p:cNvSpPr>
          <p:nvPr>
            <p:ph type="dt" sz="half" idx="10"/>
          </p:nvPr>
        </p:nvSpPr>
        <p:spPr/>
        <p:txBody>
          <a:bodyPr/>
          <a:lstStyle/>
          <a:p>
            <a:fld id="{8C01D07F-F17D-4F62-8665-268C9FE5B0F8}" type="datetimeFigureOut">
              <a:rPr lang="en-IN" smtClean="0"/>
              <a:t>30-04-2024</a:t>
            </a:fld>
            <a:endParaRPr lang="en-IN"/>
          </a:p>
        </p:txBody>
      </p:sp>
      <p:sp>
        <p:nvSpPr>
          <p:cNvPr id="3" name="Footer Placeholder 2">
            <a:extLst>
              <a:ext uri="{FF2B5EF4-FFF2-40B4-BE49-F238E27FC236}">
                <a16:creationId xmlns:a16="http://schemas.microsoft.com/office/drawing/2014/main" id="{6918E240-5515-9DEC-9364-210B0D783B5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CC7485B-8E33-323F-1CFA-699321DFF80E}"/>
              </a:ext>
            </a:extLst>
          </p:cNvPr>
          <p:cNvSpPr>
            <a:spLocks noGrp="1"/>
          </p:cNvSpPr>
          <p:nvPr>
            <p:ph type="sldNum" sz="quarter" idx="12"/>
          </p:nvPr>
        </p:nvSpPr>
        <p:spPr/>
        <p:txBody>
          <a:bodyPr/>
          <a:lstStyle/>
          <a:p>
            <a:fld id="{BCAC0479-BE85-4C1B-81F2-72397C3C64A4}" type="slidenum">
              <a:rPr lang="en-IN" smtClean="0"/>
              <a:t>‹#›</a:t>
            </a:fld>
            <a:endParaRPr lang="en-IN"/>
          </a:p>
        </p:txBody>
      </p:sp>
    </p:spTree>
    <p:extLst>
      <p:ext uri="{BB962C8B-B14F-4D97-AF65-F5344CB8AC3E}">
        <p14:creationId xmlns:p14="http://schemas.microsoft.com/office/powerpoint/2010/main" val="1835394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49E7E-2618-7186-3D60-8AD9983CDA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68B8C57-0809-A619-50F3-14AA7C406E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8E4ADE9-FD21-0712-BEBB-260840068C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CA94A7-14C0-5217-CD01-5EB6B81FE4D1}"/>
              </a:ext>
            </a:extLst>
          </p:cNvPr>
          <p:cNvSpPr>
            <a:spLocks noGrp="1"/>
          </p:cNvSpPr>
          <p:nvPr>
            <p:ph type="dt" sz="half" idx="10"/>
          </p:nvPr>
        </p:nvSpPr>
        <p:spPr/>
        <p:txBody>
          <a:bodyPr/>
          <a:lstStyle/>
          <a:p>
            <a:fld id="{8C01D07F-F17D-4F62-8665-268C9FE5B0F8}" type="datetimeFigureOut">
              <a:rPr lang="en-IN" smtClean="0"/>
              <a:t>30-04-2024</a:t>
            </a:fld>
            <a:endParaRPr lang="en-IN"/>
          </a:p>
        </p:txBody>
      </p:sp>
      <p:sp>
        <p:nvSpPr>
          <p:cNvPr id="6" name="Footer Placeholder 5">
            <a:extLst>
              <a:ext uri="{FF2B5EF4-FFF2-40B4-BE49-F238E27FC236}">
                <a16:creationId xmlns:a16="http://schemas.microsoft.com/office/drawing/2014/main" id="{31BD9B59-EC07-4B71-A054-378E963FF8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FEFD69-293B-2D3A-58FF-0097A7280E8D}"/>
              </a:ext>
            </a:extLst>
          </p:cNvPr>
          <p:cNvSpPr>
            <a:spLocks noGrp="1"/>
          </p:cNvSpPr>
          <p:nvPr>
            <p:ph type="sldNum" sz="quarter" idx="12"/>
          </p:nvPr>
        </p:nvSpPr>
        <p:spPr/>
        <p:txBody>
          <a:bodyPr/>
          <a:lstStyle/>
          <a:p>
            <a:fld id="{BCAC0479-BE85-4C1B-81F2-72397C3C64A4}" type="slidenum">
              <a:rPr lang="en-IN" smtClean="0"/>
              <a:t>‹#›</a:t>
            </a:fld>
            <a:endParaRPr lang="en-IN"/>
          </a:p>
        </p:txBody>
      </p:sp>
    </p:spTree>
    <p:extLst>
      <p:ext uri="{BB962C8B-B14F-4D97-AF65-F5344CB8AC3E}">
        <p14:creationId xmlns:p14="http://schemas.microsoft.com/office/powerpoint/2010/main" val="423749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E87EE-4836-9858-CBD8-D51DA27CCF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DCAD4A0-4B3D-A0A8-4174-6D2BC1498F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0F340B5-0C08-5C9F-875A-C5FAD6377C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E2867B-D5EC-28CF-3E3D-F046AB3C24E1}"/>
              </a:ext>
            </a:extLst>
          </p:cNvPr>
          <p:cNvSpPr>
            <a:spLocks noGrp="1"/>
          </p:cNvSpPr>
          <p:nvPr>
            <p:ph type="dt" sz="half" idx="10"/>
          </p:nvPr>
        </p:nvSpPr>
        <p:spPr/>
        <p:txBody>
          <a:bodyPr/>
          <a:lstStyle/>
          <a:p>
            <a:fld id="{8C01D07F-F17D-4F62-8665-268C9FE5B0F8}" type="datetimeFigureOut">
              <a:rPr lang="en-IN" smtClean="0"/>
              <a:t>30-04-2024</a:t>
            </a:fld>
            <a:endParaRPr lang="en-IN"/>
          </a:p>
        </p:txBody>
      </p:sp>
      <p:sp>
        <p:nvSpPr>
          <p:cNvPr id="6" name="Footer Placeholder 5">
            <a:extLst>
              <a:ext uri="{FF2B5EF4-FFF2-40B4-BE49-F238E27FC236}">
                <a16:creationId xmlns:a16="http://schemas.microsoft.com/office/drawing/2014/main" id="{AED55BA3-D0D3-8882-B475-0534477762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E85514-5A6D-FA34-8A46-DE99AFF16B30}"/>
              </a:ext>
            </a:extLst>
          </p:cNvPr>
          <p:cNvSpPr>
            <a:spLocks noGrp="1"/>
          </p:cNvSpPr>
          <p:nvPr>
            <p:ph type="sldNum" sz="quarter" idx="12"/>
          </p:nvPr>
        </p:nvSpPr>
        <p:spPr/>
        <p:txBody>
          <a:bodyPr/>
          <a:lstStyle/>
          <a:p>
            <a:fld id="{BCAC0479-BE85-4C1B-81F2-72397C3C64A4}" type="slidenum">
              <a:rPr lang="en-IN" smtClean="0"/>
              <a:t>‹#›</a:t>
            </a:fld>
            <a:endParaRPr lang="en-IN"/>
          </a:p>
        </p:txBody>
      </p:sp>
    </p:spTree>
    <p:extLst>
      <p:ext uri="{BB962C8B-B14F-4D97-AF65-F5344CB8AC3E}">
        <p14:creationId xmlns:p14="http://schemas.microsoft.com/office/powerpoint/2010/main" val="2218705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B6039-248E-1C81-C998-2A1A133A8B9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1A28B9F-221D-593D-2781-2AE012E874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4CE3FC-2928-63A8-9A74-2DC5054C759B}"/>
              </a:ext>
            </a:extLst>
          </p:cNvPr>
          <p:cNvSpPr>
            <a:spLocks noGrp="1"/>
          </p:cNvSpPr>
          <p:nvPr>
            <p:ph type="dt" sz="half" idx="10"/>
          </p:nvPr>
        </p:nvSpPr>
        <p:spPr/>
        <p:txBody>
          <a:bodyPr/>
          <a:lstStyle/>
          <a:p>
            <a:fld id="{8C01D07F-F17D-4F62-8665-268C9FE5B0F8}" type="datetimeFigureOut">
              <a:rPr lang="en-IN" smtClean="0"/>
              <a:t>30-04-2024</a:t>
            </a:fld>
            <a:endParaRPr lang="en-IN"/>
          </a:p>
        </p:txBody>
      </p:sp>
      <p:sp>
        <p:nvSpPr>
          <p:cNvPr id="5" name="Footer Placeholder 4">
            <a:extLst>
              <a:ext uri="{FF2B5EF4-FFF2-40B4-BE49-F238E27FC236}">
                <a16:creationId xmlns:a16="http://schemas.microsoft.com/office/drawing/2014/main" id="{35CADB83-2BFF-F905-833B-A0CBC87ABB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D68207-1D55-8EB0-A1F2-F7EE99D7EA8C}"/>
              </a:ext>
            </a:extLst>
          </p:cNvPr>
          <p:cNvSpPr>
            <a:spLocks noGrp="1"/>
          </p:cNvSpPr>
          <p:nvPr>
            <p:ph type="sldNum" sz="quarter" idx="12"/>
          </p:nvPr>
        </p:nvSpPr>
        <p:spPr/>
        <p:txBody>
          <a:bodyPr/>
          <a:lstStyle/>
          <a:p>
            <a:fld id="{BCAC0479-BE85-4C1B-81F2-72397C3C64A4}" type="slidenum">
              <a:rPr lang="en-IN" smtClean="0"/>
              <a:t>‹#›</a:t>
            </a:fld>
            <a:endParaRPr lang="en-IN"/>
          </a:p>
        </p:txBody>
      </p:sp>
    </p:spTree>
    <p:extLst>
      <p:ext uri="{BB962C8B-B14F-4D97-AF65-F5344CB8AC3E}">
        <p14:creationId xmlns:p14="http://schemas.microsoft.com/office/powerpoint/2010/main" val="2950022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52056B-C90D-C46A-3ABD-9EA0FE01DF7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33D9A9-C90E-06FC-FA01-E958D70CEF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FA6AE0-C362-0511-9E56-BD7E4085AE93}"/>
              </a:ext>
            </a:extLst>
          </p:cNvPr>
          <p:cNvSpPr>
            <a:spLocks noGrp="1"/>
          </p:cNvSpPr>
          <p:nvPr>
            <p:ph type="dt" sz="half" idx="10"/>
          </p:nvPr>
        </p:nvSpPr>
        <p:spPr/>
        <p:txBody>
          <a:bodyPr/>
          <a:lstStyle/>
          <a:p>
            <a:fld id="{8C01D07F-F17D-4F62-8665-268C9FE5B0F8}" type="datetimeFigureOut">
              <a:rPr lang="en-IN" smtClean="0"/>
              <a:t>30-04-2024</a:t>
            </a:fld>
            <a:endParaRPr lang="en-IN"/>
          </a:p>
        </p:txBody>
      </p:sp>
      <p:sp>
        <p:nvSpPr>
          <p:cNvPr id="5" name="Footer Placeholder 4">
            <a:extLst>
              <a:ext uri="{FF2B5EF4-FFF2-40B4-BE49-F238E27FC236}">
                <a16:creationId xmlns:a16="http://schemas.microsoft.com/office/drawing/2014/main" id="{E7CD6270-E865-977D-A912-AA3ECB068A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773B8C-9E66-1FA9-0AD4-C6F20FF059BF}"/>
              </a:ext>
            </a:extLst>
          </p:cNvPr>
          <p:cNvSpPr>
            <a:spLocks noGrp="1"/>
          </p:cNvSpPr>
          <p:nvPr>
            <p:ph type="sldNum" sz="quarter" idx="12"/>
          </p:nvPr>
        </p:nvSpPr>
        <p:spPr/>
        <p:txBody>
          <a:bodyPr/>
          <a:lstStyle/>
          <a:p>
            <a:fld id="{BCAC0479-BE85-4C1B-81F2-72397C3C64A4}" type="slidenum">
              <a:rPr lang="en-IN" smtClean="0"/>
              <a:t>‹#›</a:t>
            </a:fld>
            <a:endParaRPr lang="en-IN"/>
          </a:p>
        </p:txBody>
      </p:sp>
    </p:spTree>
    <p:extLst>
      <p:ext uri="{BB962C8B-B14F-4D97-AF65-F5344CB8AC3E}">
        <p14:creationId xmlns:p14="http://schemas.microsoft.com/office/powerpoint/2010/main" val="2864157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C701FB-1C86-518F-9004-8AD2713B60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FDB7D7-BA45-84AB-3F6D-834686E659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49372A-7FF0-BCF7-806A-FC748CE4F9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01D07F-F17D-4F62-8665-268C9FE5B0F8}" type="datetimeFigureOut">
              <a:rPr lang="en-IN" smtClean="0"/>
              <a:t>30-04-2024</a:t>
            </a:fld>
            <a:endParaRPr lang="en-IN"/>
          </a:p>
        </p:txBody>
      </p:sp>
      <p:sp>
        <p:nvSpPr>
          <p:cNvPr id="5" name="Footer Placeholder 4">
            <a:extLst>
              <a:ext uri="{FF2B5EF4-FFF2-40B4-BE49-F238E27FC236}">
                <a16:creationId xmlns:a16="http://schemas.microsoft.com/office/drawing/2014/main" id="{041CC50E-19A0-B531-C4D3-1F6DAA8971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3375189-CF98-B3B3-2764-11CD5B053A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AC0479-BE85-4C1B-81F2-72397C3C64A4}" type="slidenum">
              <a:rPr lang="en-IN" smtClean="0"/>
              <a:t>‹#›</a:t>
            </a:fld>
            <a:endParaRPr lang="en-IN"/>
          </a:p>
        </p:txBody>
      </p:sp>
    </p:spTree>
    <p:extLst>
      <p:ext uri="{BB962C8B-B14F-4D97-AF65-F5344CB8AC3E}">
        <p14:creationId xmlns:p14="http://schemas.microsoft.com/office/powerpoint/2010/main" val="10842196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medium.com/javarevisited/getting-started-with-rabbitmq-in-spring-boot-6323b917924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C23FD95-ECA9-C0A8-229E-1CF5CD554BDD}"/>
              </a:ext>
            </a:extLst>
          </p:cNvPr>
          <p:cNvSpPr/>
          <p:nvPr/>
        </p:nvSpPr>
        <p:spPr>
          <a:xfrm>
            <a:off x="2808514" y="2398167"/>
            <a:ext cx="5449077" cy="1200329"/>
          </a:xfrm>
          <a:prstGeom prst="rect">
            <a:avLst/>
          </a:prstGeom>
          <a:noFill/>
        </p:spPr>
        <p:txBody>
          <a:bodyPr wrap="squar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US" sz="7200" b="0" cap="none" spc="0" dirty="0">
                <a:ln w="0"/>
                <a:effectLst>
                  <a:reflection blurRad="6350" stA="53000" endA="300" endPos="35500" dir="5400000" sy="-90000" algn="bl" rotWithShape="0"/>
                </a:effectLst>
              </a:rPr>
              <a:t>RabbitMQ</a:t>
            </a:r>
          </a:p>
        </p:txBody>
      </p:sp>
    </p:spTree>
    <p:extLst>
      <p:ext uri="{BB962C8B-B14F-4D97-AF65-F5344CB8AC3E}">
        <p14:creationId xmlns:p14="http://schemas.microsoft.com/office/powerpoint/2010/main" val="1110465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FEDD2-B8BB-0936-BC63-031F500263E0}"/>
              </a:ext>
            </a:extLst>
          </p:cNvPr>
          <p:cNvSpPr>
            <a:spLocks noGrp="1"/>
          </p:cNvSpPr>
          <p:nvPr>
            <p:ph type="title"/>
          </p:nvPr>
        </p:nvSpPr>
        <p:spPr>
          <a:xfrm>
            <a:off x="838200" y="365126"/>
            <a:ext cx="10515600" cy="670572"/>
          </a:xfrm>
        </p:spPr>
        <p:txBody>
          <a:bodyPr>
            <a:normAutofit/>
          </a:bodyPr>
          <a:lstStyle/>
          <a:p>
            <a:r>
              <a:rPr lang="en-IN" sz="2800" dirty="0"/>
              <a:t>RabbitMQ</a:t>
            </a:r>
          </a:p>
        </p:txBody>
      </p:sp>
      <p:sp>
        <p:nvSpPr>
          <p:cNvPr id="3" name="Content Placeholder 2">
            <a:extLst>
              <a:ext uri="{FF2B5EF4-FFF2-40B4-BE49-F238E27FC236}">
                <a16:creationId xmlns:a16="http://schemas.microsoft.com/office/drawing/2014/main" id="{7E49B365-C6BC-E79A-AF42-D33086A65898}"/>
              </a:ext>
            </a:extLst>
          </p:cNvPr>
          <p:cNvSpPr>
            <a:spLocks noGrp="1"/>
          </p:cNvSpPr>
          <p:nvPr>
            <p:ph idx="1"/>
          </p:nvPr>
        </p:nvSpPr>
        <p:spPr>
          <a:xfrm>
            <a:off x="335902" y="1138334"/>
            <a:ext cx="11017898" cy="5141265"/>
          </a:xfrm>
        </p:spPr>
        <p:txBody>
          <a:bodyPr/>
          <a:lstStyle/>
          <a:p>
            <a:r>
              <a:rPr lang="en-US" b="0" i="0" dirty="0">
                <a:solidFill>
                  <a:srgbClr val="6D6D6D"/>
                </a:solidFill>
                <a:effectLst/>
                <a:latin typeface="-apple-system"/>
              </a:rPr>
              <a:t>A message broker acts as a middleman for various services (e.g. a web application, as in this example). They can be used to reduce loads and delivery times of web application servers by delegating tasks that would normally take up a lot of time or resources to a third party that has no other job.</a:t>
            </a:r>
          </a:p>
          <a:p>
            <a:endParaRPr lang="en-IN" dirty="0"/>
          </a:p>
        </p:txBody>
      </p:sp>
      <p:pic>
        <p:nvPicPr>
          <p:cNvPr id="1026" name="Picture 2" descr="RabbitMQ workflow tutorial">
            <a:extLst>
              <a:ext uri="{FF2B5EF4-FFF2-40B4-BE49-F238E27FC236}">
                <a16:creationId xmlns:a16="http://schemas.microsoft.com/office/drawing/2014/main" id="{52D415AD-461B-7A04-B780-25D0FEE483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007761"/>
            <a:ext cx="7620000" cy="1047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1634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CD5C6-82C5-F477-1B3B-5FC28F426471}"/>
              </a:ext>
            </a:extLst>
          </p:cNvPr>
          <p:cNvSpPr>
            <a:spLocks noGrp="1"/>
          </p:cNvSpPr>
          <p:nvPr>
            <p:ph type="title"/>
          </p:nvPr>
        </p:nvSpPr>
        <p:spPr>
          <a:xfrm>
            <a:off x="651587" y="195943"/>
            <a:ext cx="10515600" cy="511952"/>
          </a:xfrm>
        </p:spPr>
        <p:txBody>
          <a:bodyPr>
            <a:normAutofit/>
          </a:bodyPr>
          <a:lstStyle/>
          <a:p>
            <a:r>
              <a:rPr lang="en-IN" sz="2800" dirty="0"/>
              <a:t>EXCHANGES</a:t>
            </a:r>
          </a:p>
        </p:txBody>
      </p:sp>
      <p:sp>
        <p:nvSpPr>
          <p:cNvPr id="3" name="Content Placeholder 2">
            <a:extLst>
              <a:ext uri="{FF2B5EF4-FFF2-40B4-BE49-F238E27FC236}">
                <a16:creationId xmlns:a16="http://schemas.microsoft.com/office/drawing/2014/main" id="{A9A304C4-B53E-4C0D-79B9-252A598C1ECF}"/>
              </a:ext>
            </a:extLst>
          </p:cNvPr>
          <p:cNvSpPr>
            <a:spLocks noGrp="1"/>
          </p:cNvSpPr>
          <p:nvPr>
            <p:ph idx="1"/>
          </p:nvPr>
        </p:nvSpPr>
        <p:spPr>
          <a:xfrm>
            <a:off x="139958" y="606490"/>
            <a:ext cx="11747242" cy="6055567"/>
          </a:xfrm>
        </p:spPr>
        <p:txBody>
          <a:bodyPr/>
          <a:lstStyle/>
          <a:p>
            <a:r>
              <a:rPr lang="en-US" b="0" i="0" dirty="0">
                <a:solidFill>
                  <a:srgbClr val="6D6D6D"/>
                </a:solidFill>
                <a:effectLst/>
                <a:latin typeface="-apple-system"/>
              </a:rPr>
              <a:t>an act of giving one thing and receiving another (especially of the same kind) in return:</a:t>
            </a:r>
          </a:p>
          <a:p>
            <a:r>
              <a:rPr lang="en-US" b="0" i="0" dirty="0">
                <a:solidFill>
                  <a:srgbClr val="6D6D6D"/>
                </a:solidFill>
                <a:effectLst/>
                <a:latin typeface="-apple-system"/>
              </a:rPr>
              <a:t>Messages are not published directly to a queue; instead, the producer sends messages to an exchange. An exchange is responsible for routing the messages to different queues with the help of bindings and routing keys. A binding is a link between a queue and an exchange.</a:t>
            </a:r>
            <a:endParaRPr lang="en-IN" dirty="0"/>
          </a:p>
        </p:txBody>
      </p:sp>
      <p:pic>
        <p:nvPicPr>
          <p:cNvPr id="4" name="Picture 3">
            <a:extLst>
              <a:ext uri="{FF2B5EF4-FFF2-40B4-BE49-F238E27FC236}">
                <a16:creationId xmlns:a16="http://schemas.microsoft.com/office/drawing/2014/main" id="{2DB731A9-A78A-FAD1-EA0E-1D770D381538}"/>
              </a:ext>
            </a:extLst>
          </p:cNvPr>
          <p:cNvPicPr>
            <a:picLocks noChangeAspect="1"/>
          </p:cNvPicPr>
          <p:nvPr/>
        </p:nvPicPr>
        <p:blipFill>
          <a:blip r:embed="rId2"/>
          <a:stretch>
            <a:fillRect/>
          </a:stretch>
        </p:blipFill>
        <p:spPr>
          <a:xfrm>
            <a:off x="5438969" y="3055127"/>
            <a:ext cx="4953000" cy="3437747"/>
          </a:xfrm>
          <a:prstGeom prst="rect">
            <a:avLst/>
          </a:prstGeom>
        </p:spPr>
      </p:pic>
    </p:spTree>
    <p:extLst>
      <p:ext uri="{BB962C8B-B14F-4D97-AF65-F5344CB8AC3E}">
        <p14:creationId xmlns:p14="http://schemas.microsoft.com/office/powerpoint/2010/main" val="1833600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9FC56-5F69-0EF3-578E-78B358E628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1EA85-4146-F02F-35D1-DE03EAF54344}"/>
              </a:ext>
            </a:extLst>
          </p:cNvPr>
          <p:cNvSpPr>
            <a:spLocks noGrp="1"/>
          </p:cNvSpPr>
          <p:nvPr>
            <p:ph type="title"/>
          </p:nvPr>
        </p:nvSpPr>
        <p:spPr>
          <a:xfrm>
            <a:off x="838200" y="365126"/>
            <a:ext cx="10515600" cy="511952"/>
          </a:xfrm>
        </p:spPr>
        <p:txBody>
          <a:bodyPr>
            <a:normAutofit/>
          </a:bodyPr>
          <a:lstStyle/>
          <a:p>
            <a:r>
              <a:rPr lang="en-IN" sz="2800" dirty="0"/>
              <a:t>Message flow in RabbitMQ</a:t>
            </a:r>
          </a:p>
        </p:txBody>
      </p:sp>
      <p:sp>
        <p:nvSpPr>
          <p:cNvPr id="3" name="Content Placeholder 2">
            <a:extLst>
              <a:ext uri="{FF2B5EF4-FFF2-40B4-BE49-F238E27FC236}">
                <a16:creationId xmlns:a16="http://schemas.microsoft.com/office/drawing/2014/main" id="{2FA68040-9E9B-ED40-EAC8-A98C9171D1AA}"/>
              </a:ext>
            </a:extLst>
          </p:cNvPr>
          <p:cNvSpPr>
            <a:spLocks noGrp="1"/>
          </p:cNvSpPr>
          <p:nvPr>
            <p:ph idx="1"/>
          </p:nvPr>
        </p:nvSpPr>
        <p:spPr>
          <a:xfrm>
            <a:off x="139958" y="998376"/>
            <a:ext cx="11747242" cy="5178587"/>
          </a:xfrm>
        </p:spPr>
        <p:txBody>
          <a:bodyPr/>
          <a:lstStyle/>
          <a:p>
            <a:r>
              <a:rPr lang="en-US" b="0" i="0" dirty="0">
                <a:solidFill>
                  <a:srgbClr val="6D6D6D"/>
                </a:solidFill>
                <a:effectLst/>
                <a:latin typeface="-apple-system"/>
              </a:rPr>
              <a:t>The producer publishes a message to an exchange.</a:t>
            </a:r>
          </a:p>
          <a:p>
            <a:r>
              <a:rPr lang="en-US" b="0" i="0" dirty="0">
                <a:solidFill>
                  <a:srgbClr val="6D6D6D"/>
                </a:solidFill>
                <a:effectLst/>
                <a:latin typeface="-apple-system"/>
              </a:rPr>
              <a:t>The exchange receives the message and is now responsible for routing the message. The exchange takes different message attributes into account, such as the routing key, depending on the exchange type</a:t>
            </a:r>
            <a:r>
              <a:rPr lang="en-US" dirty="0">
                <a:solidFill>
                  <a:srgbClr val="6D6D6D"/>
                </a:solidFill>
                <a:latin typeface="-apple-system"/>
              </a:rPr>
              <a:t>.</a:t>
            </a:r>
          </a:p>
          <a:p>
            <a:pPr algn="l">
              <a:buFont typeface="+mj-lt"/>
              <a:buAutoNum type="arabicPeriod"/>
            </a:pPr>
            <a:r>
              <a:rPr lang="en-US" b="0" i="0" dirty="0">
                <a:solidFill>
                  <a:srgbClr val="6D6D6D"/>
                </a:solidFill>
                <a:effectLst/>
                <a:latin typeface="-apple-system"/>
              </a:rPr>
              <a:t>Bindings must be created from the exchange to queues. In this case(image in previous slide), there are two bindings to two different queues from the exchange. The exchange routes the message into the queues depending on message attributes.</a:t>
            </a:r>
          </a:p>
          <a:p>
            <a:pPr algn="l">
              <a:buFont typeface="+mj-lt"/>
              <a:buAutoNum type="arabicPeriod"/>
            </a:pPr>
            <a:r>
              <a:rPr lang="en-US" b="0" i="0" dirty="0">
                <a:solidFill>
                  <a:srgbClr val="6D6D6D"/>
                </a:solidFill>
                <a:effectLst/>
                <a:latin typeface="-apple-system"/>
              </a:rPr>
              <a:t>The messages stay in the queue until they are handled by a consumer</a:t>
            </a:r>
          </a:p>
          <a:p>
            <a:endParaRPr lang="en-US" b="0" i="0" dirty="0">
              <a:solidFill>
                <a:srgbClr val="6D6D6D"/>
              </a:solidFill>
              <a:effectLst/>
              <a:latin typeface="-apple-system"/>
            </a:endParaRPr>
          </a:p>
          <a:p>
            <a:endParaRPr lang="en-IN" dirty="0"/>
          </a:p>
        </p:txBody>
      </p:sp>
    </p:spTree>
    <p:extLst>
      <p:ext uri="{BB962C8B-B14F-4D97-AF65-F5344CB8AC3E}">
        <p14:creationId xmlns:p14="http://schemas.microsoft.com/office/powerpoint/2010/main" val="3161675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C701D-B86E-7C8A-D144-2C3F2E638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DBA86-531B-2A52-5414-B55308EEF0E2}"/>
              </a:ext>
            </a:extLst>
          </p:cNvPr>
          <p:cNvSpPr>
            <a:spLocks noGrp="1"/>
          </p:cNvSpPr>
          <p:nvPr>
            <p:ph type="title"/>
          </p:nvPr>
        </p:nvSpPr>
        <p:spPr>
          <a:xfrm>
            <a:off x="838200" y="365126"/>
            <a:ext cx="10515600" cy="511952"/>
          </a:xfrm>
        </p:spPr>
        <p:txBody>
          <a:bodyPr>
            <a:normAutofit/>
          </a:bodyPr>
          <a:lstStyle/>
          <a:p>
            <a:r>
              <a:rPr lang="en-IN" sz="2800" dirty="0"/>
              <a:t>TYPES OF EXCHANGES</a:t>
            </a:r>
          </a:p>
        </p:txBody>
      </p:sp>
      <p:sp>
        <p:nvSpPr>
          <p:cNvPr id="3" name="Content Placeholder 2">
            <a:extLst>
              <a:ext uri="{FF2B5EF4-FFF2-40B4-BE49-F238E27FC236}">
                <a16:creationId xmlns:a16="http://schemas.microsoft.com/office/drawing/2014/main" id="{060944E1-95FE-0E73-DFDF-7F10FC7E558B}"/>
              </a:ext>
            </a:extLst>
          </p:cNvPr>
          <p:cNvSpPr>
            <a:spLocks noGrp="1"/>
          </p:cNvSpPr>
          <p:nvPr>
            <p:ph idx="1"/>
          </p:nvPr>
        </p:nvSpPr>
        <p:spPr>
          <a:xfrm>
            <a:off x="139958" y="998376"/>
            <a:ext cx="11747242" cy="5178587"/>
          </a:xfrm>
        </p:spPr>
        <p:txBody>
          <a:bodyPr/>
          <a:lstStyle/>
          <a:p>
            <a:endParaRPr lang="en-US" b="0" i="0" dirty="0">
              <a:solidFill>
                <a:srgbClr val="6D6D6D"/>
              </a:solidFill>
              <a:effectLst/>
              <a:latin typeface="-apple-system"/>
            </a:endParaRPr>
          </a:p>
          <a:p>
            <a:endParaRPr lang="en-IN" dirty="0"/>
          </a:p>
        </p:txBody>
      </p:sp>
      <p:pic>
        <p:nvPicPr>
          <p:cNvPr id="4" name="Picture 3">
            <a:extLst>
              <a:ext uri="{FF2B5EF4-FFF2-40B4-BE49-F238E27FC236}">
                <a16:creationId xmlns:a16="http://schemas.microsoft.com/office/drawing/2014/main" id="{FE9D327F-E7BF-8C69-2D39-FD55A65A21E5}"/>
              </a:ext>
            </a:extLst>
          </p:cNvPr>
          <p:cNvPicPr>
            <a:picLocks noChangeAspect="1"/>
          </p:cNvPicPr>
          <p:nvPr/>
        </p:nvPicPr>
        <p:blipFill>
          <a:blip r:embed="rId2"/>
          <a:stretch>
            <a:fillRect/>
          </a:stretch>
        </p:blipFill>
        <p:spPr>
          <a:xfrm>
            <a:off x="477285" y="998376"/>
            <a:ext cx="11237429" cy="5645020"/>
          </a:xfrm>
          <a:prstGeom prst="rect">
            <a:avLst/>
          </a:prstGeom>
        </p:spPr>
      </p:pic>
    </p:spTree>
    <p:extLst>
      <p:ext uri="{BB962C8B-B14F-4D97-AF65-F5344CB8AC3E}">
        <p14:creationId xmlns:p14="http://schemas.microsoft.com/office/powerpoint/2010/main" val="3830236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FCA1E-89A2-865E-3787-5D46976FF5DA}"/>
              </a:ext>
            </a:extLst>
          </p:cNvPr>
          <p:cNvSpPr>
            <a:spLocks noGrp="1"/>
          </p:cNvSpPr>
          <p:nvPr>
            <p:ph type="title"/>
          </p:nvPr>
        </p:nvSpPr>
        <p:spPr>
          <a:xfrm>
            <a:off x="838200" y="365126"/>
            <a:ext cx="10515600" cy="773210"/>
          </a:xfrm>
        </p:spPr>
        <p:txBody>
          <a:bodyPr>
            <a:normAutofit/>
          </a:bodyPr>
          <a:lstStyle/>
          <a:p>
            <a:r>
              <a:rPr lang="en-IN" sz="2800" dirty="0"/>
              <a:t>TYPES OF EXCHANGES contd..</a:t>
            </a:r>
          </a:p>
        </p:txBody>
      </p:sp>
      <p:sp>
        <p:nvSpPr>
          <p:cNvPr id="3" name="Content Placeholder 2">
            <a:extLst>
              <a:ext uri="{FF2B5EF4-FFF2-40B4-BE49-F238E27FC236}">
                <a16:creationId xmlns:a16="http://schemas.microsoft.com/office/drawing/2014/main" id="{190D4340-81AF-3C20-0D09-A237C1BCEA8F}"/>
              </a:ext>
            </a:extLst>
          </p:cNvPr>
          <p:cNvSpPr>
            <a:spLocks noGrp="1"/>
          </p:cNvSpPr>
          <p:nvPr>
            <p:ph idx="1"/>
          </p:nvPr>
        </p:nvSpPr>
        <p:spPr>
          <a:xfrm>
            <a:off x="474306" y="1390260"/>
            <a:ext cx="11243388" cy="5102614"/>
          </a:xfrm>
        </p:spPr>
        <p:txBody>
          <a:bodyPr/>
          <a:lstStyle/>
          <a:p>
            <a:r>
              <a:rPr lang="en-US" b="1" dirty="0"/>
              <a:t>Direct</a:t>
            </a:r>
            <a:r>
              <a:rPr lang="en-US" dirty="0"/>
              <a:t>: The message is routed to the queues whose binding key exactly matches the routing key of the message. For example, if the queue is bound to the exchange with the binding key </a:t>
            </a:r>
            <a:r>
              <a:rPr lang="en-US" dirty="0" err="1"/>
              <a:t>pdfprocess</a:t>
            </a:r>
            <a:r>
              <a:rPr lang="en-US" dirty="0"/>
              <a:t>, a message published to the exchange with a routing key </a:t>
            </a:r>
            <a:r>
              <a:rPr lang="en-US" dirty="0" err="1"/>
              <a:t>pdfprocess</a:t>
            </a:r>
            <a:r>
              <a:rPr lang="en-US" dirty="0"/>
              <a:t> is routed to that queue.</a:t>
            </a:r>
          </a:p>
          <a:p>
            <a:r>
              <a:rPr lang="en-US" b="1" dirty="0"/>
              <a:t>Fanout:</a:t>
            </a:r>
            <a:r>
              <a:rPr lang="en-US" dirty="0"/>
              <a:t> A fanout exchange routes messages to all of the queues bound to it.</a:t>
            </a:r>
          </a:p>
          <a:p>
            <a:r>
              <a:rPr lang="en-US" b="1" dirty="0"/>
              <a:t>Topic:</a:t>
            </a:r>
            <a:r>
              <a:rPr lang="en-US" dirty="0"/>
              <a:t> The topic exchange does a wildcard match between the routing key and the routing pattern specified in the binding.</a:t>
            </a:r>
          </a:p>
          <a:p>
            <a:r>
              <a:rPr lang="en-US" b="1" dirty="0"/>
              <a:t>Headers:</a:t>
            </a:r>
            <a:r>
              <a:rPr lang="en-US" dirty="0"/>
              <a:t> Headers exchanges use the message header attributes for routing.</a:t>
            </a:r>
            <a:endParaRPr lang="en-IN" dirty="0"/>
          </a:p>
        </p:txBody>
      </p:sp>
    </p:spTree>
    <p:extLst>
      <p:ext uri="{BB962C8B-B14F-4D97-AF65-F5344CB8AC3E}">
        <p14:creationId xmlns:p14="http://schemas.microsoft.com/office/powerpoint/2010/main" val="1505831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75E77-F2E8-DE8B-BFFC-8D589859E7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DC7A9-5B78-208D-82FD-90222B7F4343}"/>
              </a:ext>
            </a:extLst>
          </p:cNvPr>
          <p:cNvSpPr>
            <a:spLocks noGrp="1"/>
          </p:cNvSpPr>
          <p:nvPr>
            <p:ph type="title"/>
          </p:nvPr>
        </p:nvSpPr>
        <p:spPr>
          <a:xfrm>
            <a:off x="838200" y="365126"/>
            <a:ext cx="10515600" cy="773210"/>
          </a:xfrm>
        </p:spPr>
        <p:txBody>
          <a:bodyPr>
            <a:normAutofit/>
          </a:bodyPr>
          <a:lstStyle/>
          <a:p>
            <a:r>
              <a:rPr lang="en-IN" sz="2800" dirty="0"/>
              <a:t>RABBITMQ AND SERVER CONCEPTS</a:t>
            </a:r>
          </a:p>
        </p:txBody>
      </p:sp>
      <p:sp>
        <p:nvSpPr>
          <p:cNvPr id="3" name="Content Placeholder 2">
            <a:extLst>
              <a:ext uri="{FF2B5EF4-FFF2-40B4-BE49-F238E27FC236}">
                <a16:creationId xmlns:a16="http://schemas.microsoft.com/office/drawing/2014/main" id="{7D30A7A3-087C-B07A-4D8C-D6E637C43CB2}"/>
              </a:ext>
            </a:extLst>
          </p:cNvPr>
          <p:cNvSpPr>
            <a:spLocks noGrp="1"/>
          </p:cNvSpPr>
          <p:nvPr>
            <p:ph idx="1"/>
          </p:nvPr>
        </p:nvSpPr>
        <p:spPr>
          <a:xfrm>
            <a:off x="474306" y="1390260"/>
            <a:ext cx="11243388" cy="5102614"/>
          </a:xfrm>
        </p:spPr>
        <p:txBody>
          <a:bodyPr>
            <a:normAutofit fontScale="85000" lnSpcReduction="10000"/>
          </a:bodyPr>
          <a:lstStyle/>
          <a:p>
            <a:r>
              <a:rPr lang="en-US" b="1" dirty="0"/>
              <a:t>Producer: </a:t>
            </a:r>
            <a:r>
              <a:rPr lang="en-US" dirty="0"/>
              <a:t>Application that sends the messages.</a:t>
            </a:r>
          </a:p>
          <a:p>
            <a:r>
              <a:rPr lang="en-US" b="1" dirty="0"/>
              <a:t>Consumer: </a:t>
            </a:r>
            <a:r>
              <a:rPr lang="en-US" dirty="0"/>
              <a:t>Application that receives the messages.</a:t>
            </a:r>
          </a:p>
          <a:p>
            <a:r>
              <a:rPr lang="en-US" b="1" dirty="0"/>
              <a:t>Queue</a:t>
            </a:r>
            <a:r>
              <a:rPr lang="en-US" dirty="0"/>
              <a:t>: Buffer that stores messages.</a:t>
            </a:r>
          </a:p>
          <a:p>
            <a:r>
              <a:rPr lang="en-US" b="1" dirty="0"/>
              <a:t>Message: </a:t>
            </a:r>
            <a:r>
              <a:rPr lang="en-US" dirty="0"/>
              <a:t>Information that is sent from the producer to a consumer through RabbitMQ</a:t>
            </a:r>
            <a:r>
              <a:rPr lang="en-US" b="1" dirty="0"/>
              <a:t>.</a:t>
            </a:r>
          </a:p>
          <a:p>
            <a:r>
              <a:rPr lang="en-US" b="1" dirty="0"/>
              <a:t>Connection: </a:t>
            </a:r>
            <a:r>
              <a:rPr lang="en-US" dirty="0"/>
              <a:t>A TCP connection between your application and the RabbitMQ broker.</a:t>
            </a:r>
          </a:p>
          <a:p>
            <a:r>
              <a:rPr lang="en-US" b="1" dirty="0"/>
              <a:t>Channel: </a:t>
            </a:r>
            <a:r>
              <a:rPr lang="en-US" dirty="0"/>
              <a:t>A virtual connection inside a connection. When publishing or consuming messages from a queue - it's all done over a channel.</a:t>
            </a:r>
          </a:p>
          <a:p>
            <a:r>
              <a:rPr lang="en-US" b="1" dirty="0"/>
              <a:t>Exchange: </a:t>
            </a:r>
            <a:r>
              <a:rPr lang="en-US" dirty="0"/>
              <a:t>Receives messages from producers and pushes them to queues depending on rules defined by the exchange type. To receive messages, a queue needs to be bound to at least one exchange.</a:t>
            </a:r>
          </a:p>
          <a:p>
            <a:r>
              <a:rPr lang="en-US" b="1" dirty="0"/>
              <a:t>Binding: </a:t>
            </a:r>
            <a:r>
              <a:rPr lang="en-US" dirty="0"/>
              <a:t>A binding is a link between a queue and an exchange.</a:t>
            </a:r>
          </a:p>
          <a:p>
            <a:r>
              <a:rPr lang="en-US" b="1" dirty="0"/>
              <a:t>Routing key: </a:t>
            </a:r>
            <a:r>
              <a:rPr lang="en-US" dirty="0"/>
              <a:t>A key that the exchange looks at to decide how to route the message to queues. Think of the routing key like an address for the message.</a:t>
            </a:r>
            <a:endParaRPr lang="en-IN" dirty="0"/>
          </a:p>
        </p:txBody>
      </p:sp>
    </p:spTree>
    <p:extLst>
      <p:ext uri="{BB962C8B-B14F-4D97-AF65-F5344CB8AC3E}">
        <p14:creationId xmlns:p14="http://schemas.microsoft.com/office/powerpoint/2010/main" val="1843458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833A1B-E170-408F-A1EE-6F1ED83362C0}"/>
              </a:ext>
            </a:extLst>
          </p:cNvPr>
          <p:cNvSpPr>
            <a:spLocks noGrp="1"/>
          </p:cNvSpPr>
          <p:nvPr>
            <p:ph idx="1"/>
          </p:nvPr>
        </p:nvSpPr>
        <p:spPr>
          <a:xfrm>
            <a:off x="513183" y="298580"/>
            <a:ext cx="11383347" cy="6223518"/>
          </a:xfrm>
        </p:spPr>
        <p:txBody>
          <a:bodyPr/>
          <a:lstStyle/>
          <a:p>
            <a:r>
              <a:rPr lang="en-IN" b="0" i="0" dirty="0">
                <a:solidFill>
                  <a:srgbClr val="D73A49"/>
                </a:solidFill>
                <a:effectLst/>
                <a:latin typeface="Monaco"/>
              </a:rPr>
              <a:t>static</a:t>
            </a:r>
            <a:r>
              <a:rPr lang="en-IN" b="0" i="0" dirty="0">
                <a:solidFill>
                  <a:srgbClr val="333333"/>
                </a:solidFill>
                <a:effectLst/>
                <a:latin typeface="Monaco"/>
              </a:rPr>
              <a:t> </a:t>
            </a:r>
            <a:r>
              <a:rPr lang="en-IN" b="0" i="0" dirty="0">
                <a:solidFill>
                  <a:srgbClr val="D73A49"/>
                </a:solidFill>
                <a:effectLst/>
                <a:latin typeface="Monaco"/>
              </a:rPr>
              <a:t>final</a:t>
            </a:r>
            <a:r>
              <a:rPr lang="en-IN" b="0" i="0" dirty="0">
                <a:solidFill>
                  <a:srgbClr val="333333"/>
                </a:solidFill>
                <a:effectLst/>
                <a:latin typeface="Monaco"/>
              </a:rPr>
              <a:t> String </a:t>
            </a:r>
            <a:r>
              <a:rPr lang="en-IN" b="0" i="0" dirty="0" err="1">
                <a:solidFill>
                  <a:srgbClr val="333333"/>
                </a:solidFill>
                <a:effectLst/>
                <a:latin typeface="Monaco"/>
              </a:rPr>
              <a:t>topicExchangeName</a:t>
            </a:r>
            <a:r>
              <a:rPr lang="en-IN" b="0" i="0" dirty="0">
                <a:solidFill>
                  <a:srgbClr val="333333"/>
                </a:solidFill>
                <a:effectLst/>
                <a:latin typeface="Monaco"/>
              </a:rPr>
              <a:t> = </a:t>
            </a:r>
            <a:r>
              <a:rPr lang="en-IN" b="0" i="0" dirty="0">
                <a:solidFill>
                  <a:srgbClr val="032F62"/>
                </a:solidFill>
                <a:effectLst/>
                <a:latin typeface="Monaco"/>
              </a:rPr>
              <a:t>"spring-boot-exchange"</a:t>
            </a:r>
            <a:r>
              <a:rPr lang="en-IN" b="0" i="0" dirty="0">
                <a:solidFill>
                  <a:srgbClr val="333333"/>
                </a:solidFill>
                <a:effectLst/>
                <a:latin typeface="Monaco"/>
              </a:rPr>
              <a:t>; </a:t>
            </a:r>
          </a:p>
          <a:p>
            <a:r>
              <a:rPr lang="en-IN" b="0" i="0" dirty="0">
                <a:solidFill>
                  <a:srgbClr val="D73A49"/>
                </a:solidFill>
                <a:effectLst/>
                <a:latin typeface="Monaco"/>
              </a:rPr>
              <a:t>static</a:t>
            </a:r>
            <a:r>
              <a:rPr lang="en-IN" b="0" i="0" dirty="0">
                <a:solidFill>
                  <a:srgbClr val="333333"/>
                </a:solidFill>
                <a:effectLst/>
                <a:latin typeface="Monaco"/>
              </a:rPr>
              <a:t> </a:t>
            </a:r>
            <a:r>
              <a:rPr lang="en-IN" b="0" i="0" dirty="0">
                <a:solidFill>
                  <a:srgbClr val="D73A49"/>
                </a:solidFill>
                <a:effectLst/>
                <a:latin typeface="Monaco"/>
              </a:rPr>
              <a:t>final</a:t>
            </a:r>
            <a:r>
              <a:rPr lang="en-IN" b="0" i="0" dirty="0">
                <a:solidFill>
                  <a:srgbClr val="333333"/>
                </a:solidFill>
                <a:effectLst/>
                <a:latin typeface="Monaco"/>
              </a:rPr>
              <a:t> String </a:t>
            </a:r>
            <a:r>
              <a:rPr lang="en-IN" b="0" i="0" dirty="0" err="1">
                <a:solidFill>
                  <a:srgbClr val="333333"/>
                </a:solidFill>
                <a:effectLst/>
                <a:latin typeface="Monaco"/>
              </a:rPr>
              <a:t>queueName</a:t>
            </a:r>
            <a:r>
              <a:rPr lang="en-IN" b="0" i="0" dirty="0">
                <a:solidFill>
                  <a:srgbClr val="333333"/>
                </a:solidFill>
                <a:effectLst/>
                <a:latin typeface="Monaco"/>
              </a:rPr>
              <a:t> = </a:t>
            </a:r>
            <a:r>
              <a:rPr lang="en-IN" b="0" i="0" dirty="0">
                <a:solidFill>
                  <a:srgbClr val="032F62"/>
                </a:solidFill>
                <a:effectLst/>
                <a:latin typeface="Monaco"/>
              </a:rPr>
              <a:t>"spring-boot"</a:t>
            </a:r>
            <a:r>
              <a:rPr lang="en-IN" b="0" i="0" dirty="0">
                <a:solidFill>
                  <a:srgbClr val="333333"/>
                </a:solidFill>
                <a:effectLst/>
                <a:latin typeface="Monaco"/>
              </a:rPr>
              <a:t>; </a:t>
            </a:r>
          </a:p>
          <a:p>
            <a:r>
              <a:rPr lang="en-IN" b="0" i="0" dirty="0">
                <a:solidFill>
                  <a:srgbClr val="969896"/>
                </a:solidFill>
                <a:effectLst/>
                <a:latin typeface="Monaco"/>
              </a:rPr>
              <a:t>@Bean</a:t>
            </a:r>
            <a:r>
              <a:rPr lang="en-IN" b="0" i="0" dirty="0">
                <a:solidFill>
                  <a:srgbClr val="333333"/>
                </a:solidFill>
                <a:effectLst/>
                <a:latin typeface="Monaco"/>
              </a:rPr>
              <a:t> Queue </a:t>
            </a:r>
            <a:r>
              <a:rPr lang="en-IN" b="0" i="0" dirty="0">
                <a:solidFill>
                  <a:srgbClr val="6F42C1"/>
                </a:solidFill>
                <a:effectLst/>
                <a:latin typeface="Monaco"/>
              </a:rPr>
              <a:t>queue</a:t>
            </a:r>
            <a:r>
              <a:rPr lang="en-IN" b="0" i="0" dirty="0">
                <a:solidFill>
                  <a:srgbClr val="333333"/>
                </a:solidFill>
                <a:effectLst/>
                <a:latin typeface="Monaco"/>
              </a:rPr>
              <a:t>() { </a:t>
            </a:r>
          </a:p>
          <a:p>
            <a:pPr marL="0" indent="0">
              <a:buNone/>
            </a:pPr>
            <a:r>
              <a:rPr lang="en-IN" dirty="0">
                <a:solidFill>
                  <a:srgbClr val="333333"/>
                </a:solidFill>
                <a:latin typeface="Monaco"/>
              </a:rPr>
              <a:t>      </a:t>
            </a:r>
            <a:r>
              <a:rPr lang="en-IN" b="0" i="0" dirty="0">
                <a:solidFill>
                  <a:srgbClr val="D73A49"/>
                </a:solidFill>
                <a:effectLst/>
                <a:latin typeface="Monaco"/>
              </a:rPr>
              <a:t>return</a:t>
            </a:r>
            <a:r>
              <a:rPr lang="en-IN" b="0" i="0" dirty="0">
                <a:solidFill>
                  <a:srgbClr val="333333"/>
                </a:solidFill>
                <a:effectLst/>
                <a:latin typeface="Monaco"/>
              </a:rPr>
              <a:t> </a:t>
            </a:r>
            <a:r>
              <a:rPr lang="en-IN" b="0" i="0" dirty="0">
                <a:solidFill>
                  <a:srgbClr val="D73A49"/>
                </a:solidFill>
                <a:effectLst/>
                <a:latin typeface="Monaco"/>
              </a:rPr>
              <a:t>new</a:t>
            </a:r>
            <a:r>
              <a:rPr lang="en-IN" b="0" i="0" dirty="0">
                <a:solidFill>
                  <a:srgbClr val="333333"/>
                </a:solidFill>
                <a:effectLst/>
                <a:latin typeface="Monaco"/>
              </a:rPr>
              <a:t> Queue(</a:t>
            </a:r>
            <a:r>
              <a:rPr lang="en-IN" b="0" i="0" dirty="0" err="1">
                <a:solidFill>
                  <a:srgbClr val="333333"/>
                </a:solidFill>
                <a:effectLst/>
                <a:latin typeface="Monaco"/>
              </a:rPr>
              <a:t>queueName</a:t>
            </a:r>
            <a:r>
              <a:rPr lang="en-IN" b="0" i="0" dirty="0">
                <a:solidFill>
                  <a:srgbClr val="333333"/>
                </a:solidFill>
                <a:effectLst/>
                <a:latin typeface="Monaco"/>
              </a:rPr>
              <a:t>, </a:t>
            </a:r>
            <a:r>
              <a:rPr lang="en-IN" b="0" i="0" dirty="0">
                <a:solidFill>
                  <a:srgbClr val="D73A49"/>
                </a:solidFill>
                <a:effectLst/>
                <a:latin typeface="Monaco"/>
              </a:rPr>
              <a:t>false</a:t>
            </a:r>
            <a:r>
              <a:rPr lang="en-IN" b="0" i="0" dirty="0">
                <a:solidFill>
                  <a:srgbClr val="333333"/>
                </a:solidFill>
                <a:effectLst/>
                <a:latin typeface="Monaco"/>
              </a:rPr>
              <a:t>);</a:t>
            </a:r>
          </a:p>
          <a:p>
            <a:pPr marL="0" indent="0">
              <a:buNone/>
            </a:pPr>
            <a:r>
              <a:rPr lang="en-IN" dirty="0">
                <a:solidFill>
                  <a:srgbClr val="333333"/>
                </a:solidFill>
                <a:latin typeface="Monaco"/>
              </a:rPr>
              <a:t> </a:t>
            </a:r>
            <a:r>
              <a:rPr lang="en-IN" b="0" i="0" dirty="0">
                <a:solidFill>
                  <a:srgbClr val="333333"/>
                </a:solidFill>
                <a:effectLst/>
                <a:latin typeface="Monaco"/>
              </a:rPr>
              <a:t> } </a:t>
            </a:r>
          </a:p>
          <a:p>
            <a:r>
              <a:rPr lang="en-IN" b="0" i="0" dirty="0">
                <a:solidFill>
                  <a:srgbClr val="969896"/>
                </a:solidFill>
                <a:effectLst/>
                <a:latin typeface="Monaco"/>
              </a:rPr>
              <a:t>@Bean</a:t>
            </a:r>
            <a:r>
              <a:rPr lang="en-IN" b="0" i="0" dirty="0">
                <a:solidFill>
                  <a:srgbClr val="333333"/>
                </a:solidFill>
                <a:effectLst/>
                <a:latin typeface="Monaco"/>
              </a:rPr>
              <a:t> </a:t>
            </a:r>
            <a:r>
              <a:rPr lang="en-IN" b="0" i="0" dirty="0" err="1">
                <a:solidFill>
                  <a:srgbClr val="333333"/>
                </a:solidFill>
                <a:effectLst/>
                <a:latin typeface="Monaco"/>
              </a:rPr>
              <a:t>TopicExchange</a:t>
            </a:r>
            <a:r>
              <a:rPr lang="en-IN" b="0" i="0" dirty="0">
                <a:solidFill>
                  <a:srgbClr val="333333"/>
                </a:solidFill>
                <a:effectLst/>
                <a:latin typeface="Monaco"/>
              </a:rPr>
              <a:t> </a:t>
            </a:r>
            <a:r>
              <a:rPr lang="en-IN" b="0" i="0" dirty="0">
                <a:solidFill>
                  <a:srgbClr val="6F42C1"/>
                </a:solidFill>
                <a:effectLst/>
                <a:latin typeface="Monaco"/>
              </a:rPr>
              <a:t>exchange</a:t>
            </a:r>
            <a:r>
              <a:rPr lang="en-IN" b="0" i="0" dirty="0">
                <a:solidFill>
                  <a:srgbClr val="333333"/>
                </a:solidFill>
                <a:effectLst/>
                <a:latin typeface="Monaco"/>
              </a:rPr>
              <a:t>() { </a:t>
            </a:r>
          </a:p>
          <a:p>
            <a:pPr marL="0" indent="0">
              <a:buNone/>
            </a:pPr>
            <a:r>
              <a:rPr lang="en-IN" dirty="0">
                <a:solidFill>
                  <a:srgbClr val="333333"/>
                </a:solidFill>
                <a:latin typeface="Monaco"/>
              </a:rPr>
              <a:t>      </a:t>
            </a:r>
            <a:r>
              <a:rPr lang="en-IN" b="0" i="0" dirty="0">
                <a:solidFill>
                  <a:srgbClr val="D73A49"/>
                </a:solidFill>
                <a:effectLst/>
                <a:latin typeface="Monaco"/>
              </a:rPr>
              <a:t>return</a:t>
            </a:r>
            <a:r>
              <a:rPr lang="en-IN" b="0" i="0" dirty="0">
                <a:solidFill>
                  <a:srgbClr val="333333"/>
                </a:solidFill>
                <a:effectLst/>
                <a:latin typeface="Monaco"/>
              </a:rPr>
              <a:t> </a:t>
            </a:r>
            <a:r>
              <a:rPr lang="en-IN" b="0" i="0" dirty="0">
                <a:solidFill>
                  <a:srgbClr val="D73A49"/>
                </a:solidFill>
                <a:effectLst/>
                <a:latin typeface="Monaco"/>
              </a:rPr>
              <a:t>new</a:t>
            </a:r>
            <a:r>
              <a:rPr lang="en-IN" b="0" i="0" dirty="0">
                <a:solidFill>
                  <a:srgbClr val="333333"/>
                </a:solidFill>
                <a:effectLst/>
                <a:latin typeface="Monaco"/>
              </a:rPr>
              <a:t> </a:t>
            </a:r>
            <a:r>
              <a:rPr lang="en-IN" b="0" i="0" dirty="0" err="1">
                <a:solidFill>
                  <a:srgbClr val="333333"/>
                </a:solidFill>
                <a:effectLst/>
                <a:latin typeface="Monaco"/>
              </a:rPr>
              <a:t>TopicExchange</a:t>
            </a:r>
            <a:r>
              <a:rPr lang="en-IN" b="0" i="0" dirty="0">
                <a:solidFill>
                  <a:srgbClr val="333333"/>
                </a:solidFill>
                <a:effectLst/>
                <a:latin typeface="Monaco"/>
              </a:rPr>
              <a:t>(</a:t>
            </a:r>
            <a:r>
              <a:rPr lang="en-IN" b="0" i="0" dirty="0" err="1">
                <a:solidFill>
                  <a:srgbClr val="333333"/>
                </a:solidFill>
                <a:effectLst/>
                <a:latin typeface="Monaco"/>
              </a:rPr>
              <a:t>topicExchangeName</a:t>
            </a:r>
            <a:r>
              <a:rPr lang="en-IN" b="0" i="0" dirty="0">
                <a:solidFill>
                  <a:srgbClr val="333333"/>
                </a:solidFill>
                <a:effectLst/>
                <a:latin typeface="Monaco"/>
              </a:rPr>
              <a:t>); </a:t>
            </a:r>
          </a:p>
          <a:p>
            <a:pPr marL="0" indent="0">
              <a:buNone/>
            </a:pPr>
            <a:r>
              <a:rPr lang="en-IN" b="0" i="0" dirty="0">
                <a:solidFill>
                  <a:srgbClr val="333333"/>
                </a:solidFill>
                <a:effectLst/>
                <a:latin typeface="Monaco"/>
              </a:rPr>
              <a:t>   } </a:t>
            </a:r>
          </a:p>
          <a:p>
            <a:r>
              <a:rPr lang="en-IN" b="0" i="0" dirty="0">
                <a:solidFill>
                  <a:srgbClr val="969896"/>
                </a:solidFill>
                <a:effectLst/>
                <a:latin typeface="Monaco"/>
              </a:rPr>
              <a:t>@Bean</a:t>
            </a:r>
            <a:r>
              <a:rPr lang="en-IN" b="0" i="0" dirty="0">
                <a:solidFill>
                  <a:srgbClr val="333333"/>
                </a:solidFill>
                <a:effectLst/>
                <a:latin typeface="Monaco"/>
              </a:rPr>
              <a:t> Binding </a:t>
            </a:r>
            <a:r>
              <a:rPr lang="en-IN" b="0" i="0" dirty="0">
                <a:solidFill>
                  <a:srgbClr val="6F42C1"/>
                </a:solidFill>
                <a:effectLst/>
                <a:latin typeface="Monaco"/>
              </a:rPr>
              <a:t>binding</a:t>
            </a:r>
            <a:r>
              <a:rPr lang="en-IN" b="0" i="0" dirty="0">
                <a:solidFill>
                  <a:srgbClr val="333333"/>
                </a:solidFill>
                <a:effectLst/>
                <a:latin typeface="Monaco"/>
              </a:rPr>
              <a:t>(Queue </a:t>
            </a:r>
            <a:r>
              <a:rPr lang="en-IN" b="0" i="0" dirty="0" err="1">
                <a:solidFill>
                  <a:srgbClr val="333333"/>
                </a:solidFill>
                <a:effectLst/>
                <a:latin typeface="Monaco"/>
              </a:rPr>
              <a:t>queue</a:t>
            </a:r>
            <a:r>
              <a:rPr lang="en-IN" b="0" i="0" dirty="0">
                <a:solidFill>
                  <a:srgbClr val="333333"/>
                </a:solidFill>
                <a:effectLst/>
                <a:latin typeface="Monaco"/>
              </a:rPr>
              <a:t>, </a:t>
            </a:r>
            <a:r>
              <a:rPr lang="en-IN" b="0" i="0" dirty="0" err="1">
                <a:solidFill>
                  <a:srgbClr val="333333"/>
                </a:solidFill>
                <a:effectLst/>
                <a:latin typeface="Monaco"/>
              </a:rPr>
              <a:t>TopicExchange</a:t>
            </a:r>
            <a:r>
              <a:rPr lang="en-IN" b="0" i="0" dirty="0">
                <a:solidFill>
                  <a:srgbClr val="333333"/>
                </a:solidFill>
                <a:effectLst/>
                <a:latin typeface="Monaco"/>
              </a:rPr>
              <a:t> exchange)</a:t>
            </a:r>
          </a:p>
          <a:p>
            <a:pPr marL="0" indent="0">
              <a:buNone/>
            </a:pPr>
            <a:r>
              <a:rPr lang="en-IN" b="0" i="0" dirty="0">
                <a:solidFill>
                  <a:srgbClr val="333333"/>
                </a:solidFill>
                <a:effectLst/>
                <a:latin typeface="Monaco"/>
              </a:rPr>
              <a:t> { </a:t>
            </a:r>
          </a:p>
          <a:p>
            <a:pPr marL="0" indent="0">
              <a:buNone/>
            </a:pPr>
            <a:r>
              <a:rPr lang="en-IN" dirty="0">
                <a:solidFill>
                  <a:srgbClr val="333333"/>
                </a:solidFill>
                <a:latin typeface="Monaco"/>
              </a:rPr>
              <a:t>      </a:t>
            </a:r>
            <a:r>
              <a:rPr lang="en-IN" b="0" i="0" dirty="0">
                <a:solidFill>
                  <a:srgbClr val="D73A49"/>
                </a:solidFill>
                <a:effectLst/>
                <a:latin typeface="Monaco"/>
              </a:rPr>
              <a:t>return</a:t>
            </a:r>
            <a:r>
              <a:rPr lang="en-IN" b="0" i="0" dirty="0">
                <a:solidFill>
                  <a:srgbClr val="333333"/>
                </a:solidFill>
                <a:effectLst/>
                <a:latin typeface="Monaco"/>
              </a:rPr>
              <a:t> </a:t>
            </a:r>
            <a:r>
              <a:rPr lang="en-IN" b="0" i="0" dirty="0" err="1">
                <a:solidFill>
                  <a:srgbClr val="333333"/>
                </a:solidFill>
                <a:effectLst/>
                <a:latin typeface="Monaco"/>
              </a:rPr>
              <a:t>BindingBuilder.bind</a:t>
            </a:r>
            <a:r>
              <a:rPr lang="en-IN" b="0" i="0" dirty="0">
                <a:solidFill>
                  <a:srgbClr val="333333"/>
                </a:solidFill>
                <a:effectLst/>
                <a:latin typeface="Monaco"/>
              </a:rPr>
              <a:t>(queue).to(exchange).with(</a:t>
            </a:r>
            <a:r>
              <a:rPr lang="en-IN" b="0" i="0" dirty="0">
                <a:solidFill>
                  <a:srgbClr val="032F62"/>
                </a:solidFill>
                <a:effectLst/>
                <a:latin typeface="Monaco"/>
              </a:rPr>
              <a:t>"</a:t>
            </a:r>
            <a:r>
              <a:rPr lang="en-IN" b="0" i="0" dirty="0" err="1">
                <a:solidFill>
                  <a:srgbClr val="032F62"/>
                </a:solidFill>
                <a:effectLst/>
                <a:latin typeface="Monaco"/>
              </a:rPr>
              <a:t>foo.bar</a:t>
            </a:r>
            <a:r>
              <a:rPr lang="en-IN" b="0" i="0" dirty="0">
                <a:solidFill>
                  <a:srgbClr val="032F62"/>
                </a:solidFill>
                <a:effectLst/>
                <a:latin typeface="Monaco"/>
              </a:rPr>
              <a:t>.#"</a:t>
            </a:r>
            <a:r>
              <a:rPr lang="en-IN" b="0" i="0" dirty="0">
                <a:solidFill>
                  <a:srgbClr val="333333"/>
                </a:solidFill>
                <a:effectLst/>
                <a:latin typeface="Monaco"/>
              </a:rPr>
              <a:t>); </a:t>
            </a:r>
          </a:p>
          <a:p>
            <a:pPr marL="0" indent="0">
              <a:buNone/>
            </a:pPr>
            <a:r>
              <a:rPr lang="en-IN" b="0" i="0" dirty="0">
                <a:solidFill>
                  <a:srgbClr val="333333"/>
                </a:solidFill>
                <a:effectLst/>
                <a:latin typeface="Monaco"/>
              </a:rPr>
              <a:t>   }</a:t>
            </a:r>
            <a:endParaRPr lang="en-IN" dirty="0"/>
          </a:p>
        </p:txBody>
      </p:sp>
    </p:spTree>
    <p:extLst>
      <p:ext uri="{BB962C8B-B14F-4D97-AF65-F5344CB8AC3E}">
        <p14:creationId xmlns:p14="http://schemas.microsoft.com/office/powerpoint/2010/main" val="2722896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A6A63-9A25-CB21-D03A-722DE7F11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2600D-DFF5-9D70-0FB5-17CF12F0FD8B}"/>
              </a:ext>
            </a:extLst>
          </p:cNvPr>
          <p:cNvSpPr>
            <a:spLocks noGrp="1"/>
          </p:cNvSpPr>
          <p:nvPr>
            <p:ph type="title"/>
          </p:nvPr>
        </p:nvSpPr>
        <p:spPr>
          <a:xfrm>
            <a:off x="838200" y="365126"/>
            <a:ext cx="10515600" cy="773210"/>
          </a:xfrm>
        </p:spPr>
        <p:txBody>
          <a:bodyPr>
            <a:normAutofit/>
          </a:bodyPr>
          <a:lstStyle/>
          <a:p>
            <a:r>
              <a:rPr lang="en-US" sz="2800" dirty="0"/>
              <a:t>When is a message considered dead ?</a:t>
            </a:r>
            <a:endParaRPr lang="en-IN" sz="2800" dirty="0"/>
          </a:p>
        </p:txBody>
      </p:sp>
      <p:sp>
        <p:nvSpPr>
          <p:cNvPr id="3" name="Content Placeholder 2">
            <a:extLst>
              <a:ext uri="{FF2B5EF4-FFF2-40B4-BE49-F238E27FC236}">
                <a16:creationId xmlns:a16="http://schemas.microsoft.com/office/drawing/2014/main" id="{CF533A4B-DD8F-DB6A-3740-7CFE3B4D1DD2}"/>
              </a:ext>
            </a:extLst>
          </p:cNvPr>
          <p:cNvSpPr>
            <a:spLocks noGrp="1"/>
          </p:cNvSpPr>
          <p:nvPr>
            <p:ph idx="1"/>
          </p:nvPr>
        </p:nvSpPr>
        <p:spPr>
          <a:xfrm>
            <a:off x="474306" y="1390260"/>
            <a:ext cx="11243388" cy="5102614"/>
          </a:xfrm>
        </p:spPr>
        <p:txBody>
          <a:bodyPr>
            <a:normAutofit/>
          </a:bodyPr>
          <a:lstStyle/>
          <a:p>
            <a:r>
              <a:rPr lang="en-US" dirty="0"/>
              <a:t>There are three identified situations where a message becomes undeliverable after reaching RabbitMQ:</a:t>
            </a:r>
          </a:p>
          <a:p>
            <a:r>
              <a:rPr lang="en-US" dirty="0"/>
              <a:t>A message is negatively acknowledged by the consumer</a:t>
            </a:r>
          </a:p>
          <a:p>
            <a:r>
              <a:rPr lang="en-US" dirty="0"/>
              <a:t>The TTL(time to live) of a message expires</a:t>
            </a:r>
          </a:p>
          <a:p>
            <a:r>
              <a:rPr lang="en-US" dirty="0"/>
              <a:t>The queue reaches capacity.</a:t>
            </a:r>
          </a:p>
          <a:p>
            <a:endParaRPr lang="en-US" dirty="0"/>
          </a:p>
          <a:p>
            <a:r>
              <a:rPr lang="en-US" dirty="0"/>
              <a:t>All this messages are sent to dead letter queue</a:t>
            </a:r>
            <a:endParaRPr lang="en-IN" dirty="0"/>
          </a:p>
        </p:txBody>
      </p:sp>
    </p:spTree>
    <p:extLst>
      <p:ext uri="{BB962C8B-B14F-4D97-AF65-F5344CB8AC3E}">
        <p14:creationId xmlns:p14="http://schemas.microsoft.com/office/powerpoint/2010/main" val="2546274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E1BE1-E7B9-665E-0A71-CB0B3B47D7EE}"/>
              </a:ext>
            </a:extLst>
          </p:cNvPr>
          <p:cNvSpPr>
            <a:spLocks noGrp="1"/>
          </p:cNvSpPr>
          <p:nvPr>
            <p:ph type="title"/>
          </p:nvPr>
        </p:nvSpPr>
        <p:spPr/>
        <p:txBody>
          <a:bodyPr/>
          <a:lstStyle/>
          <a:p>
            <a:r>
              <a:rPr lang="en-IN" dirty="0"/>
              <a:t>References </a:t>
            </a:r>
          </a:p>
        </p:txBody>
      </p:sp>
      <p:sp>
        <p:nvSpPr>
          <p:cNvPr id="3" name="Content Placeholder 2">
            <a:extLst>
              <a:ext uri="{FF2B5EF4-FFF2-40B4-BE49-F238E27FC236}">
                <a16:creationId xmlns:a16="http://schemas.microsoft.com/office/drawing/2014/main" id="{62A1E217-B5AB-2007-6789-5C934E902713}"/>
              </a:ext>
            </a:extLst>
          </p:cNvPr>
          <p:cNvSpPr>
            <a:spLocks noGrp="1"/>
          </p:cNvSpPr>
          <p:nvPr>
            <p:ph idx="1"/>
          </p:nvPr>
        </p:nvSpPr>
        <p:spPr/>
        <p:txBody>
          <a:bodyPr/>
          <a:lstStyle/>
          <a:p>
            <a:r>
              <a:rPr lang="en-IN" dirty="0">
                <a:hlinkClick r:id="rId2"/>
              </a:rPr>
              <a:t>https://medium.com/javarevisited/getting-started-with-rabbitmq-in-spring-boot-6323b9179247</a:t>
            </a:r>
            <a:r>
              <a:rPr lang="en-IN" dirty="0"/>
              <a:t> </a:t>
            </a:r>
          </a:p>
        </p:txBody>
      </p:sp>
    </p:spTree>
    <p:extLst>
      <p:ext uri="{BB962C8B-B14F-4D97-AF65-F5344CB8AC3E}">
        <p14:creationId xmlns:p14="http://schemas.microsoft.com/office/powerpoint/2010/main" val="4292290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661</Words>
  <Application>Microsoft Office PowerPoint</Application>
  <PresentationFormat>Widescreen</PresentationFormat>
  <Paragraphs>48</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-apple-system</vt:lpstr>
      <vt:lpstr>Arial</vt:lpstr>
      <vt:lpstr>Calibri</vt:lpstr>
      <vt:lpstr>Calibri Light</vt:lpstr>
      <vt:lpstr>Monaco</vt:lpstr>
      <vt:lpstr>Office Theme</vt:lpstr>
      <vt:lpstr>PowerPoint Presentation</vt:lpstr>
      <vt:lpstr>RabbitMQ</vt:lpstr>
      <vt:lpstr>EXCHANGES</vt:lpstr>
      <vt:lpstr>Message flow in RabbitMQ</vt:lpstr>
      <vt:lpstr>TYPES OF EXCHANGES</vt:lpstr>
      <vt:lpstr>TYPES OF EXCHANGES contd..</vt:lpstr>
      <vt:lpstr>RABBITMQ AND SERVER CONCEPTS</vt:lpstr>
      <vt:lpstr>PowerPoint Presentation</vt:lpstr>
      <vt:lpstr>When is a message considered dead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 Sunar</dc:creator>
  <cp:lastModifiedBy>Arun Sunar</cp:lastModifiedBy>
  <cp:revision>1</cp:revision>
  <dcterms:created xsi:type="dcterms:W3CDTF">2024-02-07T03:50:47Z</dcterms:created>
  <dcterms:modified xsi:type="dcterms:W3CDTF">2024-04-30T02:43:56Z</dcterms:modified>
</cp:coreProperties>
</file>