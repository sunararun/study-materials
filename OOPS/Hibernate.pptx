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57"/>
  </p:handoutMasterIdLst>
  <p:sldIdLst>
    <p:sldId id="260" r:id="rId2"/>
    <p:sldId id="261" r:id="rId3"/>
    <p:sldId id="290" r:id="rId4"/>
    <p:sldId id="256" r:id="rId5"/>
    <p:sldId id="257" r:id="rId6"/>
    <p:sldId id="258" r:id="rId7"/>
    <p:sldId id="259" r:id="rId8"/>
    <p:sldId id="262" r:id="rId9"/>
    <p:sldId id="263" r:id="rId10"/>
    <p:sldId id="265" r:id="rId11"/>
    <p:sldId id="264" r:id="rId12"/>
    <p:sldId id="266" r:id="rId13"/>
    <p:sldId id="267" r:id="rId14"/>
    <p:sldId id="268" r:id="rId15"/>
    <p:sldId id="269" r:id="rId16"/>
    <p:sldId id="270" r:id="rId17"/>
    <p:sldId id="272" r:id="rId18"/>
    <p:sldId id="273" r:id="rId19"/>
    <p:sldId id="274" r:id="rId20"/>
    <p:sldId id="271" r:id="rId21"/>
    <p:sldId id="276" r:id="rId22"/>
    <p:sldId id="275" r:id="rId23"/>
    <p:sldId id="277" r:id="rId24"/>
    <p:sldId id="278" r:id="rId25"/>
    <p:sldId id="282" r:id="rId26"/>
    <p:sldId id="283" r:id="rId27"/>
    <p:sldId id="284" r:id="rId28"/>
    <p:sldId id="279" r:id="rId29"/>
    <p:sldId id="280" r:id="rId30"/>
    <p:sldId id="281" r:id="rId31"/>
    <p:sldId id="286" r:id="rId32"/>
    <p:sldId id="287" r:id="rId33"/>
    <p:sldId id="289" r:id="rId34"/>
    <p:sldId id="288" r:id="rId35"/>
    <p:sldId id="291" r:id="rId36"/>
    <p:sldId id="292" r:id="rId37"/>
    <p:sldId id="293" r:id="rId38"/>
    <p:sldId id="294" r:id="rId39"/>
    <p:sldId id="295" r:id="rId40"/>
    <p:sldId id="296" r:id="rId41"/>
    <p:sldId id="297"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285"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57FCA1-D0B0-4798-BC32-8854E3CA09C2}" v="8" dt="2024-08-06T11:04:32.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1651" autoAdjust="0"/>
    <p:restoredTop sz="94660"/>
  </p:normalViewPr>
  <p:slideViewPr>
    <p:cSldViewPr snapToGrid="0">
      <p:cViewPr>
        <p:scale>
          <a:sx n="75" d="100"/>
          <a:sy n="75" d="100"/>
        </p:scale>
        <p:origin x="1128" y="230"/>
      </p:cViewPr>
      <p:guideLst/>
    </p:cSldViewPr>
  </p:slideViewPr>
  <p:notesTextViewPr>
    <p:cViewPr>
      <p:scale>
        <a:sx n="3" d="2"/>
        <a:sy n="3" d="2"/>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5630BA16-5CFC-4FED-881E-EFC11D4CC0A3}"/>
    <pc:docChg chg="undo custSel addSld modSld sldOrd">
      <pc:chgData name="Arun Sunar" userId="3fa9774ca67c7ab5" providerId="LiveId" clId="{5630BA16-5CFC-4FED-881E-EFC11D4CC0A3}" dt="2023-11-30T11:15:09.243" v="180" actId="20577"/>
      <pc:docMkLst>
        <pc:docMk/>
      </pc:docMkLst>
      <pc:sldChg chg="ord">
        <pc:chgData name="Arun Sunar" userId="3fa9774ca67c7ab5" providerId="LiveId" clId="{5630BA16-5CFC-4FED-881E-EFC11D4CC0A3}" dt="2023-11-30T10:42:35.529" v="68"/>
        <pc:sldMkLst>
          <pc:docMk/>
          <pc:sldMk cId="341087567" sldId="288"/>
        </pc:sldMkLst>
      </pc:sldChg>
      <pc:sldChg chg="addSp delSp modSp add mod setBg">
        <pc:chgData name="Arun Sunar" userId="3fa9774ca67c7ab5" providerId="LiveId" clId="{5630BA16-5CFC-4FED-881E-EFC11D4CC0A3}" dt="2023-11-22T11:41:12.674" v="44" actId="27636"/>
        <pc:sldMkLst>
          <pc:docMk/>
          <pc:sldMk cId="2516934845" sldId="290"/>
        </pc:sldMkLst>
        <pc:spChg chg="mod">
          <ac:chgData name="Arun Sunar" userId="3fa9774ca67c7ab5" providerId="LiveId" clId="{5630BA16-5CFC-4FED-881E-EFC11D4CC0A3}" dt="2023-11-22T11:40:18.750" v="14"/>
          <ac:spMkLst>
            <pc:docMk/>
            <pc:sldMk cId="2516934845" sldId="290"/>
            <ac:spMk id="2" creationId="{959ED34F-FB85-D594-D8EE-CF6CA642500E}"/>
          </ac:spMkLst>
        </pc:spChg>
        <pc:spChg chg="mod">
          <ac:chgData name="Arun Sunar" userId="3fa9774ca67c7ab5" providerId="LiveId" clId="{5630BA16-5CFC-4FED-881E-EFC11D4CC0A3}" dt="2023-11-22T11:41:12.674" v="44" actId="27636"/>
          <ac:spMkLst>
            <pc:docMk/>
            <pc:sldMk cId="2516934845" sldId="290"/>
            <ac:spMk id="3" creationId="{E0EFD9FB-33ED-F023-B6EA-9AEF59750F7A}"/>
          </ac:spMkLst>
        </pc:spChg>
        <pc:spChg chg="add del">
          <ac:chgData name="Arun Sunar" userId="3fa9774ca67c7ab5" providerId="LiveId" clId="{5630BA16-5CFC-4FED-881E-EFC11D4CC0A3}" dt="2023-11-22T11:39:49.828" v="4"/>
          <ac:spMkLst>
            <pc:docMk/>
            <pc:sldMk cId="2516934845" sldId="290"/>
            <ac:spMk id="4" creationId="{AF513AF7-0E04-7CA3-F666-3760912259C2}"/>
          </ac:spMkLst>
        </pc:spChg>
      </pc:sldChg>
      <pc:sldChg chg="modSp new mod">
        <pc:chgData name="Arun Sunar" userId="3fa9774ca67c7ab5" providerId="LiveId" clId="{5630BA16-5CFC-4FED-881E-EFC11D4CC0A3}" dt="2023-11-30T10:41:18.980" v="52" actId="14100"/>
        <pc:sldMkLst>
          <pc:docMk/>
          <pc:sldMk cId="89953323" sldId="291"/>
        </pc:sldMkLst>
        <pc:spChg chg="mod">
          <ac:chgData name="Arun Sunar" userId="3fa9774ca67c7ab5" providerId="LiveId" clId="{5630BA16-5CFC-4FED-881E-EFC11D4CC0A3}" dt="2023-11-30T10:41:07.751" v="50" actId="27636"/>
          <ac:spMkLst>
            <pc:docMk/>
            <pc:sldMk cId="89953323" sldId="291"/>
            <ac:spMk id="2" creationId="{7E432E13-2195-5F85-6A8D-906BE21670EF}"/>
          </ac:spMkLst>
        </pc:spChg>
        <pc:spChg chg="mod">
          <ac:chgData name="Arun Sunar" userId="3fa9774ca67c7ab5" providerId="LiveId" clId="{5630BA16-5CFC-4FED-881E-EFC11D4CC0A3}" dt="2023-11-30T10:41:18.980" v="52" actId="14100"/>
          <ac:spMkLst>
            <pc:docMk/>
            <pc:sldMk cId="89953323" sldId="291"/>
            <ac:spMk id="3" creationId="{28BDF5BC-F585-09DF-8C42-6F39245976FF}"/>
          </ac:spMkLst>
        </pc:spChg>
      </pc:sldChg>
      <pc:sldChg chg="modSp add mod">
        <pc:chgData name="Arun Sunar" userId="3fa9774ca67c7ab5" providerId="LiveId" clId="{5630BA16-5CFC-4FED-881E-EFC11D4CC0A3}" dt="2023-11-30T10:42:23.303" v="65"/>
        <pc:sldMkLst>
          <pc:docMk/>
          <pc:sldMk cId="1938749787" sldId="292"/>
        </pc:sldMkLst>
        <pc:spChg chg="mod">
          <ac:chgData name="Arun Sunar" userId="3fa9774ca67c7ab5" providerId="LiveId" clId="{5630BA16-5CFC-4FED-881E-EFC11D4CC0A3}" dt="2023-11-30T10:41:43.537" v="56"/>
          <ac:spMkLst>
            <pc:docMk/>
            <pc:sldMk cId="1938749787" sldId="292"/>
            <ac:spMk id="2" creationId="{7E432E13-2195-5F85-6A8D-906BE21670EF}"/>
          </ac:spMkLst>
        </pc:spChg>
        <pc:spChg chg="mod">
          <ac:chgData name="Arun Sunar" userId="3fa9774ca67c7ab5" providerId="LiveId" clId="{5630BA16-5CFC-4FED-881E-EFC11D4CC0A3}" dt="2023-11-30T10:42:23.303" v="65"/>
          <ac:spMkLst>
            <pc:docMk/>
            <pc:sldMk cId="1938749787" sldId="292"/>
            <ac:spMk id="3" creationId="{28BDF5BC-F585-09DF-8C42-6F39245976FF}"/>
          </ac:spMkLst>
        </pc:spChg>
      </pc:sldChg>
      <pc:sldChg chg="modSp add mod">
        <pc:chgData name="Arun Sunar" userId="3fa9774ca67c7ab5" providerId="LiveId" clId="{5630BA16-5CFC-4FED-881E-EFC11D4CC0A3}" dt="2023-11-30T10:43:06.664" v="73" actId="27636"/>
        <pc:sldMkLst>
          <pc:docMk/>
          <pc:sldMk cId="1003286621" sldId="293"/>
        </pc:sldMkLst>
        <pc:spChg chg="mod">
          <ac:chgData name="Arun Sunar" userId="3fa9774ca67c7ab5" providerId="LiveId" clId="{5630BA16-5CFC-4FED-881E-EFC11D4CC0A3}" dt="2023-11-30T10:42:55.151" v="71"/>
          <ac:spMkLst>
            <pc:docMk/>
            <pc:sldMk cId="1003286621" sldId="293"/>
            <ac:spMk id="2" creationId="{7E432E13-2195-5F85-6A8D-906BE21670EF}"/>
          </ac:spMkLst>
        </pc:spChg>
        <pc:spChg chg="mod">
          <ac:chgData name="Arun Sunar" userId="3fa9774ca67c7ab5" providerId="LiveId" clId="{5630BA16-5CFC-4FED-881E-EFC11D4CC0A3}" dt="2023-11-30T10:43:06.664" v="73" actId="27636"/>
          <ac:spMkLst>
            <pc:docMk/>
            <pc:sldMk cId="1003286621" sldId="293"/>
            <ac:spMk id="3" creationId="{28BDF5BC-F585-09DF-8C42-6F39245976FF}"/>
          </ac:spMkLst>
        </pc:spChg>
      </pc:sldChg>
      <pc:sldChg chg="modSp new mod">
        <pc:chgData name="Arun Sunar" userId="3fa9774ca67c7ab5" providerId="LiveId" clId="{5630BA16-5CFC-4FED-881E-EFC11D4CC0A3}" dt="2023-11-30T10:49:34.088" v="120" actId="20577"/>
        <pc:sldMkLst>
          <pc:docMk/>
          <pc:sldMk cId="3506563147" sldId="294"/>
        </pc:sldMkLst>
        <pc:spChg chg="mod">
          <ac:chgData name="Arun Sunar" userId="3fa9774ca67c7ab5" providerId="LiveId" clId="{5630BA16-5CFC-4FED-881E-EFC11D4CC0A3}" dt="2023-11-30T10:49:34.088" v="120" actId="20577"/>
          <ac:spMkLst>
            <pc:docMk/>
            <pc:sldMk cId="3506563147" sldId="294"/>
            <ac:spMk id="2" creationId="{6D70915B-2F90-1753-D136-612DF94EDBB7}"/>
          </ac:spMkLst>
        </pc:spChg>
        <pc:spChg chg="mod">
          <ac:chgData name="Arun Sunar" userId="3fa9774ca67c7ab5" providerId="LiveId" clId="{5630BA16-5CFC-4FED-881E-EFC11D4CC0A3}" dt="2023-11-30T10:49:05.136" v="85" actId="20577"/>
          <ac:spMkLst>
            <pc:docMk/>
            <pc:sldMk cId="3506563147" sldId="294"/>
            <ac:spMk id="3" creationId="{579FFF37-B68D-01F0-95BB-8F60039B9B24}"/>
          </ac:spMkLst>
        </pc:spChg>
      </pc:sldChg>
      <pc:sldChg chg="modSp add mod">
        <pc:chgData name="Arun Sunar" userId="3fa9774ca67c7ab5" providerId="LiveId" clId="{5630BA16-5CFC-4FED-881E-EFC11D4CC0A3}" dt="2023-11-30T10:50:30.354" v="144" actId="14100"/>
        <pc:sldMkLst>
          <pc:docMk/>
          <pc:sldMk cId="3704572089" sldId="295"/>
        </pc:sldMkLst>
        <pc:spChg chg="mod">
          <ac:chgData name="Arun Sunar" userId="3fa9774ca67c7ab5" providerId="LiveId" clId="{5630BA16-5CFC-4FED-881E-EFC11D4CC0A3}" dt="2023-11-30T10:50:25.765" v="141" actId="27636"/>
          <ac:spMkLst>
            <pc:docMk/>
            <pc:sldMk cId="3704572089" sldId="295"/>
            <ac:spMk id="2" creationId="{6D70915B-2F90-1753-D136-612DF94EDBB7}"/>
          </ac:spMkLst>
        </pc:spChg>
        <pc:spChg chg="mod">
          <ac:chgData name="Arun Sunar" userId="3fa9774ca67c7ab5" providerId="LiveId" clId="{5630BA16-5CFC-4FED-881E-EFC11D4CC0A3}" dt="2023-11-30T10:50:30.354" v="144" actId="14100"/>
          <ac:spMkLst>
            <pc:docMk/>
            <pc:sldMk cId="3704572089" sldId="295"/>
            <ac:spMk id="3" creationId="{579FFF37-B68D-01F0-95BB-8F60039B9B24}"/>
          </ac:spMkLst>
        </pc:spChg>
      </pc:sldChg>
      <pc:sldChg chg="addSp delSp modSp add mod">
        <pc:chgData name="Arun Sunar" userId="3fa9774ca67c7ab5" providerId="LiveId" clId="{5630BA16-5CFC-4FED-881E-EFC11D4CC0A3}" dt="2023-11-30T11:13:04.945" v="158" actId="1076"/>
        <pc:sldMkLst>
          <pc:docMk/>
          <pc:sldMk cId="1139785979" sldId="296"/>
        </pc:sldMkLst>
        <pc:spChg chg="mod">
          <ac:chgData name="Arun Sunar" userId="3fa9774ca67c7ab5" providerId="LiveId" clId="{5630BA16-5CFC-4FED-881E-EFC11D4CC0A3}" dt="2023-11-30T11:11:37.055" v="148"/>
          <ac:spMkLst>
            <pc:docMk/>
            <pc:sldMk cId="1139785979" sldId="296"/>
            <ac:spMk id="2" creationId="{6D70915B-2F90-1753-D136-612DF94EDBB7}"/>
          </ac:spMkLst>
        </pc:spChg>
        <pc:spChg chg="add del mod">
          <ac:chgData name="Arun Sunar" userId="3fa9774ca67c7ab5" providerId="LiveId" clId="{5630BA16-5CFC-4FED-881E-EFC11D4CC0A3}" dt="2023-11-30T11:12:38.599" v="153"/>
          <ac:spMkLst>
            <pc:docMk/>
            <pc:sldMk cId="1139785979" sldId="296"/>
            <ac:spMk id="3" creationId="{579FFF37-B68D-01F0-95BB-8F60039B9B24}"/>
          </ac:spMkLst>
        </pc:spChg>
        <pc:spChg chg="add mod">
          <ac:chgData name="Arun Sunar" userId="3fa9774ca67c7ab5" providerId="LiveId" clId="{5630BA16-5CFC-4FED-881E-EFC11D4CC0A3}" dt="2023-11-30T11:13:04.945" v="158" actId="1076"/>
          <ac:spMkLst>
            <pc:docMk/>
            <pc:sldMk cId="1139785979" sldId="296"/>
            <ac:spMk id="6" creationId="{C8B554A6-8C47-3D93-640E-5C1D55DB5053}"/>
          </ac:spMkLst>
        </pc:spChg>
        <pc:picChg chg="add mod">
          <ac:chgData name="Arun Sunar" userId="3fa9774ca67c7ab5" providerId="LiveId" clId="{5630BA16-5CFC-4FED-881E-EFC11D4CC0A3}" dt="2023-11-30T11:12:53.035" v="154" actId="1076"/>
          <ac:picMkLst>
            <pc:docMk/>
            <pc:sldMk cId="1139785979" sldId="296"/>
            <ac:picMk id="4" creationId="{6496725A-36CF-CCE3-7C89-8567770F103A}"/>
          </ac:picMkLst>
        </pc:picChg>
        <pc:picChg chg="add del mod">
          <ac:chgData name="Arun Sunar" userId="3fa9774ca67c7ab5" providerId="LiveId" clId="{5630BA16-5CFC-4FED-881E-EFC11D4CC0A3}" dt="2023-11-30T11:12:38.584" v="152"/>
          <ac:picMkLst>
            <pc:docMk/>
            <pc:sldMk cId="1139785979" sldId="296"/>
            <ac:picMk id="1026" creationId="{C0CA149F-B012-C623-0F11-0E1B39820671}"/>
          </ac:picMkLst>
        </pc:picChg>
      </pc:sldChg>
      <pc:sldChg chg="addSp delSp modSp add mod">
        <pc:chgData name="Arun Sunar" userId="3fa9774ca67c7ab5" providerId="LiveId" clId="{5630BA16-5CFC-4FED-881E-EFC11D4CC0A3}" dt="2023-11-30T11:14:31.362" v="172" actId="14100"/>
        <pc:sldMkLst>
          <pc:docMk/>
          <pc:sldMk cId="194368590" sldId="297"/>
        </pc:sldMkLst>
        <pc:spChg chg="add del mod">
          <ac:chgData name="Arun Sunar" userId="3fa9774ca67c7ab5" providerId="LiveId" clId="{5630BA16-5CFC-4FED-881E-EFC11D4CC0A3}" dt="2023-11-30T11:13:26.846" v="161" actId="478"/>
          <ac:spMkLst>
            <pc:docMk/>
            <pc:sldMk cId="194368590" sldId="297"/>
            <ac:spMk id="5" creationId="{EA5E320E-A17D-4678-FEC2-275324855402}"/>
          </ac:spMkLst>
        </pc:spChg>
        <pc:spChg chg="mod">
          <ac:chgData name="Arun Sunar" userId="3fa9774ca67c7ab5" providerId="LiveId" clId="{5630BA16-5CFC-4FED-881E-EFC11D4CC0A3}" dt="2023-11-30T11:14:11.289" v="169" actId="6549"/>
          <ac:spMkLst>
            <pc:docMk/>
            <pc:sldMk cId="194368590" sldId="297"/>
            <ac:spMk id="6" creationId="{C8B554A6-8C47-3D93-640E-5C1D55DB5053}"/>
          </ac:spMkLst>
        </pc:spChg>
        <pc:spChg chg="add del">
          <ac:chgData name="Arun Sunar" userId="3fa9774ca67c7ab5" providerId="LiveId" clId="{5630BA16-5CFC-4FED-881E-EFC11D4CC0A3}" dt="2023-11-30T11:13:56.409" v="165"/>
          <ac:spMkLst>
            <pc:docMk/>
            <pc:sldMk cId="194368590" sldId="297"/>
            <ac:spMk id="7" creationId="{2DA0692D-65E0-35ED-1042-8832296E9BB6}"/>
          </ac:spMkLst>
        </pc:spChg>
        <pc:picChg chg="del">
          <ac:chgData name="Arun Sunar" userId="3fa9774ca67c7ab5" providerId="LiveId" clId="{5630BA16-5CFC-4FED-881E-EFC11D4CC0A3}" dt="2023-11-30T11:13:22.546" v="160" actId="478"/>
          <ac:picMkLst>
            <pc:docMk/>
            <pc:sldMk cId="194368590" sldId="297"/>
            <ac:picMk id="4" creationId="{6496725A-36CF-CCE3-7C89-8567770F103A}"/>
          </ac:picMkLst>
        </pc:picChg>
        <pc:picChg chg="add mod">
          <ac:chgData name="Arun Sunar" userId="3fa9774ca67c7ab5" providerId="LiveId" clId="{5630BA16-5CFC-4FED-881E-EFC11D4CC0A3}" dt="2023-11-30T11:14:31.362" v="172" actId="14100"/>
          <ac:picMkLst>
            <pc:docMk/>
            <pc:sldMk cId="194368590" sldId="297"/>
            <ac:picMk id="2050" creationId="{B3C50CC2-CB72-6074-7A79-E7E54DA4EE9F}"/>
          </ac:picMkLst>
        </pc:picChg>
      </pc:sldChg>
      <pc:sldChg chg="delSp modSp add mod">
        <pc:chgData name="Arun Sunar" userId="3fa9774ca67c7ab5" providerId="LiveId" clId="{5630BA16-5CFC-4FED-881E-EFC11D4CC0A3}" dt="2023-11-30T11:15:09.243" v="180" actId="20577"/>
        <pc:sldMkLst>
          <pc:docMk/>
          <pc:sldMk cId="2790446724" sldId="298"/>
        </pc:sldMkLst>
        <pc:spChg chg="mod">
          <ac:chgData name="Arun Sunar" userId="3fa9774ca67c7ab5" providerId="LiveId" clId="{5630BA16-5CFC-4FED-881E-EFC11D4CC0A3}" dt="2023-11-30T11:15:09.243" v="180" actId="20577"/>
          <ac:spMkLst>
            <pc:docMk/>
            <pc:sldMk cId="2790446724" sldId="298"/>
            <ac:spMk id="6" creationId="{C8B554A6-8C47-3D93-640E-5C1D55DB5053}"/>
          </ac:spMkLst>
        </pc:spChg>
        <pc:picChg chg="del">
          <ac:chgData name="Arun Sunar" userId="3fa9774ca67c7ab5" providerId="LiveId" clId="{5630BA16-5CFC-4FED-881E-EFC11D4CC0A3}" dt="2023-11-30T11:14:38.289" v="174" actId="478"/>
          <ac:picMkLst>
            <pc:docMk/>
            <pc:sldMk cId="2790446724" sldId="298"/>
            <ac:picMk id="2050" creationId="{B3C50CC2-CB72-6074-7A79-E7E54DA4EE9F}"/>
          </ac:picMkLst>
        </pc:picChg>
      </pc:sldChg>
    </pc:docChg>
  </pc:docChgLst>
  <pc:docChgLst>
    <pc:chgData name="Arun Sunar" userId="3fa9774ca67c7ab5" providerId="LiveId" clId="{99F3C7D8-4A29-4C02-A3A8-EB62A8292378}"/>
    <pc:docChg chg="undo redo custSel addSld modSld sldOrd">
      <pc:chgData name="Arun Sunar" userId="3fa9774ca67c7ab5" providerId="LiveId" clId="{99F3C7D8-4A29-4C02-A3A8-EB62A8292378}" dt="2023-10-16T13:02:56.144" v="856"/>
      <pc:docMkLst>
        <pc:docMk/>
      </pc:docMkLst>
      <pc:sldChg chg="addSp delSp modSp add mod">
        <pc:chgData name="Arun Sunar" userId="3fa9774ca67c7ab5" providerId="LiveId" clId="{99F3C7D8-4A29-4C02-A3A8-EB62A8292378}" dt="2023-10-16T02:21:01.122" v="37" actId="2165"/>
        <pc:sldMkLst>
          <pc:docMk/>
          <pc:sldMk cId="3595250320" sldId="257"/>
        </pc:sldMkLst>
        <pc:spChg chg="mod">
          <ac:chgData name="Arun Sunar" userId="3fa9774ca67c7ab5" providerId="LiveId" clId="{99F3C7D8-4A29-4C02-A3A8-EB62A8292378}" dt="2023-10-16T02:17:52.007" v="8" actId="14100"/>
          <ac:spMkLst>
            <pc:docMk/>
            <pc:sldMk cId="3595250320" sldId="257"/>
            <ac:spMk id="2" creationId="{877631C1-C370-EF50-8731-CB8EF79D27EB}"/>
          </ac:spMkLst>
        </pc:spChg>
        <pc:spChg chg="del mod">
          <ac:chgData name="Arun Sunar" userId="3fa9774ca67c7ab5" providerId="LiveId" clId="{99F3C7D8-4A29-4C02-A3A8-EB62A8292378}" dt="2023-10-16T02:18:33.495" v="13" actId="478"/>
          <ac:spMkLst>
            <pc:docMk/>
            <pc:sldMk cId="3595250320" sldId="257"/>
            <ac:spMk id="3" creationId="{9C319FDC-B724-6EC9-D484-A59D045A34AD}"/>
          </ac:spMkLst>
        </pc:spChg>
        <pc:graphicFrameChg chg="add mod modGraphic">
          <ac:chgData name="Arun Sunar" userId="3fa9774ca67c7ab5" providerId="LiveId" clId="{99F3C7D8-4A29-4C02-A3A8-EB62A8292378}" dt="2023-10-16T02:21:01.122" v="37" actId="2165"/>
          <ac:graphicFrameMkLst>
            <pc:docMk/>
            <pc:sldMk cId="3595250320" sldId="257"/>
            <ac:graphicFrameMk id="4" creationId="{D59D49D6-73C9-EABB-01BC-DFBDC381BE9F}"/>
          </ac:graphicFrameMkLst>
        </pc:graphicFrameChg>
      </pc:sldChg>
      <pc:sldChg chg="modSp new mod">
        <pc:chgData name="Arun Sunar" userId="3fa9774ca67c7ab5" providerId="LiveId" clId="{99F3C7D8-4A29-4C02-A3A8-EB62A8292378}" dt="2023-10-16T02:28:25.894" v="319" actId="20577"/>
        <pc:sldMkLst>
          <pc:docMk/>
          <pc:sldMk cId="2889703800" sldId="258"/>
        </pc:sldMkLst>
        <pc:spChg chg="mod">
          <ac:chgData name="Arun Sunar" userId="3fa9774ca67c7ab5" providerId="LiveId" clId="{99F3C7D8-4A29-4C02-A3A8-EB62A8292378}" dt="2023-10-16T02:21:41.989" v="46" actId="14100"/>
          <ac:spMkLst>
            <pc:docMk/>
            <pc:sldMk cId="2889703800" sldId="258"/>
            <ac:spMk id="2" creationId="{08891845-2E4C-97E9-EC48-8D6220003C22}"/>
          </ac:spMkLst>
        </pc:spChg>
        <pc:spChg chg="mod">
          <ac:chgData name="Arun Sunar" userId="3fa9774ca67c7ab5" providerId="LiveId" clId="{99F3C7D8-4A29-4C02-A3A8-EB62A8292378}" dt="2023-10-16T02:28:25.894" v="319" actId="20577"/>
          <ac:spMkLst>
            <pc:docMk/>
            <pc:sldMk cId="2889703800" sldId="258"/>
            <ac:spMk id="3" creationId="{9453C909-3324-86E9-16BD-BB83F04ABC6F}"/>
          </ac:spMkLst>
        </pc:spChg>
      </pc:sldChg>
      <pc:sldChg chg="addSp delSp modSp new mod">
        <pc:chgData name="Arun Sunar" userId="3fa9774ca67c7ab5" providerId="LiveId" clId="{99F3C7D8-4A29-4C02-A3A8-EB62A8292378}" dt="2023-10-16T02:37:48.332" v="418" actId="255"/>
        <pc:sldMkLst>
          <pc:docMk/>
          <pc:sldMk cId="1588960894" sldId="259"/>
        </pc:sldMkLst>
        <pc:spChg chg="mod">
          <ac:chgData name="Arun Sunar" userId="3fa9774ca67c7ab5" providerId="LiveId" clId="{99F3C7D8-4A29-4C02-A3A8-EB62A8292378}" dt="2023-10-16T02:36:05.744" v="396"/>
          <ac:spMkLst>
            <pc:docMk/>
            <pc:sldMk cId="1588960894" sldId="259"/>
            <ac:spMk id="2" creationId="{BF8DBB03-0F9B-37A0-B24B-C8838CC18430}"/>
          </ac:spMkLst>
        </pc:spChg>
        <pc:spChg chg="mod">
          <ac:chgData name="Arun Sunar" userId="3fa9774ca67c7ab5" providerId="LiveId" clId="{99F3C7D8-4A29-4C02-A3A8-EB62A8292378}" dt="2023-10-16T02:36:39.497" v="404" actId="1076"/>
          <ac:spMkLst>
            <pc:docMk/>
            <pc:sldMk cId="1588960894" sldId="259"/>
            <ac:spMk id="3" creationId="{61A45C48-C2A5-8C74-5140-B208D7030146}"/>
          </ac:spMkLst>
        </pc:spChg>
        <pc:spChg chg="add mod">
          <ac:chgData name="Arun Sunar" userId="3fa9774ca67c7ab5" providerId="LiveId" clId="{99F3C7D8-4A29-4C02-A3A8-EB62A8292378}" dt="2023-10-16T02:37:48.332" v="418" actId="255"/>
          <ac:spMkLst>
            <pc:docMk/>
            <pc:sldMk cId="1588960894" sldId="259"/>
            <ac:spMk id="6" creationId="{02A99EE0-2157-EAA8-95B3-E7D6B44460B0}"/>
          </ac:spMkLst>
        </pc:spChg>
        <pc:spChg chg="add mod">
          <ac:chgData name="Arun Sunar" userId="3fa9774ca67c7ab5" providerId="LiveId" clId="{99F3C7D8-4A29-4C02-A3A8-EB62A8292378}" dt="2023-10-16T02:37:41.777" v="417" actId="255"/>
          <ac:spMkLst>
            <pc:docMk/>
            <pc:sldMk cId="1588960894" sldId="259"/>
            <ac:spMk id="8" creationId="{A7A460EF-6E7F-81DD-E04D-60836B22FF76}"/>
          </ac:spMkLst>
        </pc:spChg>
        <pc:picChg chg="add mod">
          <ac:chgData name="Arun Sunar" userId="3fa9774ca67c7ab5" providerId="LiveId" clId="{99F3C7D8-4A29-4C02-A3A8-EB62A8292378}" dt="2023-10-16T02:36:48.072" v="411" actId="1076"/>
          <ac:picMkLst>
            <pc:docMk/>
            <pc:sldMk cId="1588960894" sldId="259"/>
            <ac:picMk id="4" creationId="{B510C26F-319C-EAD5-73C2-64D3788FA729}"/>
          </ac:picMkLst>
        </pc:picChg>
        <pc:picChg chg="add del mod">
          <ac:chgData name="Arun Sunar" userId="3fa9774ca67c7ab5" providerId="LiveId" clId="{99F3C7D8-4A29-4C02-A3A8-EB62A8292378}" dt="2023-10-16T02:36:39.967" v="405"/>
          <ac:picMkLst>
            <pc:docMk/>
            <pc:sldMk cId="1588960894" sldId="259"/>
            <ac:picMk id="3074" creationId="{E734294D-06BD-3153-160B-693EEDC5D612}"/>
          </ac:picMkLst>
        </pc:picChg>
        <pc:picChg chg="add del">
          <ac:chgData name="Arun Sunar" userId="3fa9774ca67c7ab5" providerId="LiveId" clId="{99F3C7D8-4A29-4C02-A3A8-EB62A8292378}" dt="2023-10-16T02:36:43.698" v="409"/>
          <ac:picMkLst>
            <pc:docMk/>
            <pc:sldMk cId="1588960894" sldId="259"/>
            <ac:picMk id="3076" creationId="{B0527D8F-3ADB-87E2-7366-0DFC18B0EA36}"/>
          </ac:picMkLst>
        </pc:picChg>
      </pc:sldChg>
      <pc:sldChg chg="addSp delSp modSp new mod ord">
        <pc:chgData name="Arun Sunar" userId="3fa9774ca67c7ab5" providerId="LiveId" clId="{99F3C7D8-4A29-4C02-A3A8-EB62A8292378}" dt="2023-10-16T02:34:10.448" v="391" actId="1076"/>
        <pc:sldMkLst>
          <pc:docMk/>
          <pc:sldMk cId="476800158" sldId="260"/>
        </pc:sldMkLst>
        <pc:spChg chg="mod">
          <ac:chgData name="Arun Sunar" userId="3fa9774ca67c7ab5" providerId="LiveId" clId="{99F3C7D8-4A29-4C02-A3A8-EB62A8292378}" dt="2023-10-16T02:33:22.031" v="380" actId="20577"/>
          <ac:spMkLst>
            <pc:docMk/>
            <pc:sldMk cId="476800158" sldId="260"/>
            <ac:spMk id="2" creationId="{E1D1A8D5-3E15-B648-5DE4-51B79118E4C4}"/>
          </ac:spMkLst>
        </pc:spChg>
        <pc:spChg chg="del">
          <ac:chgData name="Arun Sunar" userId="3fa9774ca67c7ab5" providerId="LiveId" clId="{99F3C7D8-4A29-4C02-A3A8-EB62A8292378}" dt="2023-10-16T02:33:10.871" v="356" actId="478"/>
          <ac:spMkLst>
            <pc:docMk/>
            <pc:sldMk cId="476800158" sldId="260"/>
            <ac:spMk id="3" creationId="{BE680555-1902-AD83-7D14-627627FCE9BF}"/>
          </ac:spMkLst>
        </pc:spChg>
        <pc:picChg chg="add mod">
          <ac:chgData name="Arun Sunar" userId="3fa9774ca67c7ab5" providerId="LiveId" clId="{99F3C7D8-4A29-4C02-A3A8-EB62A8292378}" dt="2023-10-16T02:34:02.942" v="388" actId="1076"/>
          <ac:picMkLst>
            <pc:docMk/>
            <pc:sldMk cId="476800158" sldId="260"/>
            <ac:picMk id="2050" creationId="{BCBB320B-4B2C-0FD3-F2BA-DFBD968ED317}"/>
          </ac:picMkLst>
        </pc:picChg>
        <pc:picChg chg="add del mod">
          <ac:chgData name="Arun Sunar" userId="3fa9774ca67c7ab5" providerId="LiveId" clId="{99F3C7D8-4A29-4C02-A3A8-EB62A8292378}" dt="2023-10-16T02:34:03.483" v="389"/>
          <ac:picMkLst>
            <pc:docMk/>
            <pc:sldMk cId="476800158" sldId="260"/>
            <ac:picMk id="2052" creationId="{7125DBDC-A31F-8245-D685-70024DC9CBA6}"/>
          </ac:picMkLst>
        </pc:picChg>
        <pc:picChg chg="add mod">
          <ac:chgData name="Arun Sunar" userId="3fa9774ca67c7ab5" providerId="LiveId" clId="{99F3C7D8-4A29-4C02-A3A8-EB62A8292378}" dt="2023-10-16T02:34:10.448" v="391" actId="1076"/>
          <ac:picMkLst>
            <pc:docMk/>
            <pc:sldMk cId="476800158" sldId="260"/>
            <ac:picMk id="2054" creationId="{78F8AE31-6903-2733-B582-351734E32508}"/>
          </ac:picMkLst>
        </pc:picChg>
      </pc:sldChg>
      <pc:sldChg chg="modSp new mod">
        <pc:chgData name="Arun Sunar" userId="3fa9774ca67c7ab5" providerId="LiveId" clId="{99F3C7D8-4A29-4C02-A3A8-EB62A8292378}" dt="2023-10-16T02:35:02.501" v="395"/>
        <pc:sldMkLst>
          <pc:docMk/>
          <pc:sldMk cId="1437170006" sldId="261"/>
        </pc:sldMkLst>
        <pc:spChg chg="mod">
          <ac:chgData name="Arun Sunar" userId="3fa9774ca67c7ab5" providerId="LiveId" clId="{99F3C7D8-4A29-4C02-A3A8-EB62A8292378}" dt="2023-10-16T02:35:02.501" v="395"/>
          <ac:spMkLst>
            <pc:docMk/>
            <pc:sldMk cId="1437170006" sldId="261"/>
            <ac:spMk id="3" creationId="{E0EFD9FB-33ED-F023-B6EA-9AEF59750F7A}"/>
          </ac:spMkLst>
        </pc:spChg>
      </pc:sldChg>
      <pc:sldChg chg="modSp add mod">
        <pc:chgData name="Arun Sunar" userId="3fa9774ca67c7ab5" providerId="LiveId" clId="{99F3C7D8-4A29-4C02-A3A8-EB62A8292378}" dt="2023-10-16T02:39:53.059" v="433"/>
        <pc:sldMkLst>
          <pc:docMk/>
          <pc:sldMk cId="189960196" sldId="262"/>
        </pc:sldMkLst>
        <pc:spChg chg="mod">
          <ac:chgData name="Arun Sunar" userId="3fa9774ca67c7ab5" providerId="LiveId" clId="{99F3C7D8-4A29-4C02-A3A8-EB62A8292378}" dt="2023-10-16T02:38:19.004" v="420"/>
          <ac:spMkLst>
            <pc:docMk/>
            <pc:sldMk cId="189960196" sldId="262"/>
            <ac:spMk id="3" creationId="{61A45C48-C2A5-8C74-5140-B208D7030146}"/>
          </ac:spMkLst>
        </pc:spChg>
        <pc:spChg chg="mod">
          <ac:chgData name="Arun Sunar" userId="3fa9774ca67c7ab5" providerId="LiveId" clId="{99F3C7D8-4A29-4C02-A3A8-EB62A8292378}" dt="2023-10-16T02:39:38.390" v="428" actId="255"/>
          <ac:spMkLst>
            <pc:docMk/>
            <pc:sldMk cId="189960196" sldId="262"/>
            <ac:spMk id="6" creationId="{02A99EE0-2157-EAA8-95B3-E7D6B44460B0}"/>
          </ac:spMkLst>
        </pc:spChg>
        <pc:spChg chg="mod">
          <ac:chgData name="Arun Sunar" userId="3fa9774ca67c7ab5" providerId="LiveId" clId="{99F3C7D8-4A29-4C02-A3A8-EB62A8292378}" dt="2023-10-16T02:39:53.059" v="433"/>
          <ac:spMkLst>
            <pc:docMk/>
            <pc:sldMk cId="189960196" sldId="262"/>
            <ac:spMk id="8" creationId="{A7A460EF-6E7F-81DD-E04D-60836B22FF76}"/>
          </ac:spMkLst>
        </pc:spChg>
        <pc:picChg chg="mod">
          <ac:chgData name="Arun Sunar" userId="3fa9774ca67c7ab5" providerId="LiveId" clId="{99F3C7D8-4A29-4C02-A3A8-EB62A8292378}" dt="2023-10-16T02:38:24.041" v="421" actId="1076"/>
          <ac:picMkLst>
            <pc:docMk/>
            <pc:sldMk cId="189960196" sldId="262"/>
            <ac:picMk id="4" creationId="{B510C26F-319C-EAD5-73C2-64D3788FA729}"/>
          </ac:picMkLst>
        </pc:picChg>
      </pc:sldChg>
      <pc:sldChg chg="addSp delSp modSp add mod">
        <pc:chgData name="Arun Sunar" userId="3fa9774ca67c7ab5" providerId="LiveId" clId="{99F3C7D8-4A29-4C02-A3A8-EB62A8292378}" dt="2023-10-16T02:42:05.774" v="457" actId="20577"/>
        <pc:sldMkLst>
          <pc:docMk/>
          <pc:sldMk cId="958521263" sldId="263"/>
        </pc:sldMkLst>
        <pc:spChg chg="mod">
          <ac:chgData name="Arun Sunar" userId="3fa9774ca67c7ab5" providerId="LiveId" clId="{99F3C7D8-4A29-4C02-A3A8-EB62A8292378}" dt="2023-10-16T02:40:26.683" v="437" actId="5793"/>
          <ac:spMkLst>
            <pc:docMk/>
            <pc:sldMk cId="958521263" sldId="263"/>
            <ac:spMk id="3" creationId="{61A45C48-C2A5-8C74-5140-B208D7030146}"/>
          </ac:spMkLst>
        </pc:spChg>
        <pc:spChg chg="del">
          <ac:chgData name="Arun Sunar" userId="3fa9774ca67c7ab5" providerId="LiveId" clId="{99F3C7D8-4A29-4C02-A3A8-EB62A8292378}" dt="2023-10-16T02:41:05.555" v="446" actId="478"/>
          <ac:spMkLst>
            <pc:docMk/>
            <pc:sldMk cId="958521263" sldId="263"/>
            <ac:spMk id="6" creationId="{02A99EE0-2157-EAA8-95B3-E7D6B44460B0}"/>
          </ac:spMkLst>
        </pc:spChg>
        <pc:spChg chg="del">
          <ac:chgData name="Arun Sunar" userId="3fa9774ca67c7ab5" providerId="LiveId" clId="{99F3C7D8-4A29-4C02-A3A8-EB62A8292378}" dt="2023-10-16T02:41:01.520" v="445" actId="478"/>
          <ac:spMkLst>
            <pc:docMk/>
            <pc:sldMk cId="958521263" sldId="263"/>
            <ac:spMk id="8" creationId="{A7A460EF-6E7F-81DD-E04D-60836B22FF76}"/>
          </ac:spMkLst>
        </pc:spChg>
        <pc:spChg chg="add mod">
          <ac:chgData name="Arun Sunar" userId="3fa9774ca67c7ab5" providerId="LiveId" clId="{99F3C7D8-4A29-4C02-A3A8-EB62A8292378}" dt="2023-10-16T02:42:05.774" v="457" actId="20577"/>
          <ac:spMkLst>
            <pc:docMk/>
            <pc:sldMk cId="958521263" sldId="263"/>
            <ac:spMk id="9" creationId="{D074D29D-B98A-965E-EA38-63BEE6C52D12}"/>
          </ac:spMkLst>
        </pc:spChg>
        <pc:spChg chg="add mod">
          <ac:chgData name="Arun Sunar" userId="3fa9774ca67c7ab5" providerId="LiveId" clId="{99F3C7D8-4A29-4C02-A3A8-EB62A8292378}" dt="2023-10-16T02:41:41.505" v="453" actId="255"/>
          <ac:spMkLst>
            <pc:docMk/>
            <pc:sldMk cId="958521263" sldId="263"/>
            <ac:spMk id="11" creationId="{2F832E8A-DD05-11DB-CBCA-E1B4AFAF27F2}"/>
          </ac:spMkLst>
        </pc:spChg>
        <pc:picChg chg="del">
          <ac:chgData name="Arun Sunar" userId="3fa9774ca67c7ab5" providerId="LiveId" clId="{99F3C7D8-4A29-4C02-A3A8-EB62A8292378}" dt="2023-10-16T02:40:28.681" v="438" actId="478"/>
          <ac:picMkLst>
            <pc:docMk/>
            <pc:sldMk cId="958521263" sldId="263"/>
            <ac:picMk id="4" creationId="{B510C26F-319C-EAD5-73C2-64D3788FA729}"/>
          </ac:picMkLst>
        </pc:picChg>
        <pc:picChg chg="add mod">
          <ac:chgData name="Arun Sunar" userId="3fa9774ca67c7ab5" providerId="LiveId" clId="{99F3C7D8-4A29-4C02-A3A8-EB62A8292378}" dt="2023-10-16T02:40:44.803" v="444" actId="1076"/>
          <ac:picMkLst>
            <pc:docMk/>
            <pc:sldMk cId="958521263" sldId="263"/>
            <ac:picMk id="5" creationId="{81303830-DDDB-330D-D48B-DBAF15989EBF}"/>
          </ac:picMkLst>
        </pc:picChg>
        <pc:picChg chg="add del">
          <ac:chgData name="Arun Sunar" userId="3fa9774ca67c7ab5" providerId="LiveId" clId="{99F3C7D8-4A29-4C02-A3A8-EB62A8292378}" dt="2023-10-16T02:40:41.167" v="442"/>
          <ac:picMkLst>
            <pc:docMk/>
            <pc:sldMk cId="958521263" sldId="263"/>
            <ac:picMk id="4098" creationId="{D73545E4-692C-1F64-33CB-55564392480C}"/>
          </ac:picMkLst>
        </pc:picChg>
      </pc:sldChg>
      <pc:sldChg chg="modSp new mod">
        <pc:chgData name="Arun Sunar" userId="3fa9774ca67c7ab5" providerId="LiveId" clId="{99F3C7D8-4A29-4C02-A3A8-EB62A8292378}" dt="2023-10-16T02:49:10.638" v="476" actId="27636"/>
        <pc:sldMkLst>
          <pc:docMk/>
          <pc:sldMk cId="2969414065" sldId="264"/>
        </pc:sldMkLst>
        <pc:spChg chg="mod">
          <ac:chgData name="Arun Sunar" userId="3fa9774ca67c7ab5" providerId="LiveId" clId="{99F3C7D8-4A29-4C02-A3A8-EB62A8292378}" dt="2023-10-16T02:48:28.588" v="462" actId="14100"/>
          <ac:spMkLst>
            <pc:docMk/>
            <pc:sldMk cId="2969414065" sldId="264"/>
            <ac:spMk id="2" creationId="{0EC3DA0A-E83E-D2C4-B8C6-190D23607CC9}"/>
          </ac:spMkLst>
        </pc:spChg>
        <pc:spChg chg="mod">
          <ac:chgData name="Arun Sunar" userId="3fa9774ca67c7ab5" providerId="LiveId" clId="{99F3C7D8-4A29-4C02-A3A8-EB62A8292378}" dt="2023-10-16T02:49:10.638" v="476" actId="27636"/>
          <ac:spMkLst>
            <pc:docMk/>
            <pc:sldMk cId="2969414065" sldId="264"/>
            <ac:spMk id="3" creationId="{58D3EFFA-B91D-34F6-95E1-C7BD618A25C7}"/>
          </ac:spMkLst>
        </pc:spChg>
      </pc:sldChg>
      <pc:sldChg chg="modSp new mod">
        <pc:chgData name="Arun Sunar" userId="3fa9774ca67c7ab5" providerId="LiveId" clId="{99F3C7D8-4A29-4C02-A3A8-EB62A8292378}" dt="2023-10-16T02:52:39.260" v="484"/>
        <pc:sldMkLst>
          <pc:docMk/>
          <pc:sldMk cId="2719083480" sldId="265"/>
        </pc:sldMkLst>
        <pc:spChg chg="mod">
          <ac:chgData name="Arun Sunar" userId="3fa9774ca67c7ab5" providerId="LiveId" clId="{99F3C7D8-4A29-4C02-A3A8-EB62A8292378}" dt="2023-10-16T02:52:24.735" v="481"/>
          <ac:spMkLst>
            <pc:docMk/>
            <pc:sldMk cId="2719083480" sldId="265"/>
            <ac:spMk id="2" creationId="{624A8B68-E8A3-9E9C-CA50-50836F79556F}"/>
          </ac:spMkLst>
        </pc:spChg>
        <pc:spChg chg="mod">
          <ac:chgData name="Arun Sunar" userId="3fa9774ca67c7ab5" providerId="LiveId" clId="{99F3C7D8-4A29-4C02-A3A8-EB62A8292378}" dt="2023-10-16T02:52:39.260" v="484"/>
          <ac:spMkLst>
            <pc:docMk/>
            <pc:sldMk cId="2719083480" sldId="265"/>
            <ac:spMk id="3" creationId="{07B5237C-C59B-74C6-FBD4-27EA2627D796}"/>
          </ac:spMkLst>
        </pc:spChg>
      </pc:sldChg>
      <pc:sldChg chg="modSp new mod">
        <pc:chgData name="Arun Sunar" userId="3fa9774ca67c7ab5" providerId="LiveId" clId="{99F3C7D8-4A29-4C02-A3A8-EB62A8292378}" dt="2023-10-16T02:59:54.442" v="519"/>
        <pc:sldMkLst>
          <pc:docMk/>
          <pc:sldMk cId="312881459" sldId="266"/>
        </pc:sldMkLst>
        <pc:spChg chg="mod">
          <ac:chgData name="Arun Sunar" userId="3fa9774ca67c7ab5" providerId="LiveId" clId="{99F3C7D8-4A29-4C02-A3A8-EB62A8292378}" dt="2023-10-16T02:53:54.253" v="486"/>
          <ac:spMkLst>
            <pc:docMk/>
            <pc:sldMk cId="312881459" sldId="266"/>
            <ac:spMk id="2" creationId="{3A96DB1C-3B1B-1556-4B6B-D6D4AE963248}"/>
          </ac:spMkLst>
        </pc:spChg>
        <pc:spChg chg="mod">
          <ac:chgData name="Arun Sunar" userId="3fa9774ca67c7ab5" providerId="LiveId" clId="{99F3C7D8-4A29-4C02-A3A8-EB62A8292378}" dt="2023-10-16T02:59:54.442" v="519"/>
          <ac:spMkLst>
            <pc:docMk/>
            <pc:sldMk cId="312881459" sldId="266"/>
            <ac:spMk id="3" creationId="{6CB3CF6E-0987-46C3-4CBE-2A6948A7326E}"/>
          </ac:spMkLst>
        </pc:spChg>
      </pc:sldChg>
      <pc:sldChg chg="modSp new mod">
        <pc:chgData name="Arun Sunar" userId="3fa9774ca67c7ab5" providerId="LiveId" clId="{99F3C7D8-4A29-4C02-A3A8-EB62A8292378}" dt="2023-10-16T03:03:35.020" v="530" actId="14100"/>
        <pc:sldMkLst>
          <pc:docMk/>
          <pc:sldMk cId="22770560" sldId="267"/>
        </pc:sldMkLst>
        <pc:spChg chg="mod">
          <ac:chgData name="Arun Sunar" userId="3fa9774ca67c7ab5" providerId="LiveId" clId="{99F3C7D8-4A29-4C02-A3A8-EB62A8292378}" dt="2023-10-16T03:03:11.326" v="525"/>
          <ac:spMkLst>
            <pc:docMk/>
            <pc:sldMk cId="22770560" sldId="267"/>
            <ac:spMk id="2" creationId="{C6D0F314-6576-19A6-385A-0AB89752468C}"/>
          </ac:spMkLst>
        </pc:spChg>
        <pc:spChg chg="mod">
          <ac:chgData name="Arun Sunar" userId="3fa9774ca67c7ab5" providerId="LiveId" clId="{99F3C7D8-4A29-4C02-A3A8-EB62A8292378}" dt="2023-10-16T03:03:35.020" v="530" actId="14100"/>
          <ac:spMkLst>
            <pc:docMk/>
            <pc:sldMk cId="22770560" sldId="267"/>
            <ac:spMk id="3" creationId="{A5130292-8FE7-1F35-BEA3-5AA5FAF3791D}"/>
          </ac:spMkLst>
        </pc:spChg>
      </pc:sldChg>
      <pc:sldChg chg="modSp add mod">
        <pc:chgData name="Arun Sunar" userId="3fa9774ca67c7ab5" providerId="LiveId" clId="{99F3C7D8-4A29-4C02-A3A8-EB62A8292378}" dt="2023-10-16T03:10:19.044" v="587" actId="27636"/>
        <pc:sldMkLst>
          <pc:docMk/>
          <pc:sldMk cId="3817914705" sldId="268"/>
        </pc:sldMkLst>
        <pc:spChg chg="mod">
          <ac:chgData name="Arun Sunar" userId="3fa9774ca67c7ab5" providerId="LiveId" clId="{99F3C7D8-4A29-4C02-A3A8-EB62A8292378}" dt="2023-10-16T03:10:19.044" v="587" actId="27636"/>
          <ac:spMkLst>
            <pc:docMk/>
            <pc:sldMk cId="3817914705" sldId="268"/>
            <ac:spMk id="3" creationId="{A5130292-8FE7-1F35-BEA3-5AA5FAF3791D}"/>
          </ac:spMkLst>
        </pc:spChg>
      </pc:sldChg>
      <pc:sldChg chg="modSp new mod">
        <pc:chgData name="Arun Sunar" userId="3fa9774ca67c7ab5" providerId="LiveId" clId="{99F3C7D8-4A29-4C02-A3A8-EB62A8292378}" dt="2023-10-16T03:58:21.974" v="600"/>
        <pc:sldMkLst>
          <pc:docMk/>
          <pc:sldMk cId="936108489" sldId="269"/>
        </pc:sldMkLst>
        <pc:spChg chg="mod">
          <ac:chgData name="Arun Sunar" userId="3fa9774ca67c7ab5" providerId="LiveId" clId="{99F3C7D8-4A29-4C02-A3A8-EB62A8292378}" dt="2023-10-16T03:57:51.365" v="592" actId="1076"/>
          <ac:spMkLst>
            <pc:docMk/>
            <pc:sldMk cId="936108489" sldId="269"/>
            <ac:spMk id="2" creationId="{9CD3C92E-E726-1E54-BF7D-F576CA1394D3}"/>
          </ac:spMkLst>
        </pc:spChg>
        <pc:spChg chg="mod">
          <ac:chgData name="Arun Sunar" userId="3fa9774ca67c7ab5" providerId="LiveId" clId="{99F3C7D8-4A29-4C02-A3A8-EB62A8292378}" dt="2023-10-16T03:58:21.974" v="600"/>
          <ac:spMkLst>
            <pc:docMk/>
            <pc:sldMk cId="936108489" sldId="269"/>
            <ac:spMk id="3" creationId="{B3A58340-D58C-6D89-D295-1A2F584C1EB8}"/>
          </ac:spMkLst>
        </pc:spChg>
      </pc:sldChg>
      <pc:sldChg chg="addSp delSp modSp new mod">
        <pc:chgData name="Arun Sunar" userId="3fa9774ca67c7ab5" providerId="LiveId" clId="{99F3C7D8-4A29-4C02-A3A8-EB62A8292378}" dt="2023-10-16T04:03:56.076" v="644" actId="20577"/>
        <pc:sldMkLst>
          <pc:docMk/>
          <pc:sldMk cId="3338587012" sldId="270"/>
        </pc:sldMkLst>
        <pc:spChg chg="mod">
          <ac:chgData name="Arun Sunar" userId="3fa9774ca67c7ab5" providerId="LiveId" clId="{99F3C7D8-4A29-4C02-A3A8-EB62A8292378}" dt="2023-10-16T04:03:54.047" v="638" actId="20577"/>
          <ac:spMkLst>
            <pc:docMk/>
            <pc:sldMk cId="3338587012" sldId="270"/>
            <ac:spMk id="2" creationId="{42C435FC-AAC4-0522-ABAE-B532C64E5B36}"/>
          </ac:spMkLst>
        </pc:spChg>
        <pc:spChg chg="mod">
          <ac:chgData name="Arun Sunar" userId="3fa9774ca67c7ab5" providerId="LiveId" clId="{99F3C7D8-4A29-4C02-A3A8-EB62A8292378}" dt="2023-10-16T04:03:56.076" v="644" actId="20577"/>
          <ac:spMkLst>
            <pc:docMk/>
            <pc:sldMk cId="3338587012" sldId="270"/>
            <ac:spMk id="3" creationId="{D28F5534-0A39-E17C-5DF8-3C30F880D69F}"/>
          </ac:spMkLst>
        </pc:spChg>
        <pc:spChg chg="add del">
          <ac:chgData name="Arun Sunar" userId="3fa9774ca67c7ab5" providerId="LiveId" clId="{99F3C7D8-4A29-4C02-A3A8-EB62A8292378}" dt="2023-10-16T04:00:53.786" v="610"/>
          <ac:spMkLst>
            <pc:docMk/>
            <pc:sldMk cId="3338587012" sldId="270"/>
            <ac:spMk id="4" creationId="{7B52303A-CDE8-737E-4723-B39E33B40F83}"/>
          </ac:spMkLst>
        </pc:spChg>
        <pc:spChg chg="add del">
          <ac:chgData name="Arun Sunar" userId="3fa9774ca67c7ab5" providerId="LiveId" clId="{99F3C7D8-4A29-4C02-A3A8-EB62A8292378}" dt="2023-10-16T04:00:53.786" v="610"/>
          <ac:spMkLst>
            <pc:docMk/>
            <pc:sldMk cId="3338587012" sldId="270"/>
            <ac:spMk id="5" creationId="{3C81457C-1899-5B64-8C33-586D71C2E830}"/>
          </ac:spMkLst>
        </pc:spChg>
        <pc:spChg chg="add del">
          <ac:chgData name="Arun Sunar" userId="3fa9774ca67c7ab5" providerId="LiveId" clId="{99F3C7D8-4A29-4C02-A3A8-EB62A8292378}" dt="2023-10-16T04:00:53.786" v="610"/>
          <ac:spMkLst>
            <pc:docMk/>
            <pc:sldMk cId="3338587012" sldId="270"/>
            <ac:spMk id="6" creationId="{E7942EF3-110E-F2F0-A92E-F2DB48C9ED5F}"/>
          </ac:spMkLst>
        </pc:spChg>
        <pc:spChg chg="add del">
          <ac:chgData name="Arun Sunar" userId="3fa9774ca67c7ab5" providerId="LiveId" clId="{99F3C7D8-4A29-4C02-A3A8-EB62A8292378}" dt="2023-10-16T04:00:53.786" v="610"/>
          <ac:spMkLst>
            <pc:docMk/>
            <pc:sldMk cId="3338587012" sldId="270"/>
            <ac:spMk id="7" creationId="{30A32D05-7E8D-1A5B-2220-65D5B3263019}"/>
          </ac:spMkLst>
        </pc:spChg>
        <pc:spChg chg="add del">
          <ac:chgData name="Arun Sunar" userId="3fa9774ca67c7ab5" providerId="LiveId" clId="{99F3C7D8-4A29-4C02-A3A8-EB62A8292378}" dt="2023-10-16T04:00:53.786" v="610"/>
          <ac:spMkLst>
            <pc:docMk/>
            <pc:sldMk cId="3338587012" sldId="270"/>
            <ac:spMk id="8" creationId="{166B0475-942A-2A5A-D1FE-366ED6EFD3B0}"/>
          </ac:spMkLst>
        </pc:spChg>
        <pc:spChg chg="add del">
          <ac:chgData name="Arun Sunar" userId="3fa9774ca67c7ab5" providerId="LiveId" clId="{99F3C7D8-4A29-4C02-A3A8-EB62A8292378}" dt="2023-10-16T04:00:53.786" v="610"/>
          <ac:spMkLst>
            <pc:docMk/>
            <pc:sldMk cId="3338587012" sldId="270"/>
            <ac:spMk id="9" creationId="{CEC67D1F-B959-B060-E050-EE70A0D92A8D}"/>
          </ac:spMkLst>
        </pc:spChg>
        <pc:spChg chg="add del">
          <ac:chgData name="Arun Sunar" userId="3fa9774ca67c7ab5" providerId="LiveId" clId="{99F3C7D8-4A29-4C02-A3A8-EB62A8292378}" dt="2023-10-16T04:00:53.786" v="610"/>
          <ac:spMkLst>
            <pc:docMk/>
            <pc:sldMk cId="3338587012" sldId="270"/>
            <ac:spMk id="10" creationId="{B2D590F0-95BC-E3DA-1749-CF35F7BB5EF0}"/>
          </ac:spMkLst>
        </pc:spChg>
        <pc:spChg chg="add del">
          <ac:chgData name="Arun Sunar" userId="3fa9774ca67c7ab5" providerId="LiveId" clId="{99F3C7D8-4A29-4C02-A3A8-EB62A8292378}" dt="2023-10-16T04:00:53.786" v="610"/>
          <ac:spMkLst>
            <pc:docMk/>
            <pc:sldMk cId="3338587012" sldId="270"/>
            <ac:spMk id="11" creationId="{57D414A1-E9FE-1B18-2C52-75478DAFC710}"/>
          </ac:spMkLst>
        </pc:spChg>
        <pc:spChg chg="add del">
          <ac:chgData name="Arun Sunar" userId="3fa9774ca67c7ab5" providerId="LiveId" clId="{99F3C7D8-4A29-4C02-A3A8-EB62A8292378}" dt="2023-10-16T04:00:53.786" v="610"/>
          <ac:spMkLst>
            <pc:docMk/>
            <pc:sldMk cId="3338587012" sldId="270"/>
            <ac:spMk id="12" creationId="{098B5B64-8508-00C7-C5BC-931E4FFCAA52}"/>
          </ac:spMkLst>
        </pc:spChg>
        <pc:spChg chg="add del">
          <ac:chgData name="Arun Sunar" userId="3fa9774ca67c7ab5" providerId="LiveId" clId="{99F3C7D8-4A29-4C02-A3A8-EB62A8292378}" dt="2023-10-16T04:00:53.786" v="610"/>
          <ac:spMkLst>
            <pc:docMk/>
            <pc:sldMk cId="3338587012" sldId="270"/>
            <ac:spMk id="13" creationId="{EF8EA32C-3DF4-7A45-B80E-ED2C5E1A5412}"/>
          </ac:spMkLst>
        </pc:spChg>
        <pc:spChg chg="add del">
          <ac:chgData name="Arun Sunar" userId="3fa9774ca67c7ab5" providerId="LiveId" clId="{99F3C7D8-4A29-4C02-A3A8-EB62A8292378}" dt="2023-10-16T04:00:53.786" v="610"/>
          <ac:spMkLst>
            <pc:docMk/>
            <pc:sldMk cId="3338587012" sldId="270"/>
            <ac:spMk id="14" creationId="{1619969B-F4D7-C924-8886-9F8A2FD94F6F}"/>
          </ac:spMkLst>
        </pc:spChg>
        <pc:spChg chg="add del">
          <ac:chgData name="Arun Sunar" userId="3fa9774ca67c7ab5" providerId="LiveId" clId="{99F3C7D8-4A29-4C02-A3A8-EB62A8292378}" dt="2023-10-16T04:00:53.786" v="610"/>
          <ac:spMkLst>
            <pc:docMk/>
            <pc:sldMk cId="3338587012" sldId="270"/>
            <ac:spMk id="15" creationId="{13AB9F6D-063A-CCDA-9C0E-4D86B49AE220}"/>
          </ac:spMkLst>
        </pc:spChg>
        <pc:spChg chg="add del">
          <ac:chgData name="Arun Sunar" userId="3fa9774ca67c7ab5" providerId="LiveId" clId="{99F3C7D8-4A29-4C02-A3A8-EB62A8292378}" dt="2023-10-16T04:00:53.786" v="610"/>
          <ac:spMkLst>
            <pc:docMk/>
            <pc:sldMk cId="3338587012" sldId="270"/>
            <ac:spMk id="16" creationId="{0D62CD08-5BC8-1116-B2F3-DD7946CBA582}"/>
          </ac:spMkLst>
        </pc:spChg>
        <pc:spChg chg="add del">
          <ac:chgData name="Arun Sunar" userId="3fa9774ca67c7ab5" providerId="LiveId" clId="{99F3C7D8-4A29-4C02-A3A8-EB62A8292378}" dt="2023-10-16T04:00:53.786" v="610"/>
          <ac:spMkLst>
            <pc:docMk/>
            <pc:sldMk cId="3338587012" sldId="270"/>
            <ac:spMk id="17" creationId="{0F6C4712-8F07-4A32-C8EF-2219E4A92E50}"/>
          </ac:spMkLst>
        </pc:spChg>
        <pc:spChg chg="add del">
          <ac:chgData name="Arun Sunar" userId="3fa9774ca67c7ab5" providerId="LiveId" clId="{99F3C7D8-4A29-4C02-A3A8-EB62A8292378}" dt="2023-10-16T04:00:53.786" v="610"/>
          <ac:spMkLst>
            <pc:docMk/>
            <pc:sldMk cId="3338587012" sldId="270"/>
            <ac:spMk id="18" creationId="{C1BE1997-71B7-BB8A-BC5C-4467C28A148F}"/>
          </ac:spMkLst>
        </pc:spChg>
        <pc:spChg chg="add del">
          <ac:chgData name="Arun Sunar" userId="3fa9774ca67c7ab5" providerId="LiveId" clId="{99F3C7D8-4A29-4C02-A3A8-EB62A8292378}" dt="2023-10-16T04:02:12.276" v="620"/>
          <ac:spMkLst>
            <pc:docMk/>
            <pc:sldMk cId="3338587012" sldId="270"/>
            <ac:spMk id="19" creationId="{E347FD21-6CA0-50F9-C2A3-CBBD36E995DA}"/>
          </ac:spMkLst>
        </pc:spChg>
        <pc:spChg chg="add del">
          <ac:chgData name="Arun Sunar" userId="3fa9774ca67c7ab5" providerId="LiveId" clId="{99F3C7D8-4A29-4C02-A3A8-EB62A8292378}" dt="2023-10-16T04:02:12.276" v="620"/>
          <ac:spMkLst>
            <pc:docMk/>
            <pc:sldMk cId="3338587012" sldId="270"/>
            <ac:spMk id="20" creationId="{4728F0C7-94BB-AC89-1B40-B0FA44D04BCF}"/>
          </ac:spMkLst>
        </pc:spChg>
        <pc:spChg chg="add del">
          <ac:chgData name="Arun Sunar" userId="3fa9774ca67c7ab5" providerId="LiveId" clId="{99F3C7D8-4A29-4C02-A3A8-EB62A8292378}" dt="2023-10-16T04:02:12.276" v="620"/>
          <ac:spMkLst>
            <pc:docMk/>
            <pc:sldMk cId="3338587012" sldId="270"/>
            <ac:spMk id="21" creationId="{50041E3B-BB68-997E-1415-D0ACAA09B6E3}"/>
          </ac:spMkLst>
        </pc:spChg>
        <pc:spChg chg="add del">
          <ac:chgData name="Arun Sunar" userId="3fa9774ca67c7ab5" providerId="LiveId" clId="{99F3C7D8-4A29-4C02-A3A8-EB62A8292378}" dt="2023-10-16T04:02:12.276" v="620"/>
          <ac:spMkLst>
            <pc:docMk/>
            <pc:sldMk cId="3338587012" sldId="270"/>
            <ac:spMk id="22" creationId="{DB384BA3-266A-67F4-0E92-C674862428F4}"/>
          </ac:spMkLst>
        </pc:spChg>
        <pc:spChg chg="add del">
          <ac:chgData name="Arun Sunar" userId="3fa9774ca67c7ab5" providerId="LiveId" clId="{99F3C7D8-4A29-4C02-A3A8-EB62A8292378}" dt="2023-10-16T04:02:12.276" v="620"/>
          <ac:spMkLst>
            <pc:docMk/>
            <pc:sldMk cId="3338587012" sldId="270"/>
            <ac:spMk id="23" creationId="{DEF62DDF-0FEA-718A-8184-8EE90133B75B}"/>
          </ac:spMkLst>
        </pc:spChg>
        <pc:spChg chg="add del">
          <ac:chgData name="Arun Sunar" userId="3fa9774ca67c7ab5" providerId="LiveId" clId="{99F3C7D8-4A29-4C02-A3A8-EB62A8292378}" dt="2023-10-16T04:02:12.276" v="620"/>
          <ac:spMkLst>
            <pc:docMk/>
            <pc:sldMk cId="3338587012" sldId="270"/>
            <ac:spMk id="24" creationId="{EAC87930-0B96-F8BC-D862-3D0B89DCEEB8}"/>
          </ac:spMkLst>
        </pc:spChg>
        <pc:spChg chg="add del">
          <ac:chgData name="Arun Sunar" userId="3fa9774ca67c7ab5" providerId="LiveId" clId="{99F3C7D8-4A29-4C02-A3A8-EB62A8292378}" dt="2023-10-16T04:02:12.276" v="620"/>
          <ac:spMkLst>
            <pc:docMk/>
            <pc:sldMk cId="3338587012" sldId="270"/>
            <ac:spMk id="25" creationId="{4A3CAA97-3869-1485-A31E-BC9E41C8EBFB}"/>
          </ac:spMkLst>
        </pc:spChg>
        <pc:spChg chg="add del">
          <ac:chgData name="Arun Sunar" userId="3fa9774ca67c7ab5" providerId="LiveId" clId="{99F3C7D8-4A29-4C02-A3A8-EB62A8292378}" dt="2023-10-16T04:02:12.276" v="620"/>
          <ac:spMkLst>
            <pc:docMk/>
            <pc:sldMk cId="3338587012" sldId="270"/>
            <ac:spMk id="26" creationId="{9BDC99A9-BEBB-8331-C7FE-16981A7C25F0}"/>
          </ac:spMkLst>
        </pc:spChg>
        <pc:spChg chg="add del">
          <ac:chgData name="Arun Sunar" userId="3fa9774ca67c7ab5" providerId="LiveId" clId="{99F3C7D8-4A29-4C02-A3A8-EB62A8292378}" dt="2023-10-16T04:02:12.276" v="620"/>
          <ac:spMkLst>
            <pc:docMk/>
            <pc:sldMk cId="3338587012" sldId="270"/>
            <ac:spMk id="27" creationId="{DD5D590B-86C8-2E8D-4CE9-CBD844A5B0CA}"/>
          </ac:spMkLst>
        </pc:spChg>
        <pc:spChg chg="add del">
          <ac:chgData name="Arun Sunar" userId="3fa9774ca67c7ab5" providerId="LiveId" clId="{99F3C7D8-4A29-4C02-A3A8-EB62A8292378}" dt="2023-10-16T04:02:11.838" v="619" actId="22"/>
          <ac:spMkLst>
            <pc:docMk/>
            <pc:sldMk cId="3338587012" sldId="270"/>
            <ac:spMk id="29" creationId="{6321AFB0-2C1A-4D02-030D-9C48F8D3BFF1}"/>
          </ac:spMkLst>
        </pc:spChg>
      </pc:sldChg>
      <pc:sldChg chg="addSp delSp modSp new mod">
        <pc:chgData name="Arun Sunar" userId="3fa9774ca67c7ab5" providerId="LiveId" clId="{99F3C7D8-4A29-4C02-A3A8-EB62A8292378}" dt="2023-10-16T04:07:38.176" v="682" actId="27636"/>
        <pc:sldMkLst>
          <pc:docMk/>
          <pc:sldMk cId="4055128493" sldId="271"/>
        </pc:sldMkLst>
        <pc:spChg chg="mod">
          <ac:chgData name="Arun Sunar" userId="3fa9774ca67c7ab5" providerId="LiveId" clId="{99F3C7D8-4A29-4C02-A3A8-EB62A8292378}" dt="2023-10-16T04:07:34.959" v="680" actId="1076"/>
          <ac:spMkLst>
            <pc:docMk/>
            <pc:sldMk cId="4055128493" sldId="271"/>
            <ac:spMk id="2" creationId="{E2C78E67-1297-6A48-7EDB-12827CFCF3E0}"/>
          </ac:spMkLst>
        </pc:spChg>
        <pc:spChg chg="mod">
          <ac:chgData name="Arun Sunar" userId="3fa9774ca67c7ab5" providerId="LiveId" clId="{99F3C7D8-4A29-4C02-A3A8-EB62A8292378}" dt="2023-10-16T04:07:38.176" v="682" actId="27636"/>
          <ac:spMkLst>
            <pc:docMk/>
            <pc:sldMk cId="4055128493" sldId="271"/>
            <ac:spMk id="3" creationId="{DAEC8638-018E-FE58-8F3D-4DF19A4A4F50}"/>
          </ac:spMkLst>
        </pc:spChg>
        <pc:spChg chg="add del">
          <ac:chgData name="Arun Sunar" userId="3fa9774ca67c7ab5" providerId="LiveId" clId="{99F3C7D8-4A29-4C02-A3A8-EB62A8292378}" dt="2023-10-16T04:07:12.563" v="675"/>
          <ac:spMkLst>
            <pc:docMk/>
            <pc:sldMk cId="4055128493" sldId="271"/>
            <ac:spMk id="4" creationId="{CB05F51B-4FEF-CB7C-4E74-4C12A78E63AC}"/>
          </ac:spMkLst>
        </pc:spChg>
        <pc:spChg chg="add del">
          <ac:chgData name="Arun Sunar" userId="3fa9774ca67c7ab5" providerId="LiveId" clId="{99F3C7D8-4A29-4C02-A3A8-EB62A8292378}" dt="2023-10-16T04:07:12.563" v="675"/>
          <ac:spMkLst>
            <pc:docMk/>
            <pc:sldMk cId="4055128493" sldId="271"/>
            <ac:spMk id="5" creationId="{8A1F0DB2-D8BF-D0EB-D099-9BAAFAAD87B3}"/>
          </ac:spMkLst>
        </pc:spChg>
        <pc:spChg chg="add del">
          <ac:chgData name="Arun Sunar" userId="3fa9774ca67c7ab5" providerId="LiveId" clId="{99F3C7D8-4A29-4C02-A3A8-EB62A8292378}" dt="2023-10-16T04:07:12.563" v="675"/>
          <ac:spMkLst>
            <pc:docMk/>
            <pc:sldMk cId="4055128493" sldId="271"/>
            <ac:spMk id="6" creationId="{3F8EA805-EE1B-D7E0-9F0E-26FE69E471A6}"/>
          </ac:spMkLst>
        </pc:spChg>
        <pc:spChg chg="add del">
          <ac:chgData name="Arun Sunar" userId="3fa9774ca67c7ab5" providerId="LiveId" clId="{99F3C7D8-4A29-4C02-A3A8-EB62A8292378}" dt="2023-10-16T04:07:12.563" v="675"/>
          <ac:spMkLst>
            <pc:docMk/>
            <pc:sldMk cId="4055128493" sldId="271"/>
            <ac:spMk id="7" creationId="{A6FB10A6-4C0C-663F-938E-481112F10840}"/>
          </ac:spMkLst>
        </pc:spChg>
        <pc:spChg chg="add del">
          <ac:chgData name="Arun Sunar" userId="3fa9774ca67c7ab5" providerId="LiveId" clId="{99F3C7D8-4A29-4C02-A3A8-EB62A8292378}" dt="2023-10-16T04:07:12.563" v="675"/>
          <ac:spMkLst>
            <pc:docMk/>
            <pc:sldMk cId="4055128493" sldId="271"/>
            <ac:spMk id="8" creationId="{AB63DF9F-9B04-7289-AF57-C0103FD668AB}"/>
          </ac:spMkLst>
        </pc:spChg>
        <pc:spChg chg="add del">
          <ac:chgData name="Arun Sunar" userId="3fa9774ca67c7ab5" providerId="LiveId" clId="{99F3C7D8-4A29-4C02-A3A8-EB62A8292378}" dt="2023-10-16T04:07:12.563" v="675"/>
          <ac:spMkLst>
            <pc:docMk/>
            <pc:sldMk cId="4055128493" sldId="271"/>
            <ac:spMk id="9" creationId="{5D7D0AF9-926C-42DE-C669-C594A01D17C8}"/>
          </ac:spMkLst>
        </pc:spChg>
        <pc:spChg chg="add del">
          <ac:chgData name="Arun Sunar" userId="3fa9774ca67c7ab5" providerId="LiveId" clId="{99F3C7D8-4A29-4C02-A3A8-EB62A8292378}" dt="2023-10-16T04:07:12.563" v="675"/>
          <ac:spMkLst>
            <pc:docMk/>
            <pc:sldMk cId="4055128493" sldId="271"/>
            <ac:spMk id="10" creationId="{178E4619-AE85-3C22-CA29-766C78A2A9B1}"/>
          </ac:spMkLst>
        </pc:spChg>
        <pc:spChg chg="add del">
          <ac:chgData name="Arun Sunar" userId="3fa9774ca67c7ab5" providerId="LiveId" clId="{99F3C7D8-4A29-4C02-A3A8-EB62A8292378}" dt="2023-10-16T04:07:12.563" v="675"/>
          <ac:spMkLst>
            <pc:docMk/>
            <pc:sldMk cId="4055128493" sldId="271"/>
            <ac:spMk id="11" creationId="{914B74FC-B9F9-8A75-65A9-F761C477621B}"/>
          </ac:spMkLst>
        </pc:spChg>
        <pc:spChg chg="add del">
          <ac:chgData name="Arun Sunar" userId="3fa9774ca67c7ab5" providerId="LiveId" clId="{99F3C7D8-4A29-4C02-A3A8-EB62A8292378}" dt="2023-10-16T04:07:12.563" v="675"/>
          <ac:spMkLst>
            <pc:docMk/>
            <pc:sldMk cId="4055128493" sldId="271"/>
            <ac:spMk id="12" creationId="{9196BEC7-26A2-D7F4-53A5-25B393374650}"/>
          </ac:spMkLst>
        </pc:spChg>
        <pc:spChg chg="add del">
          <ac:chgData name="Arun Sunar" userId="3fa9774ca67c7ab5" providerId="LiveId" clId="{99F3C7D8-4A29-4C02-A3A8-EB62A8292378}" dt="2023-10-16T04:07:12.563" v="675"/>
          <ac:spMkLst>
            <pc:docMk/>
            <pc:sldMk cId="4055128493" sldId="271"/>
            <ac:spMk id="13" creationId="{B6963694-0B2B-51C2-8FA2-0579D42D0A63}"/>
          </ac:spMkLst>
        </pc:spChg>
        <pc:spChg chg="add del">
          <ac:chgData name="Arun Sunar" userId="3fa9774ca67c7ab5" providerId="LiveId" clId="{99F3C7D8-4A29-4C02-A3A8-EB62A8292378}" dt="2023-10-16T04:07:12.563" v="675"/>
          <ac:spMkLst>
            <pc:docMk/>
            <pc:sldMk cId="4055128493" sldId="271"/>
            <ac:spMk id="14" creationId="{4C427902-D8F3-1995-EFB9-FCFFA7DC1C27}"/>
          </ac:spMkLst>
        </pc:spChg>
        <pc:spChg chg="add del">
          <ac:chgData name="Arun Sunar" userId="3fa9774ca67c7ab5" providerId="LiveId" clId="{99F3C7D8-4A29-4C02-A3A8-EB62A8292378}" dt="2023-10-16T04:07:12.563" v="675"/>
          <ac:spMkLst>
            <pc:docMk/>
            <pc:sldMk cId="4055128493" sldId="271"/>
            <ac:spMk id="15" creationId="{412CD9AC-5506-9491-75A0-2885FCCD9DC8}"/>
          </ac:spMkLst>
        </pc:spChg>
        <pc:spChg chg="add del">
          <ac:chgData name="Arun Sunar" userId="3fa9774ca67c7ab5" providerId="LiveId" clId="{99F3C7D8-4A29-4C02-A3A8-EB62A8292378}" dt="2023-10-16T04:07:12.563" v="675"/>
          <ac:spMkLst>
            <pc:docMk/>
            <pc:sldMk cId="4055128493" sldId="271"/>
            <ac:spMk id="16" creationId="{8983FBDE-6FAA-A562-E112-356DA743E4F3}"/>
          </ac:spMkLst>
        </pc:spChg>
        <pc:spChg chg="add del">
          <ac:chgData name="Arun Sunar" userId="3fa9774ca67c7ab5" providerId="LiveId" clId="{99F3C7D8-4A29-4C02-A3A8-EB62A8292378}" dt="2023-10-16T04:07:12.563" v="675"/>
          <ac:spMkLst>
            <pc:docMk/>
            <pc:sldMk cId="4055128493" sldId="271"/>
            <ac:spMk id="17" creationId="{2B9C4D4A-0048-6FE4-D31D-CE8CBC256BEA}"/>
          </ac:spMkLst>
        </pc:spChg>
        <pc:spChg chg="add del">
          <ac:chgData name="Arun Sunar" userId="3fa9774ca67c7ab5" providerId="LiveId" clId="{99F3C7D8-4A29-4C02-A3A8-EB62A8292378}" dt="2023-10-16T04:07:12.563" v="675"/>
          <ac:spMkLst>
            <pc:docMk/>
            <pc:sldMk cId="4055128493" sldId="271"/>
            <ac:spMk id="18" creationId="{4C3709CD-D6E5-CCBD-6B03-9EFEDE92AED5}"/>
          </ac:spMkLst>
        </pc:spChg>
        <pc:spChg chg="add del">
          <ac:chgData name="Arun Sunar" userId="3fa9774ca67c7ab5" providerId="LiveId" clId="{99F3C7D8-4A29-4C02-A3A8-EB62A8292378}" dt="2023-10-16T04:07:12.563" v="675"/>
          <ac:spMkLst>
            <pc:docMk/>
            <pc:sldMk cId="4055128493" sldId="271"/>
            <ac:spMk id="19" creationId="{26FA09F2-BAE9-06FC-130C-2069C78ECC3D}"/>
          </ac:spMkLst>
        </pc:spChg>
        <pc:spChg chg="add del">
          <ac:chgData name="Arun Sunar" userId="3fa9774ca67c7ab5" providerId="LiveId" clId="{99F3C7D8-4A29-4C02-A3A8-EB62A8292378}" dt="2023-10-16T04:07:12.563" v="675"/>
          <ac:spMkLst>
            <pc:docMk/>
            <pc:sldMk cId="4055128493" sldId="271"/>
            <ac:spMk id="20" creationId="{BE166518-7C4F-E13B-674A-7671C04A54DC}"/>
          </ac:spMkLst>
        </pc:spChg>
        <pc:spChg chg="add del">
          <ac:chgData name="Arun Sunar" userId="3fa9774ca67c7ab5" providerId="LiveId" clId="{99F3C7D8-4A29-4C02-A3A8-EB62A8292378}" dt="2023-10-16T04:07:12.563" v="675"/>
          <ac:spMkLst>
            <pc:docMk/>
            <pc:sldMk cId="4055128493" sldId="271"/>
            <ac:spMk id="21" creationId="{05B88590-9EDD-43AA-5FCB-BA55C97E591A}"/>
          </ac:spMkLst>
        </pc:spChg>
        <pc:spChg chg="add del">
          <ac:chgData name="Arun Sunar" userId="3fa9774ca67c7ab5" providerId="LiveId" clId="{99F3C7D8-4A29-4C02-A3A8-EB62A8292378}" dt="2023-10-16T04:07:12.563" v="675"/>
          <ac:spMkLst>
            <pc:docMk/>
            <pc:sldMk cId="4055128493" sldId="271"/>
            <ac:spMk id="22" creationId="{9C62AA5A-802F-5B2D-180A-DDD53300A024}"/>
          </ac:spMkLst>
        </pc:spChg>
        <pc:spChg chg="add del">
          <ac:chgData name="Arun Sunar" userId="3fa9774ca67c7ab5" providerId="LiveId" clId="{99F3C7D8-4A29-4C02-A3A8-EB62A8292378}" dt="2023-10-16T04:07:12.563" v="675"/>
          <ac:spMkLst>
            <pc:docMk/>
            <pc:sldMk cId="4055128493" sldId="271"/>
            <ac:spMk id="23" creationId="{0B1CAB3F-0AAF-ED8E-BC06-79DB53FDC4BC}"/>
          </ac:spMkLst>
        </pc:spChg>
        <pc:spChg chg="add del">
          <ac:chgData name="Arun Sunar" userId="3fa9774ca67c7ab5" providerId="LiveId" clId="{99F3C7D8-4A29-4C02-A3A8-EB62A8292378}" dt="2023-10-16T04:07:12.563" v="675"/>
          <ac:spMkLst>
            <pc:docMk/>
            <pc:sldMk cId="4055128493" sldId="271"/>
            <ac:spMk id="24" creationId="{AE0C8F43-771D-43E5-6BDC-D9F3C52071D7}"/>
          </ac:spMkLst>
        </pc:spChg>
        <pc:spChg chg="add del">
          <ac:chgData name="Arun Sunar" userId="3fa9774ca67c7ab5" providerId="LiveId" clId="{99F3C7D8-4A29-4C02-A3A8-EB62A8292378}" dt="2023-10-16T04:07:12.563" v="675"/>
          <ac:spMkLst>
            <pc:docMk/>
            <pc:sldMk cId="4055128493" sldId="271"/>
            <ac:spMk id="25" creationId="{03CFC479-167A-C6F2-CC8A-4A4DE6B42CF2}"/>
          </ac:spMkLst>
        </pc:spChg>
        <pc:spChg chg="add del">
          <ac:chgData name="Arun Sunar" userId="3fa9774ca67c7ab5" providerId="LiveId" clId="{99F3C7D8-4A29-4C02-A3A8-EB62A8292378}" dt="2023-10-16T04:07:12.563" v="675"/>
          <ac:spMkLst>
            <pc:docMk/>
            <pc:sldMk cId="4055128493" sldId="271"/>
            <ac:spMk id="26" creationId="{B108D5F4-F668-706C-E50E-A2E1A79AAC4A}"/>
          </ac:spMkLst>
        </pc:spChg>
        <pc:spChg chg="add del">
          <ac:chgData name="Arun Sunar" userId="3fa9774ca67c7ab5" providerId="LiveId" clId="{99F3C7D8-4A29-4C02-A3A8-EB62A8292378}" dt="2023-10-16T04:07:12.563" v="675"/>
          <ac:spMkLst>
            <pc:docMk/>
            <pc:sldMk cId="4055128493" sldId="271"/>
            <ac:spMk id="27" creationId="{95F86841-03E9-E83A-5512-5017E1C31598}"/>
          </ac:spMkLst>
        </pc:spChg>
        <pc:spChg chg="add del">
          <ac:chgData name="Arun Sunar" userId="3fa9774ca67c7ab5" providerId="LiveId" clId="{99F3C7D8-4A29-4C02-A3A8-EB62A8292378}" dt="2023-10-16T04:07:12.563" v="675"/>
          <ac:spMkLst>
            <pc:docMk/>
            <pc:sldMk cId="4055128493" sldId="271"/>
            <ac:spMk id="28" creationId="{CC833A10-EBDC-F1D4-8B99-7442F36A064C}"/>
          </ac:spMkLst>
        </pc:spChg>
        <pc:spChg chg="add del">
          <ac:chgData name="Arun Sunar" userId="3fa9774ca67c7ab5" providerId="LiveId" clId="{99F3C7D8-4A29-4C02-A3A8-EB62A8292378}" dt="2023-10-16T04:07:12.563" v="675"/>
          <ac:spMkLst>
            <pc:docMk/>
            <pc:sldMk cId="4055128493" sldId="271"/>
            <ac:spMk id="29" creationId="{440F3868-4099-2806-966F-EF3164B9C974}"/>
          </ac:spMkLst>
        </pc:spChg>
        <pc:spChg chg="add del">
          <ac:chgData name="Arun Sunar" userId="3fa9774ca67c7ab5" providerId="LiveId" clId="{99F3C7D8-4A29-4C02-A3A8-EB62A8292378}" dt="2023-10-16T04:07:12.563" v="675"/>
          <ac:spMkLst>
            <pc:docMk/>
            <pc:sldMk cId="4055128493" sldId="271"/>
            <ac:spMk id="30" creationId="{D907995D-2634-CBC2-57D8-65F336664A82}"/>
          </ac:spMkLst>
        </pc:spChg>
        <pc:spChg chg="add del">
          <ac:chgData name="Arun Sunar" userId="3fa9774ca67c7ab5" providerId="LiveId" clId="{99F3C7D8-4A29-4C02-A3A8-EB62A8292378}" dt="2023-10-16T04:07:12.563" v="675"/>
          <ac:spMkLst>
            <pc:docMk/>
            <pc:sldMk cId="4055128493" sldId="271"/>
            <ac:spMk id="31" creationId="{355E2D74-9D29-EED7-E804-2C01F5A22C4E}"/>
          </ac:spMkLst>
        </pc:spChg>
        <pc:spChg chg="add del">
          <ac:chgData name="Arun Sunar" userId="3fa9774ca67c7ab5" providerId="LiveId" clId="{99F3C7D8-4A29-4C02-A3A8-EB62A8292378}" dt="2023-10-16T04:07:12.563" v="675"/>
          <ac:spMkLst>
            <pc:docMk/>
            <pc:sldMk cId="4055128493" sldId="271"/>
            <ac:spMk id="32" creationId="{078ED853-8C5E-242D-2197-ECC1408080D2}"/>
          </ac:spMkLst>
        </pc:spChg>
      </pc:sldChg>
      <pc:sldChg chg="modSp add mod">
        <pc:chgData name="Arun Sunar" userId="3fa9774ca67c7ab5" providerId="LiveId" clId="{99F3C7D8-4A29-4C02-A3A8-EB62A8292378}" dt="2023-10-16T04:04:47.482" v="658"/>
        <pc:sldMkLst>
          <pc:docMk/>
          <pc:sldMk cId="376398200" sldId="272"/>
        </pc:sldMkLst>
        <pc:spChg chg="mod">
          <ac:chgData name="Arun Sunar" userId="3fa9774ca67c7ab5" providerId="LiveId" clId="{99F3C7D8-4A29-4C02-A3A8-EB62A8292378}" dt="2023-10-16T04:04:10.169" v="648" actId="27636"/>
          <ac:spMkLst>
            <pc:docMk/>
            <pc:sldMk cId="376398200" sldId="272"/>
            <ac:spMk id="2" creationId="{42C435FC-AAC4-0522-ABAE-B532C64E5B36}"/>
          </ac:spMkLst>
        </pc:spChg>
        <pc:spChg chg="mod">
          <ac:chgData name="Arun Sunar" userId="3fa9774ca67c7ab5" providerId="LiveId" clId="{99F3C7D8-4A29-4C02-A3A8-EB62A8292378}" dt="2023-10-16T04:04:47.482" v="658"/>
          <ac:spMkLst>
            <pc:docMk/>
            <pc:sldMk cId="376398200" sldId="272"/>
            <ac:spMk id="3" creationId="{D28F5534-0A39-E17C-5DF8-3C30F880D69F}"/>
          </ac:spMkLst>
        </pc:spChg>
      </pc:sldChg>
      <pc:sldChg chg="modSp add mod">
        <pc:chgData name="Arun Sunar" userId="3fa9774ca67c7ab5" providerId="LiveId" clId="{99F3C7D8-4A29-4C02-A3A8-EB62A8292378}" dt="2023-10-16T04:05:46.398" v="669"/>
        <pc:sldMkLst>
          <pc:docMk/>
          <pc:sldMk cId="373660470" sldId="273"/>
        </pc:sldMkLst>
        <pc:spChg chg="mod">
          <ac:chgData name="Arun Sunar" userId="3fa9774ca67c7ab5" providerId="LiveId" clId="{99F3C7D8-4A29-4C02-A3A8-EB62A8292378}" dt="2023-10-16T04:05:01.173" v="660"/>
          <ac:spMkLst>
            <pc:docMk/>
            <pc:sldMk cId="373660470" sldId="273"/>
            <ac:spMk id="2" creationId="{42C435FC-AAC4-0522-ABAE-B532C64E5B36}"/>
          </ac:spMkLst>
        </pc:spChg>
        <pc:spChg chg="mod">
          <ac:chgData name="Arun Sunar" userId="3fa9774ca67c7ab5" providerId="LiveId" clId="{99F3C7D8-4A29-4C02-A3A8-EB62A8292378}" dt="2023-10-16T04:05:46.398" v="669"/>
          <ac:spMkLst>
            <pc:docMk/>
            <pc:sldMk cId="373660470" sldId="273"/>
            <ac:spMk id="3" creationId="{D28F5534-0A39-E17C-5DF8-3C30F880D69F}"/>
          </ac:spMkLst>
        </pc:spChg>
      </pc:sldChg>
      <pc:sldChg chg="modSp add mod">
        <pc:chgData name="Arun Sunar" userId="3fa9774ca67c7ab5" providerId="LiveId" clId="{99F3C7D8-4A29-4C02-A3A8-EB62A8292378}" dt="2023-10-16T04:06:02.880" v="672"/>
        <pc:sldMkLst>
          <pc:docMk/>
          <pc:sldMk cId="4255674944" sldId="274"/>
        </pc:sldMkLst>
        <pc:spChg chg="mod">
          <ac:chgData name="Arun Sunar" userId="3fa9774ca67c7ab5" providerId="LiveId" clId="{99F3C7D8-4A29-4C02-A3A8-EB62A8292378}" dt="2023-10-16T04:05:56.020" v="671"/>
          <ac:spMkLst>
            <pc:docMk/>
            <pc:sldMk cId="4255674944" sldId="274"/>
            <ac:spMk id="2" creationId="{42C435FC-AAC4-0522-ABAE-B532C64E5B36}"/>
          </ac:spMkLst>
        </pc:spChg>
        <pc:spChg chg="mod">
          <ac:chgData name="Arun Sunar" userId="3fa9774ca67c7ab5" providerId="LiveId" clId="{99F3C7D8-4A29-4C02-A3A8-EB62A8292378}" dt="2023-10-16T04:06:02.880" v="672"/>
          <ac:spMkLst>
            <pc:docMk/>
            <pc:sldMk cId="4255674944" sldId="274"/>
            <ac:spMk id="3" creationId="{D28F5534-0A39-E17C-5DF8-3C30F880D69F}"/>
          </ac:spMkLst>
        </pc:spChg>
      </pc:sldChg>
      <pc:sldChg chg="modSp add mod">
        <pc:chgData name="Arun Sunar" userId="3fa9774ca67c7ab5" providerId="LiveId" clId="{99F3C7D8-4A29-4C02-A3A8-EB62A8292378}" dt="2023-10-16T04:09:44.925" v="692"/>
        <pc:sldMkLst>
          <pc:docMk/>
          <pc:sldMk cId="1429066431" sldId="275"/>
        </pc:sldMkLst>
        <pc:spChg chg="mod">
          <ac:chgData name="Arun Sunar" userId="3fa9774ca67c7ab5" providerId="LiveId" clId="{99F3C7D8-4A29-4C02-A3A8-EB62A8292378}" dt="2023-10-16T04:09:08.649" v="685"/>
          <ac:spMkLst>
            <pc:docMk/>
            <pc:sldMk cId="1429066431" sldId="275"/>
            <ac:spMk id="2" creationId="{E2C78E67-1297-6A48-7EDB-12827CFCF3E0}"/>
          </ac:spMkLst>
        </pc:spChg>
        <pc:spChg chg="mod">
          <ac:chgData name="Arun Sunar" userId="3fa9774ca67c7ab5" providerId="LiveId" clId="{99F3C7D8-4A29-4C02-A3A8-EB62A8292378}" dt="2023-10-16T04:09:44.925" v="692"/>
          <ac:spMkLst>
            <pc:docMk/>
            <pc:sldMk cId="1429066431" sldId="275"/>
            <ac:spMk id="3" creationId="{DAEC8638-018E-FE58-8F3D-4DF19A4A4F50}"/>
          </ac:spMkLst>
        </pc:spChg>
      </pc:sldChg>
      <pc:sldChg chg="modSp add mod">
        <pc:chgData name="Arun Sunar" userId="3fa9774ca67c7ab5" providerId="LiveId" clId="{99F3C7D8-4A29-4C02-A3A8-EB62A8292378}" dt="2023-10-16T04:10:13.016" v="696" actId="27636"/>
        <pc:sldMkLst>
          <pc:docMk/>
          <pc:sldMk cId="2885238511" sldId="276"/>
        </pc:sldMkLst>
        <pc:spChg chg="mod">
          <ac:chgData name="Arun Sunar" userId="3fa9774ca67c7ab5" providerId="LiveId" clId="{99F3C7D8-4A29-4C02-A3A8-EB62A8292378}" dt="2023-10-16T04:10:02.165" v="694"/>
          <ac:spMkLst>
            <pc:docMk/>
            <pc:sldMk cId="2885238511" sldId="276"/>
            <ac:spMk id="2" creationId="{E2C78E67-1297-6A48-7EDB-12827CFCF3E0}"/>
          </ac:spMkLst>
        </pc:spChg>
        <pc:spChg chg="mod">
          <ac:chgData name="Arun Sunar" userId="3fa9774ca67c7ab5" providerId="LiveId" clId="{99F3C7D8-4A29-4C02-A3A8-EB62A8292378}" dt="2023-10-16T04:10:13.016" v="696" actId="27636"/>
          <ac:spMkLst>
            <pc:docMk/>
            <pc:sldMk cId="2885238511" sldId="276"/>
            <ac:spMk id="3" creationId="{DAEC8638-018E-FE58-8F3D-4DF19A4A4F50}"/>
          </ac:spMkLst>
        </pc:spChg>
      </pc:sldChg>
      <pc:sldChg chg="addSp delSp modSp new mod">
        <pc:chgData name="Arun Sunar" userId="3fa9774ca67c7ab5" providerId="LiveId" clId="{99F3C7D8-4A29-4C02-A3A8-EB62A8292378}" dt="2023-10-16T05:20:16.715" v="711" actId="5793"/>
        <pc:sldMkLst>
          <pc:docMk/>
          <pc:sldMk cId="827254485" sldId="277"/>
        </pc:sldMkLst>
        <pc:spChg chg="mod">
          <ac:chgData name="Arun Sunar" userId="3fa9774ca67c7ab5" providerId="LiveId" clId="{99F3C7D8-4A29-4C02-A3A8-EB62A8292378}" dt="2023-10-16T05:19:04.973" v="701" actId="27636"/>
          <ac:spMkLst>
            <pc:docMk/>
            <pc:sldMk cId="827254485" sldId="277"/>
            <ac:spMk id="2" creationId="{783A6DBD-95B8-B614-EF89-9C4D57D6D6A7}"/>
          </ac:spMkLst>
        </pc:spChg>
        <pc:spChg chg="mod">
          <ac:chgData name="Arun Sunar" userId="3fa9774ca67c7ab5" providerId="LiveId" clId="{99F3C7D8-4A29-4C02-A3A8-EB62A8292378}" dt="2023-10-16T05:20:16.715" v="711" actId="5793"/>
          <ac:spMkLst>
            <pc:docMk/>
            <pc:sldMk cId="827254485" sldId="277"/>
            <ac:spMk id="3" creationId="{3E76571D-B670-4144-6CAC-436C44E5912D}"/>
          </ac:spMkLst>
        </pc:spChg>
        <pc:spChg chg="add del">
          <ac:chgData name="Arun Sunar" userId="3fa9774ca67c7ab5" providerId="LiveId" clId="{99F3C7D8-4A29-4C02-A3A8-EB62A8292378}" dt="2023-10-16T05:19:22.181" v="703"/>
          <ac:spMkLst>
            <pc:docMk/>
            <pc:sldMk cId="827254485" sldId="277"/>
            <ac:spMk id="4" creationId="{9379D290-D9B7-52FA-0403-396BE1FBBC1A}"/>
          </ac:spMkLst>
        </pc:spChg>
        <pc:spChg chg="add del">
          <ac:chgData name="Arun Sunar" userId="3fa9774ca67c7ab5" providerId="LiveId" clId="{99F3C7D8-4A29-4C02-A3A8-EB62A8292378}" dt="2023-10-16T05:19:22.181" v="703"/>
          <ac:spMkLst>
            <pc:docMk/>
            <pc:sldMk cId="827254485" sldId="277"/>
            <ac:spMk id="5" creationId="{41663C9C-F1B5-8989-1BA4-A8A637574D1F}"/>
          </ac:spMkLst>
        </pc:spChg>
        <pc:spChg chg="add del">
          <ac:chgData name="Arun Sunar" userId="3fa9774ca67c7ab5" providerId="LiveId" clId="{99F3C7D8-4A29-4C02-A3A8-EB62A8292378}" dt="2023-10-16T05:19:22.181" v="703"/>
          <ac:spMkLst>
            <pc:docMk/>
            <pc:sldMk cId="827254485" sldId="277"/>
            <ac:spMk id="6" creationId="{55874B15-DB47-6D67-3D49-FD5785CB6BE5}"/>
          </ac:spMkLst>
        </pc:spChg>
      </pc:sldChg>
      <pc:sldChg chg="modSp add mod">
        <pc:chgData name="Arun Sunar" userId="3fa9774ca67c7ab5" providerId="LiveId" clId="{99F3C7D8-4A29-4C02-A3A8-EB62A8292378}" dt="2023-10-16T05:22:05.450" v="722"/>
        <pc:sldMkLst>
          <pc:docMk/>
          <pc:sldMk cId="1735463226" sldId="278"/>
        </pc:sldMkLst>
        <pc:spChg chg="mod">
          <ac:chgData name="Arun Sunar" userId="3fa9774ca67c7ab5" providerId="LiveId" clId="{99F3C7D8-4A29-4C02-A3A8-EB62A8292378}" dt="2023-10-16T05:20:36.970" v="713"/>
          <ac:spMkLst>
            <pc:docMk/>
            <pc:sldMk cId="1735463226" sldId="278"/>
            <ac:spMk id="2" creationId="{783A6DBD-95B8-B614-EF89-9C4D57D6D6A7}"/>
          </ac:spMkLst>
        </pc:spChg>
        <pc:spChg chg="mod">
          <ac:chgData name="Arun Sunar" userId="3fa9774ca67c7ab5" providerId="LiveId" clId="{99F3C7D8-4A29-4C02-A3A8-EB62A8292378}" dt="2023-10-16T05:22:05.450" v="722"/>
          <ac:spMkLst>
            <pc:docMk/>
            <pc:sldMk cId="1735463226" sldId="278"/>
            <ac:spMk id="3" creationId="{3E76571D-B670-4144-6CAC-436C44E5912D}"/>
          </ac:spMkLst>
        </pc:spChg>
      </pc:sldChg>
      <pc:sldChg chg="modSp add mod">
        <pc:chgData name="Arun Sunar" userId="3fa9774ca67c7ab5" providerId="LiveId" clId="{99F3C7D8-4A29-4C02-A3A8-EB62A8292378}" dt="2023-10-16T05:23:03.739" v="727"/>
        <pc:sldMkLst>
          <pc:docMk/>
          <pc:sldMk cId="3004788958" sldId="279"/>
        </pc:sldMkLst>
        <pc:spChg chg="mod">
          <ac:chgData name="Arun Sunar" userId="3fa9774ca67c7ab5" providerId="LiveId" clId="{99F3C7D8-4A29-4C02-A3A8-EB62A8292378}" dt="2023-10-16T05:22:17.790" v="725"/>
          <ac:spMkLst>
            <pc:docMk/>
            <pc:sldMk cId="3004788958" sldId="279"/>
            <ac:spMk id="2" creationId="{783A6DBD-95B8-B614-EF89-9C4D57D6D6A7}"/>
          </ac:spMkLst>
        </pc:spChg>
        <pc:spChg chg="mod">
          <ac:chgData name="Arun Sunar" userId="3fa9774ca67c7ab5" providerId="LiveId" clId="{99F3C7D8-4A29-4C02-A3A8-EB62A8292378}" dt="2023-10-16T05:23:03.739" v="727"/>
          <ac:spMkLst>
            <pc:docMk/>
            <pc:sldMk cId="3004788958" sldId="279"/>
            <ac:spMk id="3" creationId="{3E76571D-B670-4144-6CAC-436C44E5912D}"/>
          </ac:spMkLst>
        </pc:spChg>
      </pc:sldChg>
      <pc:sldChg chg="addSp delSp modSp add mod">
        <pc:chgData name="Arun Sunar" userId="3fa9774ca67c7ab5" providerId="LiveId" clId="{99F3C7D8-4A29-4C02-A3A8-EB62A8292378}" dt="2023-10-16T05:24:25.992" v="746"/>
        <pc:sldMkLst>
          <pc:docMk/>
          <pc:sldMk cId="1269308110" sldId="280"/>
        </pc:sldMkLst>
        <pc:spChg chg="mod">
          <ac:chgData name="Arun Sunar" userId="3fa9774ca67c7ab5" providerId="LiveId" clId="{99F3C7D8-4A29-4C02-A3A8-EB62A8292378}" dt="2023-10-16T05:23:48.596" v="732"/>
          <ac:spMkLst>
            <pc:docMk/>
            <pc:sldMk cId="1269308110" sldId="280"/>
            <ac:spMk id="2" creationId="{783A6DBD-95B8-B614-EF89-9C4D57D6D6A7}"/>
          </ac:spMkLst>
        </pc:spChg>
        <pc:spChg chg="add del mod">
          <ac:chgData name="Arun Sunar" userId="3fa9774ca67c7ab5" providerId="LiveId" clId="{99F3C7D8-4A29-4C02-A3A8-EB62A8292378}" dt="2023-10-16T05:24:25.992" v="746"/>
          <ac:spMkLst>
            <pc:docMk/>
            <pc:sldMk cId="1269308110" sldId="280"/>
            <ac:spMk id="3" creationId="{3E76571D-B670-4144-6CAC-436C44E5912D}"/>
          </ac:spMkLst>
        </pc:spChg>
        <pc:spChg chg="add del">
          <ac:chgData name="Arun Sunar" userId="3fa9774ca67c7ab5" providerId="LiveId" clId="{99F3C7D8-4A29-4C02-A3A8-EB62A8292378}" dt="2023-10-16T05:23:47.909" v="731"/>
          <ac:spMkLst>
            <pc:docMk/>
            <pc:sldMk cId="1269308110" sldId="280"/>
            <ac:spMk id="4" creationId="{3711627B-5115-167F-07BD-48C0025FC6C2}"/>
          </ac:spMkLst>
        </pc:spChg>
        <pc:spChg chg="add del mod">
          <ac:chgData name="Arun Sunar" userId="3fa9774ca67c7ab5" providerId="LiveId" clId="{99F3C7D8-4A29-4C02-A3A8-EB62A8292378}" dt="2023-10-16T05:23:56.601" v="735"/>
          <ac:spMkLst>
            <pc:docMk/>
            <pc:sldMk cId="1269308110" sldId="280"/>
            <ac:spMk id="5" creationId="{FDFD65E7-B73D-7185-0292-0A6C60516E5F}"/>
          </ac:spMkLst>
        </pc:spChg>
      </pc:sldChg>
      <pc:sldChg chg="modSp add mod">
        <pc:chgData name="Arun Sunar" userId="3fa9774ca67c7ab5" providerId="LiveId" clId="{99F3C7D8-4A29-4C02-A3A8-EB62A8292378}" dt="2023-10-16T05:25:21.003" v="752" actId="20577"/>
        <pc:sldMkLst>
          <pc:docMk/>
          <pc:sldMk cId="1818450620" sldId="281"/>
        </pc:sldMkLst>
        <pc:spChg chg="mod">
          <ac:chgData name="Arun Sunar" userId="3fa9774ca67c7ab5" providerId="LiveId" clId="{99F3C7D8-4A29-4C02-A3A8-EB62A8292378}" dt="2023-10-16T05:24:41.400" v="748"/>
          <ac:spMkLst>
            <pc:docMk/>
            <pc:sldMk cId="1818450620" sldId="281"/>
            <ac:spMk id="2" creationId="{783A6DBD-95B8-B614-EF89-9C4D57D6D6A7}"/>
          </ac:spMkLst>
        </pc:spChg>
        <pc:spChg chg="mod">
          <ac:chgData name="Arun Sunar" userId="3fa9774ca67c7ab5" providerId="LiveId" clId="{99F3C7D8-4A29-4C02-A3A8-EB62A8292378}" dt="2023-10-16T05:25:21.003" v="752" actId="20577"/>
          <ac:spMkLst>
            <pc:docMk/>
            <pc:sldMk cId="1818450620" sldId="281"/>
            <ac:spMk id="3" creationId="{3E76571D-B670-4144-6CAC-436C44E5912D}"/>
          </ac:spMkLst>
        </pc:spChg>
      </pc:sldChg>
      <pc:sldChg chg="addSp delSp modSp add mod">
        <pc:chgData name="Arun Sunar" userId="3fa9774ca67c7ab5" providerId="LiveId" clId="{99F3C7D8-4A29-4C02-A3A8-EB62A8292378}" dt="2023-10-16T05:28:59.310" v="762"/>
        <pc:sldMkLst>
          <pc:docMk/>
          <pc:sldMk cId="393867354" sldId="282"/>
        </pc:sldMkLst>
        <pc:spChg chg="mod">
          <ac:chgData name="Arun Sunar" userId="3fa9774ca67c7ab5" providerId="LiveId" clId="{99F3C7D8-4A29-4C02-A3A8-EB62A8292378}" dt="2023-10-16T05:28:59.310" v="762"/>
          <ac:spMkLst>
            <pc:docMk/>
            <pc:sldMk cId="393867354" sldId="282"/>
            <ac:spMk id="3" creationId="{3E76571D-B670-4144-6CAC-436C44E5912D}"/>
          </ac:spMkLst>
        </pc:spChg>
        <pc:spChg chg="add del">
          <ac:chgData name="Arun Sunar" userId="3fa9774ca67c7ab5" providerId="LiveId" clId="{99F3C7D8-4A29-4C02-A3A8-EB62A8292378}" dt="2023-10-16T05:28:04.330" v="755"/>
          <ac:spMkLst>
            <pc:docMk/>
            <pc:sldMk cId="393867354" sldId="282"/>
            <ac:spMk id="4" creationId="{7DE978FD-33D3-2152-68A8-A87B9E372C97}"/>
          </ac:spMkLst>
        </pc:spChg>
      </pc:sldChg>
      <pc:sldChg chg="modSp add mod">
        <pc:chgData name="Arun Sunar" userId="3fa9774ca67c7ab5" providerId="LiveId" clId="{99F3C7D8-4A29-4C02-A3A8-EB62A8292378}" dt="2023-10-16T05:29:16.097" v="765" actId="27636"/>
        <pc:sldMkLst>
          <pc:docMk/>
          <pc:sldMk cId="1787440573" sldId="283"/>
        </pc:sldMkLst>
        <pc:spChg chg="mod">
          <ac:chgData name="Arun Sunar" userId="3fa9774ca67c7ab5" providerId="LiveId" clId="{99F3C7D8-4A29-4C02-A3A8-EB62A8292378}" dt="2023-10-16T05:29:16.097" v="765" actId="27636"/>
          <ac:spMkLst>
            <pc:docMk/>
            <pc:sldMk cId="1787440573" sldId="283"/>
            <ac:spMk id="3" creationId="{3E76571D-B670-4144-6CAC-436C44E5912D}"/>
          </ac:spMkLst>
        </pc:spChg>
      </pc:sldChg>
      <pc:sldChg chg="modSp add mod">
        <pc:chgData name="Arun Sunar" userId="3fa9774ca67c7ab5" providerId="LiveId" clId="{99F3C7D8-4A29-4C02-A3A8-EB62A8292378}" dt="2023-10-16T05:30:04.378" v="768" actId="27636"/>
        <pc:sldMkLst>
          <pc:docMk/>
          <pc:sldMk cId="1470330169" sldId="284"/>
        </pc:sldMkLst>
        <pc:spChg chg="mod">
          <ac:chgData name="Arun Sunar" userId="3fa9774ca67c7ab5" providerId="LiveId" clId="{99F3C7D8-4A29-4C02-A3A8-EB62A8292378}" dt="2023-10-16T05:30:04.378" v="768" actId="27636"/>
          <ac:spMkLst>
            <pc:docMk/>
            <pc:sldMk cId="1470330169" sldId="284"/>
            <ac:spMk id="3" creationId="{3E76571D-B670-4144-6CAC-436C44E5912D}"/>
          </ac:spMkLst>
        </pc:spChg>
      </pc:sldChg>
      <pc:sldChg chg="modSp new mod">
        <pc:chgData name="Arun Sunar" userId="3fa9774ca67c7ab5" providerId="LiveId" clId="{99F3C7D8-4A29-4C02-A3A8-EB62A8292378}" dt="2023-10-16T08:01:28.264" v="792" actId="20577"/>
        <pc:sldMkLst>
          <pc:docMk/>
          <pc:sldMk cId="379181950" sldId="285"/>
        </pc:sldMkLst>
        <pc:spChg chg="mod">
          <ac:chgData name="Arun Sunar" userId="3fa9774ca67c7ab5" providerId="LiveId" clId="{99F3C7D8-4A29-4C02-A3A8-EB62A8292378}" dt="2023-10-16T05:38:06.685" v="780" actId="313"/>
          <ac:spMkLst>
            <pc:docMk/>
            <pc:sldMk cId="379181950" sldId="285"/>
            <ac:spMk id="2" creationId="{0E69045B-F50A-C90B-4188-92177F426CF2}"/>
          </ac:spMkLst>
        </pc:spChg>
        <pc:spChg chg="mod">
          <ac:chgData name="Arun Sunar" userId="3fa9774ca67c7ab5" providerId="LiveId" clId="{99F3C7D8-4A29-4C02-A3A8-EB62A8292378}" dt="2023-10-16T08:01:28.264" v="792" actId="20577"/>
          <ac:spMkLst>
            <pc:docMk/>
            <pc:sldMk cId="379181950" sldId="285"/>
            <ac:spMk id="3" creationId="{A8A9E8B1-D368-4EAE-2ADE-7230FA6B9B57}"/>
          </ac:spMkLst>
        </pc:spChg>
      </pc:sldChg>
      <pc:sldChg chg="addSp delSp modSp new mod">
        <pc:chgData name="Arun Sunar" userId="3fa9774ca67c7ab5" providerId="LiveId" clId="{99F3C7D8-4A29-4C02-A3A8-EB62A8292378}" dt="2023-10-16T12:53:16.251" v="837" actId="20577"/>
        <pc:sldMkLst>
          <pc:docMk/>
          <pc:sldMk cId="3852965261" sldId="286"/>
        </pc:sldMkLst>
        <pc:spChg chg="mod">
          <ac:chgData name="Arun Sunar" userId="3fa9774ca67c7ab5" providerId="LiveId" clId="{99F3C7D8-4A29-4C02-A3A8-EB62A8292378}" dt="2023-10-16T12:32:32.668" v="802" actId="14100"/>
          <ac:spMkLst>
            <pc:docMk/>
            <pc:sldMk cId="3852965261" sldId="286"/>
            <ac:spMk id="2" creationId="{7E37B6C2-F459-080B-9D26-3693BE2FB35D}"/>
          </ac:spMkLst>
        </pc:spChg>
        <pc:spChg chg="mod">
          <ac:chgData name="Arun Sunar" userId="3fa9774ca67c7ab5" providerId="LiveId" clId="{99F3C7D8-4A29-4C02-A3A8-EB62A8292378}" dt="2023-10-16T12:53:16.251" v="837" actId="20577"/>
          <ac:spMkLst>
            <pc:docMk/>
            <pc:sldMk cId="3852965261" sldId="286"/>
            <ac:spMk id="3" creationId="{629F110B-83E9-8B8F-A33B-A9C21466B671}"/>
          </ac:spMkLst>
        </pc:spChg>
        <pc:spChg chg="add del">
          <ac:chgData name="Arun Sunar" userId="3fa9774ca67c7ab5" providerId="LiveId" clId="{99F3C7D8-4A29-4C02-A3A8-EB62A8292378}" dt="2023-10-16T12:32:52.361" v="804"/>
          <ac:spMkLst>
            <pc:docMk/>
            <pc:sldMk cId="3852965261" sldId="286"/>
            <ac:spMk id="4" creationId="{DAA77C33-9860-56D2-C6C4-2D10435DC900}"/>
          </ac:spMkLst>
        </pc:spChg>
        <pc:picChg chg="add del">
          <ac:chgData name="Arun Sunar" userId="3fa9774ca67c7ab5" providerId="LiveId" clId="{99F3C7D8-4A29-4C02-A3A8-EB62A8292378}" dt="2023-10-16T12:32:52.361" v="804"/>
          <ac:picMkLst>
            <pc:docMk/>
            <pc:sldMk cId="3852965261" sldId="286"/>
            <ac:picMk id="6146" creationId="{9AB5E8E8-E53F-8E1C-1BA1-B9D485937FEC}"/>
          </ac:picMkLst>
        </pc:picChg>
      </pc:sldChg>
      <pc:sldChg chg="modSp add mod">
        <pc:chgData name="Arun Sunar" userId="3fa9774ca67c7ab5" providerId="LiveId" clId="{99F3C7D8-4A29-4C02-A3A8-EB62A8292378}" dt="2023-10-16T13:01:56.176" v="847" actId="20577"/>
        <pc:sldMkLst>
          <pc:docMk/>
          <pc:sldMk cId="2254947570" sldId="287"/>
        </pc:sldMkLst>
        <pc:spChg chg="mod">
          <ac:chgData name="Arun Sunar" userId="3fa9774ca67c7ab5" providerId="LiveId" clId="{99F3C7D8-4A29-4C02-A3A8-EB62A8292378}" dt="2023-10-16T12:36:26.271" v="813"/>
          <ac:spMkLst>
            <pc:docMk/>
            <pc:sldMk cId="2254947570" sldId="287"/>
            <ac:spMk id="2" creationId="{7E37B6C2-F459-080B-9D26-3693BE2FB35D}"/>
          </ac:spMkLst>
        </pc:spChg>
        <pc:spChg chg="mod">
          <ac:chgData name="Arun Sunar" userId="3fa9774ca67c7ab5" providerId="LiveId" clId="{99F3C7D8-4A29-4C02-A3A8-EB62A8292378}" dt="2023-10-16T13:01:56.176" v="847" actId="20577"/>
          <ac:spMkLst>
            <pc:docMk/>
            <pc:sldMk cId="2254947570" sldId="287"/>
            <ac:spMk id="3" creationId="{629F110B-83E9-8B8F-A33B-A9C21466B671}"/>
          </ac:spMkLst>
        </pc:spChg>
      </pc:sldChg>
      <pc:sldChg chg="modSp add mod">
        <pc:chgData name="Arun Sunar" userId="3fa9774ca67c7ab5" providerId="LiveId" clId="{99F3C7D8-4A29-4C02-A3A8-EB62A8292378}" dt="2023-10-16T12:56:16.354" v="843" actId="20577"/>
        <pc:sldMkLst>
          <pc:docMk/>
          <pc:sldMk cId="341087567" sldId="288"/>
        </pc:sldMkLst>
        <pc:spChg chg="mod">
          <ac:chgData name="Arun Sunar" userId="3fa9774ca67c7ab5" providerId="LiveId" clId="{99F3C7D8-4A29-4C02-A3A8-EB62A8292378}" dt="2023-10-16T12:40:00.800" v="822"/>
          <ac:spMkLst>
            <pc:docMk/>
            <pc:sldMk cId="341087567" sldId="288"/>
            <ac:spMk id="2" creationId="{7E37B6C2-F459-080B-9D26-3693BE2FB35D}"/>
          </ac:spMkLst>
        </pc:spChg>
        <pc:spChg chg="mod">
          <ac:chgData name="Arun Sunar" userId="3fa9774ca67c7ab5" providerId="LiveId" clId="{99F3C7D8-4A29-4C02-A3A8-EB62A8292378}" dt="2023-10-16T12:56:16.354" v="843" actId="20577"/>
          <ac:spMkLst>
            <pc:docMk/>
            <pc:sldMk cId="341087567" sldId="288"/>
            <ac:spMk id="3" creationId="{629F110B-83E9-8B8F-A33B-A9C21466B671}"/>
          </ac:spMkLst>
        </pc:spChg>
      </pc:sldChg>
      <pc:sldChg chg="addSp delSp modSp add mod">
        <pc:chgData name="Arun Sunar" userId="3fa9774ca67c7ab5" providerId="LiveId" clId="{99F3C7D8-4A29-4C02-A3A8-EB62A8292378}" dt="2023-10-16T13:02:56.144" v="856"/>
        <pc:sldMkLst>
          <pc:docMk/>
          <pc:sldMk cId="84812930" sldId="289"/>
        </pc:sldMkLst>
        <pc:spChg chg="mod">
          <ac:chgData name="Arun Sunar" userId="3fa9774ca67c7ab5" providerId="LiveId" clId="{99F3C7D8-4A29-4C02-A3A8-EB62A8292378}" dt="2023-10-16T13:02:56.144" v="856"/>
          <ac:spMkLst>
            <pc:docMk/>
            <pc:sldMk cId="84812930" sldId="289"/>
            <ac:spMk id="3" creationId="{629F110B-83E9-8B8F-A33B-A9C21466B671}"/>
          </ac:spMkLst>
        </pc:spChg>
        <pc:spChg chg="add del">
          <ac:chgData name="Arun Sunar" userId="3fa9774ca67c7ab5" providerId="LiveId" clId="{99F3C7D8-4A29-4C02-A3A8-EB62A8292378}" dt="2023-10-16T13:02:56.116" v="854"/>
          <ac:spMkLst>
            <pc:docMk/>
            <pc:sldMk cId="84812930" sldId="289"/>
            <ac:spMk id="4" creationId="{AD98FD87-31EC-AF38-461C-9EBE49390741}"/>
          </ac:spMkLst>
        </pc:spChg>
      </pc:sldChg>
    </pc:docChg>
  </pc:docChgLst>
  <pc:docChgLst>
    <pc:chgData name="Arun Sunar" userId="3fa9774ca67c7ab5" providerId="LiveId" clId="{B61E62B0-D863-40D7-A545-41E663592991}"/>
    <pc:docChg chg="undo redo custSel addSld delSld modSld modMainMaster">
      <pc:chgData name="Arun Sunar" userId="3fa9774ca67c7ab5" providerId="LiveId" clId="{B61E62B0-D863-40D7-A545-41E663592991}" dt="2024-03-11T13:37:30.638" v="292"/>
      <pc:docMkLst>
        <pc:docMk/>
      </pc:docMkLst>
      <pc:sldChg chg="modSp mod">
        <pc:chgData name="Arun Sunar" userId="3fa9774ca67c7ab5" providerId="LiveId" clId="{B61E62B0-D863-40D7-A545-41E663592991}" dt="2024-02-05T12:48:22.959" v="5" actId="20577"/>
        <pc:sldMkLst>
          <pc:docMk/>
          <pc:sldMk cId="3470368163" sldId="256"/>
        </pc:sldMkLst>
        <pc:spChg chg="mod">
          <ac:chgData name="Arun Sunar" userId="3fa9774ca67c7ab5" providerId="LiveId" clId="{B61E62B0-D863-40D7-A545-41E663592991}" dt="2024-02-05T12:48:22.959" v="5" actId="20577"/>
          <ac:spMkLst>
            <pc:docMk/>
            <pc:sldMk cId="3470368163" sldId="256"/>
            <ac:spMk id="3" creationId="{9C319FDC-B724-6EC9-D484-A59D045A34AD}"/>
          </ac:spMkLst>
        </pc:spChg>
      </pc:sldChg>
      <pc:sldChg chg="delSp mod setBg">
        <pc:chgData name="Arun Sunar" userId="3fa9774ca67c7ab5" providerId="LiveId" clId="{B61E62B0-D863-40D7-A545-41E663592991}" dt="2024-03-11T13:37:30.638" v="292"/>
        <pc:sldMkLst>
          <pc:docMk/>
          <pc:sldMk cId="476800158" sldId="260"/>
        </pc:sldMkLst>
        <pc:graphicFrameChg chg="del">
          <ac:chgData name="Arun Sunar" userId="3fa9774ca67c7ab5" providerId="LiveId" clId="{B61E62B0-D863-40D7-A545-41E663592991}" dt="2024-02-27T03:07:51.920" v="132" actId="478"/>
          <ac:graphicFrameMkLst>
            <pc:docMk/>
            <pc:sldMk cId="476800158" sldId="260"/>
            <ac:graphicFrameMk id="3" creationId="{DCD1B381-D381-DF64-015F-1E459891B2C8}"/>
          </ac:graphicFrameMkLst>
        </pc:graphicFrameChg>
      </pc:sldChg>
      <pc:sldChg chg="modSp mod">
        <pc:chgData name="Arun Sunar" userId="3fa9774ca67c7ab5" providerId="LiveId" clId="{B61E62B0-D863-40D7-A545-41E663592991}" dt="2024-02-27T03:09:12.771" v="137" actId="27636"/>
        <pc:sldMkLst>
          <pc:docMk/>
          <pc:sldMk cId="379181950" sldId="285"/>
        </pc:sldMkLst>
        <pc:spChg chg="mod">
          <ac:chgData name="Arun Sunar" userId="3fa9774ca67c7ab5" providerId="LiveId" clId="{B61E62B0-D863-40D7-A545-41E663592991}" dt="2024-02-27T03:09:12.771" v="137" actId="27636"/>
          <ac:spMkLst>
            <pc:docMk/>
            <pc:sldMk cId="379181950" sldId="285"/>
            <ac:spMk id="3" creationId="{A8A9E8B1-D368-4EAE-2ADE-7230FA6B9B57}"/>
          </ac:spMkLst>
        </pc:spChg>
      </pc:sldChg>
      <pc:sldChg chg="modSp del mod">
        <pc:chgData name="Arun Sunar" userId="3fa9774ca67c7ab5" providerId="LiveId" clId="{B61E62B0-D863-40D7-A545-41E663592991}" dt="2024-02-27T03:09:19.360" v="138" actId="2696"/>
        <pc:sldMkLst>
          <pc:docMk/>
          <pc:sldMk cId="2790446724" sldId="298"/>
        </pc:sldMkLst>
        <pc:spChg chg="mod">
          <ac:chgData name="Arun Sunar" userId="3fa9774ca67c7ab5" providerId="LiveId" clId="{B61E62B0-D863-40D7-A545-41E663592991}" dt="2024-02-27T03:09:05.721" v="133" actId="1076"/>
          <ac:spMkLst>
            <pc:docMk/>
            <pc:sldMk cId="2790446724" sldId="298"/>
            <ac:spMk id="6" creationId="{C8B554A6-8C47-3D93-640E-5C1D55DB5053}"/>
          </ac:spMkLst>
        </pc:spChg>
      </pc:sldChg>
      <pc:sldChg chg="addSp delSp modSp new mod">
        <pc:chgData name="Arun Sunar" userId="3fa9774ca67c7ab5" providerId="LiveId" clId="{B61E62B0-D863-40D7-A545-41E663592991}" dt="2024-02-10T13:49:08.783" v="82" actId="20577"/>
        <pc:sldMkLst>
          <pc:docMk/>
          <pc:sldMk cId="2793653679" sldId="299"/>
        </pc:sldMkLst>
        <pc:spChg chg="mod">
          <ac:chgData name="Arun Sunar" userId="3fa9774ca67c7ab5" providerId="LiveId" clId="{B61E62B0-D863-40D7-A545-41E663592991}" dt="2024-02-10T12:57:45.482" v="33" actId="20577"/>
          <ac:spMkLst>
            <pc:docMk/>
            <pc:sldMk cId="2793653679" sldId="299"/>
            <ac:spMk id="2" creationId="{6F952E39-EFDC-4870-8203-133CC62C70B0}"/>
          </ac:spMkLst>
        </pc:spChg>
        <pc:spChg chg="add del mod">
          <ac:chgData name="Arun Sunar" userId="3fa9774ca67c7ab5" providerId="LiveId" clId="{B61E62B0-D863-40D7-A545-41E663592991}" dt="2024-02-10T12:57:20.516" v="16"/>
          <ac:spMkLst>
            <pc:docMk/>
            <pc:sldMk cId="2793653679" sldId="299"/>
            <ac:spMk id="3" creationId="{FBAFF9B0-FF70-E998-A84F-EA17F8FE0439}"/>
          </ac:spMkLst>
        </pc:spChg>
        <pc:spChg chg="add mod">
          <ac:chgData name="Arun Sunar" userId="3fa9774ca67c7ab5" providerId="LiveId" clId="{B61E62B0-D863-40D7-A545-41E663592991}" dt="2024-02-10T13:49:08.783" v="82" actId="20577"/>
          <ac:spMkLst>
            <pc:docMk/>
            <pc:sldMk cId="2793653679" sldId="299"/>
            <ac:spMk id="7" creationId="{8A8987D7-E566-D604-0A16-C63C076B5528}"/>
          </ac:spMkLst>
        </pc:spChg>
        <pc:graphicFrameChg chg="add mod">
          <ac:chgData name="Arun Sunar" userId="3fa9774ca67c7ab5" providerId="LiveId" clId="{B61E62B0-D863-40D7-A545-41E663592991}" dt="2024-02-10T12:57:06.284" v="8"/>
          <ac:graphicFrameMkLst>
            <pc:docMk/>
            <pc:sldMk cId="2793653679" sldId="299"/>
            <ac:graphicFrameMk id="4" creationId="{414E81A6-F2EB-565D-A60B-985BA625AE5F}"/>
          </ac:graphicFrameMkLst>
        </pc:graphicFrameChg>
        <pc:graphicFrameChg chg="add del mod modGraphic">
          <ac:chgData name="Arun Sunar" userId="3fa9774ca67c7ab5" providerId="LiveId" clId="{B61E62B0-D863-40D7-A545-41E663592991}" dt="2024-02-10T13:48:34.656" v="67" actId="478"/>
          <ac:graphicFrameMkLst>
            <pc:docMk/>
            <pc:sldMk cId="2793653679" sldId="299"/>
            <ac:graphicFrameMk id="5" creationId="{1FD71470-8847-7D0D-F3A1-E66A04371CB4}"/>
          </ac:graphicFrameMkLst>
        </pc:graphicFrameChg>
      </pc:sldChg>
      <pc:sldChg chg="delSp modSp new mod">
        <pc:chgData name="Arun Sunar" userId="3fa9774ca67c7ab5" providerId="LiveId" clId="{B61E62B0-D863-40D7-A545-41E663592991}" dt="2024-02-10T13:03:58.125" v="48"/>
        <pc:sldMkLst>
          <pc:docMk/>
          <pc:sldMk cId="1595001403" sldId="300"/>
        </pc:sldMkLst>
        <pc:spChg chg="del">
          <ac:chgData name="Arun Sunar" userId="3fa9774ca67c7ab5" providerId="LiveId" clId="{B61E62B0-D863-40D7-A545-41E663592991}" dt="2024-02-10T13:02:08.456" v="37" actId="478"/>
          <ac:spMkLst>
            <pc:docMk/>
            <pc:sldMk cId="1595001403" sldId="300"/>
            <ac:spMk id="2" creationId="{62A872F8-4D8E-8978-C66E-ADDADB9A8C81}"/>
          </ac:spMkLst>
        </pc:spChg>
        <pc:spChg chg="mod">
          <ac:chgData name="Arun Sunar" userId="3fa9774ca67c7ab5" providerId="LiveId" clId="{B61E62B0-D863-40D7-A545-41E663592991}" dt="2024-02-10T13:03:58.125" v="48"/>
          <ac:spMkLst>
            <pc:docMk/>
            <pc:sldMk cId="1595001403" sldId="300"/>
            <ac:spMk id="3" creationId="{DC0A3C4B-11B0-8B58-4144-BC0D7248F597}"/>
          </ac:spMkLst>
        </pc:spChg>
      </pc:sldChg>
      <pc:sldChg chg="addSp delSp modSp new mod">
        <pc:chgData name="Arun Sunar" userId="3fa9774ca67c7ab5" providerId="LiveId" clId="{B61E62B0-D863-40D7-A545-41E663592991}" dt="2024-02-10T13:05:58.381" v="66" actId="1076"/>
        <pc:sldMkLst>
          <pc:docMk/>
          <pc:sldMk cId="1500970202" sldId="301"/>
        </pc:sldMkLst>
        <pc:spChg chg="del">
          <ac:chgData name="Arun Sunar" userId="3fa9774ca67c7ab5" providerId="LiveId" clId="{B61E62B0-D863-40D7-A545-41E663592991}" dt="2024-02-10T13:04:26.919" v="50" actId="478"/>
          <ac:spMkLst>
            <pc:docMk/>
            <pc:sldMk cId="1500970202" sldId="301"/>
            <ac:spMk id="2" creationId="{E9825DE7-4F69-9FA0-3216-804783431992}"/>
          </ac:spMkLst>
        </pc:spChg>
        <pc:spChg chg="mod">
          <ac:chgData name="Arun Sunar" userId="3fa9774ca67c7ab5" providerId="LiveId" clId="{B61E62B0-D863-40D7-A545-41E663592991}" dt="2024-02-10T13:05:51.803" v="63" actId="1076"/>
          <ac:spMkLst>
            <pc:docMk/>
            <pc:sldMk cId="1500970202" sldId="301"/>
            <ac:spMk id="3" creationId="{A786BA70-9AA9-A2E0-B84F-C56AF6DB93E6}"/>
          </ac:spMkLst>
        </pc:spChg>
        <pc:spChg chg="add mod">
          <ac:chgData name="Arun Sunar" userId="3fa9774ca67c7ab5" providerId="LiveId" clId="{B61E62B0-D863-40D7-A545-41E663592991}" dt="2024-02-10T13:05:14.004" v="59" actId="1076"/>
          <ac:spMkLst>
            <pc:docMk/>
            <pc:sldMk cId="1500970202" sldId="301"/>
            <ac:spMk id="4" creationId="{AEC09110-F0AC-2050-0781-5B14D75F1133}"/>
          </ac:spMkLst>
        </pc:spChg>
        <pc:picChg chg="add mod">
          <ac:chgData name="Arun Sunar" userId="3fa9774ca67c7ab5" providerId="LiveId" clId="{B61E62B0-D863-40D7-A545-41E663592991}" dt="2024-02-10T13:05:58.381" v="66" actId="1076"/>
          <ac:picMkLst>
            <pc:docMk/>
            <pc:sldMk cId="1500970202" sldId="301"/>
            <ac:picMk id="5" creationId="{B0D31659-6507-60CC-74A4-42CF32B9E0F1}"/>
          </ac:picMkLst>
        </pc:picChg>
        <pc:picChg chg="add mod">
          <ac:chgData name="Arun Sunar" userId="3fa9774ca67c7ab5" providerId="LiveId" clId="{B61E62B0-D863-40D7-A545-41E663592991}" dt="2024-02-10T13:05:14.004" v="59" actId="1076"/>
          <ac:picMkLst>
            <pc:docMk/>
            <pc:sldMk cId="1500970202" sldId="301"/>
            <ac:picMk id="2050" creationId="{957DC05F-336D-7CCA-3B7D-206DC4D24B9F}"/>
          </ac:picMkLst>
        </pc:picChg>
        <pc:picChg chg="add mod">
          <ac:chgData name="Arun Sunar" userId="3fa9774ca67c7ab5" providerId="LiveId" clId="{B61E62B0-D863-40D7-A545-41E663592991}" dt="2024-02-10T13:05:51.803" v="63" actId="1076"/>
          <ac:picMkLst>
            <pc:docMk/>
            <pc:sldMk cId="1500970202" sldId="301"/>
            <ac:picMk id="2052" creationId="{077C427B-69E6-679C-2FD8-CCBE19109312}"/>
          </ac:picMkLst>
        </pc:picChg>
        <pc:picChg chg="add">
          <ac:chgData name="Arun Sunar" userId="3fa9774ca67c7ab5" providerId="LiveId" clId="{B61E62B0-D863-40D7-A545-41E663592991}" dt="2024-02-10T13:05:54.047" v="64"/>
          <ac:picMkLst>
            <pc:docMk/>
            <pc:sldMk cId="1500970202" sldId="301"/>
            <ac:picMk id="2054" creationId="{1AF3D9BB-AEA4-97BA-631D-89DEF6E51C79}"/>
          </ac:picMkLst>
        </pc:picChg>
      </pc:sldChg>
      <pc:sldChg chg="addSp delSp modSp new mod">
        <pc:chgData name="Arun Sunar" userId="3fa9774ca67c7ab5" providerId="LiveId" clId="{B61E62B0-D863-40D7-A545-41E663592991}" dt="2024-02-10T14:56:15.155" v="119"/>
        <pc:sldMkLst>
          <pc:docMk/>
          <pc:sldMk cId="3783713493" sldId="302"/>
        </pc:sldMkLst>
        <pc:spChg chg="mod">
          <ac:chgData name="Arun Sunar" userId="3fa9774ca67c7ab5" providerId="LiveId" clId="{B61E62B0-D863-40D7-A545-41E663592991}" dt="2024-02-10T14:53:07.769" v="108" actId="27636"/>
          <ac:spMkLst>
            <pc:docMk/>
            <pc:sldMk cId="3783713493" sldId="302"/>
            <ac:spMk id="2" creationId="{29204D33-F40F-374E-3219-E58271559431}"/>
          </ac:spMkLst>
        </pc:spChg>
        <pc:spChg chg="add del mod">
          <ac:chgData name="Arun Sunar" userId="3fa9774ca67c7ab5" providerId="LiveId" clId="{B61E62B0-D863-40D7-A545-41E663592991}" dt="2024-02-10T14:56:15.155" v="119"/>
          <ac:spMkLst>
            <pc:docMk/>
            <pc:sldMk cId="3783713493" sldId="302"/>
            <ac:spMk id="3" creationId="{CE2D8C6A-B4C8-C6A7-85F1-9560753630AF}"/>
          </ac:spMkLst>
        </pc:spChg>
        <pc:spChg chg="add mod">
          <ac:chgData name="Arun Sunar" userId="3fa9774ca67c7ab5" providerId="LiveId" clId="{B61E62B0-D863-40D7-A545-41E663592991}" dt="2024-02-10T14:53:30.504" v="111"/>
          <ac:spMkLst>
            <pc:docMk/>
            <pc:sldMk cId="3783713493" sldId="302"/>
            <ac:spMk id="4" creationId="{E8C6E79B-1CA7-33B2-38D9-556CDA6591C0}"/>
          </ac:spMkLst>
        </pc:spChg>
        <pc:spChg chg="add">
          <ac:chgData name="Arun Sunar" userId="3fa9774ca67c7ab5" providerId="LiveId" clId="{B61E62B0-D863-40D7-A545-41E663592991}" dt="2024-02-10T14:56:12.577" v="117"/>
          <ac:spMkLst>
            <pc:docMk/>
            <pc:sldMk cId="3783713493" sldId="302"/>
            <ac:spMk id="5" creationId="{063F70AA-C0C4-647A-4742-6519CE890523}"/>
          </ac:spMkLst>
        </pc:spChg>
      </pc:sldChg>
      <pc:sldChg chg="addSp modSp add mod">
        <pc:chgData name="Arun Sunar" userId="3fa9774ca67c7ab5" providerId="LiveId" clId="{B61E62B0-D863-40D7-A545-41E663592991}" dt="2024-02-10T15:01:42.324" v="131" actId="20577"/>
        <pc:sldMkLst>
          <pc:docMk/>
          <pc:sldMk cId="560936642" sldId="303"/>
        </pc:sldMkLst>
        <pc:spChg chg="mod">
          <ac:chgData name="Arun Sunar" userId="3fa9774ca67c7ab5" providerId="LiveId" clId="{B61E62B0-D863-40D7-A545-41E663592991}" dt="2024-02-10T15:01:42.324" v="131" actId="20577"/>
          <ac:spMkLst>
            <pc:docMk/>
            <pc:sldMk cId="560936642" sldId="303"/>
            <ac:spMk id="3" creationId="{C1B2A240-880F-AB68-E616-DE599882BD03}"/>
          </ac:spMkLst>
        </pc:spChg>
        <pc:spChg chg="add">
          <ac:chgData name="Arun Sunar" userId="3fa9774ca67c7ab5" providerId="LiveId" clId="{B61E62B0-D863-40D7-A545-41E663592991}" dt="2024-02-10T14:56:49.574" v="121"/>
          <ac:spMkLst>
            <pc:docMk/>
            <pc:sldMk cId="560936642" sldId="303"/>
            <ac:spMk id="4" creationId="{63879B71-B297-9BBD-A8DC-50A5EB226260}"/>
          </ac:spMkLst>
        </pc:spChg>
        <pc:spChg chg="add">
          <ac:chgData name="Arun Sunar" userId="3fa9774ca67c7ab5" providerId="LiveId" clId="{B61E62B0-D863-40D7-A545-41E663592991}" dt="2024-02-10T14:57:08.417" v="125"/>
          <ac:spMkLst>
            <pc:docMk/>
            <pc:sldMk cId="560936642" sldId="303"/>
            <ac:spMk id="5" creationId="{DF81B31C-C3A1-3187-C689-269BDD8E33A9}"/>
          </ac:spMkLst>
        </pc:spChg>
      </pc:sldChg>
      <pc:sldChg chg="delSp modSp new mod">
        <pc:chgData name="Arun Sunar" userId="3fa9774ca67c7ab5" providerId="LiveId" clId="{B61E62B0-D863-40D7-A545-41E663592991}" dt="2024-02-27T03:10:36.353" v="152" actId="5793"/>
        <pc:sldMkLst>
          <pc:docMk/>
          <pc:sldMk cId="928274120" sldId="304"/>
        </pc:sldMkLst>
        <pc:spChg chg="del">
          <ac:chgData name="Arun Sunar" userId="3fa9774ca67c7ab5" providerId="LiveId" clId="{B61E62B0-D863-40D7-A545-41E663592991}" dt="2024-02-27T03:09:49.954" v="140" actId="478"/>
          <ac:spMkLst>
            <pc:docMk/>
            <pc:sldMk cId="928274120" sldId="304"/>
            <ac:spMk id="2" creationId="{505BC684-5279-06F0-06A6-3A4C5FB87E7F}"/>
          </ac:spMkLst>
        </pc:spChg>
        <pc:spChg chg="mod">
          <ac:chgData name="Arun Sunar" userId="3fa9774ca67c7ab5" providerId="LiveId" clId="{B61E62B0-D863-40D7-A545-41E663592991}" dt="2024-02-27T03:10:36.353" v="152" actId="5793"/>
          <ac:spMkLst>
            <pc:docMk/>
            <pc:sldMk cId="928274120" sldId="304"/>
            <ac:spMk id="3" creationId="{6F2151B2-F95B-338A-3F84-27FC6CBE8E8F}"/>
          </ac:spMkLst>
        </pc:spChg>
      </pc:sldChg>
      <pc:sldChg chg="addSp modSp add mod">
        <pc:chgData name="Arun Sunar" userId="3fa9774ca67c7ab5" providerId="LiveId" clId="{B61E62B0-D863-40D7-A545-41E663592991}" dt="2024-02-27T03:13:17.318" v="160" actId="207"/>
        <pc:sldMkLst>
          <pc:docMk/>
          <pc:sldMk cId="823832811" sldId="305"/>
        </pc:sldMkLst>
        <pc:spChg chg="add">
          <ac:chgData name="Arun Sunar" userId="3fa9774ca67c7ab5" providerId="LiveId" clId="{B61E62B0-D863-40D7-A545-41E663592991}" dt="2024-02-27T03:12:40.874" v="154"/>
          <ac:spMkLst>
            <pc:docMk/>
            <pc:sldMk cId="823832811" sldId="305"/>
            <ac:spMk id="2" creationId="{775C49C5-5A5D-B031-2911-BD674DD61E30}"/>
          </ac:spMkLst>
        </pc:spChg>
        <pc:spChg chg="mod">
          <ac:chgData name="Arun Sunar" userId="3fa9774ca67c7ab5" providerId="LiveId" clId="{B61E62B0-D863-40D7-A545-41E663592991}" dt="2024-02-27T03:13:17.318" v="160" actId="207"/>
          <ac:spMkLst>
            <pc:docMk/>
            <pc:sldMk cId="823832811" sldId="305"/>
            <ac:spMk id="3" creationId="{4E5E5F54-D3C1-9B0B-6CC7-1850B353BA82}"/>
          </ac:spMkLst>
        </pc:spChg>
      </pc:sldChg>
      <pc:sldChg chg="delSp modSp new mod">
        <pc:chgData name="Arun Sunar" userId="3fa9774ca67c7ab5" providerId="LiveId" clId="{B61E62B0-D863-40D7-A545-41E663592991}" dt="2024-02-27T03:15:56.437" v="209" actId="27636"/>
        <pc:sldMkLst>
          <pc:docMk/>
          <pc:sldMk cId="760181972" sldId="306"/>
        </pc:sldMkLst>
        <pc:spChg chg="del">
          <ac:chgData name="Arun Sunar" userId="3fa9774ca67c7ab5" providerId="LiveId" clId="{B61E62B0-D863-40D7-A545-41E663592991}" dt="2024-02-27T03:13:44.967" v="162" actId="478"/>
          <ac:spMkLst>
            <pc:docMk/>
            <pc:sldMk cId="760181972" sldId="306"/>
            <ac:spMk id="2" creationId="{B8DB8237-0F3D-C764-D75D-A021EA9CE228}"/>
          </ac:spMkLst>
        </pc:spChg>
        <pc:spChg chg="mod">
          <ac:chgData name="Arun Sunar" userId="3fa9774ca67c7ab5" providerId="LiveId" clId="{B61E62B0-D863-40D7-A545-41E663592991}" dt="2024-02-27T03:15:56.437" v="209" actId="27636"/>
          <ac:spMkLst>
            <pc:docMk/>
            <pc:sldMk cId="760181972" sldId="306"/>
            <ac:spMk id="3" creationId="{E3FBF1B5-397A-19BC-3F5B-C3232DCBAB88}"/>
          </ac:spMkLst>
        </pc:spChg>
      </pc:sldChg>
      <pc:sldChg chg="addSp delSp modSp new mod">
        <pc:chgData name="Arun Sunar" userId="3fa9774ca67c7ab5" providerId="LiveId" clId="{B61E62B0-D863-40D7-A545-41E663592991}" dt="2024-02-27T03:18:27.875" v="234" actId="207"/>
        <pc:sldMkLst>
          <pc:docMk/>
          <pc:sldMk cId="197691909" sldId="307"/>
        </pc:sldMkLst>
        <pc:spChg chg="del">
          <ac:chgData name="Arun Sunar" userId="3fa9774ca67c7ab5" providerId="LiveId" clId="{B61E62B0-D863-40D7-A545-41E663592991}" dt="2024-02-27T03:16:05.993" v="211" actId="478"/>
          <ac:spMkLst>
            <pc:docMk/>
            <pc:sldMk cId="197691909" sldId="307"/>
            <ac:spMk id="2" creationId="{632DB293-AF5D-4B05-35E1-FEC51300D755}"/>
          </ac:spMkLst>
        </pc:spChg>
        <pc:spChg chg="add del mod">
          <ac:chgData name="Arun Sunar" userId="3fa9774ca67c7ab5" providerId="LiveId" clId="{B61E62B0-D863-40D7-A545-41E663592991}" dt="2024-02-27T03:18:27.875" v="234" actId="207"/>
          <ac:spMkLst>
            <pc:docMk/>
            <pc:sldMk cId="197691909" sldId="307"/>
            <ac:spMk id="3" creationId="{5F509797-088D-4231-A83B-1E7170D14EF2}"/>
          </ac:spMkLst>
        </pc:spChg>
        <pc:spChg chg="add mod">
          <ac:chgData name="Arun Sunar" userId="3fa9774ca67c7ab5" providerId="LiveId" clId="{B61E62B0-D863-40D7-A545-41E663592991}" dt="2024-02-27T03:16:35.604" v="217"/>
          <ac:spMkLst>
            <pc:docMk/>
            <pc:sldMk cId="197691909" sldId="307"/>
            <ac:spMk id="4" creationId="{98E91668-DC3D-9C13-38C8-0E509083B2FA}"/>
          </ac:spMkLst>
        </pc:spChg>
        <pc:spChg chg="add">
          <ac:chgData name="Arun Sunar" userId="3fa9774ca67c7ab5" providerId="LiveId" clId="{B61E62B0-D863-40D7-A545-41E663592991}" dt="2024-02-27T03:17:21.721" v="225"/>
          <ac:spMkLst>
            <pc:docMk/>
            <pc:sldMk cId="197691909" sldId="307"/>
            <ac:spMk id="5" creationId="{36C2CAFD-E690-134D-8A77-27291AFF907A}"/>
          </ac:spMkLst>
        </pc:spChg>
      </pc:sldChg>
      <pc:sldChg chg="modSp new mod">
        <pc:chgData name="Arun Sunar" userId="3fa9774ca67c7ab5" providerId="LiveId" clId="{B61E62B0-D863-40D7-A545-41E663592991}" dt="2024-02-27T03:25:37.535" v="279" actId="20577"/>
        <pc:sldMkLst>
          <pc:docMk/>
          <pc:sldMk cId="2623182293" sldId="308"/>
        </pc:sldMkLst>
        <pc:spChg chg="mod">
          <ac:chgData name="Arun Sunar" userId="3fa9774ca67c7ab5" providerId="LiveId" clId="{B61E62B0-D863-40D7-A545-41E663592991}" dt="2024-02-27T03:24:07.421" v="262" actId="14100"/>
          <ac:spMkLst>
            <pc:docMk/>
            <pc:sldMk cId="2623182293" sldId="308"/>
            <ac:spMk id="2" creationId="{A7CCB603-C3C4-A244-67DD-06E930A3DFC3}"/>
          </ac:spMkLst>
        </pc:spChg>
        <pc:spChg chg="mod">
          <ac:chgData name="Arun Sunar" userId="3fa9774ca67c7ab5" providerId="LiveId" clId="{B61E62B0-D863-40D7-A545-41E663592991}" dt="2024-02-27T03:25:37.535" v="279" actId="20577"/>
          <ac:spMkLst>
            <pc:docMk/>
            <pc:sldMk cId="2623182293" sldId="308"/>
            <ac:spMk id="3" creationId="{A09BF9BE-4BC4-584A-769D-A6104B534404}"/>
          </ac:spMkLst>
        </pc:spChg>
      </pc:sldChg>
      <pc:sldChg chg="modSp add mod">
        <pc:chgData name="Arun Sunar" userId="3fa9774ca67c7ab5" providerId="LiveId" clId="{B61E62B0-D863-40D7-A545-41E663592991}" dt="2024-02-27T03:25:30.196" v="277"/>
        <pc:sldMkLst>
          <pc:docMk/>
          <pc:sldMk cId="1005571936" sldId="309"/>
        </pc:sldMkLst>
        <pc:spChg chg="mod">
          <ac:chgData name="Arun Sunar" userId="3fa9774ca67c7ab5" providerId="LiveId" clId="{B61E62B0-D863-40D7-A545-41E663592991}" dt="2024-02-27T03:25:02.287" v="275"/>
          <ac:spMkLst>
            <pc:docMk/>
            <pc:sldMk cId="1005571936" sldId="309"/>
            <ac:spMk id="2" creationId="{15CCD143-9742-3B17-2927-52580AE0FE21}"/>
          </ac:spMkLst>
        </pc:spChg>
        <pc:spChg chg="mod">
          <ac:chgData name="Arun Sunar" userId="3fa9774ca67c7ab5" providerId="LiveId" clId="{B61E62B0-D863-40D7-A545-41E663592991}" dt="2024-02-27T03:25:30.196" v="277"/>
          <ac:spMkLst>
            <pc:docMk/>
            <pc:sldMk cId="1005571936" sldId="309"/>
            <ac:spMk id="3" creationId="{FD7A1E96-0F2A-E3BF-023F-65489ABD889A}"/>
          </ac:spMkLst>
        </pc:spChg>
      </pc:sldChg>
      <pc:sldMasterChg chg="setBg modSldLayout">
        <pc:chgData name="Arun Sunar" userId="3fa9774ca67c7ab5" providerId="LiveId" clId="{B61E62B0-D863-40D7-A545-41E663592991}" dt="2024-03-11T13:37:30.638" v="292"/>
        <pc:sldMasterMkLst>
          <pc:docMk/>
          <pc:sldMasterMk cId="3797820122" sldId="2147483648"/>
        </pc:sldMasterMkLst>
        <pc:sldLayoutChg chg="setBg">
          <pc:chgData name="Arun Sunar" userId="3fa9774ca67c7ab5" providerId="LiveId" clId="{B61E62B0-D863-40D7-A545-41E663592991}" dt="2024-03-11T13:37:30.638" v="292"/>
          <pc:sldLayoutMkLst>
            <pc:docMk/>
            <pc:sldMasterMk cId="3797820122" sldId="2147483648"/>
            <pc:sldLayoutMk cId="1808617464" sldId="2147483649"/>
          </pc:sldLayoutMkLst>
        </pc:sldLayoutChg>
        <pc:sldLayoutChg chg="setBg">
          <pc:chgData name="Arun Sunar" userId="3fa9774ca67c7ab5" providerId="LiveId" clId="{B61E62B0-D863-40D7-A545-41E663592991}" dt="2024-03-11T13:37:30.638" v="292"/>
          <pc:sldLayoutMkLst>
            <pc:docMk/>
            <pc:sldMasterMk cId="3797820122" sldId="2147483648"/>
            <pc:sldLayoutMk cId="2300728891" sldId="2147483650"/>
          </pc:sldLayoutMkLst>
        </pc:sldLayoutChg>
        <pc:sldLayoutChg chg="setBg">
          <pc:chgData name="Arun Sunar" userId="3fa9774ca67c7ab5" providerId="LiveId" clId="{B61E62B0-D863-40D7-A545-41E663592991}" dt="2024-03-11T13:37:30.638" v="292"/>
          <pc:sldLayoutMkLst>
            <pc:docMk/>
            <pc:sldMasterMk cId="3797820122" sldId="2147483648"/>
            <pc:sldLayoutMk cId="157639018" sldId="2147483651"/>
          </pc:sldLayoutMkLst>
        </pc:sldLayoutChg>
        <pc:sldLayoutChg chg="setBg">
          <pc:chgData name="Arun Sunar" userId="3fa9774ca67c7ab5" providerId="LiveId" clId="{B61E62B0-D863-40D7-A545-41E663592991}" dt="2024-03-11T13:37:30.638" v="292"/>
          <pc:sldLayoutMkLst>
            <pc:docMk/>
            <pc:sldMasterMk cId="3797820122" sldId="2147483648"/>
            <pc:sldLayoutMk cId="2532936539" sldId="2147483652"/>
          </pc:sldLayoutMkLst>
        </pc:sldLayoutChg>
        <pc:sldLayoutChg chg="setBg">
          <pc:chgData name="Arun Sunar" userId="3fa9774ca67c7ab5" providerId="LiveId" clId="{B61E62B0-D863-40D7-A545-41E663592991}" dt="2024-03-11T13:37:30.638" v="292"/>
          <pc:sldLayoutMkLst>
            <pc:docMk/>
            <pc:sldMasterMk cId="3797820122" sldId="2147483648"/>
            <pc:sldLayoutMk cId="3820726307" sldId="2147483653"/>
          </pc:sldLayoutMkLst>
        </pc:sldLayoutChg>
        <pc:sldLayoutChg chg="setBg">
          <pc:chgData name="Arun Sunar" userId="3fa9774ca67c7ab5" providerId="LiveId" clId="{B61E62B0-D863-40D7-A545-41E663592991}" dt="2024-03-11T13:37:30.638" v="292"/>
          <pc:sldLayoutMkLst>
            <pc:docMk/>
            <pc:sldMasterMk cId="3797820122" sldId="2147483648"/>
            <pc:sldLayoutMk cId="4001083779" sldId="2147483654"/>
          </pc:sldLayoutMkLst>
        </pc:sldLayoutChg>
        <pc:sldLayoutChg chg="setBg">
          <pc:chgData name="Arun Sunar" userId="3fa9774ca67c7ab5" providerId="LiveId" clId="{B61E62B0-D863-40D7-A545-41E663592991}" dt="2024-03-11T13:37:30.638" v="292"/>
          <pc:sldLayoutMkLst>
            <pc:docMk/>
            <pc:sldMasterMk cId="3797820122" sldId="2147483648"/>
            <pc:sldLayoutMk cId="2692483109" sldId="2147483655"/>
          </pc:sldLayoutMkLst>
        </pc:sldLayoutChg>
        <pc:sldLayoutChg chg="setBg">
          <pc:chgData name="Arun Sunar" userId="3fa9774ca67c7ab5" providerId="LiveId" clId="{B61E62B0-D863-40D7-A545-41E663592991}" dt="2024-03-11T13:37:30.638" v="292"/>
          <pc:sldLayoutMkLst>
            <pc:docMk/>
            <pc:sldMasterMk cId="3797820122" sldId="2147483648"/>
            <pc:sldLayoutMk cId="3952520994" sldId="2147483656"/>
          </pc:sldLayoutMkLst>
        </pc:sldLayoutChg>
        <pc:sldLayoutChg chg="setBg">
          <pc:chgData name="Arun Sunar" userId="3fa9774ca67c7ab5" providerId="LiveId" clId="{B61E62B0-D863-40D7-A545-41E663592991}" dt="2024-03-11T13:37:30.638" v="292"/>
          <pc:sldLayoutMkLst>
            <pc:docMk/>
            <pc:sldMasterMk cId="3797820122" sldId="2147483648"/>
            <pc:sldLayoutMk cId="1143956514" sldId="2147483657"/>
          </pc:sldLayoutMkLst>
        </pc:sldLayoutChg>
        <pc:sldLayoutChg chg="setBg">
          <pc:chgData name="Arun Sunar" userId="3fa9774ca67c7ab5" providerId="LiveId" clId="{B61E62B0-D863-40D7-A545-41E663592991}" dt="2024-03-11T13:37:30.638" v="292"/>
          <pc:sldLayoutMkLst>
            <pc:docMk/>
            <pc:sldMasterMk cId="3797820122" sldId="2147483648"/>
            <pc:sldLayoutMk cId="2187659480" sldId="2147483658"/>
          </pc:sldLayoutMkLst>
        </pc:sldLayoutChg>
        <pc:sldLayoutChg chg="setBg">
          <pc:chgData name="Arun Sunar" userId="3fa9774ca67c7ab5" providerId="LiveId" clId="{B61E62B0-D863-40D7-A545-41E663592991}" dt="2024-03-11T13:37:30.638" v="292"/>
          <pc:sldLayoutMkLst>
            <pc:docMk/>
            <pc:sldMasterMk cId="3797820122" sldId="2147483648"/>
            <pc:sldLayoutMk cId="2165830111" sldId="2147483659"/>
          </pc:sldLayoutMkLst>
        </pc:sldLayoutChg>
      </pc:sldMasterChg>
    </pc:docChg>
  </pc:docChgLst>
  <pc:docChgLst>
    <pc:chgData name="Arun Sunar" userId="3fa9774ca67c7ab5" providerId="LiveId" clId="{4657FCA1-D0B0-4798-BC32-8854E3CA09C2}"/>
    <pc:docChg chg="undo redo custSel addSld modSld modMainMaster">
      <pc:chgData name="Arun Sunar" userId="3fa9774ca67c7ab5" providerId="LiveId" clId="{4657FCA1-D0B0-4798-BC32-8854E3CA09C2}" dt="2024-08-06T11:04:37.720" v="45" actId="14100"/>
      <pc:docMkLst>
        <pc:docMk/>
      </pc:docMkLst>
      <pc:sldChg chg="modSp mod">
        <pc:chgData name="Arun Sunar" userId="3fa9774ca67c7ab5" providerId="LiveId" clId="{4657FCA1-D0B0-4798-BC32-8854E3CA09C2}" dt="2024-07-15T14:01:34.381" v="3" actId="20577"/>
        <pc:sldMkLst>
          <pc:docMk/>
          <pc:sldMk cId="379181950" sldId="285"/>
        </pc:sldMkLst>
        <pc:spChg chg="mod">
          <ac:chgData name="Arun Sunar" userId="3fa9774ca67c7ab5" providerId="LiveId" clId="{4657FCA1-D0B0-4798-BC32-8854E3CA09C2}" dt="2024-07-15T14:01:34.381" v="3" actId="20577"/>
          <ac:spMkLst>
            <pc:docMk/>
            <pc:sldMk cId="379181950" sldId="285"/>
            <ac:spMk id="3" creationId="{A8A9E8B1-D368-4EAE-2ADE-7230FA6B9B57}"/>
          </ac:spMkLst>
        </pc:spChg>
      </pc:sldChg>
      <pc:sldChg chg="addSp delSp modSp new mod">
        <pc:chgData name="Arun Sunar" userId="3fa9774ca67c7ab5" providerId="LiveId" clId="{4657FCA1-D0B0-4798-BC32-8854E3CA09C2}" dt="2024-07-27T08:59:43.202" v="16" actId="403"/>
        <pc:sldMkLst>
          <pc:docMk/>
          <pc:sldMk cId="276685051" sldId="310"/>
        </pc:sldMkLst>
        <pc:spChg chg="del">
          <ac:chgData name="Arun Sunar" userId="3fa9774ca67c7ab5" providerId="LiveId" clId="{4657FCA1-D0B0-4798-BC32-8854E3CA09C2}" dt="2024-07-27T08:59:23.437" v="6" actId="478"/>
          <ac:spMkLst>
            <pc:docMk/>
            <pc:sldMk cId="276685051" sldId="310"/>
            <ac:spMk id="2" creationId="{071ADE0C-B224-41DA-9545-408FB33B1495}"/>
          </ac:spMkLst>
        </pc:spChg>
        <pc:spChg chg="del">
          <ac:chgData name="Arun Sunar" userId="3fa9774ca67c7ab5" providerId="LiveId" clId="{4657FCA1-D0B0-4798-BC32-8854E3CA09C2}" dt="2024-07-27T08:59:20.812" v="5" actId="478"/>
          <ac:spMkLst>
            <pc:docMk/>
            <pc:sldMk cId="276685051" sldId="310"/>
            <ac:spMk id="3" creationId="{36A3452C-EFCB-FEB2-FF46-90C7FC668D56}"/>
          </ac:spMkLst>
        </pc:spChg>
        <pc:spChg chg="add del">
          <ac:chgData name="Arun Sunar" userId="3fa9774ca67c7ab5" providerId="LiveId" clId="{4657FCA1-D0B0-4798-BC32-8854E3CA09C2}" dt="2024-07-27T08:59:27.967" v="8" actId="22"/>
          <ac:spMkLst>
            <pc:docMk/>
            <pc:sldMk cId="276685051" sldId="310"/>
            <ac:spMk id="5" creationId="{BDC1D935-BD4D-29A2-373E-6ED214D28267}"/>
          </ac:spMkLst>
        </pc:spChg>
        <pc:spChg chg="add mod">
          <ac:chgData name="Arun Sunar" userId="3fa9774ca67c7ab5" providerId="LiveId" clId="{4657FCA1-D0B0-4798-BC32-8854E3CA09C2}" dt="2024-07-27T08:59:43.202" v="16" actId="403"/>
          <ac:spMkLst>
            <pc:docMk/>
            <pc:sldMk cId="276685051" sldId="310"/>
            <ac:spMk id="7" creationId="{04186C5D-FD33-F271-567E-E9E622E4DE82}"/>
          </ac:spMkLst>
        </pc:spChg>
      </pc:sldChg>
      <pc:sldChg chg="addSp delSp modSp new mod">
        <pc:chgData name="Arun Sunar" userId="3fa9774ca67c7ab5" providerId="LiveId" clId="{4657FCA1-D0B0-4798-BC32-8854E3CA09C2}" dt="2024-07-27T09:06:12.485" v="31" actId="1076"/>
        <pc:sldMkLst>
          <pc:docMk/>
          <pc:sldMk cId="1740531175" sldId="311"/>
        </pc:sldMkLst>
        <pc:spChg chg="del">
          <ac:chgData name="Arun Sunar" userId="3fa9774ca67c7ab5" providerId="LiveId" clId="{4657FCA1-D0B0-4798-BC32-8854E3CA09C2}" dt="2024-07-27T09:05:54.172" v="19" actId="478"/>
          <ac:spMkLst>
            <pc:docMk/>
            <pc:sldMk cId="1740531175" sldId="311"/>
            <ac:spMk id="2" creationId="{FDFC12D3-E397-DA42-6C6C-000AA23C0BFA}"/>
          </ac:spMkLst>
        </pc:spChg>
        <pc:spChg chg="del">
          <ac:chgData name="Arun Sunar" userId="3fa9774ca67c7ab5" providerId="LiveId" clId="{4657FCA1-D0B0-4798-BC32-8854E3CA09C2}" dt="2024-07-27T09:05:52.050" v="18" actId="478"/>
          <ac:spMkLst>
            <pc:docMk/>
            <pc:sldMk cId="1740531175" sldId="311"/>
            <ac:spMk id="3" creationId="{7FB435AC-8987-DE3F-1B87-CC634E3D52BD}"/>
          </ac:spMkLst>
        </pc:spChg>
        <pc:spChg chg="add del">
          <ac:chgData name="Arun Sunar" userId="3fa9774ca67c7ab5" providerId="LiveId" clId="{4657FCA1-D0B0-4798-BC32-8854E3CA09C2}" dt="2024-07-27T09:05:57.979" v="23" actId="22"/>
          <ac:spMkLst>
            <pc:docMk/>
            <pc:sldMk cId="1740531175" sldId="311"/>
            <ac:spMk id="5" creationId="{6E981977-7E9A-987F-3DC8-C7BE4A11E4B4}"/>
          </ac:spMkLst>
        </pc:spChg>
        <pc:spChg chg="add mod">
          <ac:chgData name="Arun Sunar" userId="3fa9774ca67c7ab5" providerId="LiveId" clId="{4657FCA1-D0B0-4798-BC32-8854E3CA09C2}" dt="2024-07-27T09:06:12.485" v="31" actId="1076"/>
          <ac:spMkLst>
            <pc:docMk/>
            <pc:sldMk cId="1740531175" sldId="311"/>
            <ac:spMk id="7" creationId="{8302F4F7-4153-5DFC-5F3F-9F676F0EB323}"/>
          </ac:spMkLst>
        </pc:spChg>
      </pc:sldChg>
      <pc:sldMasterChg chg="addSp modSp mod modSldLayout">
        <pc:chgData name="Arun Sunar" userId="3fa9774ca67c7ab5" providerId="LiveId" clId="{4657FCA1-D0B0-4798-BC32-8854E3CA09C2}" dt="2024-08-06T11:04:37.720" v="45" actId="14100"/>
        <pc:sldMasterMkLst>
          <pc:docMk/>
          <pc:sldMasterMk cId="3797820122" sldId="2147483648"/>
        </pc:sldMasterMkLst>
        <pc:picChg chg="add mod">
          <ac:chgData name="Arun Sunar" userId="3fa9774ca67c7ab5" providerId="LiveId" clId="{4657FCA1-D0B0-4798-BC32-8854E3CA09C2}" dt="2024-08-06T11:02:01.247" v="43" actId="14100"/>
          <ac:picMkLst>
            <pc:docMk/>
            <pc:sldMasterMk cId="3797820122" sldId="2147483648"/>
            <ac:picMk id="8" creationId="{5B81E946-561F-D95C-579B-AF67723E400F}"/>
          </ac:picMkLst>
        </pc:picChg>
        <pc:picChg chg="add mod">
          <ac:chgData name="Arun Sunar" userId="3fa9774ca67c7ab5" providerId="LiveId" clId="{4657FCA1-D0B0-4798-BC32-8854E3CA09C2}" dt="2024-08-06T11:04:37.720" v="45" actId="14100"/>
          <ac:picMkLst>
            <pc:docMk/>
            <pc:sldMasterMk cId="3797820122" sldId="2147483648"/>
            <ac:picMk id="10" creationId="{69034655-9F31-3C67-1DE5-A6E898D6FEEC}"/>
          </ac:picMkLst>
        </pc:picChg>
        <pc:sldLayoutChg chg="addSp modSp mod">
          <pc:chgData name="Arun Sunar" userId="3fa9774ca67c7ab5" providerId="LiveId" clId="{4657FCA1-D0B0-4798-BC32-8854E3CA09C2}" dt="2024-08-06T11:00:45.190" v="41" actId="14100"/>
          <pc:sldLayoutMkLst>
            <pc:docMk/>
            <pc:sldMasterMk cId="3797820122" sldId="2147483648"/>
            <pc:sldLayoutMk cId="1808617464" sldId="2147483649"/>
          </pc:sldLayoutMkLst>
          <pc:picChg chg="add mod">
            <ac:chgData name="Arun Sunar" userId="3fa9774ca67c7ab5" providerId="LiveId" clId="{4657FCA1-D0B0-4798-BC32-8854E3CA09C2}" dt="2024-08-06T10:59:31.754" v="39" actId="14100"/>
            <ac:picMkLst>
              <pc:docMk/>
              <pc:sldMasterMk cId="3797820122" sldId="2147483648"/>
              <pc:sldLayoutMk cId="1808617464" sldId="2147483649"/>
              <ac:picMk id="8" creationId="{2B372F57-C70E-3C7A-9D76-8E3F303BBBC3}"/>
            </ac:picMkLst>
          </pc:picChg>
          <pc:picChg chg="add mod">
            <ac:chgData name="Arun Sunar" userId="3fa9774ca67c7ab5" providerId="LiveId" clId="{4657FCA1-D0B0-4798-BC32-8854E3CA09C2}" dt="2024-08-06T10:59:29.497" v="38" actId="1076"/>
            <ac:picMkLst>
              <pc:docMk/>
              <pc:sldMasterMk cId="3797820122" sldId="2147483648"/>
              <pc:sldLayoutMk cId="1808617464" sldId="2147483649"/>
              <ac:picMk id="10" creationId="{6667DC5C-9EE0-AAD7-AD5F-1F53852118C3}"/>
            </ac:picMkLst>
          </pc:picChg>
          <pc:picChg chg="add mod">
            <ac:chgData name="Arun Sunar" userId="3fa9774ca67c7ab5" providerId="LiveId" clId="{4657FCA1-D0B0-4798-BC32-8854E3CA09C2}" dt="2024-08-06T11:00:45.190" v="41" actId="14100"/>
            <ac:picMkLst>
              <pc:docMk/>
              <pc:sldMasterMk cId="3797820122" sldId="2147483648"/>
              <pc:sldLayoutMk cId="1808617464" sldId="2147483649"/>
              <ac:picMk id="12" creationId="{073CA91F-DB46-5D37-B35E-36CEFC6C7C66}"/>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E8E370-14C5-8FC4-D5D5-14429936F9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B8E7B3C-7155-91EA-1A06-A386DFF590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F0F804-6DA2-4467-AAE7-B643C43000EE}" type="datetimeFigureOut">
              <a:rPr lang="en-IN" smtClean="0"/>
              <a:t>06-08-2024</a:t>
            </a:fld>
            <a:endParaRPr lang="en-IN"/>
          </a:p>
        </p:txBody>
      </p:sp>
      <p:sp>
        <p:nvSpPr>
          <p:cNvPr id="4" name="Footer Placeholder 3">
            <a:extLst>
              <a:ext uri="{FF2B5EF4-FFF2-40B4-BE49-F238E27FC236}">
                <a16:creationId xmlns:a16="http://schemas.microsoft.com/office/drawing/2014/main" id="{171C1B05-CC42-868A-72DF-C081417A4E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80D6D74-099E-D964-8B0F-BFB8F34AA4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601C55-228C-4631-B8E4-70B234147217}" type="slidenum">
              <a:rPr lang="en-IN" smtClean="0"/>
              <a:t>‹#›</a:t>
            </a:fld>
            <a:endParaRPr lang="en-IN"/>
          </a:p>
        </p:txBody>
      </p:sp>
    </p:spTree>
    <p:extLst>
      <p:ext uri="{BB962C8B-B14F-4D97-AF65-F5344CB8AC3E}">
        <p14:creationId xmlns:p14="http://schemas.microsoft.com/office/powerpoint/2010/main" val="322539856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C9DD1-870F-6021-42F5-AB9AA0A9C3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2CEA0B-3B65-AC70-7304-55AE586463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18F975-3A4B-E7B2-B146-B27AC120BA93}"/>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5" name="Footer Placeholder 4">
            <a:extLst>
              <a:ext uri="{FF2B5EF4-FFF2-40B4-BE49-F238E27FC236}">
                <a16:creationId xmlns:a16="http://schemas.microsoft.com/office/drawing/2014/main" id="{324FF4A5-D1EE-83E9-046A-5B98992129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26571C-711A-4774-E77D-96BF124DE689}"/>
              </a:ext>
            </a:extLst>
          </p:cNvPr>
          <p:cNvSpPr>
            <a:spLocks noGrp="1"/>
          </p:cNvSpPr>
          <p:nvPr>
            <p:ph type="sldNum" sz="quarter" idx="12"/>
          </p:nvPr>
        </p:nvSpPr>
        <p:spPr/>
        <p:txBody>
          <a:bodyPr/>
          <a:lstStyle/>
          <a:p>
            <a:fld id="{6686E460-ABE7-4136-950C-27007CEED9F0}" type="slidenum">
              <a:rPr lang="en-IN" smtClean="0"/>
              <a:t>‹#›</a:t>
            </a:fld>
            <a:endParaRPr lang="en-IN"/>
          </a:p>
        </p:txBody>
      </p:sp>
      <p:pic>
        <p:nvPicPr>
          <p:cNvPr id="12" name="Picture 11">
            <a:extLst>
              <a:ext uri="{FF2B5EF4-FFF2-40B4-BE49-F238E27FC236}">
                <a16:creationId xmlns:a16="http://schemas.microsoft.com/office/drawing/2014/main" id="{073CA91F-DB46-5D37-B35E-36CEFC6C7C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04200" y="5537200"/>
            <a:ext cx="1320800" cy="1320800"/>
          </a:xfrm>
          <a:prstGeom prst="rect">
            <a:avLst/>
          </a:prstGeom>
        </p:spPr>
      </p:pic>
    </p:spTree>
    <p:extLst>
      <p:ext uri="{BB962C8B-B14F-4D97-AF65-F5344CB8AC3E}">
        <p14:creationId xmlns:p14="http://schemas.microsoft.com/office/powerpoint/2010/main" val="1808617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8D93-ECF2-441C-C9C5-9144A7D1A8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CDA2E9-D7F3-D10D-24A3-A372DB0352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DAE356-D6CC-310E-22E1-7F18A0EA7718}"/>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5" name="Footer Placeholder 4">
            <a:extLst>
              <a:ext uri="{FF2B5EF4-FFF2-40B4-BE49-F238E27FC236}">
                <a16:creationId xmlns:a16="http://schemas.microsoft.com/office/drawing/2014/main" id="{23A5F978-E66E-28AC-482B-0E3BCA5682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A7E8AB-B3F6-9429-1941-C8646D91EE57}"/>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2300728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5AD3-8694-71E0-B178-9A0D29CD4B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0410B82-4251-7163-6FF1-8F8C4BA18F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A7398D-8368-7D1E-4D8E-6B747CDF6FB9}"/>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5" name="Footer Placeholder 4">
            <a:extLst>
              <a:ext uri="{FF2B5EF4-FFF2-40B4-BE49-F238E27FC236}">
                <a16:creationId xmlns:a16="http://schemas.microsoft.com/office/drawing/2014/main" id="{CBD48157-B0BE-1DD8-49DA-FD902DE986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AF896-1516-AC00-9218-EBB4DE28D6F5}"/>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157639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2FAD-CC85-EB56-C4A8-6B3A07EB03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710CFB-4BC2-958B-0E77-556BC0CB6E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EBAC89-CAE0-76A7-13E6-7158F048F2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06EB8-4AC6-C73E-C431-7A4B671B9AE6}"/>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6" name="Footer Placeholder 5">
            <a:extLst>
              <a:ext uri="{FF2B5EF4-FFF2-40B4-BE49-F238E27FC236}">
                <a16:creationId xmlns:a16="http://schemas.microsoft.com/office/drawing/2014/main" id="{5AAAF470-A69A-54B4-C610-544195F05C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ED4686-3742-3B9C-92A7-000F046BE2D2}"/>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2532936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7206-CCEF-BEEB-5674-863AC1ADD5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895368-F7A9-29C1-B9AF-64A4FC8BD5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459CAE-0986-6232-83EC-9AF84719FE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2F2445-1EE0-1C54-6AF1-9A260D3431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6971F3-CF14-0BDA-2B56-C374F8B13B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BB840E-5671-5BD1-F972-D4EF943B7AFC}"/>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8" name="Footer Placeholder 7">
            <a:extLst>
              <a:ext uri="{FF2B5EF4-FFF2-40B4-BE49-F238E27FC236}">
                <a16:creationId xmlns:a16="http://schemas.microsoft.com/office/drawing/2014/main" id="{60CB53A7-85A5-796C-F698-9EFC719046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ABF520-FBE7-6B69-E2D8-B441385744AD}"/>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3820726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C76C3-DBBE-30CC-B4D6-4405230C0E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EA3C88-6986-0528-7C96-EB3499551297}"/>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4" name="Footer Placeholder 3">
            <a:extLst>
              <a:ext uri="{FF2B5EF4-FFF2-40B4-BE49-F238E27FC236}">
                <a16:creationId xmlns:a16="http://schemas.microsoft.com/office/drawing/2014/main" id="{4FE405F2-182A-CFCD-ED86-2A69A3F535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8F9048E-A37A-285E-843A-1C67F60656DA}"/>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4001083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90C997-B304-A0C7-8D2F-023F15AD2597}"/>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3" name="Footer Placeholder 2">
            <a:extLst>
              <a:ext uri="{FF2B5EF4-FFF2-40B4-BE49-F238E27FC236}">
                <a16:creationId xmlns:a16="http://schemas.microsoft.com/office/drawing/2014/main" id="{C2D9B211-AFDE-3E9B-DDB9-E5C972B1B0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276DA3-BAAE-F1C9-C688-446FF576D049}"/>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2692483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C2D0C-9B9B-2EA6-02D0-1F3A3C1C9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82D489-7A03-7D74-AA36-2C4FB4E126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CF986B-6A42-8497-0784-9CBD1AAB8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3B4395-7143-1404-8D43-6DC5C06DAAA4}"/>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6" name="Footer Placeholder 5">
            <a:extLst>
              <a:ext uri="{FF2B5EF4-FFF2-40B4-BE49-F238E27FC236}">
                <a16:creationId xmlns:a16="http://schemas.microsoft.com/office/drawing/2014/main" id="{200C5F9F-916F-99AE-F756-7B0793F203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A91691-B66B-F312-E65C-8CF1CE4AF62F}"/>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3952520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28646-5B89-8B80-0D7B-4E4DAB45D2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2C7CEF-8EF3-3365-4C20-C5EFC91AF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B0AEC74-07C7-4D19-EF02-FA648331A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ECD8C6-F6C0-80E9-148F-2A269665E5E5}"/>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6" name="Footer Placeholder 5">
            <a:extLst>
              <a:ext uri="{FF2B5EF4-FFF2-40B4-BE49-F238E27FC236}">
                <a16:creationId xmlns:a16="http://schemas.microsoft.com/office/drawing/2014/main" id="{CDE92E1E-0A3A-2826-9ED8-7086AFB30C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62AA04-68A4-6686-E699-F45734DB4988}"/>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1143956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B888E-5A66-1A78-0DE3-4CD3C3076C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A30D5A-55C3-549C-D782-3665D84E99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389012-7180-5648-E8E8-BC1EA9FADF8D}"/>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5" name="Footer Placeholder 4">
            <a:extLst>
              <a:ext uri="{FF2B5EF4-FFF2-40B4-BE49-F238E27FC236}">
                <a16:creationId xmlns:a16="http://schemas.microsoft.com/office/drawing/2014/main" id="{C4E842BF-3323-7C0E-7145-1145037D06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82F627-609E-5019-5934-F502FF13AC83}"/>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2187659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445ABE-9DB3-6AAD-B22A-D19A18EA52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AE3AF1-7623-B432-F70C-2952D18854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8F377F-4050-45BE-1CD8-63E4F3CD17AE}"/>
              </a:ext>
            </a:extLst>
          </p:cNvPr>
          <p:cNvSpPr>
            <a:spLocks noGrp="1"/>
          </p:cNvSpPr>
          <p:nvPr>
            <p:ph type="dt" sz="half" idx="10"/>
          </p:nvPr>
        </p:nvSpPr>
        <p:spPr/>
        <p:txBody>
          <a:bodyPr/>
          <a:lstStyle/>
          <a:p>
            <a:fld id="{99B800E9-06D6-4936-A258-DBA568868E2C}" type="datetimeFigureOut">
              <a:rPr lang="en-IN" smtClean="0"/>
              <a:t>06-08-2024</a:t>
            </a:fld>
            <a:endParaRPr lang="en-IN"/>
          </a:p>
        </p:txBody>
      </p:sp>
      <p:sp>
        <p:nvSpPr>
          <p:cNvPr id="5" name="Footer Placeholder 4">
            <a:extLst>
              <a:ext uri="{FF2B5EF4-FFF2-40B4-BE49-F238E27FC236}">
                <a16:creationId xmlns:a16="http://schemas.microsoft.com/office/drawing/2014/main" id="{8C1CF030-BE72-9035-3495-564CE53503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A40C8A-2111-D95B-CFC4-F0311B327854}"/>
              </a:ext>
            </a:extLst>
          </p:cNvPr>
          <p:cNvSpPr>
            <a:spLocks noGrp="1"/>
          </p:cNvSpPr>
          <p:nvPr>
            <p:ph type="sldNum" sz="quarter" idx="12"/>
          </p:nvPr>
        </p:nvSpPr>
        <p:spPr/>
        <p:txBody>
          <a:bodyPr/>
          <a:lstStyle/>
          <a:p>
            <a:fld id="{6686E460-ABE7-4136-950C-27007CEED9F0}" type="slidenum">
              <a:rPr lang="en-IN" smtClean="0"/>
              <a:t>‹#›</a:t>
            </a:fld>
            <a:endParaRPr lang="en-IN"/>
          </a:p>
        </p:txBody>
      </p:sp>
    </p:spTree>
    <p:extLst>
      <p:ext uri="{BB962C8B-B14F-4D97-AF65-F5344CB8AC3E}">
        <p14:creationId xmlns:p14="http://schemas.microsoft.com/office/powerpoint/2010/main" val="2165830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26FFB9-EFB6-C18B-1440-3F8DB9C7CE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B4E442-3964-CA65-8456-0CCE1C1BC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033199-FEF1-2AE7-31C4-5659AFA94A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B800E9-06D6-4936-A258-DBA568868E2C}" type="datetimeFigureOut">
              <a:rPr lang="en-IN" smtClean="0"/>
              <a:t>06-08-2024</a:t>
            </a:fld>
            <a:endParaRPr lang="en-IN"/>
          </a:p>
        </p:txBody>
      </p:sp>
      <p:sp>
        <p:nvSpPr>
          <p:cNvPr id="5" name="Footer Placeholder 4">
            <a:extLst>
              <a:ext uri="{FF2B5EF4-FFF2-40B4-BE49-F238E27FC236}">
                <a16:creationId xmlns:a16="http://schemas.microsoft.com/office/drawing/2014/main" id="{072DDA8F-C51C-A285-657D-F9A68E4AF6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B53BF0C-CC7B-2DB7-19AD-4F506620F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86E460-ABE7-4136-950C-27007CEED9F0}" type="slidenum">
              <a:rPr lang="en-IN" smtClean="0"/>
              <a:t>‹#›</a:t>
            </a:fld>
            <a:endParaRPr lang="en-IN"/>
          </a:p>
        </p:txBody>
      </p:sp>
      <p:pic>
        <p:nvPicPr>
          <p:cNvPr id="8" name="Picture 7">
            <a:extLst>
              <a:ext uri="{FF2B5EF4-FFF2-40B4-BE49-F238E27FC236}">
                <a16:creationId xmlns:a16="http://schemas.microsoft.com/office/drawing/2014/main" id="{5B81E946-561F-D95C-579B-AF67723E400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249920" y="5582920"/>
            <a:ext cx="1275080" cy="1275080"/>
          </a:xfrm>
          <a:prstGeom prst="rect">
            <a:avLst/>
          </a:prstGeom>
        </p:spPr>
      </p:pic>
      <p:pic>
        <p:nvPicPr>
          <p:cNvPr id="10" name="Picture 9">
            <a:extLst>
              <a:ext uri="{FF2B5EF4-FFF2-40B4-BE49-F238E27FC236}">
                <a16:creationId xmlns:a16="http://schemas.microsoft.com/office/drawing/2014/main" id="{69034655-9F31-3C67-1DE5-A6E898D6FEEC}"/>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979920" y="5097524"/>
            <a:ext cx="932633" cy="1760476"/>
          </a:xfrm>
          <a:prstGeom prst="rect">
            <a:avLst/>
          </a:prstGeom>
        </p:spPr>
      </p:pic>
    </p:spTree>
    <p:extLst>
      <p:ext uri="{BB962C8B-B14F-4D97-AF65-F5344CB8AC3E}">
        <p14:creationId xmlns:p14="http://schemas.microsoft.com/office/powerpoint/2010/main" val="3797820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javatpoint.com/hibernate-table-per-hierarchy-using-annotation-tutorial-example" TargetMode="External"/><Relationship Id="rId2" Type="http://schemas.openxmlformats.org/officeDocument/2006/relationships/hyperlink" Target="https://www.geeksforgeeks.org/hibernate-table-per-hierarchy-using-annotation/" TargetMode="External"/><Relationship Id="rId1" Type="http://schemas.openxmlformats.org/officeDocument/2006/relationships/slideLayout" Target="../slideLayouts/slideLayout2.xml"/><Relationship Id="rId4" Type="http://schemas.openxmlformats.org/officeDocument/2006/relationships/hyperlink" Target="https://www.viralpatel.net/hibernate-inheritence-table-per-hierarchy-mapping/" TargetMode="External"/></Relationships>
</file>

<file path=ppt/slides/_rels/slide32.xml.rels><?xml version="1.0" encoding="UTF-8" standalone="yes"?>
<Relationships xmlns="http://schemas.openxmlformats.org/package/2006/relationships"><Relationship Id="rId2" Type="http://schemas.openxmlformats.org/officeDocument/2006/relationships/hyperlink" Target="https://www.viralpatel.net/hibernate-inheritance-table-per-concrete-class-annotation-xml-mappin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viralpatel.net/hibernate-inheritance-table-per-subclass-annotation-xml-mapping/"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baeldung.com/hibernate-fetchmode"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javatute.com/hibernate/hibernate-eager-vs-lazy-fetch-type-example/" TargetMode="External"/><Relationship Id="rId2" Type="http://schemas.openxmlformats.org/officeDocument/2006/relationships/hyperlink" Target="https://www.geeksforgeeks.org/hibernate-one-to-one-mapping/" TargetMode="External"/><Relationship Id="rId1" Type="http://schemas.openxmlformats.org/officeDocument/2006/relationships/slideLayout" Target="../slideLayouts/slideLayout2.xml"/><Relationship Id="rId6" Type="http://schemas.openxmlformats.org/officeDocument/2006/relationships/hyperlink" Target="https://www.linkedin.com/pulse/transactions-spring-approach-thiago-leite-e-carvalho/" TargetMode="External"/><Relationship Id="rId5" Type="http://schemas.openxmlformats.org/officeDocument/2006/relationships/hyperlink" Target="https://www.digitalocean.com/community/tutorials/hibernate-session-merge-vs-update-save-saveorupdate-persist-example" TargetMode="External"/><Relationship Id="rId4" Type="http://schemas.openxmlformats.org/officeDocument/2006/relationships/hyperlink" Target="http://javainsimpleway.com/merge-vs-update-in-hibernate-with-examp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1A8D5-3E15-B648-5DE4-51B79118E4C4}"/>
              </a:ext>
            </a:extLst>
          </p:cNvPr>
          <p:cNvSpPr>
            <a:spLocks noGrp="1"/>
          </p:cNvSpPr>
          <p:nvPr>
            <p:ph type="title"/>
          </p:nvPr>
        </p:nvSpPr>
        <p:spPr/>
        <p:txBody>
          <a:bodyPr/>
          <a:lstStyle/>
          <a:p>
            <a:r>
              <a:rPr lang="en-IN" dirty="0"/>
              <a:t>Hibernate Architecture</a:t>
            </a:r>
          </a:p>
        </p:txBody>
      </p:sp>
      <p:pic>
        <p:nvPicPr>
          <p:cNvPr id="2050" name="Picture 2">
            <a:extLst>
              <a:ext uri="{FF2B5EF4-FFF2-40B4-BE49-F238E27FC236}">
                <a16:creationId xmlns:a16="http://schemas.microsoft.com/office/drawing/2014/main" id="{BCBB320B-4B2C-0FD3-F2BA-DFBD968ED3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719" y="1967982"/>
            <a:ext cx="6096000" cy="3276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78F8AE31-6903-2733-B582-351734E32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1482" y="1600103"/>
            <a:ext cx="3810000" cy="320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80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ED34F-FB85-D594-D8EE-CF6CA64250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EFD9FB-33ED-F023-B6EA-9AEF59750F7A}"/>
              </a:ext>
            </a:extLst>
          </p:cNvPr>
          <p:cNvSpPr>
            <a:spLocks noGrp="1"/>
          </p:cNvSpPr>
          <p:nvPr>
            <p:ph idx="1"/>
          </p:nvPr>
        </p:nvSpPr>
        <p:spPr/>
        <p:txBody>
          <a:bodyPr/>
          <a:lstStyle/>
          <a:p>
            <a:r>
              <a:rPr lang="en-US" dirty="0"/>
              <a:t>The main intention of Persistence class or object in Hibernate applications is to manage Persistence data which we want to store in Database or by using this we want to perform the database operations like select, update, delete</a:t>
            </a:r>
            <a:endParaRPr lang="en-IN" dirty="0"/>
          </a:p>
        </p:txBody>
      </p:sp>
    </p:spTree>
    <p:extLst>
      <p:ext uri="{BB962C8B-B14F-4D97-AF65-F5344CB8AC3E}">
        <p14:creationId xmlns:p14="http://schemas.microsoft.com/office/powerpoint/2010/main" val="1437170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ED34F-FB85-D594-D8EE-CF6CA642500E}"/>
              </a:ext>
            </a:extLst>
          </p:cNvPr>
          <p:cNvSpPr>
            <a:spLocks noGrp="1"/>
          </p:cNvSpPr>
          <p:nvPr>
            <p:ph type="title"/>
          </p:nvPr>
        </p:nvSpPr>
        <p:spPr>
          <a:xfrm>
            <a:off x="838200" y="365126"/>
            <a:ext cx="10515600" cy="315912"/>
          </a:xfrm>
        </p:spPr>
        <p:txBody>
          <a:bodyPr>
            <a:normAutofit fontScale="90000"/>
          </a:bodyPr>
          <a:lstStyle/>
          <a:p>
            <a:r>
              <a:rPr lang="en-IN" dirty="0"/>
              <a:t>hibernate.cfg.xml</a:t>
            </a:r>
          </a:p>
        </p:txBody>
      </p:sp>
      <p:sp>
        <p:nvSpPr>
          <p:cNvPr id="3" name="Content Placeholder 2">
            <a:extLst>
              <a:ext uri="{FF2B5EF4-FFF2-40B4-BE49-F238E27FC236}">
                <a16:creationId xmlns:a16="http://schemas.microsoft.com/office/drawing/2014/main" id="{E0EFD9FB-33ED-F023-B6EA-9AEF59750F7A}"/>
              </a:ext>
            </a:extLst>
          </p:cNvPr>
          <p:cNvSpPr>
            <a:spLocks noGrp="1"/>
          </p:cNvSpPr>
          <p:nvPr>
            <p:ph idx="1"/>
          </p:nvPr>
        </p:nvSpPr>
        <p:spPr>
          <a:xfrm>
            <a:off x="838200" y="942391"/>
            <a:ext cx="10515600" cy="5747657"/>
          </a:xfrm>
        </p:spPr>
        <p:txBody>
          <a:bodyPr>
            <a:normAutofit fontScale="47500" lnSpcReduction="20000"/>
          </a:bodyPr>
          <a:lstStyle/>
          <a:p>
            <a:r>
              <a:rPr lang="en-US" dirty="0"/>
              <a:t>&lt;?xml version="1.0" encoding="</a:t>
            </a:r>
            <a:r>
              <a:rPr lang="en-US"/>
              <a:t>UTF-8"?&gt;</a:t>
            </a:r>
            <a:endParaRPr lang="en-US" dirty="0"/>
          </a:p>
          <a:p>
            <a:r>
              <a:rPr lang="en-US" dirty="0"/>
              <a:t>&lt;!DOCTYPE hibernate-configuration PUBLIC</a:t>
            </a:r>
          </a:p>
          <a:p>
            <a:r>
              <a:rPr lang="en-US" dirty="0"/>
              <a:t>    "-//Hibernate/Hibernate Configuration DTD 3.0//EN"</a:t>
            </a:r>
          </a:p>
          <a:p>
            <a:r>
              <a:rPr lang="en-US" dirty="0"/>
              <a:t>    "http://www.hibernate.org/dtd/hibernate-configuration-3.0.dtd"&gt;</a:t>
            </a:r>
          </a:p>
          <a:p>
            <a:r>
              <a:rPr lang="en-US" dirty="0"/>
              <a:t>&lt;hibernate-configuration&gt;</a:t>
            </a:r>
          </a:p>
          <a:p>
            <a:r>
              <a:rPr lang="en-US" dirty="0"/>
              <a:t>    &lt;session-factory&gt;</a:t>
            </a:r>
          </a:p>
          <a:p>
            <a:r>
              <a:rPr lang="en-US" dirty="0"/>
              <a:t>        &lt;property name="</a:t>
            </a:r>
            <a:r>
              <a:rPr lang="en-US" dirty="0" err="1"/>
              <a:t>connection.driver_class</a:t>
            </a:r>
            <a:r>
              <a:rPr lang="en-US" dirty="0"/>
              <a:t>"&gt;</a:t>
            </a:r>
            <a:r>
              <a:rPr lang="en-US" dirty="0" err="1"/>
              <a:t>com.mysql.jdbc.Driver</a:t>
            </a:r>
            <a:r>
              <a:rPr lang="en-US" dirty="0"/>
              <a:t>&lt;/property&gt;     &lt;property name="connection.url"&gt;</a:t>
            </a:r>
            <a:r>
              <a:rPr lang="en-US" dirty="0" err="1"/>
              <a:t>jdbc:mysql</a:t>
            </a:r>
            <a:r>
              <a:rPr lang="en-US" dirty="0"/>
              <a:t>://localhost:3306/</a:t>
            </a:r>
            <a:r>
              <a:rPr lang="en-US" dirty="0" err="1"/>
              <a:t>hibernatedemo</a:t>
            </a:r>
            <a:r>
              <a:rPr lang="en-US" dirty="0"/>
              <a:t>&lt;/property&gt;</a:t>
            </a:r>
          </a:p>
          <a:p>
            <a:r>
              <a:rPr lang="en-US" dirty="0"/>
              <a:t>        &lt;property name="</a:t>
            </a:r>
            <a:r>
              <a:rPr lang="en-US" dirty="0" err="1"/>
              <a:t>connection.username</a:t>
            </a:r>
            <a:r>
              <a:rPr lang="en-US" dirty="0"/>
              <a:t>"&gt;root&lt;/property&gt;    &lt;property name="</a:t>
            </a:r>
            <a:r>
              <a:rPr lang="en-US" dirty="0" err="1"/>
              <a:t>connection.password</a:t>
            </a:r>
            <a:r>
              <a:rPr lang="en-US" dirty="0"/>
              <a:t>"&gt;your password&lt;/property&gt;</a:t>
            </a:r>
          </a:p>
          <a:p>
            <a:r>
              <a:rPr lang="en-US" dirty="0"/>
              <a:t>         &lt;!-- We use dialect to provide information about which</a:t>
            </a:r>
          </a:p>
          <a:p>
            <a:r>
              <a:rPr lang="en-US" dirty="0"/>
              <a:t>            database we are using, we are using </a:t>
            </a:r>
            <a:r>
              <a:rPr lang="en-US" dirty="0" err="1"/>
              <a:t>mysql</a:t>
            </a:r>
            <a:r>
              <a:rPr lang="en-US" dirty="0"/>
              <a:t> --&gt;</a:t>
            </a:r>
          </a:p>
          <a:p>
            <a:r>
              <a:rPr lang="en-US" dirty="0"/>
              <a:t>        &lt;property name="dialect"&gt;org.hibernate.dialect.MySQL5Dialect&lt;/property&gt;</a:t>
            </a:r>
          </a:p>
          <a:p>
            <a:r>
              <a:rPr lang="en-US" dirty="0"/>
              <a:t>         &lt;!-- This property enables us to update the</a:t>
            </a:r>
          </a:p>
          <a:p>
            <a:r>
              <a:rPr lang="en-US" dirty="0"/>
              <a:t>               table </a:t>
            </a:r>
            <a:r>
              <a:rPr lang="en-US" dirty="0" err="1"/>
              <a:t>everytime</a:t>
            </a:r>
            <a:r>
              <a:rPr lang="en-US" dirty="0"/>
              <a:t> the program runs--&gt;</a:t>
            </a:r>
          </a:p>
          <a:p>
            <a:r>
              <a:rPr lang="en-US" dirty="0"/>
              <a:t>        &lt;property name="hbm2ddl.auto"&gt;update&lt;/property&gt;   &lt;property name="</a:t>
            </a:r>
            <a:r>
              <a:rPr lang="en-US" dirty="0" err="1"/>
              <a:t>show_sql</a:t>
            </a:r>
            <a:r>
              <a:rPr lang="en-US" dirty="0"/>
              <a:t>"&gt;true&lt;/property&gt;</a:t>
            </a:r>
          </a:p>
          <a:p>
            <a:r>
              <a:rPr lang="en-US" dirty="0"/>
              <a:t>         </a:t>
            </a:r>
          </a:p>
          <a:p>
            <a:r>
              <a:rPr lang="en-US" dirty="0"/>
              <a:t>         &lt;!-- List of XML mapping files --&gt;</a:t>
            </a:r>
          </a:p>
          <a:p>
            <a:r>
              <a:rPr lang="en-US" dirty="0"/>
              <a:t>          &lt;!-- path of a mapping file, for us its our</a:t>
            </a:r>
          </a:p>
          <a:p>
            <a:r>
              <a:rPr lang="en-US" dirty="0"/>
              <a:t>             Student class and Address class which is a POJO --&gt;</a:t>
            </a:r>
          </a:p>
          <a:p>
            <a:r>
              <a:rPr lang="en-US" dirty="0"/>
              <a:t>        &lt;mapping class="</a:t>
            </a:r>
            <a:r>
              <a:rPr lang="en-US" dirty="0" err="1"/>
              <a:t>com.spring.hibernate.Student</a:t>
            </a:r>
            <a:r>
              <a:rPr lang="en-US" dirty="0"/>
              <a:t>"&gt;&lt;/mapping&gt;      &lt;mapping class="</a:t>
            </a:r>
            <a:r>
              <a:rPr lang="en-US" dirty="0" err="1"/>
              <a:t>com.spring.hibernate.Address</a:t>
            </a:r>
            <a:r>
              <a:rPr lang="en-US" dirty="0"/>
              <a:t>"&gt;&lt;/mapping&gt;</a:t>
            </a:r>
          </a:p>
          <a:p>
            <a:r>
              <a:rPr lang="en-US" dirty="0"/>
              <a:t>    &lt;/session-factory&gt;</a:t>
            </a:r>
          </a:p>
          <a:p>
            <a:r>
              <a:rPr lang="en-US" dirty="0"/>
              <a:t>&lt;/hibernate-configuration&gt;</a:t>
            </a:r>
            <a:endParaRPr lang="en-IN" dirty="0"/>
          </a:p>
        </p:txBody>
      </p:sp>
    </p:spTree>
    <p:extLst>
      <p:ext uri="{BB962C8B-B14F-4D97-AF65-F5344CB8AC3E}">
        <p14:creationId xmlns:p14="http://schemas.microsoft.com/office/powerpoint/2010/main" val="2516934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631C1-C370-EF50-8731-CB8EF79D27EB}"/>
              </a:ext>
            </a:extLst>
          </p:cNvPr>
          <p:cNvSpPr>
            <a:spLocks noGrp="1"/>
          </p:cNvSpPr>
          <p:nvPr>
            <p:ph type="ctrTitle"/>
          </p:nvPr>
        </p:nvSpPr>
        <p:spPr>
          <a:xfrm>
            <a:off x="96416" y="149291"/>
            <a:ext cx="9144000" cy="877076"/>
          </a:xfrm>
        </p:spPr>
        <p:txBody>
          <a:bodyPr>
            <a:normAutofit fontScale="90000"/>
          </a:bodyPr>
          <a:lstStyle/>
          <a:p>
            <a:r>
              <a:rPr lang="en-IN" dirty="0" err="1"/>
              <a:t>SessionFactory</a:t>
            </a:r>
            <a:endParaRPr lang="en-IN" dirty="0"/>
          </a:p>
        </p:txBody>
      </p:sp>
      <p:sp>
        <p:nvSpPr>
          <p:cNvPr id="3" name="Subtitle 2">
            <a:extLst>
              <a:ext uri="{FF2B5EF4-FFF2-40B4-BE49-F238E27FC236}">
                <a16:creationId xmlns:a16="http://schemas.microsoft.com/office/drawing/2014/main" id="{9C319FDC-B724-6EC9-D484-A59D045A34AD}"/>
              </a:ext>
            </a:extLst>
          </p:cNvPr>
          <p:cNvSpPr>
            <a:spLocks noGrp="1"/>
          </p:cNvSpPr>
          <p:nvPr>
            <p:ph type="subTitle" idx="1"/>
          </p:nvPr>
        </p:nvSpPr>
        <p:spPr>
          <a:xfrm>
            <a:off x="199053" y="1110343"/>
            <a:ext cx="11688147" cy="4147457"/>
          </a:xfrm>
        </p:spPr>
        <p:txBody>
          <a:bodyPr/>
          <a:lstStyle/>
          <a:p>
            <a:pPr algn="l"/>
            <a:r>
              <a:rPr lang="en-IN" dirty="0" err="1"/>
              <a:t>SessionFactory</a:t>
            </a:r>
            <a:r>
              <a:rPr lang="en-IN" dirty="0"/>
              <a:t> is used to create session object by feeding  database configuration details.</a:t>
            </a:r>
          </a:p>
          <a:p>
            <a:pPr algn="l"/>
            <a:r>
              <a:rPr lang="en-IN" dirty="0"/>
              <a:t>Its heavyweight and thread safe(is immutable) and </a:t>
            </a:r>
            <a:r>
              <a:rPr lang="en-IN"/>
              <a:t>supports second </a:t>
            </a:r>
            <a:r>
              <a:rPr lang="en-IN" dirty="0"/>
              <a:t>level caching.</a:t>
            </a:r>
          </a:p>
          <a:p>
            <a:pPr algn="l"/>
            <a:r>
              <a:rPr lang="en-US" dirty="0"/>
              <a:t> // </a:t>
            </a:r>
            <a:r>
              <a:rPr lang="en-US" dirty="0" err="1"/>
              <a:t>SessionFactory</a:t>
            </a:r>
            <a:r>
              <a:rPr lang="en-US" dirty="0"/>
              <a:t> in Hibernate 5 example</a:t>
            </a:r>
          </a:p>
          <a:p>
            <a:pPr algn="l"/>
            <a:r>
              <a:rPr lang="en-US" dirty="0"/>
              <a:t>  Configuration config = new Configuration();</a:t>
            </a:r>
          </a:p>
          <a:p>
            <a:pPr algn="l"/>
            <a:r>
              <a:rPr lang="en-US" dirty="0"/>
              <a:t>  </a:t>
            </a:r>
            <a:r>
              <a:rPr lang="en-US" dirty="0" err="1"/>
              <a:t>config.configure</a:t>
            </a:r>
            <a:r>
              <a:rPr lang="en-US" dirty="0"/>
              <a:t>();</a:t>
            </a:r>
          </a:p>
          <a:p>
            <a:pPr algn="l"/>
            <a:r>
              <a:rPr lang="en-US" dirty="0"/>
              <a:t>  // local </a:t>
            </a:r>
            <a:r>
              <a:rPr lang="en-US" dirty="0" err="1"/>
              <a:t>SessionFactory</a:t>
            </a:r>
            <a:r>
              <a:rPr lang="en-US" dirty="0"/>
              <a:t> bean created</a:t>
            </a:r>
          </a:p>
          <a:p>
            <a:pPr algn="l"/>
            <a:r>
              <a:rPr lang="en-US" dirty="0"/>
              <a:t>  </a:t>
            </a:r>
            <a:r>
              <a:rPr lang="en-US" dirty="0" err="1"/>
              <a:t>SessionFactory</a:t>
            </a:r>
            <a:r>
              <a:rPr lang="en-US" dirty="0"/>
              <a:t> </a:t>
            </a:r>
            <a:r>
              <a:rPr lang="en-US" dirty="0" err="1"/>
              <a:t>sessionFactory</a:t>
            </a:r>
            <a:r>
              <a:rPr lang="en-US" dirty="0"/>
              <a:t> = </a:t>
            </a:r>
            <a:r>
              <a:rPr lang="en-US" dirty="0" err="1"/>
              <a:t>config.buildSessionFactory</a:t>
            </a:r>
            <a:r>
              <a:rPr lang="en-US" dirty="0"/>
              <a:t>();</a:t>
            </a:r>
          </a:p>
          <a:p>
            <a:pPr algn="l"/>
            <a:r>
              <a:rPr lang="en-IN" dirty="0"/>
              <a:t>Session </a:t>
            </a:r>
            <a:r>
              <a:rPr lang="en-IN" dirty="0" err="1"/>
              <a:t>newSession</a:t>
            </a:r>
            <a:r>
              <a:rPr lang="en-IN" dirty="0"/>
              <a:t> = </a:t>
            </a:r>
            <a:r>
              <a:rPr lang="en-IN" dirty="0" err="1"/>
              <a:t>sessionFactory.openSession</a:t>
            </a:r>
            <a:r>
              <a:rPr lang="en-IN" dirty="0"/>
              <a:t>();</a:t>
            </a:r>
          </a:p>
        </p:txBody>
      </p:sp>
    </p:spTree>
    <p:extLst>
      <p:ext uri="{BB962C8B-B14F-4D97-AF65-F5344CB8AC3E}">
        <p14:creationId xmlns:p14="http://schemas.microsoft.com/office/powerpoint/2010/main" val="3470368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631C1-C370-EF50-8731-CB8EF79D27EB}"/>
              </a:ext>
            </a:extLst>
          </p:cNvPr>
          <p:cNvSpPr>
            <a:spLocks noGrp="1"/>
          </p:cNvSpPr>
          <p:nvPr>
            <p:ph type="ctrTitle"/>
          </p:nvPr>
        </p:nvSpPr>
        <p:spPr>
          <a:xfrm>
            <a:off x="96415" y="149290"/>
            <a:ext cx="11566850" cy="1450909"/>
          </a:xfrm>
        </p:spPr>
        <p:txBody>
          <a:bodyPr>
            <a:normAutofit fontScale="90000"/>
          </a:bodyPr>
          <a:lstStyle/>
          <a:p>
            <a:pPr algn="l"/>
            <a:r>
              <a:rPr lang="en-IN" dirty="0" err="1"/>
              <a:t>sessionfactory</a:t>
            </a:r>
            <a:r>
              <a:rPr lang="en-IN" dirty="0"/>
              <a:t> </a:t>
            </a:r>
            <a:r>
              <a:rPr lang="en-IN" dirty="0" err="1"/>
              <a:t>opensession</a:t>
            </a:r>
            <a:r>
              <a:rPr lang="en-IN" dirty="0"/>
              <a:t> vs </a:t>
            </a:r>
            <a:r>
              <a:rPr lang="en-IN" dirty="0" err="1"/>
              <a:t>getcurrentsession</a:t>
            </a:r>
            <a:endParaRPr lang="en-IN" dirty="0"/>
          </a:p>
        </p:txBody>
      </p:sp>
      <p:graphicFrame>
        <p:nvGraphicFramePr>
          <p:cNvPr id="4" name="Table 3">
            <a:extLst>
              <a:ext uri="{FF2B5EF4-FFF2-40B4-BE49-F238E27FC236}">
                <a16:creationId xmlns:a16="http://schemas.microsoft.com/office/drawing/2014/main" id="{D59D49D6-73C9-EABB-01BC-DFBDC381BE9F}"/>
              </a:ext>
            </a:extLst>
          </p:cNvPr>
          <p:cNvGraphicFramePr>
            <a:graphicFrameLocks noGrp="1"/>
          </p:cNvGraphicFramePr>
          <p:nvPr>
            <p:extLst>
              <p:ext uri="{D42A27DB-BD31-4B8C-83A1-F6EECF244321}">
                <p14:modId xmlns:p14="http://schemas.microsoft.com/office/powerpoint/2010/main" val="3384162560"/>
              </p:ext>
            </p:extLst>
          </p:nvPr>
        </p:nvGraphicFramePr>
        <p:xfrm>
          <a:off x="96414" y="1945640"/>
          <a:ext cx="12005390" cy="3479800"/>
        </p:xfrm>
        <a:graphic>
          <a:graphicData uri="http://schemas.openxmlformats.org/drawingml/2006/table">
            <a:tbl>
              <a:tblPr firstRow="1" bandRow="1">
                <a:tableStyleId>{5C22544A-7EE6-4342-B048-85BDC9FD1C3A}</a:tableStyleId>
              </a:tblPr>
              <a:tblGrid>
                <a:gridCol w="6002695">
                  <a:extLst>
                    <a:ext uri="{9D8B030D-6E8A-4147-A177-3AD203B41FA5}">
                      <a16:colId xmlns:a16="http://schemas.microsoft.com/office/drawing/2014/main" val="3143127269"/>
                    </a:ext>
                  </a:extLst>
                </a:gridCol>
                <a:gridCol w="6002695">
                  <a:extLst>
                    <a:ext uri="{9D8B030D-6E8A-4147-A177-3AD203B41FA5}">
                      <a16:colId xmlns:a16="http://schemas.microsoft.com/office/drawing/2014/main" val="3289840226"/>
                    </a:ext>
                  </a:extLst>
                </a:gridCol>
              </a:tblGrid>
              <a:tr h="370840">
                <a:tc>
                  <a:txBody>
                    <a:bodyPr/>
                    <a:lstStyle/>
                    <a:p>
                      <a:r>
                        <a:rPr lang="en-IN" dirty="0" err="1"/>
                        <a:t>openSession</a:t>
                      </a:r>
                      <a:r>
                        <a:rPr lang="en-IN" dirty="0"/>
                        <a:t>() Method</a:t>
                      </a:r>
                    </a:p>
                  </a:txBody>
                  <a:tcPr/>
                </a:tc>
                <a:tc>
                  <a:txBody>
                    <a:bodyPr/>
                    <a:lstStyle/>
                    <a:p>
                      <a:r>
                        <a:rPr lang="en-IN" dirty="0" err="1"/>
                        <a:t>getCurrentSession</a:t>
                      </a:r>
                      <a:r>
                        <a:rPr lang="en-IN" dirty="0"/>
                        <a:t>() Method</a:t>
                      </a:r>
                    </a:p>
                  </a:txBody>
                  <a:tcPr/>
                </a:tc>
                <a:extLst>
                  <a:ext uri="{0D108BD9-81ED-4DB2-BD59-A6C34878D82A}">
                    <a16:rowId xmlns:a16="http://schemas.microsoft.com/office/drawing/2014/main" val="1239411077"/>
                  </a:ext>
                </a:extLst>
              </a:tr>
              <a:tr h="370840">
                <a:tc>
                  <a:txBody>
                    <a:bodyPr/>
                    <a:lstStyle/>
                    <a:p>
                      <a:r>
                        <a:rPr lang="en-US" dirty="0"/>
                        <a:t>It always creates a new Session object.</a:t>
                      </a:r>
                      <a:endParaRPr lang="en-IN" dirty="0"/>
                    </a:p>
                  </a:txBody>
                  <a:tcPr/>
                </a:tc>
                <a:tc>
                  <a:txBody>
                    <a:bodyPr/>
                    <a:lstStyle/>
                    <a:p>
                      <a:r>
                        <a:rPr lang="en-US" dirty="0"/>
                        <a:t>It creates a new Session </a:t>
                      </a:r>
                      <a:r>
                        <a:rPr lang="en-US" dirty="0" err="1"/>
                        <a:t>iff</a:t>
                      </a:r>
                      <a:r>
                        <a:rPr lang="en-US" dirty="0"/>
                        <a:t> there is no any session in current hibernate context.</a:t>
                      </a:r>
                      <a:endParaRPr lang="en-IN" dirty="0"/>
                    </a:p>
                  </a:txBody>
                  <a:tcPr/>
                </a:tc>
                <a:extLst>
                  <a:ext uri="{0D108BD9-81ED-4DB2-BD59-A6C34878D82A}">
                    <a16:rowId xmlns:a16="http://schemas.microsoft.com/office/drawing/2014/main" val="2439380069"/>
                  </a:ext>
                </a:extLst>
              </a:tr>
              <a:tr h="370840">
                <a:tc>
                  <a:txBody>
                    <a:bodyPr/>
                    <a:lstStyle/>
                    <a:p>
                      <a:r>
                        <a:rPr lang="en-US" dirty="0"/>
                        <a:t>Programmer need to explicitly flush and close session objects.</a:t>
                      </a:r>
                      <a:endParaRPr lang="en-IN" dirty="0"/>
                    </a:p>
                  </a:txBody>
                  <a:tcPr/>
                </a:tc>
                <a:tc>
                  <a:txBody>
                    <a:bodyPr/>
                    <a:lstStyle/>
                    <a:p>
                      <a:r>
                        <a:rPr lang="en-US" dirty="0"/>
                        <a:t>Programmer do not need to flush and close session objects, it will be taken care by Hibernate internally.</a:t>
                      </a:r>
                      <a:endParaRPr lang="en-IN" dirty="0"/>
                    </a:p>
                  </a:txBody>
                  <a:tcPr/>
                </a:tc>
                <a:extLst>
                  <a:ext uri="{0D108BD9-81ED-4DB2-BD59-A6C34878D82A}">
                    <a16:rowId xmlns:a16="http://schemas.microsoft.com/office/drawing/2014/main" val="4083804458"/>
                  </a:ext>
                </a:extLst>
              </a:tr>
              <a:tr h="370840">
                <a:tc>
                  <a:txBody>
                    <a:bodyPr/>
                    <a:lstStyle/>
                    <a:p>
                      <a:r>
                        <a:rPr lang="en-US" dirty="0" err="1"/>
                        <a:t>openSession</a:t>
                      </a:r>
                      <a:r>
                        <a:rPr lang="en-US" dirty="0"/>
                        <a:t>() is slower than </a:t>
                      </a:r>
                      <a:r>
                        <a:rPr lang="en-US" dirty="0" err="1"/>
                        <a:t>getCurrentSession</a:t>
                      </a:r>
                      <a:r>
                        <a:rPr lang="en-US" dirty="0"/>
                        <a:t>() in single threaded environment.</a:t>
                      </a:r>
                      <a:endParaRPr lang="en-IN" dirty="0"/>
                    </a:p>
                  </a:txBody>
                  <a:tcPr/>
                </a:tc>
                <a:tc>
                  <a:txBody>
                    <a:bodyPr/>
                    <a:lstStyle/>
                    <a:p>
                      <a:r>
                        <a:rPr lang="en-US" dirty="0"/>
                        <a:t>In single threaded environment it is faster than </a:t>
                      </a:r>
                      <a:r>
                        <a:rPr lang="en-US" dirty="0" err="1"/>
                        <a:t>openSession</a:t>
                      </a:r>
                      <a:r>
                        <a:rPr lang="en-US" dirty="0"/>
                        <a:t>().</a:t>
                      </a:r>
                      <a:endParaRPr lang="en-IN" dirty="0"/>
                    </a:p>
                  </a:txBody>
                  <a:tcPr/>
                </a:tc>
                <a:extLst>
                  <a:ext uri="{0D108BD9-81ED-4DB2-BD59-A6C34878D82A}">
                    <a16:rowId xmlns:a16="http://schemas.microsoft.com/office/drawing/2014/main" val="2217378687"/>
                  </a:ext>
                </a:extLst>
              </a:tr>
              <a:tr h="370840">
                <a:tc>
                  <a:txBody>
                    <a:bodyPr/>
                    <a:lstStyle/>
                    <a:p>
                      <a:r>
                        <a:rPr lang="en-US" dirty="0"/>
                        <a:t>You do not need to configure any property to call this method.</a:t>
                      </a:r>
                      <a:endParaRPr lang="en-IN" dirty="0"/>
                    </a:p>
                  </a:txBody>
                  <a:tcPr/>
                </a:tc>
                <a:tc>
                  <a:txBody>
                    <a:bodyPr/>
                    <a:lstStyle/>
                    <a:p>
                      <a:r>
                        <a:rPr lang="en-US" dirty="0"/>
                        <a:t>You need to configure additional property in hibernate.cfg.xml file &lt;property name=”</a:t>
                      </a:r>
                      <a:r>
                        <a:rPr lang="en-US" dirty="0" err="1"/>
                        <a:t>hibernate.current_session_context_class</a:t>
                      </a:r>
                      <a:r>
                        <a:rPr lang="en-US" dirty="0"/>
                        <a:t>”&gt;thread&lt;/property&gt; otherwise it will throw an exception.</a:t>
                      </a:r>
                      <a:endParaRPr lang="en-IN" dirty="0"/>
                    </a:p>
                  </a:txBody>
                  <a:tcPr/>
                </a:tc>
                <a:extLst>
                  <a:ext uri="{0D108BD9-81ED-4DB2-BD59-A6C34878D82A}">
                    <a16:rowId xmlns:a16="http://schemas.microsoft.com/office/drawing/2014/main" val="55811712"/>
                  </a:ext>
                </a:extLst>
              </a:tr>
            </a:tbl>
          </a:graphicData>
        </a:graphic>
      </p:graphicFrame>
    </p:spTree>
    <p:extLst>
      <p:ext uri="{BB962C8B-B14F-4D97-AF65-F5344CB8AC3E}">
        <p14:creationId xmlns:p14="http://schemas.microsoft.com/office/powerpoint/2010/main" val="3595250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91845-2E4C-97E9-EC48-8D6220003C22}"/>
              </a:ext>
            </a:extLst>
          </p:cNvPr>
          <p:cNvSpPr>
            <a:spLocks noGrp="1"/>
          </p:cNvSpPr>
          <p:nvPr>
            <p:ph type="title"/>
          </p:nvPr>
        </p:nvSpPr>
        <p:spPr>
          <a:xfrm>
            <a:off x="838200" y="365125"/>
            <a:ext cx="10515600" cy="698565"/>
          </a:xfrm>
        </p:spPr>
        <p:txBody>
          <a:bodyPr/>
          <a:lstStyle/>
          <a:p>
            <a:r>
              <a:rPr lang="en-IN" dirty="0"/>
              <a:t>Session</a:t>
            </a:r>
          </a:p>
        </p:txBody>
      </p:sp>
      <p:sp>
        <p:nvSpPr>
          <p:cNvPr id="3" name="Content Placeholder 2">
            <a:extLst>
              <a:ext uri="{FF2B5EF4-FFF2-40B4-BE49-F238E27FC236}">
                <a16:creationId xmlns:a16="http://schemas.microsoft.com/office/drawing/2014/main" id="{9453C909-3324-86E9-16BD-BB83F04ABC6F}"/>
              </a:ext>
            </a:extLst>
          </p:cNvPr>
          <p:cNvSpPr>
            <a:spLocks noGrp="1"/>
          </p:cNvSpPr>
          <p:nvPr>
            <p:ph idx="1"/>
          </p:nvPr>
        </p:nvSpPr>
        <p:spPr>
          <a:xfrm>
            <a:off x="317241" y="1063690"/>
            <a:ext cx="11420669" cy="5113273"/>
          </a:xfrm>
        </p:spPr>
        <p:txBody>
          <a:bodyPr/>
          <a:lstStyle/>
          <a:p>
            <a:r>
              <a:rPr lang="en-IN" dirty="0"/>
              <a:t>Session object is created by using </a:t>
            </a:r>
            <a:r>
              <a:rPr lang="en-IN" dirty="0" err="1"/>
              <a:t>SessionFactory</a:t>
            </a:r>
            <a:r>
              <a:rPr lang="en-IN" dirty="0"/>
              <a:t>.</a:t>
            </a:r>
          </a:p>
          <a:p>
            <a:r>
              <a:rPr lang="en-US" dirty="0"/>
              <a:t> It provides the connectivity between your application and database.</a:t>
            </a:r>
          </a:p>
          <a:p>
            <a:r>
              <a:rPr lang="en-US" dirty="0"/>
              <a:t>It is lightweight and not thread safe.</a:t>
            </a:r>
          </a:p>
          <a:p>
            <a:r>
              <a:rPr lang="en-US" dirty="0"/>
              <a:t>We can perform various database operation using session object.</a:t>
            </a:r>
          </a:p>
          <a:p>
            <a:r>
              <a:rPr lang="en-US" dirty="0"/>
              <a:t>Methods of Hibernate Session</a:t>
            </a:r>
          </a:p>
          <a:p>
            <a:pPr lvl="1"/>
            <a:r>
              <a:rPr lang="en-US" dirty="0"/>
              <a:t>Save()</a:t>
            </a:r>
          </a:p>
          <a:p>
            <a:pPr lvl="1"/>
            <a:r>
              <a:rPr lang="en-US" dirty="0"/>
              <a:t>Update()</a:t>
            </a:r>
          </a:p>
          <a:p>
            <a:pPr lvl="1"/>
            <a:r>
              <a:rPr lang="en-US" dirty="0" err="1"/>
              <a:t>SaveOrUpdate</a:t>
            </a:r>
            <a:r>
              <a:rPr lang="en-US" dirty="0"/>
              <a:t>()</a:t>
            </a:r>
          </a:p>
          <a:p>
            <a:pPr lvl="1"/>
            <a:r>
              <a:rPr lang="en-US" dirty="0"/>
              <a:t>Merge()</a:t>
            </a:r>
          </a:p>
          <a:p>
            <a:pPr lvl="1"/>
            <a:r>
              <a:rPr lang="en-US" dirty="0"/>
              <a:t>Delete()</a:t>
            </a:r>
          </a:p>
          <a:p>
            <a:endParaRPr lang="en-IN" dirty="0"/>
          </a:p>
        </p:txBody>
      </p:sp>
    </p:spTree>
    <p:extLst>
      <p:ext uri="{BB962C8B-B14F-4D97-AF65-F5344CB8AC3E}">
        <p14:creationId xmlns:p14="http://schemas.microsoft.com/office/powerpoint/2010/main" val="288970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BB03-0F9B-37A0-B24B-C8838CC18430}"/>
              </a:ext>
            </a:extLst>
          </p:cNvPr>
          <p:cNvSpPr>
            <a:spLocks noGrp="1"/>
          </p:cNvSpPr>
          <p:nvPr>
            <p:ph type="title"/>
          </p:nvPr>
        </p:nvSpPr>
        <p:spPr>
          <a:xfrm>
            <a:off x="567613" y="392403"/>
            <a:ext cx="10515600" cy="577267"/>
          </a:xfrm>
        </p:spPr>
        <p:txBody>
          <a:bodyPr>
            <a:normAutofit fontScale="90000"/>
          </a:bodyPr>
          <a:lstStyle/>
          <a:p>
            <a:r>
              <a:rPr lang="en-US" b="0" i="0" dirty="0">
                <a:solidFill>
                  <a:srgbClr val="333333"/>
                </a:solidFill>
                <a:effectLst/>
                <a:latin typeface="Avantgarde"/>
              </a:rPr>
              <a:t>Persistent Object has three life cycle states</a:t>
            </a:r>
            <a:endParaRPr lang="en-IN" dirty="0"/>
          </a:p>
        </p:txBody>
      </p:sp>
      <p:sp>
        <p:nvSpPr>
          <p:cNvPr id="3" name="Content Placeholder 2">
            <a:extLst>
              <a:ext uri="{FF2B5EF4-FFF2-40B4-BE49-F238E27FC236}">
                <a16:creationId xmlns:a16="http://schemas.microsoft.com/office/drawing/2014/main" id="{61A45C48-C2A5-8C74-5140-B208D7030146}"/>
              </a:ext>
            </a:extLst>
          </p:cNvPr>
          <p:cNvSpPr>
            <a:spLocks noGrp="1"/>
          </p:cNvSpPr>
          <p:nvPr>
            <p:ph idx="1"/>
          </p:nvPr>
        </p:nvSpPr>
        <p:spPr>
          <a:xfrm>
            <a:off x="177282" y="969670"/>
            <a:ext cx="11765902" cy="5207293"/>
          </a:xfrm>
        </p:spPr>
        <p:txBody>
          <a:bodyPr/>
          <a:lstStyle/>
          <a:p>
            <a:r>
              <a:rPr lang="en-US" dirty="0"/>
              <a:t>An object is said to be in transient state, when it is not associated with session and not present in data base.</a:t>
            </a:r>
            <a:endParaRPr lang="en-IN" dirty="0"/>
          </a:p>
        </p:txBody>
      </p:sp>
      <p:pic>
        <p:nvPicPr>
          <p:cNvPr id="4" name="Picture 3">
            <a:extLst>
              <a:ext uri="{FF2B5EF4-FFF2-40B4-BE49-F238E27FC236}">
                <a16:creationId xmlns:a16="http://schemas.microsoft.com/office/drawing/2014/main" id="{B510C26F-319C-EAD5-73C2-64D3788FA729}"/>
              </a:ext>
            </a:extLst>
          </p:cNvPr>
          <p:cNvPicPr>
            <a:picLocks noChangeAspect="1"/>
          </p:cNvPicPr>
          <p:nvPr/>
        </p:nvPicPr>
        <p:blipFill>
          <a:blip r:embed="rId2"/>
          <a:stretch>
            <a:fillRect/>
          </a:stretch>
        </p:blipFill>
        <p:spPr>
          <a:xfrm>
            <a:off x="4894683" y="1385012"/>
            <a:ext cx="5257800" cy="971550"/>
          </a:xfrm>
          <a:prstGeom prst="rect">
            <a:avLst/>
          </a:prstGeom>
        </p:spPr>
      </p:pic>
      <p:sp>
        <p:nvSpPr>
          <p:cNvPr id="6" name="TextBox 5">
            <a:extLst>
              <a:ext uri="{FF2B5EF4-FFF2-40B4-BE49-F238E27FC236}">
                <a16:creationId xmlns:a16="http://schemas.microsoft.com/office/drawing/2014/main" id="{02A99EE0-2157-EAA8-95B3-E7D6B44460B0}"/>
              </a:ext>
            </a:extLst>
          </p:cNvPr>
          <p:cNvSpPr txBox="1"/>
          <p:nvPr/>
        </p:nvSpPr>
        <p:spPr>
          <a:xfrm>
            <a:off x="417545" y="2188321"/>
            <a:ext cx="6097554" cy="1015663"/>
          </a:xfrm>
          <a:prstGeom prst="rect">
            <a:avLst/>
          </a:prstGeom>
          <a:noFill/>
        </p:spPr>
        <p:txBody>
          <a:bodyPr wrap="square">
            <a:spAutoFit/>
          </a:bodyPr>
          <a:lstStyle/>
          <a:p>
            <a:r>
              <a:rPr lang="en-IN" sz="2000" dirty="0"/>
              <a:t>Account </a:t>
            </a:r>
            <a:r>
              <a:rPr lang="en-IN" sz="2000" dirty="0" err="1"/>
              <a:t>account</a:t>
            </a:r>
            <a:r>
              <a:rPr lang="en-IN" sz="2000" dirty="0"/>
              <a:t> = new Account();</a:t>
            </a:r>
            <a:r>
              <a:rPr lang="en-IN" sz="2000" dirty="0" err="1"/>
              <a:t>account.setAccountld</a:t>
            </a:r>
            <a:r>
              <a:rPr lang="en-IN" sz="2000" dirty="0"/>
              <a:t>(1003);</a:t>
            </a:r>
            <a:r>
              <a:rPr lang="en-IN" sz="2000" dirty="0" err="1"/>
              <a:t>account.setName</a:t>
            </a:r>
            <a:r>
              <a:rPr lang="en-IN" sz="2000" dirty="0"/>
              <a:t>("</a:t>
            </a:r>
            <a:r>
              <a:rPr lang="en-IN" sz="2000" dirty="0" err="1"/>
              <a:t>Dillesh</a:t>
            </a:r>
            <a:r>
              <a:rPr lang="en-IN" sz="2000" dirty="0"/>
              <a:t>");</a:t>
            </a:r>
            <a:r>
              <a:rPr lang="en-IN" sz="2000" dirty="0" err="1"/>
              <a:t>account.setBalance</a:t>
            </a:r>
            <a:r>
              <a:rPr lang="en-IN" sz="2000" dirty="0"/>
              <a:t>(1500);</a:t>
            </a:r>
          </a:p>
        </p:txBody>
      </p:sp>
      <p:sp>
        <p:nvSpPr>
          <p:cNvPr id="8" name="TextBox 7">
            <a:extLst>
              <a:ext uri="{FF2B5EF4-FFF2-40B4-BE49-F238E27FC236}">
                <a16:creationId xmlns:a16="http://schemas.microsoft.com/office/drawing/2014/main" id="{A7A460EF-6E7F-81DD-E04D-60836B22FF76}"/>
              </a:ext>
            </a:extLst>
          </p:cNvPr>
          <p:cNvSpPr txBox="1"/>
          <p:nvPr/>
        </p:nvSpPr>
        <p:spPr>
          <a:xfrm>
            <a:off x="422987" y="3260963"/>
            <a:ext cx="11361576" cy="2246769"/>
          </a:xfrm>
          <a:prstGeom prst="rect">
            <a:avLst/>
          </a:prstGeom>
          <a:noFill/>
        </p:spPr>
        <p:txBody>
          <a:bodyPr wrap="square">
            <a:spAutoFit/>
          </a:bodyPr>
          <a:lstStyle/>
          <a:p>
            <a:r>
              <a:rPr lang="en-US" sz="2800" b="0" i="0" dirty="0">
                <a:solidFill>
                  <a:srgbClr val="333333"/>
                </a:solidFill>
                <a:effectLst/>
                <a:latin typeface="Avantgarde"/>
              </a:rPr>
              <a:t>In the above example account object is not associated with session and there is no matching record in the ACCOUNT table. So we can say that account object is in transient state. In this state object is non-transactional. i.e., object is not synchronized with record. i.e., Modifications done to entity, doesn’t save into database.</a:t>
            </a:r>
            <a:endParaRPr lang="en-IN" sz="2800" dirty="0"/>
          </a:p>
        </p:txBody>
      </p:sp>
    </p:spTree>
    <p:extLst>
      <p:ext uri="{BB962C8B-B14F-4D97-AF65-F5344CB8AC3E}">
        <p14:creationId xmlns:p14="http://schemas.microsoft.com/office/powerpoint/2010/main" val="1588960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BB03-0F9B-37A0-B24B-C8838CC18430}"/>
              </a:ext>
            </a:extLst>
          </p:cNvPr>
          <p:cNvSpPr>
            <a:spLocks noGrp="1"/>
          </p:cNvSpPr>
          <p:nvPr>
            <p:ph type="title"/>
          </p:nvPr>
        </p:nvSpPr>
        <p:spPr>
          <a:xfrm>
            <a:off x="567613" y="392403"/>
            <a:ext cx="10515600" cy="577267"/>
          </a:xfrm>
        </p:spPr>
        <p:txBody>
          <a:bodyPr>
            <a:normAutofit fontScale="90000"/>
          </a:bodyPr>
          <a:lstStyle/>
          <a:p>
            <a:r>
              <a:rPr lang="en-US" b="0" i="0" dirty="0">
                <a:solidFill>
                  <a:srgbClr val="333333"/>
                </a:solidFill>
                <a:effectLst/>
                <a:latin typeface="Avantgarde"/>
              </a:rPr>
              <a:t>Persistent Object has three life cycle states</a:t>
            </a:r>
            <a:endParaRPr lang="en-IN" dirty="0"/>
          </a:p>
        </p:txBody>
      </p:sp>
      <p:sp>
        <p:nvSpPr>
          <p:cNvPr id="3" name="Content Placeholder 2">
            <a:extLst>
              <a:ext uri="{FF2B5EF4-FFF2-40B4-BE49-F238E27FC236}">
                <a16:creationId xmlns:a16="http://schemas.microsoft.com/office/drawing/2014/main" id="{61A45C48-C2A5-8C74-5140-B208D7030146}"/>
              </a:ext>
            </a:extLst>
          </p:cNvPr>
          <p:cNvSpPr>
            <a:spLocks noGrp="1"/>
          </p:cNvSpPr>
          <p:nvPr>
            <p:ph idx="1"/>
          </p:nvPr>
        </p:nvSpPr>
        <p:spPr>
          <a:xfrm>
            <a:off x="177282" y="969670"/>
            <a:ext cx="11765902" cy="5207293"/>
          </a:xfrm>
        </p:spPr>
        <p:txBody>
          <a:bodyPr/>
          <a:lstStyle/>
          <a:p>
            <a:r>
              <a:rPr lang="en-US" b="0" i="0" dirty="0">
                <a:solidFill>
                  <a:srgbClr val="333333"/>
                </a:solidFill>
                <a:effectLst/>
                <a:latin typeface="Avantgarde"/>
              </a:rPr>
              <a:t>An object is said to be in persistence state, when it is associated with session as well as object present in database.</a:t>
            </a:r>
            <a:r>
              <a:rPr lang="en-US" dirty="0"/>
              <a:t>.</a:t>
            </a:r>
            <a:endParaRPr lang="en-IN" dirty="0"/>
          </a:p>
        </p:txBody>
      </p:sp>
      <p:pic>
        <p:nvPicPr>
          <p:cNvPr id="4" name="Picture 3">
            <a:extLst>
              <a:ext uri="{FF2B5EF4-FFF2-40B4-BE49-F238E27FC236}">
                <a16:creationId xmlns:a16="http://schemas.microsoft.com/office/drawing/2014/main" id="{B510C26F-319C-EAD5-73C2-64D3788FA729}"/>
              </a:ext>
            </a:extLst>
          </p:cNvPr>
          <p:cNvPicPr>
            <a:picLocks noChangeAspect="1"/>
          </p:cNvPicPr>
          <p:nvPr/>
        </p:nvPicPr>
        <p:blipFill>
          <a:blip r:embed="rId2"/>
          <a:stretch>
            <a:fillRect/>
          </a:stretch>
        </p:blipFill>
        <p:spPr>
          <a:xfrm>
            <a:off x="6191638" y="1350268"/>
            <a:ext cx="5257800" cy="971550"/>
          </a:xfrm>
          <a:prstGeom prst="rect">
            <a:avLst/>
          </a:prstGeom>
        </p:spPr>
      </p:pic>
      <p:sp>
        <p:nvSpPr>
          <p:cNvPr id="6" name="TextBox 5">
            <a:extLst>
              <a:ext uri="{FF2B5EF4-FFF2-40B4-BE49-F238E27FC236}">
                <a16:creationId xmlns:a16="http://schemas.microsoft.com/office/drawing/2014/main" id="{02A99EE0-2157-EAA8-95B3-E7D6B44460B0}"/>
              </a:ext>
            </a:extLst>
          </p:cNvPr>
          <p:cNvSpPr txBox="1"/>
          <p:nvPr/>
        </p:nvSpPr>
        <p:spPr>
          <a:xfrm>
            <a:off x="422987" y="2502361"/>
            <a:ext cx="7013511" cy="400110"/>
          </a:xfrm>
          <a:prstGeom prst="rect">
            <a:avLst/>
          </a:prstGeom>
          <a:noFill/>
        </p:spPr>
        <p:txBody>
          <a:bodyPr wrap="square">
            <a:spAutoFit/>
          </a:bodyPr>
          <a:lstStyle/>
          <a:p>
            <a:r>
              <a:rPr lang="en-US" sz="2000" dirty="0"/>
              <a:t>Account </a:t>
            </a:r>
            <a:r>
              <a:rPr lang="en-US" sz="2000" dirty="0" err="1"/>
              <a:t>account</a:t>
            </a:r>
            <a:r>
              <a:rPr lang="en-US" sz="2000" dirty="0"/>
              <a:t> = (Account) </a:t>
            </a:r>
            <a:r>
              <a:rPr lang="en-US" sz="2000" dirty="0" err="1"/>
              <a:t>session.get</a:t>
            </a:r>
            <a:r>
              <a:rPr lang="en-US" sz="2000" dirty="0"/>
              <a:t>(Account.class,1001);</a:t>
            </a:r>
            <a:endParaRPr lang="en-IN" sz="2000" dirty="0"/>
          </a:p>
        </p:txBody>
      </p:sp>
      <p:sp>
        <p:nvSpPr>
          <p:cNvPr id="8" name="TextBox 7">
            <a:extLst>
              <a:ext uri="{FF2B5EF4-FFF2-40B4-BE49-F238E27FC236}">
                <a16:creationId xmlns:a16="http://schemas.microsoft.com/office/drawing/2014/main" id="{A7A460EF-6E7F-81DD-E04D-60836B22FF76}"/>
              </a:ext>
            </a:extLst>
          </p:cNvPr>
          <p:cNvSpPr txBox="1"/>
          <p:nvPr/>
        </p:nvSpPr>
        <p:spPr>
          <a:xfrm>
            <a:off x="422987" y="3260963"/>
            <a:ext cx="11361576" cy="3108543"/>
          </a:xfrm>
          <a:prstGeom prst="rect">
            <a:avLst/>
          </a:prstGeom>
          <a:noFill/>
        </p:spPr>
        <p:txBody>
          <a:bodyPr wrap="square">
            <a:spAutoFit/>
          </a:bodyPr>
          <a:lstStyle/>
          <a:p>
            <a:r>
              <a:rPr lang="en-US" sz="2800" b="0" i="0" dirty="0">
                <a:solidFill>
                  <a:srgbClr val="333333"/>
                </a:solidFill>
                <a:effectLst/>
                <a:latin typeface="Avantgarde"/>
              </a:rPr>
              <a:t>In the above example account object is associated with session and there is a matching record in ACCOUNT table. So we can say that account object is in persistent state.</a:t>
            </a:r>
          </a:p>
          <a:p>
            <a:r>
              <a:rPr lang="en-US" sz="2800" b="0" i="0" dirty="0">
                <a:solidFill>
                  <a:srgbClr val="333333"/>
                </a:solidFill>
                <a:effectLst/>
                <a:latin typeface="Avantgarde"/>
              </a:rPr>
              <a:t>In this state object is transactional. i.e., the object is synchronized with database record.</a:t>
            </a:r>
          </a:p>
          <a:p>
            <a:r>
              <a:rPr lang="en-US" sz="2800" b="0" i="0" dirty="0">
                <a:solidFill>
                  <a:srgbClr val="333333"/>
                </a:solidFill>
                <a:effectLst/>
                <a:latin typeface="Avantgarde"/>
              </a:rPr>
              <a:t>Changes made to objects in a persistent state are automatically saved to the database without invoking session persistence methods</a:t>
            </a:r>
            <a:endParaRPr lang="en-IN" sz="2800" dirty="0"/>
          </a:p>
        </p:txBody>
      </p:sp>
    </p:spTree>
    <p:extLst>
      <p:ext uri="{BB962C8B-B14F-4D97-AF65-F5344CB8AC3E}">
        <p14:creationId xmlns:p14="http://schemas.microsoft.com/office/powerpoint/2010/main" val="189960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BB03-0F9B-37A0-B24B-C8838CC18430}"/>
              </a:ext>
            </a:extLst>
          </p:cNvPr>
          <p:cNvSpPr>
            <a:spLocks noGrp="1"/>
          </p:cNvSpPr>
          <p:nvPr>
            <p:ph type="title"/>
          </p:nvPr>
        </p:nvSpPr>
        <p:spPr>
          <a:xfrm>
            <a:off x="567613" y="392403"/>
            <a:ext cx="10515600" cy="577267"/>
          </a:xfrm>
        </p:spPr>
        <p:txBody>
          <a:bodyPr>
            <a:normAutofit fontScale="90000"/>
          </a:bodyPr>
          <a:lstStyle/>
          <a:p>
            <a:r>
              <a:rPr lang="en-US" b="0" i="0" dirty="0">
                <a:solidFill>
                  <a:srgbClr val="333333"/>
                </a:solidFill>
                <a:effectLst/>
                <a:latin typeface="Avantgarde"/>
              </a:rPr>
              <a:t>Persistent Object has three life cycle states</a:t>
            </a:r>
            <a:endParaRPr lang="en-IN" dirty="0"/>
          </a:p>
        </p:txBody>
      </p:sp>
      <p:sp>
        <p:nvSpPr>
          <p:cNvPr id="3" name="Content Placeholder 2">
            <a:extLst>
              <a:ext uri="{FF2B5EF4-FFF2-40B4-BE49-F238E27FC236}">
                <a16:creationId xmlns:a16="http://schemas.microsoft.com/office/drawing/2014/main" id="{61A45C48-C2A5-8C74-5140-B208D7030146}"/>
              </a:ext>
            </a:extLst>
          </p:cNvPr>
          <p:cNvSpPr>
            <a:spLocks noGrp="1"/>
          </p:cNvSpPr>
          <p:nvPr>
            <p:ph idx="1"/>
          </p:nvPr>
        </p:nvSpPr>
        <p:spPr>
          <a:xfrm>
            <a:off x="177282" y="969670"/>
            <a:ext cx="11765902" cy="5207293"/>
          </a:xfrm>
        </p:spPr>
        <p:txBody>
          <a:bodyPr/>
          <a:lstStyle/>
          <a:p>
            <a:pPr algn="just" fontAlgn="base"/>
            <a:r>
              <a:rPr lang="en-US" b="0" i="0" dirty="0">
                <a:solidFill>
                  <a:srgbClr val="333333"/>
                </a:solidFill>
                <a:effectLst/>
                <a:latin typeface="Avantgarde"/>
              </a:rPr>
              <a:t>An object is said to be in detached state, when the object is not associated with session but present in data base.</a:t>
            </a:r>
          </a:p>
          <a:p>
            <a:pPr marL="0" indent="0">
              <a:buNone/>
            </a:pPr>
            <a:endParaRPr lang="en-IN" dirty="0"/>
          </a:p>
        </p:txBody>
      </p:sp>
      <p:pic>
        <p:nvPicPr>
          <p:cNvPr id="5" name="Picture 4">
            <a:extLst>
              <a:ext uri="{FF2B5EF4-FFF2-40B4-BE49-F238E27FC236}">
                <a16:creationId xmlns:a16="http://schemas.microsoft.com/office/drawing/2014/main" id="{81303830-DDDB-330D-D48B-DBAF15989EBF}"/>
              </a:ext>
            </a:extLst>
          </p:cNvPr>
          <p:cNvPicPr>
            <a:picLocks noChangeAspect="1"/>
          </p:cNvPicPr>
          <p:nvPr/>
        </p:nvPicPr>
        <p:blipFill>
          <a:blip r:embed="rId2"/>
          <a:stretch>
            <a:fillRect/>
          </a:stretch>
        </p:blipFill>
        <p:spPr>
          <a:xfrm>
            <a:off x="6103775" y="1351565"/>
            <a:ext cx="5257800" cy="971550"/>
          </a:xfrm>
          <a:prstGeom prst="rect">
            <a:avLst/>
          </a:prstGeom>
        </p:spPr>
      </p:pic>
      <p:sp>
        <p:nvSpPr>
          <p:cNvPr id="9" name="TextBox 8">
            <a:extLst>
              <a:ext uri="{FF2B5EF4-FFF2-40B4-BE49-F238E27FC236}">
                <a16:creationId xmlns:a16="http://schemas.microsoft.com/office/drawing/2014/main" id="{D074D29D-B98A-965E-EA38-63BEE6C52D12}"/>
              </a:ext>
            </a:extLst>
          </p:cNvPr>
          <p:cNvSpPr txBox="1"/>
          <p:nvPr/>
        </p:nvSpPr>
        <p:spPr>
          <a:xfrm>
            <a:off x="447869" y="2413338"/>
            <a:ext cx="11495315" cy="1323439"/>
          </a:xfrm>
          <a:prstGeom prst="rect">
            <a:avLst/>
          </a:prstGeom>
          <a:noFill/>
        </p:spPr>
        <p:txBody>
          <a:bodyPr wrap="square">
            <a:spAutoFit/>
          </a:bodyPr>
          <a:lstStyle/>
          <a:p>
            <a:r>
              <a:rPr lang="en-IN" sz="2000" dirty="0"/>
              <a:t>Account </a:t>
            </a:r>
            <a:r>
              <a:rPr lang="en-IN" sz="2000" dirty="0" err="1"/>
              <a:t>account</a:t>
            </a:r>
            <a:r>
              <a:rPr lang="en-IN" sz="2000" dirty="0"/>
              <a:t> = new Account(); </a:t>
            </a:r>
            <a:r>
              <a:rPr lang="en-IN" sz="2000" dirty="0" err="1"/>
              <a:t>account.setAccountld</a:t>
            </a:r>
            <a:r>
              <a:rPr lang="en-IN" sz="2000" dirty="0"/>
              <a:t>(1004);</a:t>
            </a:r>
            <a:r>
              <a:rPr lang="en-IN" sz="2000" dirty="0" err="1"/>
              <a:t>account.setName</a:t>
            </a:r>
            <a:r>
              <a:rPr lang="en-IN" sz="2000" dirty="0"/>
              <a:t>("cherry");</a:t>
            </a:r>
            <a:r>
              <a:rPr lang="en-IN" sz="2000" dirty="0" err="1"/>
              <a:t>account.setBalance</a:t>
            </a:r>
            <a:r>
              <a:rPr lang="en-IN" sz="2000" dirty="0"/>
              <a:t>(2100);//Now the account object is said to be in transient </a:t>
            </a:r>
            <a:r>
              <a:rPr lang="en-IN" sz="2000" dirty="0" err="1"/>
              <a:t>statesession.save</a:t>
            </a:r>
            <a:r>
              <a:rPr lang="en-IN" sz="2000" dirty="0"/>
              <a:t>(account);// Now the account object is said to be in persistence </a:t>
            </a:r>
            <a:r>
              <a:rPr lang="en-IN" sz="2000" dirty="0" err="1"/>
              <a:t>statesession.close</a:t>
            </a:r>
            <a:r>
              <a:rPr lang="en-IN" sz="2000" dirty="0"/>
              <a:t>();// Now the account object is said to be in detached state.</a:t>
            </a:r>
          </a:p>
        </p:txBody>
      </p:sp>
      <p:sp>
        <p:nvSpPr>
          <p:cNvPr id="11" name="TextBox 10">
            <a:extLst>
              <a:ext uri="{FF2B5EF4-FFF2-40B4-BE49-F238E27FC236}">
                <a16:creationId xmlns:a16="http://schemas.microsoft.com/office/drawing/2014/main" id="{2F832E8A-DD05-11DB-CBCA-E1B4AFAF27F2}"/>
              </a:ext>
            </a:extLst>
          </p:cNvPr>
          <p:cNvSpPr txBox="1"/>
          <p:nvPr/>
        </p:nvSpPr>
        <p:spPr>
          <a:xfrm>
            <a:off x="567613" y="3875324"/>
            <a:ext cx="11495314" cy="1815882"/>
          </a:xfrm>
          <a:prstGeom prst="rect">
            <a:avLst/>
          </a:prstGeom>
          <a:noFill/>
        </p:spPr>
        <p:txBody>
          <a:bodyPr wrap="square">
            <a:spAutoFit/>
          </a:bodyPr>
          <a:lstStyle/>
          <a:p>
            <a:r>
              <a:rPr lang="en-US" sz="2800" b="0" i="0" dirty="0">
                <a:solidFill>
                  <a:srgbClr val="333333"/>
                </a:solidFill>
                <a:effectLst/>
                <a:latin typeface="Avantgarde"/>
              </a:rPr>
              <a:t>In the above example after calling </a:t>
            </a:r>
            <a:r>
              <a:rPr lang="en-US" sz="2800" b="0" i="0" dirty="0" err="1">
                <a:solidFill>
                  <a:srgbClr val="333333"/>
                </a:solidFill>
                <a:effectLst/>
                <a:latin typeface="Avantgarde"/>
              </a:rPr>
              <a:t>session.close</a:t>
            </a:r>
            <a:r>
              <a:rPr lang="en-US" sz="2800" b="0" i="0" dirty="0">
                <a:solidFill>
                  <a:srgbClr val="333333"/>
                </a:solidFill>
                <a:effectLst/>
                <a:latin typeface="Avantgarde"/>
              </a:rPr>
              <a:t>() method, account object is moved to Detached state from persistent state. As session </a:t>
            </a:r>
            <a:r>
              <a:rPr lang="en-US" sz="2800" b="0" i="0" dirty="0" err="1">
                <a:solidFill>
                  <a:srgbClr val="333333"/>
                </a:solidFill>
                <a:effectLst/>
                <a:latin typeface="Avantgarde"/>
              </a:rPr>
              <a:t>i</a:t>
            </a:r>
            <a:r>
              <a:rPr lang="en-US" sz="2800" b="0" i="0" dirty="0">
                <a:solidFill>
                  <a:srgbClr val="333333"/>
                </a:solidFill>
                <a:effectLst/>
                <a:latin typeface="Avantgarde"/>
              </a:rPr>
              <a:t> s garbage collected, if we try to perform some modifications to entity object those changes will not be stored into database.</a:t>
            </a:r>
            <a:endParaRPr lang="en-IN" sz="2800" dirty="0"/>
          </a:p>
        </p:txBody>
      </p:sp>
    </p:spTree>
    <p:extLst>
      <p:ext uri="{BB962C8B-B14F-4D97-AF65-F5344CB8AC3E}">
        <p14:creationId xmlns:p14="http://schemas.microsoft.com/office/powerpoint/2010/main" val="958521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A8B68-E8A3-9E9C-CA50-50836F79556F}"/>
              </a:ext>
            </a:extLst>
          </p:cNvPr>
          <p:cNvSpPr>
            <a:spLocks noGrp="1"/>
          </p:cNvSpPr>
          <p:nvPr>
            <p:ph type="title"/>
          </p:nvPr>
        </p:nvSpPr>
        <p:spPr/>
        <p:txBody>
          <a:bodyPr/>
          <a:lstStyle/>
          <a:p>
            <a:r>
              <a:rPr lang="en-IN" dirty="0"/>
              <a:t>Removed State</a:t>
            </a:r>
          </a:p>
        </p:txBody>
      </p:sp>
      <p:sp>
        <p:nvSpPr>
          <p:cNvPr id="3" name="Content Placeholder 2">
            <a:extLst>
              <a:ext uri="{FF2B5EF4-FFF2-40B4-BE49-F238E27FC236}">
                <a16:creationId xmlns:a16="http://schemas.microsoft.com/office/drawing/2014/main" id="{07B5237C-C59B-74C6-FBD4-27EA2627D796}"/>
              </a:ext>
            </a:extLst>
          </p:cNvPr>
          <p:cNvSpPr>
            <a:spLocks noGrp="1"/>
          </p:cNvSpPr>
          <p:nvPr>
            <p:ph idx="1"/>
          </p:nvPr>
        </p:nvSpPr>
        <p:spPr/>
        <p:txBody>
          <a:bodyPr/>
          <a:lstStyle/>
          <a:p>
            <a:r>
              <a:rPr lang="en-US" b="1" dirty="0"/>
              <a:t>If we perform the operations like remove() or delete() over the POJO object in Persistence state then POJO object will come from Persistence State to Removed State.</a:t>
            </a:r>
          </a:p>
          <a:p>
            <a:endParaRPr lang="en-US" b="1" dirty="0"/>
          </a:p>
          <a:p>
            <a:r>
              <a:rPr lang="en-US" b="1" dirty="0"/>
              <a:t>In Removed State, Hibernate Software is not aware about POJO object.</a:t>
            </a:r>
          </a:p>
          <a:p>
            <a:endParaRPr lang="en-US" b="1" dirty="0"/>
          </a:p>
          <a:p>
            <a:r>
              <a:rPr lang="en-US" b="1" dirty="0"/>
              <a:t>In this State, POJO object is not representing any record in Database table.</a:t>
            </a:r>
            <a:endParaRPr lang="en-IN" b="1" dirty="0"/>
          </a:p>
        </p:txBody>
      </p:sp>
    </p:spTree>
    <p:extLst>
      <p:ext uri="{BB962C8B-B14F-4D97-AF65-F5344CB8AC3E}">
        <p14:creationId xmlns:p14="http://schemas.microsoft.com/office/powerpoint/2010/main" val="2719083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3DA0A-E83E-D2C4-B8C6-190D23607CC9}"/>
              </a:ext>
            </a:extLst>
          </p:cNvPr>
          <p:cNvSpPr>
            <a:spLocks noGrp="1"/>
          </p:cNvSpPr>
          <p:nvPr>
            <p:ph type="title"/>
          </p:nvPr>
        </p:nvSpPr>
        <p:spPr>
          <a:xfrm>
            <a:off x="838200" y="365125"/>
            <a:ext cx="10515600" cy="913169"/>
          </a:xfrm>
        </p:spPr>
        <p:txBody>
          <a:bodyPr/>
          <a:lstStyle/>
          <a:p>
            <a:r>
              <a:rPr lang="en-IN" dirty="0"/>
              <a:t>Hibernate with Multiple Databases</a:t>
            </a:r>
          </a:p>
        </p:txBody>
      </p:sp>
      <p:sp>
        <p:nvSpPr>
          <p:cNvPr id="3" name="Content Placeholder 2">
            <a:extLst>
              <a:ext uri="{FF2B5EF4-FFF2-40B4-BE49-F238E27FC236}">
                <a16:creationId xmlns:a16="http://schemas.microsoft.com/office/drawing/2014/main" id="{58D3EFFA-B91D-34F6-95E1-C7BD618A25C7}"/>
              </a:ext>
            </a:extLst>
          </p:cNvPr>
          <p:cNvSpPr>
            <a:spLocks noGrp="1"/>
          </p:cNvSpPr>
          <p:nvPr>
            <p:ph idx="1"/>
          </p:nvPr>
        </p:nvSpPr>
        <p:spPr>
          <a:xfrm>
            <a:off x="838200" y="1343608"/>
            <a:ext cx="10515600" cy="4833355"/>
          </a:xfrm>
        </p:spPr>
        <p:txBody>
          <a:bodyPr>
            <a:normAutofit lnSpcReduction="10000"/>
          </a:bodyPr>
          <a:lstStyle/>
          <a:p>
            <a:r>
              <a:rPr lang="en-US" dirty="0"/>
              <a:t>We must provide separate configuration file for each and every Database.</a:t>
            </a:r>
          </a:p>
          <a:p>
            <a:r>
              <a:rPr lang="en-US" dirty="0"/>
              <a:t>Use either single mapping file if we have same table name and same columns in both the databases tables and use different mapping file for each and every database if we have difference in table names and column names.</a:t>
            </a:r>
          </a:p>
          <a:p>
            <a:r>
              <a:rPr lang="en-US" dirty="0"/>
              <a:t>In Client application.</a:t>
            </a:r>
          </a:p>
          <a:p>
            <a:pPr lvl="1"/>
            <a:r>
              <a:rPr lang="en-US" dirty="0"/>
              <a:t>Prepare separate Configuration object for each and every DB.</a:t>
            </a:r>
          </a:p>
          <a:p>
            <a:pPr lvl="1"/>
            <a:r>
              <a:rPr lang="en-US" dirty="0"/>
              <a:t>Prepare separate </a:t>
            </a:r>
            <a:r>
              <a:rPr lang="en-US" dirty="0" err="1"/>
              <a:t>SessionFactory</a:t>
            </a:r>
            <a:r>
              <a:rPr lang="en-US" dirty="0"/>
              <a:t> object for each and every DB.</a:t>
            </a:r>
          </a:p>
          <a:p>
            <a:pPr lvl="1"/>
            <a:r>
              <a:rPr lang="en-US" dirty="0"/>
              <a:t>Prepare separate Session object for each and every DB.</a:t>
            </a:r>
          </a:p>
          <a:p>
            <a:pPr lvl="1"/>
            <a:r>
              <a:rPr lang="en-US" dirty="0"/>
              <a:t>Prepare separate Transaction object for each and every DB as per the requirement.</a:t>
            </a:r>
          </a:p>
          <a:p>
            <a:pPr lvl="1"/>
            <a:r>
              <a:rPr lang="en-US" dirty="0"/>
              <a:t>Perform persistence operations on DB respective Session objects</a:t>
            </a:r>
            <a:endParaRPr lang="en-IN" dirty="0"/>
          </a:p>
        </p:txBody>
      </p:sp>
    </p:spTree>
    <p:extLst>
      <p:ext uri="{BB962C8B-B14F-4D97-AF65-F5344CB8AC3E}">
        <p14:creationId xmlns:p14="http://schemas.microsoft.com/office/powerpoint/2010/main" val="2969414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6DB1C-3B1B-1556-4B6B-D6D4AE963248}"/>
              </a:ext>
            </a:extLst>
          </p:cNvPr>
          <p:cNvSpPr>
            <a:spLocks noGrp="1"/>
          </p:cNvSpPr>
          <p:nvPr>
            <p:ph type="title"/>
          </p:nvPr>
        </p:nvSpPr>
        <p:spPr/>
        <p:txBody>
          <a:bodyPr/>
          <a:lstStyle/>
          <a:p>
            <a:r>
              <a:rPr lang="en-IN" b="1" i="0" dirty="0" err="1">
                <a:solidFill>
                  <a:srgbClr val="6C0466"/>
                </a:solidFill>
                <a:effectLst/>
                <a:latin typeface="Avantgarde"/>
              </a:rPr>
              <a:t>CodeGeneration</a:t>
            </a:r>
            <a:br>
              <a:rPr lang="en-IN" b="0" i="0" dirty="0">
                <a:solidFill>
                  <a:srgbClr val="6C0466"/>
                </a:solidFill>
                <a:effectLst/>
                <a:latin typeface="Avantgarde"/>
              </a:rPr>
            </a:br>
            <a:endParaRPr lang="en-IN" dirty="0"/>
          </a:p>
        </p:txBody>
      </p:sp>
      <p:sp>
        <p:nvSpPr>
          <p:cNvPr id="3" name="Content Placeholder 2">
            <a:extLst>
              <a:ext uri="{FF2B5EF4-FFF2-40B4-BE49-F238E27FC236}">
                <a16:creationId xmlns:a16="http://schemas.microsoft.com/office/drawing/2014/main" id="{6CB3CF6E-0987-46C3-4CBE-2A6948A7326E}"/>
              </a:ext>
            </a:extLst>
          </p:cNvPr>
          <p:cNvSpPr>
            <a:spLocks noGrp="1"/>
          </p:cNvSpPr>
          <p:nvPr>
            <p:ph idx="1"/>
          </p:nvPr>
        </p:nvSpPr>
        <p:spPr>
          <a:xfrm>
            <a:off x="838200" y="1017037"/>
            <a:ext cx="10515600" cy="5159926"/>
          </a:xfrm>
        </p:spPr>
        <p:txBody>
          <a:bodyPr/>
          <a:lstStyle/>
          <a:p>
            <a:r>
              <a:rPr lang="en-IN" dirty="0"/>
              <a:t>hibernate.hbm2ddl.auto</a:t>
            </a:r>
          </a:p>
          <a:p>
            <a:r>
              <a:rPr lang="en-US" dirty="0"/>
              <a:t>The above property will take the following three values.</a:t>
            </a:r>
          </a:p>
          <a:p>
            <a:r>
              <a:rPr lang="en-US" dirty="0"/>
              <a:t>Create : </a:t>
            </a:r>
            <a:r>
              <a:rPr lang="en-US" b="0" i="0" dirty="0">
                <a:solidFill>
                  <a:srgbClr val="333333"/>
                </a:solidFill>
                <a:effectLst/>
                <a:latin typeface="Avantgarde"/>
              </a:rPr>
              <a:t>it will create a table irrespective of the table is existed or not.</a:t>
            </a:r>
            <a:endParaRPr lang="en-US" dirty="0"/>
          </a:p>
          <a:p>
            <a:r>
              <a:rPr lang="en-US" dirty="0"/>
              <a:t>Update: it will create table if table is not existed, it will alter the table if table is existed as per the mapping file.</a:t>
            </a:r>
          </a:p>
          <a:p>
            <a:r>
              <a:rPr lang="en-US" dirty="0"/>
              <a:t>create-drop: It will create table when </a:t>
            </a:r>
            <a:r>
              <a:rPr lang="en-US" dirty="0" err="1"/>
              <a:t>SessionFactory</a:t>
            </a:r>
            <a:r>
              <a:rPr lang="en-US" dirty="0"/>
              <a:t> object is created and it will drop table when </a:t>
            </a:r>
            <a:r>
              <a:rPr lang="en-US" dirty="0" err="1"/>
              <a:t>SessionFactory</a:t>
            </a:r>
            <a:r>
              <a:rPr lang="en-US" dirty="0"/>
              <a:t> object is closed.</a:t>
            </a:r>
          </a:p>
          <a:p>
            <a:r>
              <a:rPr lang="en-US" b="0" i="0" dirty="0">
                <a:solidFill>
                  <a:srgbClr val="232629"/>
                </a:solidFill>
                <a:effectLst/>
                <a:latin typeface="inherit"/>
              </a:rPr>
              <a:t>In case of </a:t>
            </a:r>
            <a:r>
              <a:rPr lang="en-US" b="1" i="1" dirty="0">
                <a:solidFill>
                  <a:srgbClr val="232629"/>
                </a:solidFill>
                <a:effectLst/>
                <a:latin typeface="inherit"/>
              </a:rPr>
              <a:t>create-drop</a:t>
            </a:r>
            <a:r>
              <a:rPr lang="en-US" b="0" i="0" dirty="0">
                <a:solidFill>
                  <a:srgbClr val="232629"/>
                </a:solidFill>
                <a:effectLst/>
                <a:latin typeface="inherit"/>
              </a:rPr>
              <a:t>, schema is not dropped on closing the session. It drops only on closing the </a:t>
            </a:r>
            <a:r>
              <a:rPr lang="en-US" b="0" i="0" dirty="0" err="1">
                <a:solidFill>
                  <a:srgbClr val="232629"/>
                </a:solidFill>
                <a:effectLst/>
                <a:latin typeface="inherit"/>
              </a:rPr>
              <a:t>SessionFactory</a:t>
            </a:r>
            <a:r>
              <a:rPr lang="en-US" b="0" i="0" dirty="0">
                <a:solidFill>
                  <a:srgbClr val="232629"/>
                </a:solidFill>
                <a:effectLst/>
                <a:latin typeface="inherit"/>
              </a:rPr>
              <a:t>.</a:t>
            </a:r>
          </a:p>
          <a:p>
            <a:endParaRPr lang="en-IN" dirty="0"/>
          </a:p>
        </p:txBody>
      </p:sp>
    </p:spTree>
    <p:extLst>
      <p:ext uri="{BB962C8B-B14F-4D97-AF65-F5344CB8AC3E}">
        <p14:creationId xmlns:p14="http://schemas.microsoft.com/office/powerpoint/2010/main" val="312881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0F314-6576-19A6-385A-0AB89752468C}"/>
              </a:ext>
            </a:extLst>
          </p:cNvPr>
          <p:cNvSpPr>
            <a:spLocks noGrp="1"/>
          </p:cNvSpPr>
          <p:nvPr>
            <p:ph type="title"/>
          </p:nvPr>
        </p:nvSpPr>
        <p:spPr/>
        <p:txBody>
          <a:bodyPr/>
          <a:lstStyle/>
          <a:p>
            <a:r>
              <a:rPr lang="en-IN" b="1" i="0" dirty="0">
                <a:solidFill>
                  <a:srgbClr val="6C0466"/>
                </a:solidFill>
                <a:effectLst/>
                <a:latin typeface="Avantgarde"/>
              </a:rPr>
              <a:t>Primary Key Generation Algorithms</a:t>
            </a:r>
            <a:br>
              <a:rPr lang="en-IN" b="0" i="0" dirty="0">
                <a:solidFill>
                  <a:srgbClr val="6C0466"/>
                </a:solidFill>
                <a:effectLst/>
                <a:latin typeface="Avantgarde"/>
              </a:rPr>
            </a:br>
            <a:endParaRPr lang="en-IN" dirty="0"/>
          </a:p>
        </p:txBody>
      </p:sp>
      <p:sp>
        <p:nvSpPr>
          <p:cNvPr id="3" name="Content Placeholder 2">
            <a:extLst>
              <a:ext uri="{FF2B5EF4-FFF2-40B4-BE49-F238E27FC236}">
                <a16:creationId xmlns:a16="http://schemas.microsoft.com/office/drawing/2014/main" id="{A5130292-8FE7-1F35-BEA3-5AA5FAF3791D}"/>
              </a:ext>
            </a:extLst>
          </p:cNvPr>
          <p:cNvSpPr>
            <a:spLocks noGrp="1"/>
          </p:cNvSpPr>
          <p:nvPr>
            <p:ph idx="1"/>
          </p:nvPr>
        </p:nvSpPr>
        <p:spPr>
          <a:xfrm>
            <a:off x="838200" y="1147665"/>
            <a:ext cx="10515600" cy="5122506"/>
          </a:xfrm>
        </p:spPr>
        <p:txBody>
          <a:bodyPr>
            <a:normAutofit fontScale="85000" lnSpcReduction="20000"/>
          </a:bodyPr>
          <a:lstStyle/>
          <a:p>
            <a:pPr algn="just" fontAlgn="base"/>
            <a:r>
              <a:rPr lang="en-US" b="0" i="0" dirty="0">
                <a:solidFill>
                  <a:srgbClr val="333333"/>
                </a:solidFill>
                <a:effectLst/>
                <a:latin typeface="Avantgarde"/>
              </a:rPr>
              <a:t>Hibernate has provided support for the following primary key generation algorithms in order to generate primary key values.</a:t>
            </a:r>
          </a:p>
          <a:p>
            <a:pPr algn="just">
              <a:buFont typeface="+mj-lt"/>
              <a:buAutoNum type="arabicPeriod"/>
            </a:pPr>
            <a:r>
              <a:rPr lang="en-US" b="0" i="0" dirty="0">
                <a:solidFill>
                  <a:srgbClr val="333333"/>
                </a:solidFill>
                <a:effectLst/>
                <a:latin typeface="Avantgarde"/>
              </a:rPr>
              <a:t>assigned</a:t>
            </a:r>
          </a:p>
          <a:p>
            <a:pPr algn="just">
              <a:buFont typeface="+mj-lt"/>
              <a:buAutoNum type="arabicPeriod"/>
            </a:pPr>
            <a:r>
              <a:rPr lang="en-US" b="0" i="0" dirty="0">
                <a:solidFill>
                  <a:srgbClr val="333333"/>
                </a:solidFill>
                <a:effectLst/>
                <a:latin typeface="Avantgarde"/>
              </a:rPr>
              <a:t>increment</a:t>
            </a:r>
          </a:p>
          <a:p>
            <a:pPr algn="just">
              <a:buFont typeface="+mj-lt"/>
              <a:buAutoNum type="arabicPeriod"/>
            </a:pPr>
            <a:r>
              <a:rPr lang="en-US" b="0" i="0" dirty="0">
                <a:solidFill>
                  <a:srgbClr val="333333"/>
                </a:solidFill>
                <a:effectLst/>
                <a:latin typeface="Avantgarde"/>
              </a:rPr>
              <a:t>sequence</a:t>
            </a:r>
          </a:p>
          <a:p>
            <a:pPr algn="just">
              <a:buFont typeface="+mj-lt"/>
              <a:buAutoNum type="arabicPeriod"/>
            </a:pPr>
            <a:r>
              <a:rPr lang="en-US" b="0" i="0" dirty="0">
                <a:solidFill>
                  <a:srgbClr val="333333"/>
                </a:solidFill>
                <a:effectLst/>
                <a:latin typeface="Avantgarde"/>
              </a:rPr>
              <a:t>identity</a:t>
            </a:r>
          </a:p>
          <a:p>
            <a:pPr algn="just">
              <a:buFont typeface="+mj-lt"/>
              <a:buAutoNum type="arabicPeriod"/>
            </a:pPr>
            <a:r>
              <a:rPr lang="en-US" b="0" i="0" dirty="0" err="1">
                <a:solidFill>
                  <a:srgbClr val="333333"/>
                </a:solidFill>
                <a:effectLst/>
                <a:latin typeface="Avantgarde"/>
              </a:rPr>
              <a:t>hilo</a:t>
            </a:r>
            <a:endParaRPr lang="en-US" b="0" i="0" dirty="0">
              <a:solidFill>
                <a:srgbClr val="333333"/>
              </a:solidFill>
              <a:effectLst/>
              <a:latin typeface="Avantgarde"/>
            </a:endParaRPr>
          </a:p>
          <a:p>
            <a:pPr algn="just">
              <a:buFont typeface="+mj-lt"/>
              <a:buAutoNum type="arabicPeriod"/>
            </a:pPr>
            <a:r>
              <a:rPr lang="en-US" b="0" i="0" dirty="0">
                <a:solidFill>
                  <a:srgbClr val="333333"/>
                </a:solidFill>
                <a:effectLst/>
                <a:latin typeface="Avantgarde"/>
              </a:rPr>
              <a:t>native.</a:t>
            </a:r>
          </a:p>
          <a:p>
            <a:pPr algn="just">
              <a:buFont typeface="+mj-lt"/>
              <a:buAutoNum type="arabicPeriod"/>
            </a:pPr>
            <a:r>
              <a:rPr lang="en-US" b="0" i="0" dirty="0">
                <a:solidFill>
                  <a:srgbClr val="333333"/>
                </a:solidFill>
                <a:effectLst/>
                <a:latin typeface="Avantgarde"/>
              </a:rPr>
              <a:t>seq-</a:t>
            </a:r>
            <a:r>
              <a:rPr lang="en-US" b="0" i="0" dirty="0" err="1">
                <a:solidFill>
                  <a:srgbClr val="333333"/>
                </a:solidFill>
                <a:effectLst/>
                <a:latin typeface="Avantgarde"/>
              </a:rPr>
              <a:t>hilo</a:t>
            </a:r>
            <a:endParaRPr lang="en-US" b="0" i="0" dirty="0">
              <a:solidFill>
                <a:srgbClr val="333333"/>
              </a:solidFill>
              <a:effectLst/>
              <a:latin typeface="Avantgarde"/>
            </a:endParaRPr>
          </a:p>
          <a:p>
            <a:pPr algn="just">
              <a:buFont typeface="+mj-lt"/>
              <a:buAutoNum type="arabicPeriod"/>
            </a:pPr>
            <a:r>
              <a:rPr lang="en-US" b="0" i="0" dirty="0">
                <a:solidFill>
                  <a:srgbClr val="333333"/>
                </a:solidFill>
                <a:effectLst/>
                <a:latin typeface="Avantgarde"/>
              </a:rPr>
              <a:t>select</a:t>
            </a:r>
          </a:p>
          <a:p>
            <a:pPr algn="just">
              <a:buFont typeface="+mj-lt"/>
              <a:buAutoNum type="arabicPeriod"/>
            </a:pPr>
            <a:r>
              <a:rPr lang="en-US" b="0" i="0" dirty="0">
                <a:solidFill>
                  <a:srgbClr val="333333"/>
                </a:solidFill>
                <a:effectLst/>
                <a:latin typeface="Avantgarde"/>
              </a:rPr>
              <a:t>UUID</a:t>
            </a:r>
          </a:p>
          <a:p>
            <a:pPr algn="just">
              <a:buFont typeface="+mj-lt"/>
              <a:buAutoNum type="arabicPeriod"/>
            </a:pPr>
            <a:r>
              <a:rPr lang="en-US" b="0" i="0" dirty="0">
                <a:solidFill>
                  <a:srgbClr val="333333"/>
                </a:solidFill>
                <a:effectLst/>
                <a:latin typeface="Avantgarde"/>
              </a:rPr>
              <a:t>GUID</a:t>
            </a:r>
          </a:p>
          <a:p>
            <a:pPr algn="just">
              <a:buFont typeface="+mj-lt"/>
              <a:buAutoNum type="arabicPeriod"/>
            </a:pPr>
            <a:r>
              <a:rPr lang="en-US" b="0" i="0" dirty="0">
                <a:solidFill>
                  <a:srgbClr val="333333"/>
                </a:solidFill>
                <a:effectLst/>
                <a:latin typeface="Avantgarde"/>
              </a:rPr>
              <a:t>foreign</a:t>
            </a:r>
          </a:p>
          <a:p>
            <a:endParaRPr lang="en-IN" dirty="0"/>
          </a:p>
        </p:txBody>
      </p:sp>
    </p:spTree>
    <p:extLst>
      <p:ext uri="{BB962C8B-B14F-4D97-AF65-F5344CB8AC3E}">
        <p14:creationId xmlns:p14="http://schemas.microsoft.com/office/powerpoint/2010/main" val="22770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0F314-6576-19A6-385A-0AB89752468C}"/>
              </a:ext>
            </a:extLst>
          </p:cNvPr>
          <p:cNvSpPr>
            <a:spLocks noGrp="1"/>
          </p:cNvSpPr>
          <p:nvPr>
            <p:ph type="title"/>
          </p:nvPr>
        </p:nvSpPr>
        <p:spPr/>
        <p:txBody>
          <a:bodyPr/>
          <a:lstStyle/>
          <a:p>
            <a:r>
              <a:rPr lang="en-IN" b="1" i="0" dirty="0">
                <a:solidFill>
                  <a:srgbClr val="6C0466"/>
                </a:solidFill>
                <a:effectLst/>
                <a:latin typeface="Avantgarde"/>
              </a:rPr>
              <a:t>Primary Key Generation Algorithms</a:t>
            </a:r>
            <a:br>
              <a:rPr lang="en-IN" b="0" i="0" dirty="0">
                <a:solidFill>
                  <a:srgbClr val="6C0466"/>
                </a:solidFill>
                <a:effectLst/>
                <a:latin typeface="Avantgarde"/>
              </a:rPr>
            </a:br>
            <a:endParaRPr lang="en-IN" dirty="0"/>
          </a:p>
        </p:txBody>
      </p:sp>
      <p:sp>
        <p:nvSpPr>
          <p:cNvPr id="3" name="Content Placeholder 2">
            <a:extLst>
              <a:ext uri="{FF2B5EF4-FFF2-40B4-BE49-F238E27FC236}">
                <a16:creationId xmlns:a16="http://schemas.microsoft.com/office/drawing/2014/main" id="{A5130292-8FE7-1F35-BEA3-5AA5FAF3791D}"/>
              </a:ext>
            </a:extLst>
          </p:cNvPr>
          <p:cNvSpPr>
            <a:spLocks noGrp="1"/>
          </p:cNvSpPr>
          <p:nvPr>
            <p:ph idx="1"/>
          </p:nvPr>
        </p:nvSpPr>
        <p:spPr>
          <a:xfrm>
            <a:off x="838200" y="1147665"/>
            <a:ext cx="10515600" cy="5122506"/>
          </a:xfrm>
        </p:spPr>
        <p:txBody>
          <a:bodyPr>
            <a:normAutofit fontScale="92500" lnSpcReduction="20000"/>
          </a:bodyPr>
          <a:lstStyle/>
          <a:p>
            <a:pPr algn="just">
              <a:buFont typeface="+mj-lt"/>
              <a:buAutoNum type="arabicPeriod"/>
            </a:pPr>
            <a:r>
              <a:rPr lang="en-US" b="0" i="0">
                <a:solidFill>
                  <a:srgbClr val="333333"/>
                </a:solidFill>
                <a:effectLst/>
                <a:latin typeface="Avantgarde"/>
              </a:rPr>
              <a:t>Assigned </a:t>
            </a:r>
            <a:r>
              <a:rPr lang="en-US" b="0" i="0" dirty="0">
                <a:solidFill>
                  <a:srgbClr val="333333"/>
                </a:solidFill>
                <a:effectLst/>
                <a:latin typeface="Avantgarde"/>
              </a:rPr>
              <a:t>: it will request to Client Application to provide primary key value explicitly.</a:t>
            </a:r>
          </a:p>
          <a:p>
            <a:pPr algn="just">
              <a:buFont typeface="+mj-lt"/>
              <a:buAutoNum type="arabicPeriod"/>
            </a:pPr>
            <a:r>
              <a:rPr lang="en-US" b="0" i="0" dirty="0">
                <a:solidFill>
                  <a:srgbClr val="333333"/>
                </a:solidFill>
                <a:effectLst/>
                <a:latin typeface="Avantgarde"/>
              </a:rPr>
              <a:t>Increment : This primary key generation algorithm is able to generate primary key value by incrementing max value of the primary key column. This algorithm is not required any input parameter to generate primary key values. </a:t>
            </a:r>
          </a:p>
          <a:p>
            <a:pPr marL="0" indent="0" algn="just">
              <a:buNone/>
            </a:pPr>
            <a:endParaRPr lang="en-US" b="0" i="0" dirty="0">
              <a:solidFill>
                <a:srgbClr val="333333"/>
              </a:solidFill>
              <a:effectLst/>
              <a:latin typeface="Avantgarde"/>
            </a:endParaRPr>
          </a:p>
          <a:p>
            <a:pPr marL="0" indent="0" algn="just">
              <a:buNone/>
            </a:pPr>
            <a:r>
              <a:rPr lang="en-US" b="0" i="0" dirty="0">
                <a:solidFill>
                  <a:srgbClr val="333333"/>
                </a:solidFill>
                <a:effectLst/>
                <a:latin typeface="Avantgarde"/>
              </a:rPr>
              <a:t>3.Sequence: This primary key generation algorithm is able to generate primary key value on the basis of the sequence provided by the underlying Database. If we have not provided any sequence name as input parameter then this algorithm is able to take “</a:t>
            </a:r>
            <a:r>
              <a:rPr lang="en-US" b="0" i="0" dirty="0" err="1">
                <a:solidFill>
                  <a:srgbClr val="333333"/>
                </a:solidFill>
                <a:effectLst/>
                <a:latin typeface="Avantgarde"/>
              </a:rPr>
              <a:t>hibernate_sequence</a:t>
            </a:r>
            <a:r>
              <a:rPr lang="en-US" b="0" i="0" dirty="0">
                <a:solidFill>
                  <a:srgbClr val="333333"/>
                </a:solidFill>
                <a:effectLst/>
                <a:latin typeface="Avantgarde"/>
              </a:rPr>
              <a:t>” as default sequence name, here developers must create “</a:t>
            </a:r>
            <a:r>
              <a:rPr lang="en-US" b="0" i="0" dirty="0" err="1">
                <a:solidFill>
                  <a:srgbClr val="333333"/>
                </a:solidFill>
                <a:effectLst/>
                <a:latin typeface="Avantgarde"/>
              </a:rPr>
              <a:t>hibernate_sequence</a:t>
            </a:r>
            <a:r>
              <a:rPr lang="en-US" b="0" i="0" dirty="0">
                <a:solidFill>
                  <a:srgbClr val="333333"/>
                </a:solidFill>
                <a:effectLst/>
                <a:latin typeface="Avantgarde"/>
              </a:rPr>
              <a:t>” in database explicitly.</a:t>
            </a:r>
          </a:p>
          <a:p>
            <a:pPr algn="just">
              <a:buFont typeface="+mj-lt"/>
              <a:buAutoNum type="arabicPeriod"/>
            </a:pPr>
            <a:r>
              <a:rPr lang="en-US" b="0" i="0" dirty="0">
                <a:solidFill>
                  <a:srgbClr val="333333"/>
                </a:solidFill>
                <a:effectLst/>
                <a:latin typeface="Avantgarde"/>
              </a:rPr>
              <a:t>identity</a:t>
            </a:r>
          </a:p>
          <a:p>
            <a:pPr algn="just">
              <a:buFont typeface="+mj-lt"/>
              <a:buAutoNum type="arabicPeriod"/>
            </a:pPr>
            <a:r>
              <a:rPr lang="en-US" b="0" i="0" dirty="0" err="1">
                <a:solidFill>
                  <a:srgbClr val="333333"/>
                </a:solidFill>
                <a:effectLst/>
                <a:latin typeface="Avantgarde"/>
              </a:rPr>
              <a:t>hilo</a:t>
            </a:r>
            <a:endParaRPr lang="en-US" b="0" i="0" dirty="0">
              <a:solidFill>
                <a:srgbClr val="333333"/>
              </a:solidFill>
              <a:effectLst/>
              <a:latin typeface="Avantgarde"/>
            </a:endParaRPr>
          </a:p>
          <a:p>
            <a:endParaRPr lang="en-IN" dirty="0"/>
          </a:p>
        </p:txBody>
      </p:sp>
    </p:spTree>
    <p:extLst>
      <p:ext uri="{BB962C8B-B14F-4D97-AF65-F5344CB8AC3E}">
        <p14:creationId xmlns:p14="http://schemas.microsoft.com/office/powerpoint/2010/main" val="3817914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3C92E-E726-1E54-BF7D-F576CA1394D3}"/>
              </a:ext>
            </a:extLst>
          </p:cNvPr>
          <p:cNvSpPr>
            <a:spLocks noGrp="1"/>
          </p:cNvSpPr>
          <p:nvPr>
            <p:ph type="title"/>
          </p:nvPr>
        </p:nvSpPr>
        <p:spPr>
          <a:xfrm>
            <a:off x="838200" y="322424"/>
            <a:ext cx="10515600" cy="717226"/>
          </a:xfrm>
        </p:spPr>
        <p:txBody>
          <a:bodyPr>
            <a:normAutofit fontScale="90000"/>
          </a:bodyPr>
          <a:lstStyle/>
          <a:p>
            <a:r>
              <a:rPr lang="en-IN" b="1" i="0" dirty="0">
                <a:solidFill>
                  <a:srgbClr val="6C0466"/>
                </a:solidFill>
                <a:effectLst/>
                <a:latin typeface="Avantgarde"/>
              </a:rPr>
              <a:t>Inheritance Mapping</a:t>
            </a:r>
            <a:br>
              <a:rPr lang="en-IN" b="0" i="0" dirty="0">
                <a:solidFill>
                  <a:srgbClr val="6C0466"/>
                </a:solidFill>
                <a:effectLst/>
                <a:latin typeface="Avantgarde"/>
              </a:rPr>
            </a:br>
            <a:endParaRPr lang="en-IN" dirty="0"/>
          </a:p>
        </p:txBody>
      </p:sp>
      <p:sp>
        <p:nvSpPr>
          <p:cNvPr id="3" name="Content Placeholder 2">
            <a:extLst>
              <a:ext uri="{FF2B5EF4-FFF2-40B4-BE49-F238E27FC236}">
                <a16:creationId xmlns:a16="http://schemas.microsoft.com/office/drawing/2014/main" id="{B3A58340-D58C-6D89-D295-1A2F584C1EB8}"/>
              </a:ext>
            </a:extLst>
          </p:cNvPr>
          <p:cNvSpPr>
            <a:spLocks noGrp="1"/>
          </p:cNvSpPr>
          <p:nvPr>
            <p:ph idx="1"/>
          </p:nvPr>
        </p:nvSpPr>
        <p:spPr>
          <a:xfrm>
            <a:off x="139959" y="839754"/>
            <a:ext cx="11213841" cy="5924939"/>
          </a:xfrm>
        </p:spPr>
        <p:txBody>
          <a:bodyPr/>
          <a:lstStyle/>
          <a:p>
            <a:pPr algn="just" fontAlgn="base"/>
            <a:r>
              <a:rPr lang="en-US" b="0" i="0" dirty="0">
                <a:solidFill>
                  <a:srgbClr val="333333"/>
                </a:solidFill>
                <a:effectLst/>
                <a:latin typeface="Avantgarde"/>
              </a:rPr>
              <a:t>Hibernate is one of the ORM implementation, it has provided the following three strategies to resolve inheritance mismatch.</a:t>
            </a:r>
          </a:p>
          <a:p>
            <a:pPr algn="just">
              <a:buFont typeface="+mj-lt"/>
              <a:buAutoNum type="arabicPeriod"/>
            </a:pPr>
            <a:r>
              <a:rPr lang="en-US" b="0" i="0" dirty="0">
                <a:solidFill>
                  <a:srgbClr val="333333"/>
                </a:solidFill>
                <a:effectLst/>
                <a:latin typeface="Avantgarde"/>
              </a:rPr>
              <a:t>Table Per Class Hierarchy.</a:t>
            </a:r>
          </a:p>
          <a:p>
            <a:pPr algn="just">
              <a:buFont typeface="+mj-lt"/>
              <a:buAutoNum type="arabicPeriod"/>
            </a:pPr>
            <a:r>
              <a:rPr lang="en-US" b="0" i="0" dirty="0">
                <a:solidFill>
                  <a:srgbClr val="333333"/>
                </a:solidFill>
                <a:effectLst/>
                <a:latin typeface="Avantgarde"/>
              </a:rPr>
              <a:t>Table Per Sub Class</a:t>
            </a:r>
          </a:p>
          <a:p>
            <a:pPr algn="just">
              <a:buFont typeface="+mj-lt"/>
              <a:buAutoNum type="arabicPeriod"/>
            </a:pPr>
            <a:r>
              <a:rPr lang="en-US" b="0" i="0" dirty="0">
                <a:solidFill>
                  <a:srgbClr val="333333"/>
                </a:solidFill>
                <a:effectLst/>
                <a:latin typeface="Avantgarde"/>
              </a:rPr>
              <a:t>Table Per Concrete Class</a:t>
            </a:r>
          </a:p>
          <a:p>
            <a:endParaRPr lang="en-IN" dirty="0"/>
          </a:p>
        </p:txBody>
      </p:sp>
    </p:spTree>
    <p:extLst>
      <p:ext uri="{BB962C8B-B14F-4D97-AF65-F5344CB8AC3E}">
        <p14:creationId xmlns:p14="http://schemas.microsoft.com/office/powerpoint/2010/main" val="936108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35FC-AAC4-0522-ABAE-B532C64E5B36}"/>
              </a:ext>
            </a:extLst>
          </p:cNvPr>
          <p:cNvSpPr>
            <a:spLocks noGrp="1"/>
          </p:cNvSpPr>
          <p:nvPr>
            <p:ph type="title"/>
          </p:nvPr>
        </p:nvSpPr>
        <p:spPr>
          <a:xfrm>
            <a:off x="838200" y="365125"/>
            <a:ext cx="10515600" cy="978483"/>
          </a:xfrm>
        </p:spPr>
        <p:txBody>
          <a:bodyPr/>
          <a:lstStyle/>
          <a:p>
            <a:r>
              <a:rPr lang="en-IN" b="1" i="0" dirty="0">
                <a:solidFill>
                  <a:srgbClr val="6C0466"/>
                </a:solidFill>
                <a:effectLst/>
                <a:latin typeface="Avantgarde"/>
              </a:rPr>
              <a:t>Table Per Class Hierarchy</a:t>
            </a:r>
            <a:endParaRPr lang="en-IN" dirty="0"/>
          </a:p>
        </p:txBody>
      </p:sp>
      <p:sp>
        <p:nvSpPr>
          <p:cNvPr id="3" name="Content Placeholder 2">
            <a:extLst>
              <a:ext uri="{FF2B5EF4-FFF2-40B4-BE49-F238E27FC236}">
                <a16:creationId xmlns:a16="http://schemas.microsoft.com/office/drawing/2014/main" id="{D28F5534-0A39-E17C-5DF8-3C30F880D69F}"/>
              </a:ext>
            </a:extLst>
          </p:cNvPr>
          <p:cNvSpPr>
            <a:spLocks noGrp="1"/>
          </p:cNvSpPr>
          <p:nvPr>
            <p:ph idx="1"/>
          </p:nvPr>
        </p:nvSpPr>
        <p:spPr>
          <a:xfrm>
            <a:off x="298580" y="1436914"/>
            <a:ext cx="11055220" cy="4740049"/>
          </a:xfrm>
        </p:spPr>
        <p:txBody>
          <a:bodyPr>
            <a:normAutofit fontScale="92500" lnSpcReduction="20000"/>
          </a:bodyPr>
          <a:lstStyle/>
          <a:p>
            <a:pPr algn="just" fontAlgn="base"/>
            <a:r>
              <a:rPr lang="en-US" b="0" i="0" dirty="0">
                <a:solidFill>
                  <a:srgbClr val="333333"/>
                </a:solidFill>
                <a:effectLst/>
                <a:latin typeface="Avantgarde"/>
              </a:rPr>
              <a:t>In Table Per Class hierarchy, we will prepare a table with the columns representing all the properties of the classes[sub classes and super class] which are existed in inheritance.</a:t>
            </a:r>
          </a:p>
          <a:p>
            <a:pPr algn="just" fontAlgn="base"/>
            <a:r>
              <a:rPr lang="en-US" b="0" i="0" dirty="0">
                <a:solidFill>
                  <a:srgbClr val="333333"/>
                </a:solidFill>
                <a:effectLst/>
                <a:latin typeface="Avantgarde"/>
              </a:rPr>
              <a:t>In this mechanism, when we store any sub class object then data must be stored in single table in the respective columns, if data is not available for any column then null values will be stored in the respective columns.</a:t>
            </a:r>
          </a:p>
          <a:p>
            <a:pPr algn="just" fontAlgn="base"/>
            <a:r>
              <a:rPr lang="en-US" b="0" i="0" dirty="0">
                <a:solidFill>
                  <a:srgbClr val="333333"/>
                </a:solidFill>
                <a:effectLst/>
                <a:latin typeface="Avantgarde"/>
              </a:rPr>
              <a:t>If we want to use Table Per Class Hierarchy in Hibernate applications then we have to use the following steps.</a:t>
            </a:r>
          </a:p>
          <a:p>
            <a:pPr algn="just" fontAlgn="base"/>
            <a:r>
              <a:rPr lang="en-US" b="0" i="0" dirty="0">
                <a:solidFill>
                  <a:srgbClr val="333333"/>
                </a:solidFill>
                <a:effectLst/>
                <a:latin typeface="Avantgarde"/>
              </a:rPr>
              <a:t>To represent Table Per Class Inheritance Mapping </a:t>
            </a:r>
            <a:r>
              <a:rPr lang="en-US" b="0" i="0" dirty="0" err="1">
                <a:solidFill>
                  <a:srgbClr val="333333"/>
                </a:solidFill>
                <a:effectLst/>
                <a:latin typeface="Avantgarde"/>
              </a:rPr>
              <a:t>javax.persistence</a:t>
            </a:r>
            <a:r>
              <a:rPr lang="en-US" b="0" i="0" dirty="0">
                <a:solidFill>
                  <a:srgbClr val="333333"/>
                </a:solidFill>
                <a:effectLst/>
                <a:latin typeface="Avantgarde"/>
              </a:rPr>
              <a:t> package has provided the following three Annotations.</a:t>
            </a:r>
          </a:p>
          <a:p>
            <a:pPr algn="just">
              <a:buFont typeface="+mj-lt"/>
              <a:buAutoNum type="arabicPeriod"/>
            </a:pPr>
            <a:r>
              <a:rPr lang="en-IN" b="0" i="0" dirty="0">
                <a:solidFill>
                  <a:srgbClr val="333333"/>
                </a:solidFill>
                <a:effectLst/>
                <a:latin typeface="Avantgarde"/>
              </a:rPr>
              <a:t>@Inheritance</a:t>
            </a:r>
          </a:p>
          <a:p>
            <a:pPr algn="just">
              <a:buFont typeface="+mj-lt"/>
              <a:buAutoNum type="arabicPeriod"/>
            </a:pPr>
            <a:r>
              <a:rPr lang="en-IN" b="0" i="0" dirty="0">
                <a:solidFill>
                  <a:srgbClr val="333333"/>
                </a:solidFill>
                <a:effectLst/>
                <a:latin typeface="Avantgarde"/>
              </a:rPr>
              <a:t>@DiscriminatorColumn</a:t>
            </a:r>
          </a:p>
          <a:p>
            <a:pPr algn="just">
              <a:buFont typeface="+mj-lt"/>
              <a:buAutoNum type="arabicPeriod"/>
            </a:pPr>
            <a:r>
              <a:rPr lang="en-IN" b="0" i="0" dirty="0">
                <a:solidFill>
                  <a:srgbClr val="333333"/>
                </a:solidFill>
                <a:effectLst/>
                <a:latin typeface="Avantgarde"/>
              </a:rPr>
              <a:t>@DiscriminatorValue</a:t>
            </a:r>
          </a:p>
          <a:p>
            <a:pPr algn="just" fontAlgn="base"/>
            <a:endParaRPr lang="en-US" b="0" i="0" dirty="0">
              <a:solidFill>
                <a:srgbClr val="333333"/>
              </a:solidFill>
              <a:effectLst/>
              <a:latin typeface="Avantgarde"/>
            </a:endParaRPr>
          </a:p>
          <a:p>
            <a:endParaRPr lang="en-IN" dirty="0"/>
          </a:p>
        </p:txBody>
      </p:sp>
    </p:spTree>
    <p:extLst>
      <p:ext uri="{BB962C8B-B14F-4D97-AF65-F5344CB8AC3E}">
        <p14:creationId xmlns:p14="http://schemas.microsoft.com/office/powerpoint/2010/main" val="3338587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35FC-AAC4-0522-ABAE-B532C64E5B36}"/>
              </a:ext>
            </a:extLst>
          </p:cNvPr>
          <p:cNvSpPr>
            <a:spLocks noGrp="1"/>
          </p:cNvSpPr>
          <p:nvPr>
            <p:ph type="title"/>
          </p:nvPr>
        </p:nvSpPr>
        <p:spPr>
          <a:xfrm>
            <a:off x="838200" y="365125"/>
            <a:ext cx="10515600" cy="978483"/>
          </a:xfrm>
        </p:spPr>
        <p:txBody>
          <a:bodyPr>
            <a:normAutofit fontScale="90000"/>
          </a:bodyPr>
          <a:lstStyle/>
          <a:p>
            <a:r>
              <a:rPr lang="en-IN" b="1" i="0" dirty="0">
                <a:solidFill>
                  <a:srgbClr val="6C0466"/>
                </a:solidFill>
                <a:effectLst/>
                <a:latin typeface="Avantgarde"/>
              </a:rPr>
              <a:t>Table Per Class Hierarchy </a:t>
            </a:r>
            <a:r>
              <a:rPr lang="en-IN" b="0" i="0" dirty="0">
                <a:solidFill>
                  <a:srgbClr val="333333"/>
                </a:solidFill>
                <a:effectLst/>
                <a:latin typeface="Avantgarde"/>
              </a:rPr>
              <a:t>@Inheritance</a:t>
            </a:r>
            <a:br>
              <a:rPr lang="en-IN" b="0" i="0" dirty="0">
                <a:solidFill>
                  <a:srgbClr val="333333"/>
                </a:solidFill>
                <a:effectLst/>
                <a:latin typeface="Avantgarde"/>
              </a:rPr>
            </a:br>
            <a:endParaRPr lang="en-IN" dirty="0"/>
          </a:p>
        </p:txBody>
      </p:sp>
      <p:sp>
        <p:nvSpPr>
          <p:cNvPr id="3" name="Content Placeholder 2">
            <a:extLst>
              <a:ext uri="{FF2B5EF4-FFF2-40B4-BE49-F238E27FC236}">
                <a16:creationId xmlns:a16="http://schemas.microsoft.com/office/drawing/2014/main" id="{D28F5534-0A39-E17C-5DF8-3C30F880D69F}"/>
              </a:ext>
            </a:extLst>
          </p:cNvPr>
          <p:cNvSpPr>
            <a:spLocks noGrp="1"/>
          </p:cNvSpPr>
          <p:nvPr>
            <p:ph idx="1"/>
          </p:nvPr>
        </p:nvSpPr>
        <p:spPr>
          <a:xfrm>
            <a:off x="298580" y="1436914"/>
            <a:ext cx="11055220" cy="4740049"/>
          </a:xfrm>
        </p:spPr>
        <p:txBody>
          <a:bodyPr>
            <a:normAutofit/>
          </a:bodyPr>
          <a:lstStyle/>
          <a:p>
            <a:pPr algn="just" fontAlgn="base"/>
            <a:r>
              <a:rPr lang="en-US" b="0" i="0" dirty="0">
                <a:solidFill>
                  <a:srgbClr val="333333"/>
                </a:solidFill>
                <a:effectLst/>
                <a:latin typeface="Avantgarde"/>
              </a:rPr>
              <a:t>This annotation is able to specify Inheritance Mapping strategy.</a:t>
            </a:r>
          </a:p>
          <a:p>
            <a:pPr algn="just" fontAlgn="base"/>
            <a:r>
              <a:rPr lang="en-US" b="0" i="0" dirty="0">
                <a:solidFill>
                  <a:srgbClr val="333333"/>
                </a:solidFill>
                <a:effectLst/>
                <a:latin typeface="Avantgarde"/>
              </a:rPr>
              <a:t>@Inheritance(strategy=value)</a:t>
            </a:r>
          </a:p>
          <a:p>
            <a:pPr algn="just" fontAlgn="base"/>
            <a:r>
              <a:rPr lang="en-US" b="0" i="0" dirty="0">
                <a:solidFill>
                  <a:srgbClr val="333333"/>
                </a:solidFill>
                <a:effectLst/>
                <a:latin typeface="Avantgarde"/>
              </a:rPr>
              <a:t>Where value may be SINGLE_TABLE constant from </a:t>
            </a:r>
            <a:r>
              <a:rPr lang="en-US" b="0" i="0" dirty="0" err="1">
                <a:solidFill>
                  <a:srgbClr val="333333"/>
                </a:solidFill>
                <a:effectLst/>
                <a:latin typeface="Avantgarde"/>
              </a:rPr>
              <a:t>InheritanceType</a:t>
            </a:r>
            <a:r>
              <a:rPr lang="en-US" b="0" i="0" dirty="0">
                <a:solidFill>
                  <a:srgbClr val="333333"/>
                </a:solidFill>
                <a:effectLst/>
                <a:latin typeface="Avantgarde"/>
              </a:rPr>
              <a:t> </a:t>
            </a:r>
            <a:r>
              <a:rPr lang="en-US" b="0" i="0" dirty="0" err="1">
                <a:solidFill>
                  <a:srgbClr val="333333"/>
                </a:solidFill>
                <a:effectLst/>
                <a:latin typeface="Avantgarde"/>
              </a:rPr>
              <a:t>enum</a:t>
            </a:r>
            <a:r>
              <a:rPr lang="en-US" b="0" i="0" dirty="0">
                <a:solidFill>
                  <a:srgbClr val="333333"/>
                </a:solidFill>
                <a:effectLst/>
                <a:latin typeface="Avantgarde"/>
              </a:rPr>
              <a:t>.</a:t>
            </a:r>
            <a:endParaRPr lang="en-US" dirty="0">
              <a:solidFill>
                <a:srgbClr val="333333"/>
              </a:solidFill>
              <a:latin typeface="Avantgarde"/>
            </a:endParaRPr>
          </a:p>
          <a:p>
            <a:pPr algn="just" fontAlgn="base"/>
            <a:r>
              <a:rPr lang="en-US" b="0" i="0" dirty="0">
                <a:solidFill>
                  <a:srgbClr val="333333"/>
                </a:solidFill>
                <a:effectLst/>
                <a:latin typeface="Avantgarde"/>
              </a:rPr>
              <a:t>@Inheritance(strategy=InheritanceType.SINGLE_TABLE)</a:t>
            </a:r>
          </a:p>
          <a:p>
            <a:endParaRPr lang="en-IN" dirty="0"/>
          </a:p>
        </p:txBody>
      </p:sp>
    </p:spTree>
    <p:extLst>
      <p:ext uri="{BB962C8B-B14F-4D97-AF65-F5344CB8AC3E}">
        <p14:creationId xmlns:p14="http://schemas.microsoft.com/office/powerpoint/2010/main" val="376398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35FC-AAC4-0522-ABAE-B532C64E5B36}"/>
              </a:ext>
            </a:extLst>
          </p:cNvPr>
          <p:cNvSpPr>
            <a:spLocks noGrp="1"/>
          </p:cNvSpPr>
          <p:nvPr>
            <p:ph type="title"/>
          </p:nvPr>
        </p:nvSpPr>
        <p:spPr>
          <a:xfrm>
            <a:off x="838200" y="365125"/>
            <a:ext cx="10515600" cy="978483"/>
          </a:xfrm>
        </p:spPr>
        <p:txBody>
          <a:bodyPr>
            <a:normAutofit fontScale="90000"/>
          </a:bodyPr>
          <a:lstStyle/>
          <a:p>
            <a:r>
              <a:rPr lang="en-IN" b="1" i="0" dirty="0">
                <a:solidFill>
                  <a:srgbClr val="6C0466"/>
                </a:solidFill>
                <a:effectLst/>
                <a:latin typeface="Avantgarde"/>
              </a:rPr>
              <a:t>Table Per Class Hierarchy </a:t>
            </a:r>
            <a:r>
              <a:rPr lang="en-IN" b="1" i="0" dirty="0">
                <a:solidFill>
                  <a:srgbClr val="333333"/>
                </a:solidFill>
                <a:effectLst/>
                <a:latin typeface="Avantgarde"/>
              </a:rPr>
              <a:t>@DiscriminatorColumn</a:t>
            </a:r>
            <a:br>
              <a:rPr lang="en-IN" b="0" i="0" dirty="0">
                <a:solidFill>
                  <a:srgbClr val="333333"/>
                </a:solidFill>
                <a:effectLst/>
                <a:latin typeface="Avantgarde"/>
              </a:rPr>
            </a:br>
            <a:endParaRPr lang="en-IN" dirty="0"/>
          </a:p>
        </p:txBody>
      </p:sp>
      <p:sp>
        <p:nvSpPr>
          <p:cNvPr id="3" name="Content Placeholder 2">
            <a:extLst>
              <a:ext uri="{FF2B5EF4-FFF2-40B4-BE49-F238E27FC236}">
                <a16:creationId xmlns:a16="http://schemas.microsoft.com/office/drawing/2014/main" id="{D28F5534-0A39-E17C-5DF8-3C30F880D69F}"/>
              </a:ext>
            </a:extLst>
          </p:cNvPr>
          <p:cNvSpPr>
            <a:spLocks noGrp="1"/>
          </p:cNvSpPr>
          <p:nvPr>
            <p:ph idx="1"/>
          </p:nvPr>
        </p:nvSpPr>
        <p:spPr>
          <a:xfrm>
            <a:off x="298580" y="1436914"/>
            <a:ext cx="11055220" cy="4740049"/>
          </a:xfrm>
        </p:spPr>
        <p:txBody>
          <a:bodyPr>
            <a:normAutofit/>
          </a:bodyPr>
          <a:lstStyle/>
          <a:p>
            <a:pPr algn="just" fontAlgn="base"/>
            <a:r>
              <a:rPr lang="en-US" b="0" i="0" dirty="0">
                <a:solidFill>
                  <a:srgbClr val="333333"/>
                </a:solidFill>
                <a:effectLst/>
                <a:latin typeface="Avantgarde"/>
              </a:rPr>
              <a:t>This annotation is able to represent Discriminator Column.</a:t>
            </a:r>
          </a:p>
          <a:p>
            <a:pPr algn="just" fontAlgn="base"/>
            <a:r>
              <a:rPr lang="en-IN" dirty="0"/>
              <a:t>@DiscriminatorColumn(name ="--")</a:t>
            </a:r>
            <a:endParaRPr lang="en-US" dirty="0">
              <a:solidFill>
                <a:srgbClr val="333333"/>
              </a:solidFill>
              <a:latin typeface="Avantgarde"/>
            </a:endParaRPr>
          </a:p>
          <a:p>
            <a:pPr algn="just" fontAlgn="base"/>
            <a:r>
              <a:rPr lang="en-US" b="0" i="0" dirty="0">
                <a:solidFill>
                  <a:srgbClr val="333333"/>
                </a:solidFill>
                <a:effectLst/>
                <a:latin typeface="Avantgarde"/>
              </a:rPr>
              <a:t>Where “name” is able to take discriminator column name.</a:t>
            </a:r>
          </a:p>
          <a:p>
            <a:pPr algn="just" fontAlgn="base"/>
            <a:r>
              <a:rPr lang="en-IN" dirty="0"/>
              <a:t>@DiscriminatorColumn(name="TYPE")</a:t>
            </a:r>
            <a:endParaRPr lang="en-US" dirty="0">
              <a:solidFill>
                <a:srgbClr val="333333"/>
              </a:solidFill>
              <a:latin typeface="Avantgarde"/>
            </a:endParaRPr>
          </a:p>
          <a:p>
            <a:pPr algn="just" fontAlgn="base"/>
            <a:r>
              <a:rPr lang="en-US" b="0" i="0" dirty="0">
                <a:solidFill>
                  <a:srgbClr val="333333"/>
                </a:solidFill>
                <a:effectLst/>
                <a:latin typeface="Avantgarde"/>
              </a:rPr>
              <a:t>The above two annotations must be used at super class.</a:t>
            </a:r>
            <a:endParaRPr lang="en-IN" dirty="0"/>
          </a:p>
        </p:txBody>
      </p:sp>
    </p:spTree>
    <p:extLst>
      <p:ext uri="{BB962C8B-B14F-4D97-AF65-F5344CB8AC3E}">
        <p14:creationId xmlns:p14="http://schemas.microsoft.com/office/powerpoint/2010/main" val="373660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35FC-AAC4-0522-ABAE-B532C64E5B36}"/>
              </a:ext>
            </a:extLst>
          </p:cNvPr>
          <p:cNvSpPr>
            <a:spLocks noGrp="1"/>
          </p:cNvSpPr>
          <p:nvPr>
            <p:ph type="title"/>
          </p:nvPr>
        </p:nvSpPr>
        <p:spPr>
          <a:xfrm>
            <a:off x="838200" y="365125"/>
            <a:ext cx="10515600" cy="978483"/>
          </a:xfrm>
        </p:spPr>
        <p:txBody>
          <a:bodyPr>
            <a:normAutofit fontScale="90000"/>
          </a:bodyPr>
          <a:lstStyle/>
          <a:p>
            <a:r>
              <a:rPr lang="en-IN" b="1" i="0" dirty="0">
                <a:solidFill>
                  <a:srgbClr val="6C0466"/>
                </a:solidFill>
                <a:effectLst/>
                <a:latin typeface="Avantgarde"/>
              </a:rPr>
              <a:t>Table Per Class Hierarchy </a:t>
            </a:r>
            <a:r>
              <a:rPr lang="en-IN" b="1" i="0" dirty="0">
                <a:solidFill>
                  <a:srgbClr val="333333"/>
                </a:solidFill>
                <a:effectLst/>
                <a:latin typeface="Avantgarde"/>
              </a:rPr>
              <a:t> @DiscriminatorValue</a:t>
            </a:r>
            <a:br>
              <a:rPr lang="en-IN" b="0" i="0" dirty="0">
                <a:solidFill>
                  <a:srgbClr val="333333"/>
                </a:solidFill>
                <a:effectLst/>
                <a:latin typeface="Avantgarde"/>
              </a:rPr>
            </a:br>
            <a:endParaRPr lang="en-IN" dirty="0"/>
          </a:p>
        </p:txBody>
      </p:sp>
      <p:sp>
        <p:nvSpPr>
          <p:cNvPr id="3" name="Content Placeholder 2">
            <a:extLst>
              <a:ext uri="{FF2B5EF4-FFF2-40B4-BE49-F238E27FC236}">
                <a16:creationId xmlns:a16="http://schemas.microsoft.com/office/drawing/2014/main" id="{D28F5534-0A39-E17C-5DF8-3C30F880D69F}"/>
              </a:ext>
            </a:extLst>
          </p:cNvPr>
          <p:cNvSpPr>
            <a:spLocks noGrp="1"/>
          </p:cNvSpPr>
          <p:nvPr>
            <p:ph idx="1"/>
          </p:nvPr>
        </p:nvSpPr>
        <p:spPr>
          <a:xfrm>
            <a:off x="298580" y="1436914"/>
            <a:ext cx="11055220" cy="4740049"/>
          </a:xfrm>
        </p:spPr>
        <p:txBody>
          <a:bodyPr>
            <a:normAutofit/>
          </a:bodyPr>
          <a:lstStyle/>
          <a:p>
            <a:pPr algn="just" fontAlgn="base"/>
            <a:r>
              <a:rPr lang="en-US" b="0" i="0" dirty="0">
                <a:solidFill>
                  <a:srgbClr val="333333"/>
                </a:solidFill>
                <a:effectLst/>
                <a:latin typeface="Avantgarde"/>
              </a:rPr>
              <a:t>It able to provide value to the discriminator column, it must be specified at sub class.</a:t>
            </a:r>
            <a:endParaRPr lang="en-IN" dirty="0"/>
          </a:p>
        </p:txBody>
      </p:sp>
    </p:spTree>
    <p:extLst>
      <p:ext uri="{BB962C8B-B14F-4D97-AF65-F5344CB8AC3E}">
        <p14:creationId xmlns:p14="http://schemas.microsoft.com/office/powerpoint/2010/main" val="4255674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78E67-1297-6A48-7EDB-12827CFCF3E0}"/>
              </a:ext>
            </a:extLst>
          </p:cNvPr>
          <p:cNvSpPr>
            <a:spLocks noGrp="1"/>
          </p:cNvSpPr>
          <p:nvPr>
            <p:ph type="title"/>
          </p:nvPr>
        </p:nvSpPr>
        <p:spPr>
          <a:xfrm>
            <a:off x="576943" y="206505"/>
            <a:ext cx="10515600" cy="679904"/>
          </a:xfrm>
        </p:spPr>
        <p:txBody>
          <a:bodyPr>
            <a:normAutofit fontScale="90000"/>
          </a:bodyPr>
          <a:lstStyle/>
          <a:p>
            <a:r>
              <a:rPr lang="en-IN" b="1" i="0" dirty="0">
                <a:solidFill>
                  <a:srgbClr val="6C0466"/>
                </a:solidFill>
                <a:effectLst/>
                <a:latin typeface="Avantgarde"/>
              </a:rPr>
              <a:t> Table Per Sub class</a:t>
            </a:r>
            <a:endParaRPr lang="en-IN" dirty="0"/>
          </a:p>
        </p:txBody>
      </p:sp>
      <p:sp>
        <p:nvSpPr>
          <p:cNvPr id="3" name="Content Placeholder 2">
            <a:extLst>
              <a:ext uri="{FF2B5EF4-FFF2-40B4-BE49-F238E27FC236}">
                <a16:creationId xmlns:a16="http://schemas.microsoft.com/office/drawing/2014/main" id="{DAEC8638-018E-FE58-8F3D-4DF19A4A4F50}"/>
              </a:ext>
            </a:extLst>
          </p:cNvPr>
          <p:cNvSpPr>
            <a:spLocks noGrp="1"/>
          </p:cNvSpPr>
          <p:nvPr>
            <p:ph idx="1"/>
          </p:nvPr>
        </p:nvSpPr>
        <p:spPr>
          <a:xfrm>
            <a:off x="838200" y="886409"/>
            <a:ext cx="10515600" cy="5290554"/>
          </a:xfrm>
        </p:spPr>
        <p:txBody>
          <a:bodyPr>
            <a:normAutofit lnSpcReduction="10000"/>
          </a:bodyPr>
          <a:lstStyle/>
          <a:p>
            <a:pPr algn="just" fontAlgn="base"/>
            <a:r>
              <a:rPr lang="en-US" b="0" i="0" dirty="0">
                <a:solidFill>
                  <a:srgbClr val="333333"/>
                </a:solidFill>
                <a:effectLst/>
                <a:latin typeface="Avantgarde"/>
              </a:rPr>
              <a:t>In case of “Table Per Subclass” inheritance mapping, we have to prepare a separate table for each and every class [for both super class and sub </a:t>
            </a:r>
            <a:r>
              <a:rPr lang="en-US" b="0" i="0" dirty="0" err="1">
                <a:solidFill>
                  <a:srgbClr val="333333"/>
                </a:solidFill>
                <a:effectLst/>
                <a:latin typeface="Avantgarde"/>
              </a:rPr>
              <a:t>classses</a:t>
            </a:r>
            <a:r>
              <a:rPr lang="en-US" b="0" i="0" dirty="0">
                <a:solidFill>
                  <a:srgbClr val="333333"/>
                </a:solidFill>
                <a:effectLst/>
                <a:latin typeface="Avantgarde"/>
              </a:rPr>
              <a:t>] existed in inheritance.</a:t>
            </a:r>
          </a:p>
          <a:p>
            <a:pPr algn="just" fontAlgn="base"/>
            <a:r>
              <a:rPr lang="en-US" b="0" i="0" dirty="0">
                <a:solidFill>
                  <a:srgbClr val="333333"/>
                </a:solidFill>
                <a:effectLst/>
                <a:latin typeface="Avantgarde"/>
              </a:rPr>
              <a:t>While preparing tables for sub classes we have to provide a join column which must be primary key in super class respective table and in sub class respective tables.</a:t>
            </a:r>
          </a:p>
          <a:p>
            <a:pPr algn="just" fontAlgn="base"/>
            <a:r>
              <a:rPr lang="en-US" b="0" i="0" dirty="0">
                <a:solidFill>
                  <a:srgbClr val="333333"/>
                </a:solidFill>
                <a:effectLst/>
                <a:latin typeface="Avantgarde"/>
              </a:rPr>
              <a:t>In hibernate applications, if we store sub class objects in database then Hibernate software has to recognize and store super class properties data in super class respective table and sub class respective data in sub class respective tables.</a:t>
            </a:r>
          </a:p>
          <a:p>
            <a:pPr algn="just" fontAlgn="base"/>
            <a:r>
              <a:rPr lang="en-US" b="0" i="0" dirty="0">
                <a:solidFill>
                  <a:srgbClr val="333333"/>
                </a:solidFill>
                <a:effectLst/>
                <a:latin typeface="Avantgarde"/>
              </a:rPr>
              <a:t>To achieve this requirement, Hibernate software has to recognize super class properties and sub class properties separately, for this we have to provide sub classes configuration separately in hibernate mapping file.</a:t>
            </a:r>
          </a:p>
          <a:p>
            <a:endParaRPr lang="en-IN" dirty="0"/>
          </a:p>
        </p:txBody>
      </p:sp>
    </p:spTree>
    <p:extLst>
      <p:ext uri="{BB962C8B-B14F-4D97-AF65-F5344CB8AC3E}">
        <p14:creationId xmlns:p14="http://schemas.microsoft.com/office/powerpoint/2010/main" val="4055128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78E67-1297-6A48-7EDB-12827CFCF3E0}"/>
              </a:ext>
            </a:extLst>
          </p:cNvPr>
          <p:cNvSpPr>
            <a:spLocks noGrp="1"/>
          </p:cNvSpPr>
          <p:nvPr>
            <p:ph type="title"/>
          </p:nvPr>
        </p:nvSpPr>
        <p:spPr>
          <a:xfrm>
            <a:off x="576943" y="206505"/>
            <a:ext cx="10515600" cy="679904"/>
          </a:xfrm>
        </p:spPr>
        <p:txBody>
          <a:bodyPr>
            <a:normAutofit fontScale="90000"/>
          </a:bodyPr>
          <a:lstStyle/>
          <a:p>
            <a:r>
              <a:rPr lang="en-IN" b="1" i="0" dirty="0">
                <a:solidFill>
                  <a:srgbClr val="6C0466"/>
                </a:solidFill>
                <a:effectLst/>
                <a:latin typeface="Avantgarde"/>
              </a:rPr>
              <a:t> Table Per Concrete Class</a:t>
            </a:r>
            <a:endParaRPr lang="en-IN" dirty="0"/>
          </a:p>
        </p:txBody>
      </p:sp>
      <p:sp>
        <p:nvSpPr>
          <p:cNvPr id="3" name="Content Placeholder 2">
            <a:extLst>
              <a:ext uri="{FF2B5EF4-FFF2-40B4-BE49-F238E27FC236}">
                <a16:creationId xmlns:a16="http://schemas.microsoft.com/office/drawing/2014/main" id="{DAEC8638-018E-FE58-8F3D-4DF19A4A4F50}"/>
              </a:ext>
            </a:extLst>
          </p:cNvPr>
          <p:cNvSpPr>
            <a:spLocks noGrp="1"/>
          </p:cNvSpPr>
          <p:nvPr>
            <p:ph idx="1"/>
          </p:nvPr>
        </p:nvSpPr>
        <p:spPr>
          <a:xfrm>
            <a:off x="838200" y="886409"/>
            <a:ext cx="10515600" cy="5290554"/>
          </a:xfrm>
        </p:spPr>
        <p:txBody>
          <a:bodyPr>
            <a:normAutofit/>
          </a:bodyPr>
          <a:lstStyle/>
          <a:p>
            <a:pPr algn="just" fontAlgn="base"/>
            <a:r>
              <a:rPr lang="en-US" b="0" i="0" dirty="0">
                <a:solidFill>
                  <a:srgbClr val="333333"/>
                </a:solidFill>
                <a:effectLst/>
                <a:latin typeface="Avantgarde"/>
              </a:rPr>
              <a:t>In “Table per Concrete Class” inheritance mapping , we will prepare a separate table for each and every sub class containing the columns representing both the super class properties and the respective sub class properties.</a:t>
            </a:r>
          </a:p>
          <a:p>
            <a:pPr algn="just" fontAlgn="base"/>
            <a:r>
              <a:rPr lang="en-US" b="0" i="0" dirty="0">
                <a:solidFill>
                  <a:srgbClr val="333333"/>
                </a:solidFill>
                <a:effectLst/>
                <a:latin typeface="Avantgarde"/>
              </a:rPr>
              <a:t>In the above context, if we save any sub class object then Hibernate software has to distribute sub class objects data in the respective table and in the respective columns. To achieve this we have to use the following XML tags in hibernate mapping file.</a:t>
            </a:r>
          </a:p>
          <a:p>
            <a:endParaRPr lang="en-IN" dirty="0"/>
          </a:p>
        </p:txBody>
      </p:sp>
    </p:spTree>
    <p:extLst>
      <p:ext uri="{BB962C8B-B14F-4D97-AF65-F5344CB8AC3E}">
        <p14:creationId xmlns:p14="http://schemas.microsoft.com/office/powerpoint/2010/main" val="2885238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78E67-1297-6A48-7EDB-12827CFCF3E0}"/>
              </a:ext>
            </a:extLst>
          </p:cNvPr>
          <p:cNvSpPr>
            <a:spLocks noGrp="1"/>
          </p:cNvSpPr>
          <p:nvPr>
            <p:ph type="title"/>
          </p:nvPr>
        </p:nvSpPr>
        <p:spPr>
          <a:xfrm>
            <a:off x="576943" y="206505"/>
            <a:ext cx="10515600" cy="679904"/>
          </a:xfrm>
        </p:spPr>
        <p:txBody>
          <a:bodyPr>
            <a:normAutofit fontScale="90000"/>
          </a:bodyPr>
          <a:lstStyle/>
          <a:p>
            <a:r>
              <a:rPr lang="en-IN" b="1" i="0" dirty="0">
                <a:solidFill>
                  <a:srgbClr val="6C0466"/>
                </a:solidFill>
                <a:effectLst/>
                <a:latin typeface="Avantgarde"/>
              </a:rPr>
              <a:t> Table Per Sub class </a:t>
            </a:r>
            <a:r>
              <a:rPr lang="en-IN" b="1" i="0" dirty="0">
                <a:solidFill>
                  <a:srgbClr val="333333"/>
                </a:solidFill>
                <a:effectLst/>
                <a:latin typeface="Avantgarde"/>
              </a:rPr>
              <a:t>@Inheritance</a:t>
            </a:r>
            <a:endParaRPr lang="en-IN" dirty="0"/>
          </a:p>
        </p:txBody>
      </p:sp>
      <p:sp>
        <p:nvSpPr>
          <p:cNvPr id="3" name="Content Placeholder 2">
            <a:extLst>
              <a:ext uri="{FF2B5EF4-FFF2-40B4-BE49-F238E27FC236}">
                <a16:creationId xmlns:a16="http://schemas.microsoft.com/office/drawing/2014/main" id="{DAEC8638-018E-FE58-8F3D-4DF19A4A4F50}"/>
              </a:ext>
            </a:extLst>
          </p:cNvPr>
          <p:cNvSpPr>
            <a:spLocks noGrp="1"/>
          </p:cNvSpPr>
          <p:nvPr>
            <p:ph idx="1"/>
          </p:nvPr>
        </p:nvSpPr>
        <p:spPr>
          <a:xfrm>
            <a:off x="838200" y="886409"/>
            <a:ext cx="10515600" cy="5290554"/>
          </a:xfrm>
        </p:spPr>
        <p:txBody>
          <a:bodyPr>
            <a:normAutofit/>
          </a:bodyPr>
          <a:lstStyle/>
          <a:p>
            <a:pPr algn="just" fontAlgn="base"/>
            <a:r>
              <a:rPr lang="en-US" b="0" i="0" dirty="0">
                <a:solidFill>
                  <a:srgbClr val="333333"/>
                </a:solidFill>
                <a:effectLst/>
                <a:latin typeface="Avantgarde"/>
              </a:rPr>
              <a:t>This annotation is able to represent a particular Inheritance mapping </a:t>
            </a:r>
            <a:r>
              <a:rPr lang="en-US" b="0" i="0" dirty="0" err="1">
                <a:solidFill>
                  <a:srgbClr val="333333"/>
                </a:solidFill>
                <a:effectLst/>
                <a:latin typeface="Avantgarde"/>
              </a:rPr>
              <a:t>mechanism,it</a:t>
            </a:r>
            <a:r>
              <a:rPr lang="en-US" b="0" i="0" dirty="0">
                <a:solidFill>
                  <a:srgbClr val="333333"/>
                </a:solidFill>
                <a:effectLst/>
                <a:latin typeface="Avantgarde"/>
              </a:rPr>
              <a:t> will use “strategy” member to take a particular inheritance mapping, where “strategy” attribute will take “JOINED” value constant from “</a:t>
            </a:r>
            <a:r>
              <a:rPr lang="en-US" b="0" i="0" dirty="0" err="1">
                <a:solidFill>
                  <a:srgbClr val="333333"/>
                </a:solidFill>
                <a:effectLst/>
                <a:latin typeface="Avantgarde"/>
              </a:rPr>
              <a:t>InheritanceType</a:t>
            </a:r>
            <a:r>
              <a:rPr lang="en-US" b="0" i="0" dirty="0">
                <a:solidFill>
                  <a:srgbClr val="333333"/>
                </a:solidFill>
                <a:effectLst/>
                <a:latin typeface="Avantgarde"/>
              </a:rPr>
              <a:t>” </a:t>
            </a:r>
            <a:r>
              <a:rPr lang="en-US" b="0" i="0" dirty="0" err="1">
                <a:solidFill>
                  <a:srgbClr val="333333"/>
                </a:solidFill>
                <a:effectLst/>
                <a:latin typeface="Avantgarde"/>
              </a:rPr>
              <a:t>enum</a:t>
            </a:r>
            <a:r>
              <a:rPr lang="en-US" b="0" i="0" dirty="0">
                <a:solidFill>
                  <a:srgbClr val="333333"/>
                </a:solidFill>
                <a:effectLst/>
                <a:latin typeface="Avantgarde"/>
              </a:rPr>
              <a:t>.</a:t>
            </a:r>
          </a:p>
          <a:p>
            <a:pPr algn="just" fontAlgn="base"/>
            <a:r>
              <a:rPr lang="en-IN" dirty="0"/>
              <a:t>@Inheritance(strategy=InheritanceType.JOINED)</a:t>
            </a:r>
            <a:endParaRPr lang="en-US" dirty="0">
              <a:solidFill>
                <a:srgbClr val="333333"/>
              </a:solidFill>
              <a:latin typeface="Avantgarde"/>
            </a:endParaRPr>
          </a:p>
          <a:p>
            <a:pPr algn="just" fontAlgn="base"/>
            <a:r>
              <a:rPr lang="en-US" b="1" i="0" dirty="0">
                <a:solidFill>
                  <a:srgbClr val="333333"/>
                </a:solidFill>
                <a:effectLst/>
                <a:latin typeface="Avantgarde"/>
              </a:rPr>
              <a:t>@PrimaryKeyJoinColumn</a:t>
            </a:r>
            <a:endParaRPr lang="en-US" b="0" i="0" dirty="0">
              <a:solidFill>
                <a:srgbClr val="333333"/>
              </a:solidFill>
              <a:effectLst/>
              <a:latin typeface="Avantgarde"/>
            </a:endParaRPr>
          </a:p>
          <a:p>
            <a:pPr algn="just" fontAlgn="base"/>
            <a:r>
              <a:rPr lang="en-US" b="0" i="0" dirty="0">
                <a:solidFill>
                  <a:srgbClr val="333333"/>
                </a:solidFill>
                <a:effectLst/>
                <a:latin typeface="Avantgarde"/>
              </a:rPr>
              <a:t>This annotation will be used at sub classes in order to provide Join Key column name. It will use “name” attribute to provide “join key column”.</a:t>
            </a:r>
          </a:p>
          <a:p>
            <a:pPr algn="just" fontAlgn="base"/>
            <a:r>
              <a:rPr lang="en-IN" dirty="0"/>
              <a:t>@PrimaryKeyJoinColumn(name="TX_ID")</a:t>
            </a:r>
          </a:p>
        </p:txBody>
      </p:sp>
    </p:spTree>
    <p:extLst>
      <p:ext uri="{BB962C8B-B14F-4D97-AF65-F5344CB8AC3E}">
        <p14:creationId xmlns:p14="http://schemas.microsoft.com/office/powerpoint/2010/main" val="1429066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Association Mapping</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fontScale="92500" lnSpcReduction="20000"/>
          </a:bodyPr>
          <a:lstStyle/>
          <a:p>
            <a:pPr algn="just" fontAlgn="base"/>
            <a:r>
              <a:rPr lang="en-US" b="0" i="0" dirty="0">
                <a:solidFill>
                  <a:srgbClr val="333333"/>
                </a:solidFill>
                <a:effectLst/>
                <a:latin typeface="Avantgarde"/>
              </a:rPr>
              <a:t>In relational Data Model, we are able to achieve associations in the following three ways.</a:t>
            </a:r>
          </a:p>
          <a:p>
            <a:pPr algn="just">
              <a:buFont typeface="+mj-lt"/>
              <a:buAutoNum type="arabicPeriod"/>
            </a:pPr>
            <a:r>
              <a:rPr lang="en-US" b="0" i="0" dirty="0">
                <a:solidFill>
                  <a:srgbClr val="333333"/>
                </a:solidFill>
                <a:effectLst/>
                <a:latin typeface="Avantgarde"/>
              </a:rPr>
              <a:t>By defining Primary Key-Foreign Key relations between tables</a:t>
            </a:r>
          </a:p>
          <a:p>
            <a:pPr algn="just">
              <a:buFont typeface="+mj-lt"/>
              <a:buAutoNum type="arabicPeriod"/>
            </a:pPr>
            <a:r>
              <a:rPr lang="en-US" b="0" i="0" dirty="0">
                <a:solidFill>
                  <a:srgbClr val="333333"/>
                </a:solidFill>
                <a:effectLst/>
                <a:latin typeface="Avantgarde"/>
              </a:rPr>
              <a:t>By Providing Join column between tables</a:t>
            </a:r>
          </a:p>
          <a:p>
            <a:pPr algn="just">
              <a:buFont typeface="+mj-lt"/>
              <a:buAutoNum type="arabicPeriod"/>
            </a:pPr>
            <a:r>
              <a:rPr lang="en-US" b="0" i="0" dirty="0">
                <a:solidFill>
                  <a:srgbClr val="333333"/>
                </a:solidFill>
                <a:effectLst/>
                <a:latin typeface="Avantgarde"/>
              </a:rPr>
              <a:t>By Defining Join table between tables.</a:t>
            </a:r>
          </a:p>
          <a:p>
            <a:pPr marL="0" indent="0" algn="just">
              <a:buNone/>
            </a:pPr>
            <a:r>
              <a:rPr lang="en-US" b="0" i="0" dirty="0">
                <a:solidFill>
                  <a:srgbClr val="333333"/>
                </a:solidFill>
                <a:effectLst/>
                <a:latin typeface="Avantgarde"/>
              </a:rPr>
              <a:t>Hibernate has provided the following four types of Associations mappings in order to resolve Associations mismatch.</a:t>
            </a:r>
          </a:p>
          <a:p>
            <a:pPr algn="just">
              <a:buFont typeface="+mj-lt"/>
              <a:buAutoNum type="arabicPeriod"/>
            </a:pPr>
            <a:r>
              <a:rPr lang="en-US" b="0" i="0" dirty="0">
                <a:solidFill>
                  <a:srgbClr val="333333"/>
                </a:solidFill>
                <a:effectLst/>
                <a:latin typeface="Avantgarde"/>
              </a:rPr>
              <a:t>One-To-One Association Mapping</a:t>
            </a:r>
          </a:p>
          <a:p>
            <a:pPr algn="just">
              <a:buFont typeface="+mj-lt"/>
              <a:buAutoNum type="arabicPeriod"/>
            </a:pPr>
            <a:r>
              <a:rPr lang="en-US" b="0" i="0" dirty="0">
                <a:solidFill>
                  <a:srgbClr val="333333"/>
                </a:solidFill>
                <a:effectLst/>
                <a:latin typeface="Avantgarde"/>
              </a:rPr>
              <a:t>One-To-Many Association Mapping</a:t>
            </a:r>
          </a:p>
          <a:p>
            <a:pPr algn="just">
              <a:buFont typeface="+mj-lt"/>
              <a:buAutoNum type="arabicPeriod"/>
            </a:pPr>
            <a:r>
              <a:rPr lang="en-US" b="0" i="0" dirty="0">
                <a:solidFill>
                  <a:srgbClr val="333333"/>
                </a:solidFill>
                <a:effectLst/>
                <a:latin typeface="Avantgarde"/>
              </a:rPr>
              <a:t>Many-To-One Association Mapping</a:t>
            </a:r>
          </a:p>
          <a:p>
            <a:pPr algn="just">
              <a:buFont typeface="+mj-lt"/>
              <a:buAutoNum type="arabicPeriod"/>
            </a:pPr>
            <a:r>
              <a:rPr lang="en-US" b="0" i="0" dirty="0">
                <a:solidFill>
                  <a:srgbClr val="333333"/>
                </a:solidFill>
                <a:effectLst/>
                <a:latin typeface="Avantgarde"/>
              </a:rPr>
              <a:t>Many-To-Many Association Mapping</a:t>
            </a:r>
          </a:p>
          <a:p>
            <a:endParaRPr lang="en-IN" dirty="0"/>
          </a:p>
        </p:txBody>
      </p:sp>
    </p:spTree>
    <p:extLst>
      <p:ext uri="{BB962C8B-B14F-4D97-AF65-F5344CB8AC3E}">
        <p14:creationId xmlns:p14="http://schemas.microsoft.com/office/powerpoint/2010/main" val="827254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One-To-One Association Mapping</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a:bodyPr>
          <a:lstStyle/>
          <a:p>
            <a:pPr algn="just" fontAlgn="base"/>
            <a:r>
              <a:rPr lang="en-US" b="0" i="0" dirty="0">
                <a:solidFill>
                  <a:srgbClr val="333333"/>
                </a:solidFill>
                <a:effectLst/>
                <a:latin typeface="Avantgarde"/>
              </a:rPr>
              <a:t>t is a relation between entities, where one instance of an entity should be mapped with exactly one instance of another entity.</a:t>
            </a:r>
          </a:p>
          <a:p>
            <a:pPr algn="just" fontAlgn="base"/>
            <a:r>
              <a:rPr lang="en-US" b="0" i="0" dirty="0" err="1">
                <a:solidFill>
                  <a:srgbClr val="333333"/>
                </a:solidFill>
                <a:effectLst/>
                <a:latin typeface="Avantgarde"/>
              </a:rPr>
              <a:t>E.g</a:t>
            </a:r>
            <a:r>
              <a:rPr lang="en-US" b="0" i="0" dirty="0">
                <a:solidFill>
                  <a:srgbClr val="333333"/>
                </a:solidFill>
                <a:effectLst/>
                <a:latin typeface="Avantgarde"/>
              </a:rPr>
              <a:t>: Every Employee must have exactly one individual Account.</a:t>
            </a:r>
          </a:p>
          <a:p>
            <a:r>
              <a:rPr lang="en-US" b="0" i="0" dirty="0">
                <a:solidFill>
                  <a:srgbClr val="333333"/>
                </a:solidFill>
                <a:effectLst/>
                <a:latin typeface="Avantgarde"/>
              </a:rPr>
              <a:t>In Hibernate Applications , to represent one-to-one association JPA has provided the following annotation as part of </a:t>
            </a:r>
            <a:r>
              <a:rPr lang="en-US" b="0" i="0" dirty="0" err="1">
                <a:solidFill>
                  <a:srgbClr val="333333"/>
                </a:solidFill>
                <a:effectLst/>
                <a:latin typeface="Avantgarde"/>
              </a:rPr>
              <a:t>javax.persistence</a:t>
            </a:r>
            <a:r>
              <a:rPr lang="en-US" b="0" i="0" dirty="0">
                <a:solidFill>
                  <a:srgbClr val="333333"/>
                </a:solidFill>
                <a:effectLst/>
                <a:latin typeface="Avantgarde"/>
              </a:rPr>
              <a:t> package. </a:t>
            </a:r>
          </a:p>
          <a:p>
            <a:r>
              <a:rPr lang="en-US" b="0" i="0" dirty="0">
                <a:solidFill>
                  <a:srgbClr val="333333"/>
                </a:solidFill>
                <a:effectLst/>
                <a:latin typeface="Avantgarde"/>
              </a:rPr>
              <a:t>@OneToOne(cascade=Val)</a:t>
            </a:r>
          </a:p>
          <a:p>
            <a:r>
              <a:rPr lang="en-US" b="0" i="0" dirty="0">
                <a:solidFill>
                  <a:srgbClr val="333333"/>
                </a:solidFill>
                <a:effectLst/>
                <a:latin typeface="Avantgarde"/>
              </a:rPr>
              <a:t>Where </a:t>
            </a:r>
            <a:r>
              <a:rPr lang="en-US" b="0" i="0" dirty="0" err="1">
                <a:solidFill>
                  <a:srgbClr val="333333"/>
                </a:solidFill>
                <a:effectLst/>
                <a:latin typeface="Avantgarde"/>
              </a:rPr>
              <a:t>val</a:t>
            </a:r>
            <a:r>
              <a:rPr lang="en-US" b="0" i="0" dirty="0">
                <a:solidFill>
                  <a:srgbClr val="333333"/>
                </a:solidFill>
                <a:effectLst/>
                <a:latin typeface="Avantgarde"/>
              </a:rPr>
              <a:t> may be the constants like ALL, DETACH, MERGE, REFRESH, REMOVE, PERSIST from </a:t>
            </a:r>
            <a:r>
              <a:rPr lang="en-US" b="0" i="0" dirty="0" err="1">
                <a:solidFill>
                  <a:srgbClr val="333333"/>
                </a:solidFill>
                <a:effectLst/>
                <a:latin typeface="Avantgarde"/>
              </a:rPr>
              <a:t>CascadeType</a:t>
            </a:r>
            <a:r>
              <a:rPr lang="en-US" b="0" i="0" dirty="0">
                <a:solidFill>
                  <a:srgbClr val="333333"/>
                </a:solidFill>
                <a:effectLst/>
                <a:latin typeface="Avantgarde"/>
              </a:rPr>
              <a:t> </a:t>
            </a:r>
            <a:r>
              <a:rPr lang="en-US" b="0" i="0" dirty="0" err="1">
                <a:solidFill>
                  <a:srgbClr val="333333"/>
                </a:solidFill>
                <a:effectLst/>
                <a:latin typeface="Avantgarde"/>
              </a:rPr>
              <a:t>enum</a:t>
            </a:r>
            <a:r>
              <a:rPr lang="en-US" b="0" i="0" dirty="0">
                <a:solidFill>
                  <a:srgbClr val="333333"/>
                </a:solidFill>
                <a:effectLst/>
                <a:latin typeface="Avantgarde"/>
              </a:rPr>
              <a:t>.</a:t>
            </a:r>
            <a:endParaRPr lang="en-IN" dirty="0"/>
          </a:p>
        </p:txBody>
      </p:sp>
    </p:spTree>
    <p:extLst>
      <p:ext uri="{BB962C8B-B14F-4D97-AF65-F5344CB8AC3E}">
        <p14:creationId xmlns:p14="http://schemas.microsoft.com/office/powerpoint/2010/main" val="1735463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One-To-One Association Mapping</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a:bodyPr>
          <a:lstStyle/>
          <a:p>
            <a:pPr algn="just" fontAlgn="base"/>
            <a:r>
              <a:rPr lang="en-US" b="0" i="0" dirty="0">
                <a:solidFill>
                  <a:srgbClr val="333333"/>
                </a:solidFill>
                <a:effectLst/>
                <a:latin typeface="Avantgarde"/>
              </a:rPr>
              <a:t>@OneToOne(cascade = </a:t>
            </a:r>
            <a:r>
              <a:rPr lang="en-US" b="0" i="0" dirty="0" err="1">
                <a:solidFill>
                  <a:srgbClr val="333333"/>
                </a:solidFill>
                <a:effectLst/>
                <a:latin typeface="Avantgarde"/>
              </a:rPr>
              <a:t>CascadeType.ALL</a:t>
            </a:r>
            <a:r>
              <a:rPr lang="en-US" b="0" i="0" dirty="0">
                <a:solidFill>
                  <a:srgbClr val="333333"/>
                </a:solidFill>
                <a:effectLst/>
                <a:latin typeface="Avantgarde"/>
              </a:rPr>
              <a:t>)       </a:t>
            </a:r>
          </a:p>
          <a:p>
            <a:pPr algn="just" fontAlgn="base"/>
            <a:r>
              <a:rPr lang="en-US" b="0" i="0" dirty="0">
                <a:solidFill>
                  <a:srgbClr val="333333"/>
                </a:solidFill>
                <a:effectLst/>
                <a:latin typeface="Avantgarde"/>
              </a:rPr>
              <a:t>@JoinColumn(name = "</a:t>
            </a:r>
            <a:r>
              <a:rPr lang="en-US" b="0" i="0" dirty="0" err="1">
                <a:solidFill>
                  <a:srgbClr val="333333"/>
                </a:solidFill>
                <a:effectLst/>
                <a:latin typeface="Avantgarde"/>
              </a:rPr>
              <a:t>student_gfg_detail_id</a:t>
            </a:r>
            <a:r>
              <a:rPr lang="en-US" b="0" i="0" dirty="0">
                <a:solidFill>
                  <a:srgbClr val="333333"/>
                </a:solidFill>
                <a:effectLst/>
                <a:latin typeface="Avantgarde"/>
              </a:rPr>
              <a:t>")</a:t>
            </a:r>
          </a:p>
          <a:p>
            <a:pPr algn="just" fontAlgn="base"/>
            <a:r>
              <a:rPr lang="en-US" b="0" i="0" dirty="0">
                <a:solidFill>
                  <a:srgbClr val="333333"/>
                </a:solidFill>
                <a:effectLst/>
                <a:latin typeface="Avantgarde"/>
              </a:rPr>
              <a:t>private </a:t>
            </a:r>
            <a:r>
              <a:rPr lang="en-US" b="0" i="0" dirty="0" err="1">
                <a:solidFill>
                  <a:srgbClr val="333333"/>
                </a:solidFill>
                <a:effectLst/>
                <a:latin typeface="Avantgarde"/>
              </a:rPr>
              <a:t>StudentGfgDetail</a:t>
            </a:r>
            <a:r>
              <a:rPr lang="en-US" b="0" i="0" dirty="0">
                <a:solidFill>
                  <a:srgbClr val="333333"/>
                </a:solidFill>
                <a:effectLst/>
                <a:latin typeface="Avantgarde"/>
              </a:rPr>
              <a:t> </a:t>
            </a:r>
            <a:r>
              <a:rPr lang="en-US" b="0" i="0" dirty="0" err="1">
                <a:solidFill>
                  <a:srgbClr val="333333"/>
                </a:solidFill>
                <a:effectLst/>
                <a:latin typeface="Avantgarde"/>
              </a:rPr>
              <a:t>studentGfgDetail</a:t>
            </a:r>
            <a:r>
              <a:rPr lang="en-US" b="0" i="0" dirty="0">
                <a:solidFill>
                  <a:srgbClr val="333333"/>
                </a:solidFill>
                <a:effectLst/>
                <a:latin typeface="Avantgarde"/>
              </a:rPr>
              <a:t>; </a:t>
            </a:r>
          </a:p>
          <a:p>
            <a:pPr algn="just" fontAlgn="base"/>
            <a:r>
              <a:rPr lang="en-US" b="0" i="0" dirty="0">
                <a:solidFill>
                  <a:srgbClr val="273239"/>
                </a:solidFill>
                <a:effectLst/>
                <a:latin typeface="Nunito" pitchFamily="2" charset="0"/>
              </a:rPr>
              <a:t>We add a single object of </a:t>
            </a:r>
            <a:r>
              <a:rPr lang="en-US" b="0" i="0" dirty="0" err="1">
                <a:solidFill>
                  <a:srgbClr val="273239"/>
                </a:solidFill>
                <a:effectLst/>
                <a:latin typeface="Nunito" pitchFamily="2" charset="0"/>
              </a:rPr>
              <a:t>StudentGfgDetail</a:t>
            </a:r>
            <a:r>
              <a:rPr lang="en-US" b="0" i="0" dirty="0">
                <a:solidFill>
                  <a:srgbClr val="273239"/>
                </a:solidFill>
                <a:effectLst/>
                <a:latin typeface="Nunito" pitchFamily="2" charset="0"/>
              </a:rPr>
              <a:t> inside the Student class which is annotated with @OneToOne annotation which specifies the one-to-one mapping. This annotation contains an element called cascade which specifies the cascading strategy. Cascading is a feature that is used to manage the state of the target entity whenever the state of the parent entity changes.</a:t>
            </a:r>
            <a:endParaRPr lang="en-IN" dirty="0"/>
          </a:p>
        </p:txBody>
      </p:sp>
    </p:spTree>
    <p:extLst>
      <p:ext uri="{BB962C8B-B14F-4D97-AF65-F5344CB8AC3E}">
        <p14:creationId xmlns:p14="http://schemas.microsoft.com/office/powerpoint/2010/main" val="393867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One-To-One Association Mapping</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fontScale="92500" lnSpcReduction="20000"/>
          </a:bodyPr>
          <a:lstStyle/>
          <a:p>
            <a:pPr algn="l" fontAlgn="base">
              <a:buFont typeface="Arial" panose="020B0604020202020204" pitchFamily="34" charset="0"/>
              <a:buChar char="•"/>
            </a:pPr>
            <a:r>
              <a:rPr lang="en-IN" b="1" i="0" dirty="0" err="1">
                <a:solidFill>
                  <a:srgbClr val="273239"/>
                </a:solidFill>
                <a:effectLst/>
                <a:latin typeface="Nunito" pitchFamily="2" charset="0"/>
              </a:rPr>
              <a:t>CascadeType.ALL</a:t>
            </a:r>
            <a:r>
              <a:rPr lang="en-IN" b="0" i="0" dirty="0">
                <a:solidFill>
                  <a:srgbClr val="273239"/>
                </a:solidFill>
                <a:effectLst/>
                <a:latin typeface="Nunito" pitchFamily="2" charset="0"/>
              </a:rPr>
              <a:t> – Propagates all operations from parent to target entity.</a:t>
            </a:r>
          </a:p>
          <a:p>
            <a:pPr algn="l" fontAlgn="base">
              <a:buFont typeface="Arial" panose="020B0604020202020204" pitchFamily="34" charset="0"/>
              <a:buChar char="•"/>
            </a:pPr>
            <a:r>
              <a:rPr lang="en-IN" b="1" i="0" dirty="0" err="1">
                <a:solidFill>
                  <a:srgbClr val="273239"/>
                </a:solidFill>
                <a:effectLst/>
                <a:latin typeface="Nunito" pitchFamily="2" charset="0"/>
              </a:rPr>
              <a:t>CascadeType.PERSIST</a:t>
            </a:r>
            <a:r>
              <a:rPr lang="en-IN" b="0" i="0" dirty="0">
                <a:solidFill>
                  <a:srgbClr val="273239"/>
                </a:solidFill>
                <a:effectLst/>
                <a:latin typeface="Nunito" pitchFamily="2" charset="0"/>
              </a:rPr>
              <a:t> – Propagates persist from parent to target entity.</a:t>
            </a:r>
          </a:p>
          <a:p>
            <a:pPr algn="l" fontAlgn="base">
              <a:buFont typeface="Arial" panose="020B0604020202020204" pitchFamily="34" charset="0"/>
              <a:buChar char="•"/>
            </a:pPr>
            <a:r>
              <a:rPr lang="en-IN" b="1" i="0" dirty="0" err="1">
                <a:solidFill>
                  <a:srgbClr val="273239"/>
                </a:solidFill>
                <a:effectLst/>
                <a:latin typeface="Nunito" pitchFamily="2" charset="0"/>
              </a:rPr>
              <a:t>CascadeType.MERGE</a:t>
            </a:r>
            <a:r>
              <a:rPr lang="en-IN" b="0" i="0" dirty="0">
                <a:solidFill>
                  <a:srgbClr val="273239"/>
                </a:solidFill>
                <a:effectLst/>
                <a:latin typeface="Nunito" pitchFamily="2" charset="0"/>
              </a:rPr>
              <a:t> – Propagates merge from parent to target entity.</a:t>
            </a:r>
          </a:p>
          <a:p>
            <a:pPr algn="l" fontAlgn="base">
              <a:buFont typeface="Arial" panose="020B0604020202020204" pitchFamily="34" charset="0"/>
              <a:buChar char="•"/>
            </a:pPr>
            <a:r>
              <a:rPr lang="en-IN" b="1" i="0" dirty="0" err="1">
                <a:solidFill>
                  <a:srgbClr val="273239"/>
                </a:solidFill>
                <a:effectLst/>
                <a:latin typeface="Nunito" pitchFamily="2" charset="0"/>
              </a:rPr>
              <a:t>CascadeType.REMOVE</a:t>
            </a:r>
            <a:r>
              <a:rPr lang="en-IN" b="0" i="0" dirty="0">
                <a:solidFill>
                  <a:srgbClr val="273239"/>
                </a:solidFill>
                <a:effectLst/>
                <a:latin typeface="Nunito" pitchFamily="2" charset="0"/>
              </a:rPr>
              <a:t> – Propagates remove from parent to target entity.</a:t>
            </a:r>
          </a:p>
          <a:p>
            <a:pPr algn="l" fontAlgn="base">
              <a:buFont typeface="Arial" panose="020B0604020202020204" pitchFamily="34" charset="0"/>
              <a:buChar char="•"/>
            </a:pPr>
            <a:r>
              <a:rPr lang="en-IN" b="1" i="0" dirty="0" err="1">
                <a:solidFill>
                  <a:srgbClr val="273239"/>
                </a:solidFill>
                <a:effectLst/>
                <a:latin typeface="Nunito" pitchFamily="2" charset="0"/>
              </a:rPr>
              <a:t>CascadeType.REFRESH</a:t>
            </a:r>
            <a:r>
              <a:rPr lang="en-IN" b="0" i="0" dirty="0">
                <a:solidFill>
                  <a:srgbClr val="273239"/>
                </a:solidFill>
                <a:effectLst/>
                <a:latin typeface="Nunito" pitchFamily="2" charset="0"/>
              </a:rPr>
              <a:t> – Propagates refresh from parent to target entity.</a:t>
            </a:r>
          </a:p>
          <a:p>
            <a:pPr algn="l" fontAlgn="base">
              <a:buFont typeface="Arial" panose="020B0604020202020204" pitchFamily="34" charset="0"/>
              <a:buChar char="•"/>
            </a:pPr>
            <a:r>
              <a:rPr lang="en-IN" b="1" i="0" dirty="0" err="1">
                <a:solidFill>
                  <a:srgbClr val="273239"/>
                </a:solidFill>
                <a:effectLst/>
                <a:latin typeface="Nunito" pitchFamily="2" charset="0"/>
              </a:rPr>
              <a:t>CascadeType.DETACH</a:t>
            </a:r>
            <a:r>
              <a:rPr lang="en-IN" b="0" i="0" dirty="0">
                <a:solidFill>
                  <a:srgbClr val="273239"/>
                </a:solidFill>
                <a:effectLst/>
                <a:latin typeface="Nunito" pitchFamily="2" charset="0"/>
              </a:rPr>
              <a:t> – Propagates detach from parent to target entity.</a:t>
            </a:r>
          </a:p>
        </p:txBody>
      </p:sp>
    </p:spTree>
    <p:extLst>
      <p:ext uri="{BB962C8B-B14F-4D97-AF65-F5344CB8AC3E}">
        <p14:creationId xmlns:p14="http://schemas.microsoft.com/office/powerpoint/2010/main" val="1787440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One-To-One Association Mapping</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a:bodyPr>
          <a:lstStyle/>
          <a:p>
            <a:pPr algn="l" fontAlgn="base">
              <a:buFont typeface="Arial" panose="020B0604020202020204" pitchFamily="34" charset="0"/>
              <a:buChar char="•"/>
            </a:pPr>
            <a:r>
              <a:rPr lang="en-US" b="0" i="0" dirty="0">
                <a:solidFill>
                  <a:srgbClr val="273239"/>
                </a:solidFill>
                <a:effectLst/>
                <a:latin typeface="Nunito" pitchFamily="2" charset="0"/>
              </a:rPr>
              <a:t>For example if</a:t>
            </a:r>
            <a:r>
              <a:rPr lang="en-US" b="1" i="0" dirty="0">
                <a:solidFill>
                  <a:srgbClr val="273239"/>
                </a:solidFill>
                <a:effectLst/>
                <a:latin typeface="Nunito" pitchFamily="2" charset="0"/>
              </a:rPr>
              <a:t> cascade = </a:t>
            </a:r>
            <a:r>
              <a:rPr lang="en-US" b="1" i="0" dirty="0" err="1">
                <a:solidFill>
                  <a:srgbClr val="273239"/>
                </a:solidFill>
                <a:effectLst/>
                <a:latin typeface="Nunito" pitchFamily="2" charset="0"/>
              </a:rPr>
              <a:t>CascadeType.REMOVE</a:t>
            </a:r>
            <a:r>
              <a:rPr lang="en-US" b="1" i="0" dirty="0">
                <a:solidFill>
                  <a:srgbClr val="273239"/>
                </a:solidFill>
                <a:effectLst/>
                <a:latin typeface="Nunito" pitchFamily="2" charset="0"/>
              </a:rPr>
              <a:t>  </a:t>
            </a:r>
            <a:r>
              <a:rPr lang="en-US" b="0" i="0" dirty="0">
                <a:solidFill>
                  <a:srgbClr val="273239"/>
                </a:solidFill>
                <a:effectLst/>
                <a:latin typeface="Nunito" pitchFamily="2" charset="0"/>
              </a:rPr>
              <a:t>then if the parent entity is deleted from the database then the target entity will also be deleted from the database i.e. if a </a:t>
            </a:r>
            <a:r>
              <a:rPr lang="en-US" b="1" i="0" dirty="0">
                <a:solidFill>
                  <a:srgbClr val="273239"/>
                </a:solidFill>
                <a:effectLst/>
                <a:latin typeface="Nunito" pitchFamily="2" charset="0"/>
              </a:rPr>
              <a:t>Student</a:t>
            </a:r>
            <a:r>
              <a:rPr lang="en-US" b="0" i="0" dirty="0">
                <a:solidFill>
                  <a:srgbClr val="273239"/>
                </a:solidFill>
                <a:effectLst/>
                <a:latin typeface="Nunito" pitchFamily="2" charset="0"/>
              </a:rPr>
              <a:t> entity is deleted from the database then the related </a:t>
            </a:r>
            <a:r>
              <a:rPr lang="en-US" b="1" i="0" dirty="0" err="1">
                <a:solidFill>
                  <a:srgbClr val="273239"/>
                </a:solidFill>
                <a:effectLst/>
                <a:latin typeface="Nunito" pitchFamily="2" charset="0"/>
              </a:rPr>
              <a:t>StudentGfgDetail</a:t>
            </a:r>
            <a:r>
              <a:rPr lang="en-US" b="1" i="0" dirty="0">
                <a:solidFill>
                  <a:srgbClr val="273239"/>
                </a:solidFill>
                <a:effectLst/>
                <a:latin typeface="Nunito" pitchFamily="2" charset="0"/>
              </a:rPr>
              <a:t> </a:t>
            </a:r>
            <a:r>
              <a:rPr lang="en-US" b="0" i="0" dirty="0">
                <a:solidFill>
                  <a:srgbClr val="273239"/>
                </a:solidFill>
                <a:effectLst/>
                <a:latin typeface="Nunito" pitchFamily="2" charset="0"/>
              </a:rPr>
              <a:t>will get automatically deleted in the same operation. The </a:t>
            </a:r>
            <a:r>
              <a:rPr lang="en-US" b="1" i="0" dirty="0">
                <a:solidFill>
                  <a:srgbClr val="273239"/>
                </a:solidFill>
                <a:effectLst/>
                <a:latin typeface="Nunito" pitchFamily="2" charset="0"/>
              </a:rPr>
              <a:t>@JoinColumn</a:t>
            </a:r>
            <a:r>
              <a:rPr lang="en-US" b="0" i="0" dirty="0">
                <a:solidFill>
                  <a:srgbClr val="273239"/>
                </a:solidFill>
                <a:effectLst/>
                <a:latin typeface="Nunito" pitchFamily="2" charset="0"/>
              </a:rPr>
              <a:t> annotation specifies the column for joining the target entity. Here it is specified that </a:t>
            </a:r>
            <a:r>
              <a:rPr lang="en-US" b="1" i="0" dirty="0" err="1">
                <a:solidFill>
                  <a:srgbClr val="273239"/>
                </a:solidFill>
                <a:effectLst/>
                <a:latin typeface="Nunito" pitchFamily="2" charset="0"/>
              </a:rPr>
              <a:t>StudentGfgDetail</a:t>
            </a:r>
            <a:r>
              <a:rPr lang="en-US" b="0" i="0" dirty="0">
                <a:solidFill>
                  <a:srgbClr val="273239"/>
                </a:solidFill>
                <a:effectLst/>
                <a:latin typeface="Nunito" pitchFamily="2" charset="0"/>
              </a:rPr>
              <a:t> should be joined to the column </a:t>
            </a:r>
            <a:r>
              <a:rPr lang="en-US" b="1" i="0" dirty="0" err="1">
                <a:solidFill>
                  <a:srgbClr val="273239"/>
                </a:solidFill>
                <a:effectLst/>
                <a:latin typeface="Nunito" pitchFamily="2" charset="0"/>
              </a:rPr>
              <a:t>student_gfg_detail_id</a:t>
            </a:r>
            <a:r>
              <a:rPr lang="en-US" b="0" i="0" dirty="0">
                <a:solidFill>
                  <a:srgbClr val="273239"/>
                </a:solidFill>
                <a:effectLst/>
                <a:latin typeface="Nunito" pitchFamily="2" charset="0"/>
              </a:rPr>
              <a:t> which is correct as </a:t>
            </a:r>
            <a:r>
              <a:rPr lang="en-US" b="1" i="0" dirty="0" err="1">
                <a:solidFill>
                  <a:srgbClr val="273239"/>
                </a:solidFill>
                <a:effectLst/>
                <a:latin typeface="Nunito" pitchFamily="2" charset="0"/>
              </a:rPr>
              <a:t>student_gfg_detail_id</a:t>
            </a:r>
            <a:r>
              <a:rPr lang="en-US" b="0" i="0" dirty="0">
                <a:solidFill>
                  <a:srgbClr val="273239"/>
                </a:solidFill>
                <a:effectLst/>
                <a:latin typeface="Nunito" pitchFamily="2" charset="0"/>
              </a:rPr>
              <a:t> is acting as our foreign key.</a:t>
            </a:r>
            <a:endParaRPr lang="en-IN" b="0" i="0" dirty="0">
              <a:solidFill>
                <a:srgbClr val="273239"/>
              </a:solidFill>
              <a:effectLst/>
              <a:latin typeface="Nunito" pitchFamily="2" charset="0"/>
            </a:endParaRPr>
          </a:p>
        </p:txBody>
      </p:sp>
    </p:spTree>
    <p:extLst>
      <p:ext uri="{BB962C8B-B14F-4D97-AF65-F5344CB8AC3E}">
        <p14:creationId xmlns:p14="http://schemas.microsoft.com/office/powerpoint/2010/main" val="1470330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One-To-Many Association</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a:bodyPr>
          <a:lstStyle/>
          <a:p>
            <a:pPr algn="just" fontAlgn="base"/>
            <a:r>
              <a:rPr lang="en-US" b="0" i="0" dirty="0">
                <a:solidFill>
                  <a:srgbClr val="333333"/>
                </a:solidFill>
                <a:effectLst/>
                <a:latin typeface="Avantgarde"/>
              </a:rPr>
              <a:t>It is a relation between entities where one instance of an entity should be mapped with multiple instances of another entity.</a:t>
            </a:r>
          </a:p>
          <a:p>
            <a:pPr algn="just" fontAlgn="base"/>
            <a:r>
              <a:rPr lang="en-US" b="0" i="0" dirty="0" err="1">
                <a:solidFill>
                  <a:srgbClr val="333333"/>
                </a:solidFill>
                <a:effectLst/>
                <a:latin typeface="Avantgarde"/>
              </a:rPr>
              <a:t>E.g</a:t>
            </a:r>
            <a:r>
              <a:rPr lang="en-US" b="0" i="0" dirty="0">
                <a:solidFill>
                  <a:srgbClr val="333333"/>
                </a:solidFill>
                <a:effectLst/>
                <a:latin typeface="Avantgarde"/>
              </a:rPr>
              <a:t>: Single Department has Multiple Employees</a:t>
            </a:r>
          </a:p>
          <a:p>
            <a:r>
              <a:rPr lang="en-US" b="0" i="0" dirty="0">
                <a:solidFill>
                  <a:srgbClr val="333333"/>
                </a:solidFill>
                <a:effectLst/>
                <a:latin typeface="Avantgarde"/>
              </a:rPr>
              <a:t>@OneToMany(cascade=CascadeType.ALL)</a:t>
            </a:r>
            <a:endParaRPr lang="en-IN" dirty="0"/>
          </a:p>
        </p:txBody>
      </p:sp>
    </p:spTree>
    <p:extLst>
      <p:ext uri="{BB962C8B-B14F-4D97-AF65-F5344CB8AC3E}">
        <p14:creationId xmlns:p14="http://schemas.microsoft.com/office/powerpoint/2010/main" val="3004788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One-To-Many Association</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a:bodyPr>
          <a:lstStyle/>
          <a:p>
            <a:pPr algn="just" fontAlgn="base"/>
            <a:r>
              <a:rPr lang="en-US" dirty="0"/>
              <a:t>Many-To-One Association</a:t>
            </a:r>
          </a:p>
          <a:p>
            <a:pPr algn="just" fontAlgn="base"/>
            <a:r>
              <a:rPr lang="en-US" dirty="0"/>
              <a:t>It is a relation between entity classes, where multiple instances of an entity should be mapped with exactly single instance of another entity.</a:t>
            </a:r>
          </a:p>
          <a:p>
            <a:pPr algn="just" fontAlgn="base"/>
            <a:r>
              <a:rPr lang="en-US" dirty="0" err="1"/>
              <a:t>E.g</a:t>
            </a:r>
            <a:r>
              <a:rPr lang="en-US" dirty="0"/>
              <a:t>: Multiple Students have joined with single branch</a:t>
            </a:r>
          </a:p>
          <a:p>
            <a:pPr algn="just" fontAlgn="base"/>
            <a:r>
              <a:rPr lang="en-US" dirty="0"/>
              <a:t>To provide Many-To-One Association in Hibernate applications then we have to use the following tag in mapping file.</a:t>
            </a:r>
          </a:p>
          <a:p>
            <a:pPr algn="just" fontAlgn="base"/>
            <a:r>
              <a:rPr lang="en-US" dirty="0"/>
              <a:t>@ManyToOne(calcade=CascadeType.ALL)</a:t>
            </a:r>
          </a:p>
          <a:p>
            <a:pPr algn="just" fontAlgn="base"/>
            <a:endParaRPr lang="en-US" dirty="0"/>
          </a:p>
          <a:p>
            <a:pPr algn="just" fontAlgn="base"/>
            <a:endParaRPr lang="en-IN" dirty="0"/>
          </a:p>
        </p:txBody>
      </p:sp>
    </p:spTree>
    <p:extLst>
      <p:ext uri="{BB962C8B-B14F-4D97-AF65-F5344CB8AC3E}">
        <p14:creationId xmlns:p14="http://schemas.microsoft.com/office/powerpoint/2010/main" val="1269308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6DBD-95B8-B614-EF89-9C4D57D6D6A7}"/>
              </a:ext>
            </a:extLst>
          </p:cNvPr>
          <p:cNvSpPr>
            <a:spLocks noGrp="1"/>
          </p:cNvSpPr>
          <p:nvPr>
            <p:ph type="title"/>
          </p:nvPr>
        </p:nvSpPr>
        <p:spPr>
          <a:xfrm>
            <a:off x="838200" y="365125"/>
            <a:ext cx="10515600" cy="633251"/>
          </a:xfrm>
        </p:spPr>
        <p:txBody>
          <a:bodyPr>
            <a:normAutofit fontScale="90000"/>
          </a:bodyPr>
          <a:lstStyle/>
          <a:p>
            <a:r>
              <a:rPr lang="en-IN" b="1" i="0" dirty="0">
                <a:solidFill>
                  <a:srgbClr val="6C0466"/>
                </a:solidFill>
                <a:effectLst/>
                <a:latin typeface="Avantgarde"/>
              </a:rPr>
              <a:t>Many-To-Many Associations</a:t>
            </a:r>
            <a:endParaRPr lang="en-IN" dirty="0"/>
          </a:p>
        </p:txBody>
      </p:sp>
      <p:sp>
        <p:nvSpPr>
          <p:cNvPr id="3" name="Content Placeholder 2">
            <a:extLst>
              <a:ext uri="{FF2B5EF4-FFF2-40B4-BE49-F238E27FC236}">
                <a16:creationId xmlns:a16="http://schemas.microsoft.com/office/drawing/2014/main" id="{3E76571D-B670-4144-6CAC-436C44E5912D}"/>
              </a:ext>
            </a:extLst>
          </p:cNvPr>
          <p:cNvSpPr>
            <a:spLocks noGrp="1"/>
          </p:cNvSpPr>
          <p:nvPr>
            <p:ph idx="1"/>
          </p:nvPr>
        </p:nvSpPr>
        <p:spPr/>
        <p:txBody>
          <a:bodyPr>
            <a:normAutofit/>
          </a:bodyPr>
          <a:lstStyle/>
          <a:p>
            <a:pPr algn="just" fontAlgn="base"/>
            <a:r>
              <a:rPr lang="en-US" b="0" i="0" dirty="0">
                <a:solidFill>
                  <a:srgbClr val="333333"/>
                </a:solidFill>
                <a:effectLst/>
                <a:latin typeface="Avantgarde"/>
              </a:rPr>
              <a:t>It is a relation between entities , where multiple instances of an entity must be mapped with multiple instances of another entity.</a:t>
            </a:r>
          </a:p>
          <a:p>
            <a:pPr algn="just" fontAlgn="base"/>
            <a:r>
              <a:rPr lang="en-US" b="0" i="0" dirty="0" err="1">
                <a:solidFill>
                  <a:srgbClr val="333333"/>
                </a:solidFill>
                <a:effectLst/>
                <a:latin typeface="Avantgarde"/>
              </a:rPr>
              <a:t>E.g</a:t>
            </a:r>
            <a:r>
              <a:rPr lang="en-US" b="0" i="0" dirty="0">
                <a:solidFill>
                  <a:srgbClr val="333333"/>
                </a:solidFill>
                <a:effectLst/>
                <a:latin typeface="Avantgarde"/>
              </a:rPr>
              <a:t>: Multiple Students have joined with Multiple Courses.</a:t>
            </a:r>
          </a:p>
          <a:p>
            <a:pPr algn="just" fontAlgn="base"/>
            <a:endParaRPr lang="en-US" dirty="0"/>
          </a:p>
          <a:p>
            <a:pPr algn="just" fontAlgn="base"/>
            <a:endParaRPr lang="en-IN" dirty="0"/>
          </a:p>
        </p:txBody>
      </p:sp>
    </p:spTree>
    <p:extLst>
      <p:ext uri="{BB962C8B-B14F-4D97-AF65-F5344CB8AC3E}">
        <p14:creationId xmlns:p14="http://schemas.microsoft.com/office/powerpoint/2010/main" val="1818450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B6C2-F459-080B-9D26-3693BE2FB35D}"/>
              </a:ext>
            </a:extLst>
          </p:cNvPr>
          <p:cNvSpPr>
            <a:spLocks noGrp="1"/>
          </p:cNvSpPr>
          <p:nvPr>
            <p:ph type="title"/>
          </p:nvPr>
        </p:nvSpPr>
        <p:spPr>
          <a:xfrm>
            <a:off x="838200" y="271819"/>
            <a:ext cx="10515600" cy="857185"/>
          </a:xfrm>
        </p:spPr>
        <p:txBody>
          <a:bodyPr/>
          <a:lstStyle/>
          <a:p>
            <a:r>
              <a:rPr lang="en-IN" b="0" i="0" dirty="0">
                <a:effectLst/>
                <a:latin typeface="Roboto" panose="02000000000000000000" pitchFamily="2" charset="0"/>
              </a:rPr>
              <a:t>Hibernate Single Table Inheritance</a:t>
            </a:r>
            <a:endParaRPr lang="en-IN" dirty="0"/>
          </a:p>
        </p:txBody>
      </p:sp>
      <p:sp>
        <p:nvSpPr>
          <p:cNvPr id="3" name="Content Placeholder 2">
            <a:extLst>
              <a:ext uri="{FF2B5EF4-FFF2-40B4-BE49-F238E27FC236}">
                <a16:creationId xmlns:a16="http://schemas.microsoft.com/office/drawing/2014/main" id="{629F110B-83E9-8B8F-A33B-A9C21466B671}"/>
              </a:ext>
            </a:extLst>
          </p:cNvPr>
          <p:cNvSpPr>
            <a:spLocks noGrp="1"/>
          </p:cNvSpPr>
          <p:nvPr>
            <p:ph idx="1"/>
          </p:nvPr>
        </p:nvSpPr>
        <p:spPr>
          <a:xfrm>
            <a:off x="401216" y="1222309"/>
            <a:ext cx="10952584" cy="5363871"/>
          </a:xfrm>
        </p:spPr>
        <p:txBody>
          <a:bodyPr>
            <a:normAutofit fontScale="92500" lnSpcReduction="20000"/>
          </a:bodyPr>
          <a:lstStyle/>
          <a:p>
            <a:r>
              <a:rPr lang="en-US" dirty="0"/>
              <a:t>In Single Table Inheritance for all classes/entities which are in an inheritance relationship, there will be the only one table. @Inheritance(strategy=InheritanceType.SINGLE_TABLE) annotation is used with parent class. </a:t>
            </a:r>
            <a:r>
              <a:rPr lang="en-US" dirty="0" err="1"/>
              <a:t>EzoicApart</a:t>
            </a:r>
            <a:r>
              <a:rPr lang="en-US" dirty="0"/>
              <a:t> from the above annotation @DiscriminatorColumn and @DiscriminatorValue used, for example we are going to use these annotations as (@DiscriminatorColumn(name=”type”,discriminatorType=DiscriminatorType.STRING) and @DiscriminatorValue(value=”INS”)).@DiscriminatorValue needs to use with each entity which used to distinguish one entity from another.</a:t>
            </a:r>
          </a:p>
          <a:p>
            <a:endParaRPr lang="en-US" dirty="0"/>
          </a:p>
          <a:p>
            <a:r>
              <a:rPr lang="en-IN" dirty="0">
                <a:hlinkClick r:id="rId2"/>
              </a:rPr>
              <a:t>https://www.geeksforgeeks.org/hibernate-table-per-hierarchy-using-annotation/</a:t>
            </a:r>
            <a:r>
              <a:rPr lang="en-US" dirty="0"/>
              <a:t> </a:t>
            </a:r>
          </a:p>
          <a:p>
            <a:r>
              <a:rPr lang="en-IN" dirty="0">
                <a:hlinkClick r:id="rId3"/>
              </a:rPr>
              <a:t>https://www.javatpoint.com/hibernate-table-per-hierarchy-using-annotation-tutorial-example</a:t>
            </a:r>
            <a:r>
              <a:rPr lang="en-IN" dirty="0"/>
              <a:t> </a:t>
            </a:r>
          </a:p>
          <a:p>
            <a:r>
              <a:rPr lang="en-IN" dirty="0">
                <a:hlinkClick r:id="rId4"/>
              </a:rPr>
              <a:t>https://www.viralpatel.net/hibernate-inheritence-table-per-hierarchy-mapping/</a:t>
            </a:r>
            <a:r>
              <a:rPr lang="en-IN" dirty="0"/>
              <a:t> </a:t>
            </a:r>
          </a:p>
        </p:txBody>
      </p:sp>
    </p:spTree>
    <p:extLst>
      <p:ext uri="{BB962C8B-B14F-4D97-AF65-F5344CB8AC3E}">
        <p14:creationId xmlns:p14="http://schemas.microsoft.com/office/powerpoint/2010/main" val="3852965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B6C2-F459-080B-9D26-3693BE2FB35D}"/>
              </a:ext>
            </a:extLst>
          </p:cNvPr>
          <p:cNvSpPr>
            <a:spLocks noGrp="1"/>
          </p:cNvSpPr>
          <p:nvPr>
            <p:ph type="title"/>
          </p:nvPr>
        </p:nvSpPr>
        <p:spPr>
          <a:xfrm>
            <a:off x="838200" y="271819"/>
            <a:ext cx="10515600" cy="857185"/>
          </a:xfrm>
        </p:spPr>
        <p:txBody>
          <a:bodyPr/>
          <a:lstStyle/>
          <a:p>
            <a:r>
              <a:rPr lang="en-IN" b="0" i="0" dirty="0">
                <a:effectLst/>
                <a:latin typeface="Roboto" panose="02000000000000000000" pitchFamily="2" charset="0"/>
              </a:rPr>
              <a:t>Hibernate Table Per Concrete Class</a:t>
            </a:r>
            <a:endParaRPr lang="en-IN" dirty="0"/>
          </a:p>
        </p:txBody>
      </p:sp>
      <p:sp>
        <p:nvSpPr>
          <p:cNvPr id="3" name="Content Placeholder 2">
            <a:extLst>
              <a:ext uri="{FF2B5EF4-FFF2-40B4-BE49-F238E27FC236}">
                <a16:creationId xmlns:a16="http://schemas.microsoft.com/office/drawing/2014/main" id="{629F110B-83E9-8B8F-A33B-A9C21466B671}"/>
              </a:ext>
            </a:extLst>
          </p:cNvPr>
          <p:cNvSpPr>
            <a:spLocks noGrp="1"/>
          </p:cNvSpPr>
          <p:nvPr>
            <p:ph idx="1"/>
          </p:nvPr>
        </p:nvSpPr>
        <p:spPr>
          <a:xfrm>
            <a:off x="401216" y="1222309"/>
            <a:ext cx="10952584" cy="5363871"/>
          </a:xfrm>
        </p:spPr>
        <p:txBody>
          <a:bodyPr/>
          <a:lstStyle/>
          <a:p>
            <a:r>
              <a:rPr lang="en-US" dirty="0"/>
              <a:t>In table per concrete class mapping, it will create a separate table for each entity.</a:t>
            </a:r>
          </a:p>
          <a:p>
            <a:r>
              <a:rPr lang="en-US" dirty="0"/>
              <a:t>@Inheritance(strategy = </a:t>
            </a:r>
            <a:r>
              <a:rPr lang="en-US" dirty="0" err="1"/>
              <a:t>InheritanceType.TABLE_PER_CLASS</a:t>
            </a:r>
            <a:r>
              <a:rPr lang="en-US" dirty="0"/>
              <a:t>) is used with parent entity.</a:t>
            </a:r>
          </a:p>
          <a:p>
            <a:r>
              <a:rPr lang="en-US" dirty="0"/>
              <a:t>Table created for parent entity will have only parent attribute/column whereas child entity will have both parents as well as child attribute/column.</a:t>
            </a:r>
          </a:p>
          <a:p>
            <a:endParaRPr lang="en-US" dirty="0"/>
          </a:p>
          <a:p>
            <a:r>
              <a:rPr lang="en-US" dirty="0">
                <a:hlinkClick r:id="rId2"/>
              </a:rPr>
              <a:t>https://www.viralpatel.net/hibernate-inheritance-table-per-concrete-class-annotation-xml-mapping/</a:t>
            </a:r>
            <a:r>
              <a:rPr lang="en-US" dirty="0"/>
              <a:t> </a:t>
            </a:r>
          </a:p>
          <a:p>
            <a:endParaRPr lang="en-IN" dirty="0"/>
          </a:p>
        </p:txBody>
      </p:sp>
    </p:spTree>
    <p:extLst>
      <p:ext uri="{BB962C8B-B14F-4D97-AF65-F5344CB8AC3E}">
        <p14:creationId xmlns:p14="http://schemas.microsoft.com/office/powerpoint/2010/main" val="22549475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B6C2-F459-080B-9D26-3693BE2FB35D}"/>
              </a:ext>
            </a:extLst>
          </p:cNvPr>
          <p:cNvSpPr>
            <a:spLocks noGrp="1"/>
          </p:cNvSpPr>
          <p:nvPr>
            <p:ph type="title"/>
          </p:nvPr>
        </p:nvSpPr>
        <p:spPr>
          <a:xfrm>
            <a:off x="838200" y="271819"/>
            <a:ext cx="10515600" cy="857185"/>
          </a:xfrm>
        </p:spPr>
        <p:txBody>
          <a:bodyPr/>
          <a:lstStyle/>
          <a:p>
            <a:r>
              <a:rPr lang="en-IN" b="0" i="0" dirty="0">
                <a:effectLst/>
                <a:latin typeface="Roboto" panose="02000000000000000000" pitchFamily="2" charset="0"/>
              </a:rPr>
              <a:t>Hibernate Table Per Concrete Class</a:t>
            </a:r>
            <a:endParaRPr lang="en-IN" dirty="0"/>
          </a:p>
        </p:txBody>
      </p:sp>
      <p:sp>
        <p:nvSpPr>
          <p:cNvPr id="3" name="Content Placeholder 2">
            <a:extLst>
              <a:ext uri="{FF2B5EF4-FFF2-40B4-BE49-F238E27FC236}">
                <a16:creationId xmlns:a16="http://schemas.microsoft.com/office/drawing/2014/main" id="{629F110B-83E9-8B8F-A33B-A9C21466B671}"/>
              </a:ext>
            </a:extLst>
          </p:cNvPr>
          <p:cNvSpPr>
            <a:spLocks noGrp="1"/>
          </p:cNvSpPr>
          <p:nvPr>
            <p:ph idx="1"/>
          </p:nvPr>
        </p:nvSpPr>
        <p:spPr>
          <a:xfrm>
            <a:off x="401216" y="1222309"/>
            <a:ext cx="10952584" cy="5363871"/>
          </a:xfrm>
        </p:spPr>
        <p:txBody>
          <a:bodyPr/>
          <a:lstStyle/>
          <a:p>
            <a:r>
              <a:rPr lang="en-US" dirty="0"/>
              <a:t>@AttributeOverrides({</a:t>
            </a:r>
          </a:p>
          <a:p>
            <a:r>
              <a:rPr lang="en-US" dirty="0"/>
              <a:t>    @AttributeOverride(name="firstname", column=@Column(name="FIRSTNAME")),</a:t>
            </a:r>
          </a:p>
          <a:p>
            <a:r>
              <a:rPr lang="en-US" dirty="0"/>
              <a:t>    @AttributeOverride(name="lastname", column=@Column(name="LASTNAME"))</a:t>
            </a:r>
          </a:p>
          <a:p>
            <a:r>
              <a:rPr lang="en-US" dirty="0"/>
              <a:t>})</a:t>
            </a:r>
          </a:p>
          <a:p>
            <a:r>
              <a:rPr lang="en-US" dirty="0"/>
              <a:t>Both Employee and Owner classes are child of Person class. Thus while specifying the mappings, we used @AttributeOverrides to map them.</a:t>
            </a:r>
          </a:p>
          <a:p>
            <a:endParaRPr lang="en-US" dirty="0"/>
          </a:p>
          <a:p>
            <a:r>
              <a:rPr lang="en-US"/>
              <a:t>@AttributeOverrides – This annotation is used to override mappings of multiple properties or fields.</a:t>
            </a:r>
            <a:endParaRPr lang="en-IN" dirty="0"/>
          </a:p>
        </p:txBody>
      </p:sp>
    </p:spTree>
    <p:extLst>
      <p:ext uri="{BB962C8B-B14F-4D97-AF65-F5344CB8AC3E}">
        <p14:creationId xmlns:p14="http://schemas.microsoft.com/office/powerpoint/2010/main" val="84812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B6C2-F459-080B-9D26-3693BE2FB35D}"/>
              </a:ext>
            </a:extLst>
          </p:cNvPr>
          <p:cNvSpPr>
            <a:spLocks noGrp="1"/>
          </p:cNvSpPr>
          <p:nvPr>
            <p:ph type="title"/>
          </p:nvPr>
        </p:nvSpPr>
        <p:spPr>
          <a:xfrm>
            <a:off x="838200" y="271819"/>
            <a:ext cx="10515600" cy="857185"/>
          </a:xfrm>
        </p:spPr>
        <p:txBody>
          <a:bodyPr/>
          <a:lstStyle/>
          <a:p>
            <a:r>
              <a:rPr lang="en-IN" b="0" i="0" dirty="0">
                <a:effectLst/>
                <a:latin typeface="Roboto" panose="02000000000000000000" pitchFamily="2" charset="0"/>
              </a:rPr>
              <a:t>Hibernate Table Per Subclass</a:t>
            </a:r>
            <a:endParaRPr lang="en-IN" dirty="0"/>
          </a:p>
        </p:txBody>
      </p:sp>
      <p:sp>
        <p:nvSpPr>
          <p:cNvPr id="3" name="Content Placeholder 2">
            <a:extLst>
              <a:ext uri="{FF2B5EF4-FFF2-40B4-BE49-F238E27FC236}">
                <a16:creationId xmlns:a16="http://schemas.microsoft.com/office/drawing/2014/main" id="{629F110B-83E9-8B8F-A33B-A9C21466B671}"/>
              </a:ext>
            </a:extLst>
          </p:cNvPr>
          <p:cNvSpPr>
            <a:spLocks noGrp="1"/>
          </p:cNvSpPr>
          <p:nvPr>
            <p:ph idx="1"/>
          </p:nvPr>
        </p:nvSpPr>
        <p:spPr>
          <a:xfrm>
            <a:off x="401216" y="1222309"/>
            <a:ext cx="10952584" cy="5363871"/>
          </a:xfrm>
        </p:spPr>
        <p:txBody>
          <a:bodyPr/>
          <a:lstStyle/>
          <a:p>
            <a:r>
              <a:rPr lang="en-US" dirty="0"/>
              <a:t>In Table Per Subclass Mapping, subclass mapped tables are related to parent class mapped table with the primary and foreign key relationship.</a:t>
            </a:r>
          </a:p>
          <a:p>
            <a:r>
              <a:rPr lang="en-US" dirty="0"/>
              <a:t>We need to mention @Inheritance(strategy=InheritanceType.JOINED) with parent class(Insurance.java) and</a:t>
            </a:r>
          </a:p>
          <a:p>
            <a:r>
              <a:rPr lang="en-US" dirty="0"/>
              <a:t> @PrimaryKeyJoinColumn(name=”id”) with child classes(VehicleInsurance.java and HealthInsurance.java).</a:t>
            </a:r>
          </a:p>
          <a:p>
            <a:r>
              <a:rPr lang="en-IN" dirty="0">
                <a:hlinkClick r:id="rId2"/>
              </a:rPr>
              <a:t>https://www.viralpatel.net/hibernate-inheritance-table-per-subclass-annotation-xml-mapping/</a:t>
            </a:r>
            <a:r>
              <a:rPr lang="en-US" dirty="0"/>
              <a:t> </a:t>
            </a:r>
            <a:endParaRPr lang="en-IN" dirty="0"/>
          </a:p>
        </p:txBody>
      </p:sp>
    </p:spTree>
    <p:extLst>
      <p:ext uri="{BB962C8B-B14F-4D97-AF65-F5344CB8AC3E}">
        <p14:creationId xmlns:p14="http://schemas.microsoft.com/office/powerpoint/2010/main" val="341087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2E13-2195-5F85-6A8D-906BE21670EF}"/>
              </a:ext>
            </a:extLst>
          </p:cNvPr>
          <p:cNvSpPr>
            <a:spLocks noGrp="1"/>
          </p:cNvSpPr>
          <p:nvPr>
            <p:ph type="title"/>
          </p:nvPr>
        </p:nvSpPr>
        <p:spPr>
          <a:xfrm>
            <a:off x="838200" y="365125"/>
            <a:ext cx="10515600" cy="586597"/>
          </a:xfrm>
        </p:spPr>
        <p:txBody>
          <a:bodyPr>
            <a:normAutofit fontScale="90000"/>
          </a:bodyPr>
          <a:lstStyle/>
          <a:p>
            <a:r>
              <a:rPr lang="en-IN" dirty="0"/>
              <a:t>Caching in Hibernate</a:t>
            </a:r>
          </a:p>
        </p:txBody>
      </p:sp>
      <p:sp>
        <p:nvSpPr>
          <p:cNvPr id="3" name="Content Placeholder 2">
            <a:extLst>
              <a:ext uri="{FF2B5EF4-FFF2-40B4-BE49-F238E27FC236}">
                <a16:creationId xmlns:a16="http://schemas.microsoft.com/office/drawing/2014/main" id="{28BDF5BC-F585-09DF-8C42-6F39245976FF}"/>
              </a:ext>
            </a:extLst>
          </p:cNvPr>
          <p:cNvSpPr>
            <a:spLocks noGrp="1"/>
          </p:cNvSpPr>
          <p:nvPr>
            <p:ph idx="1"/>
          </p:nvPr>
        </p:nvSpPr>
        <p:spPr>
          <a:xfrm>
            <a:off x="838200" y="1427584"/>
            <a:ext cx="10515600" cy="4749379"/>
          </a:xfrm>
        </p:spPr>
        <p:txBody>
          <a:bodyPr/>
          <a:lstStyle/>
          <a:p>
            <a:pPr algn="l"/>
            <a:r>
              <a:rPr lang="en-US" dirty="0"/>
              <a:t>Caching in Hibernate means storing and reusing frequently used data to speed up your application. There are two kinds of caching: Session-level and </a:t>
            </a:r>
            <a:r>
              <a:rPr lang="en-US" dirty="0" err="1"/>
              <a:t>SessionFactory</a:t>
            </a:r>
            <a:r>
              <a:rPr lang="en-US" dirty="0"/>
              <a:t>-level. </a:t>
            </a:r>
          </a:p>
          <a:p>
            <a:pPr algn="l"/>
            <a:r>
              <a:rPr lang="en-US" dirty="0"/>
              <a:t>Level1: Level 1 cache is a cache that stores objects that have been queried and persist to the current session. </a:t>
            </a:r>
            <a:r>
              <a:rPr lang="en-US" b="0" i="0" dirty="0">
                <a:solidFill>
                  <a:srgbClr val="273239"/>
                </a:solidFill>
                <a:effectLst/>
                <a:latin typeface="Nunito" pitchFamily="2" charset="0"/>
              </a:rPr>
              <a:t>It is related to the hibernate session object.</a:t>
            </a:r>
          </a:p>
          <a:p>
            <a:pPr algn="l"/>
            <a:r>
              <a:rPr lang="en-US" dirty="0">
                <a:solidFill>
                  <a:srgbClr val="273239"/>
                </a:solidFill>
                <a:latin typeface="Nunito" pitchFamily="2" charset="0"/>
              </a:rPr>
              <a:t>Level2: </a:t>
            </a:r>
            <a:r>
              <a:rPr lang="en-US" dirty="0" err="1">
                <a:solidFill>
                  <a:srgbClr val="273239"/>
                </a:solidFill>
                <a:latin typeface="Nunito" pitchFamily="2" charset="0"/>
              </a:rPr>
              <a:t>Hibernate’s</a:t>
            </a:r>
            <a:r>
              <a:rPr lang="en-US" dirty="0">
                <a:solidFill>
                  <a:srgbClr val="273239"/>
                </a:solidFill>
                <a:latin typeface="Nunito" pitchFamily="2" charset="0"/>
              </a:rPr>
              <a:t> Level 2 caching is a built-in caching mechanism that allows you to cache data across several sessions. </a:t>
            </a:r>
            <a:r>
              <a:rPr lang="en-US" b="0" i="0" dirty="0">
                <a:solidFill>
                  <a:srgbClr val="273239"/>
                </a:solidFill>
                <a:effectLst/>
                <a:latin typeface="Nunito" pitchFamily="2" charset="0"/>
              </a:rPr>
              <a:t>It is related to the hibernate </a:t>
            </a:r>
            <a:r>
              <a:rPr lang="en-US" b="0" i="0" dirty="0" err="1">
                <a:solidFill>
                  <a:srgbClr val="273239"/>
                </a:solidFill>
                <a:effectLst/>
                <a:latin typeface="Nunito" pitchFamily="2" charset="0"/>
              </a:rPr>
              <a:t>sessionFactory</a:t>
            </a:r>
            <a:r>
              <a:rPr lang="en-US" b="0" i="0" dirty="0">
                <a:solidFill>
                  <a:srgbClr val="273239"/>
                </a:solidFill>
                <a:effectLst/>
                <a:latin typeface="Nunito" pitchFamily="2" charset="0"/>
              </a:rPr>
              <a:t> object.</a:t>
            </a:r>
          </a:p>
          <a:p>
            <a:pPr algn="l"/>
            <a:endParaRPr lang="en-IN" dirty="0"/>
          </a:p>
          <a:p>
            <a:endParaRPr lang="en-IN" dirty="0"/>
          </a:p>
        </p:txBody>
      </p:sp>
    </p:spTree>
    <p:extLst>
      <p:ext uri="{BB962C8B-B14F-4D97-AF65-F5344CB8AC3E}">
        <p14:creationId xmlns:p14="http://schemas.microsoft.com/office/powerpoint/2010/main" val="89953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2E13-2195-5F85-6A8D-906BE21670EF}"/>
              </a:ext>
            </a:extLst>
          </p:cNvPr>
          <p:cNvSpPr>
            <a:spLocks noGrp="1"/>
          </p:cNvSpPr>
          <p:nvPr>
            <p:ph type="title"/>
          </p:nvPr>
        </p:nvSpPr>
        <p:spPr>
          <a:xfrm>
            <a:off x="838200" y="365125"/>
            <a:ext cx="10515600" cy="586597"/>
          </a:xfrm>
        </p:spPr>
        <p:txBody>
          <a:bodyPr>
            <a:normAutofit fontScale="90000"/>
          </a:bodyPr>
          <a:lstStyle/>
          <a:p>
            <a:r>
              <a:rPr lang="en-IN" dirty="0"/>
              <a:t>Cache Eviction</a:t>
            </a:r>
          </a:p>
        </p:txBody>
      </p:sp>
      <p:sp>
        <p:nvSpPr>
          <p:cNvPr id="3" name="Content Placeholder 2">
            <a:extLst>
              <a:ext uri="{FF2B5EF4-FFF2-40B4-BE49-F238E27FC236}">
                <a16:creationId xmlns:a16="http://schemas.microsoft.com/office/drawing/2014/main" id="{28BDF5BC-F585-09DF-8C42-6F39245976FF}"/>
              </a:ext>
            </a:extLst>
          </p:cNvPr>
          <p:cNvSpPr>
            <a:spLocks noGrp="1"/>
          </p:cNvSpPr>
          <p:nvPr>
            <p:ph idx="1"/>
          </p:nvPr>
        </p:nvSpPr>
        <p:spPr>
          <a:xfrm>
            <a:off x="838200" y="951722"/>
            <a:ext cx="10515600" cy="5803641"/>
          </a:xfrm>
        </p:spPr>
        <p:txBody>
          <a:bodyPr/>
          <a:lstStyle/>
          <a:p>
            <a:pPr algn="l"/>
            <a:r>
              <a:rPr lang="en-US" dirty="0"/>
              <a:t>When a cache gets full, it can’t store new data without getting rid of old data. That’s what cache eviction is all about. It’s the process of getting rid of or swapping out data in the cache to make room for new stuff.</a:t>
            </a:r>
          </a:p>
          <a:p>
            <a:pPr algn="l"/>
            <a:r>
              <a:rPr lang="en-US" b="1" i="0" dirty="0">
                <a:solidFill>
                  <a:srgbClr val="273239"/>
                </a:solidFill>
                <a:effectLst/>
                <a:latin typeface="Nunito" pitchFamily="2" charset="0"/>
              </a:rPr>
              <a:t>Different Types of Cache Eviction</a:t>
            </a:r>
          </a:p>
          <a:p>
            <a:pPr algn="l" fontAlgn="base">
              <a:buFont typeface="+mj-lt"/>
              <a:buAutoNum type="arabicPeriod"/>
            </a:pPr>
            <a:r>
              <a:rPr lang="en-US" b="0" i="0" dirty="0">
                <a:solidFill>
                  <a:srgbClr val="273239"/>
                </a:solidFill>
                <a:effectLst/>
                <a:latin typeface="Nunito" pitchFamily="2" charset="0"/>
              </a:rPr>
              <a:t>Time-Based Eviction</a:t>
            </a:r>
          </a:p>
          <a:p>
            <a:pPr algn="l" fontAlgn="base">
              <a:buFont typeface="+mj-lt"/>
              <a:buAutoNum type="arabicPeriod"/>
            </a:pPr>
            <a:r>
              <a:rPr lang="en-US" b="0" i="0" dirty="0">
                <a:solidFill>
                  <a:srgbClr val="273239"/>
                </a:solidFill>
                <a:effectLst/>
                <a:latin typeface="Nunito" pitchFamily="2" charset="0"/>
              </a:rPr>
              <a:t>Count-Based Eviction</a:t>
            </a:r>
          </a:p>
          <a:p>
            <a:pPr algn="l" fontAlgn="base">
              <a:buFont typeface="+mj-lt"/>
              <a:buAutoNum type="arabicPeriod"/>
            </a:pPr>
            <a:r>
              <a:rPr lang="en-US" b="0" i="0" dirty="0">
                <a:solidFill>
                  <a:srgbClr val="273239"/>
                </a:solidFill>
                <a:effectLst/>
                <a:latin typeface="Nunito" pitchFamily="2" charset="0"/>
              </a:rPr>
              <a:t>Query Result Eviction</a:t>
            </a:r>
          </a:p>
          <a:p>
            <a:pPr algn="l" fontAlgn="base">
              <a:buFont typeface="+mj-lt"/>
              <a:buAutoNum type="arabicPeriod"/>
            </a:pPr>
            <a:r>
              <a:rPr lang="en-US" b="0" i="0" dirty="0">
                <a:solidFill>
                  <a:srgbClr val="273239"/>
                </a:solidFill>
                <a:effectLst/>
                <a:latin typeface="Nunito" pitchFamily="2" charset="0"/>
              </a:rPr>
              <a:t>Cache Region Clearing</a:t>
            </a:r>
          </a:p>
          <a:p>
            <a:pPr algn="l" fontAlgn="base">
              <a:buFont typeface="+mj-lt"/>
              <a:buAutoNum type="arabicPeriod"/>
            </a:pPr>
            <a:endParaRPr lang="en-US" dirty="0">
              <a:solidFill>
                <a:srgbClr val="273239"/>
              </a:solidFill>
              <a:latin typeface="Nunito" pitchFamily="2" charset="0"/>
            </a:endParaRPr>
          </a:p>
          <a:p>
            <a:pPr algn="l" fontAlgn="base">
              <a:buFont typeface="+mj-lt"/>
              <a:buAutoNum type="arabicPeriod"/>
            </a:pPr>
            <a:r>
              <a:rPr lang="en-US" b="0" i="0" dirty="0" err="1">
                <a:solidFill>
                  <a:srgbClr val="273239"/>
                </a:solidFill>
                <a:effectLst/>
                <a:latin typeface="Nunito" pitchFamily="2" charset="0"/>
              </a:rPr>
              <a:t>sessionFactory.getCache</a:t>
            </a:r>
            <a:r>
              <a:rPr lang="en-US" b="0" i="0" dirty="0">
                <a:solidFill>
                  <a:srgbClr val="273239"/>
                </a:solidFill>
                <a:effectLst/>
                <a:latin typeface="Nunito" pitchFamily="2" charset="0"/>
              </a:rPr>
              <a:t>().</a:t>
            </a:r>
            <a:r>
              <a:rPr lang="en-US" b="0" i="0" dirty="0" err="1">
                <a:solidFill>
                  <a:srgbClr val="273239"/>
                </a:solidFill>
                <a:effectLst/>
                <a:latin typeface="Nunito" pitchFamily="2" charset="0"/>
              </a:rPr>
              <a:t>evictEntity</a:t>
            </a:r>
            <a:r>
              <a:rPr lang="en-US" b="0" i="0" dirty="0">
                <a:solidFill>
                  <a:srgbClr val="273239"/>
                </a:solidFill>
                <a:effectLst/>
                <a:latin typeface="Nunito" pitchFamily="2" charset="0"/>
              </a:rPr>
              <a:t>(</a:t>
            </a:r>
            <a:r>
              <a:rPr lang="en-US" b="0" i="0" dirty="0" err="1">
                <a:solidFill>
                  <a:srgbClr val="273239"/>
                </a:solidFill>
                <a:effectLst/>
                <a:latin typeface="Nunito" pitchFamily="2" charset="0"/>
              </a:rPr>
              <a:t>User.class</a:t>
            </a:r>
            <a:r>
              <a:rPr lang="en-US" b="0" i="0" dirty="0">
                <a:solidFill>
                  <a:srgbClr val="273239"/>
                </a:solidFill>
                <a:effectLst/>
                <a:latin typeface="Nunito" pitchFamily="2" charset="0"/>
              </a:rPr>
              <a:t>, </a:t>
            </a:r>
            <a:r>
              <a:rPr lang="en-US" b="0" i="0" dirty="0" err="1">
                <a:solidFill>
                  <a:srgbClr val="273239"/>
                </a:solidFill>
                <a:effectLst/>
                <a:latin typeface="Nunito" pitchFamily="2" charset="0"/>
              </a:rPr>
              <a:t>user.getId</a:t>
            </a:r>
            <a:r>
              <a:rPr lang="en-US" b="0" i="0" dirty="0">
                <a:solidFill>
                  <a:srgbClr val="273239"/>
                </a:solidFill>
                <a:effectLst/>
                <a:latin typeface="Nunito" pitchFamily="2" charset="0"/>
              </a:rPr>
              <a:t>())</a:t>
            </a:r>
          </a:p>
        </p:txBody>
      </p:sp>
    </p:spTree>
    <p:extLst>
      <p:ext uri="{BB962C8B-B14F-4D97-AF65-F5344CB8AC3E}">
        <p14:creationId xmlns:p14="http://schemas.microsoft.com/office/powerpoint/2010/main" val="1938749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2E13-2195-5F85-6A8D-906BE21670EF}"/>
              </a:ext>
            </a:extLst>
          </p:cNvPr>
          <p:cNvSpPr>
            <a:spLocks noGrp="1"/>
          </p:cNvSpPr>
          <p:nvPr>
            <p:ph type="title"/>
          </p:nvPr>
        </p:nvSpPr>
        <p:spPr>
          <a:xfrm>
            <a:off x="838200" y="365125"/>
            <a:ext cx="10515600" cy="586597"/>
          </a:xfrm>
        </p:spPr>
        <p:txBody>
          <a:bodyPr>
            <a:normAutofit fontScale="90000"/>
          </a:bodyPr>
          <a:lstStyle/>
          <a:p>
            <a:r>
              <a:rPr lang="en-IN" dirty="0"/>
              <a:t>Cache Eviction</a:t>
            </a:r>
          </a:p>
        </p:txBody>
      </p:sp>
      <p:sp>
        <p:nvSpPr>
          <p:cNvPr id="3" name="Content Placeholder 2">
            <a:extLst>
              <a:ext uri="{FF2B5EF4-FFF2-40B4-BE49-F238E27FC236}">
                <a16:creationId xmlns:a16="http://schemas.microsoft.com/office/drawing/2014/main" id="{28BDF5BC-F585-09DF-8C42-6F39245976FF}"/>
              </a:ext>
            </a:extLst>
          </p:cNvPr>
          <p:cNvSpPr>
            <a:spLocks noGrp="1"/>
          </p:cNvSpPr>
          <p:nvPr>
            <p:ph idx="1"/>
          </p:nvPr>
        </p:nvSpPr>
        <p:spPr>
          <a:xfrm>
            <a:off x="838200" y="951722"/>
            <a:ext cx="10515600" cy="5803641"/>
          </a:xfrm>
        </p:spPr>
        <p:txBody>
          <a:bodyPr>
            <a:normAutofit fontScale="77500" lnSpcReduction="20000"/>
          </a:bodyPr>
          <a:lstStyle/>
          <a:p>
            <a:pPr algn="l"/>
            <a:r>
              <a:rPr lang="en-US" sz="2800" b="1" i="0" dirty="0">
                <a:solidFill>
                  <a:srgbClr val="273239"/>
                </a:solidFill>
                <a:effectLst/>
                <a:latin typeface="Nunito" pitchFamily="2" charset="0"/>
              </a:rPr>
              <a:t>Different Types of Cache Eviction</a:t>
            </a:r>
          </a:p>
          <a:p>
            <a:pPr algn="l" fontAlgn="base">
              <a:buFont typeface="+mj-lt"/>
              <a:buAutoNum type="arabicPeriod"/>
            </a:pPr>
            <a:r>
              <a:rPr lang="en-US" sz="2800" b="0" i="0" dirty="0">
                <a:solidFill>
                  <a:srgbClr val="273239"/>
                </a:solidFill>
                <a:effectLst/>
                <a:latin typeface="Nunito" pitchFamily="2" charset="0"/>
              </a:rPr>
              <a:t>Time-Based Eviction: Time-based eviction is a cache eviction strategy that involves removing data from the cache after a certain period has elapsed since the data was last accessed or added to the cache. </a:t>
            </a:r>
          </a:p>
          <a:p>
            <a:pPr algn="l" fontAlgn="base"/>
            <a:endParaRPr lang="en-US" sz="2800" b="0" i="0" dirty="0">
              <a:solidFill>
                <a:srgbClr val="273239"/>
              </a:solidFill>
              <a:effectLst/>
              <a:latin typeface="Nunito" pitchFamily="2" charset="0"/>
            </a:endParaRPr>
          </a:p>
          <a:p>
            <a:pPr algn="l" fontAlgn="base">
              <a:buFont typeface="+mj-lt"/>
              <a:buAutoNum type="arabicPeriod"/>
            </a:pPr>
            <a:r>
              <a:rPr lang="en-US" sz="2800" b="0" i="0" dirty="0">
                <a:solidFill>
                  <a:srgbClr val="273239"/>
                </a:solidFill>
                <a:effectLst/>
                <a:latin typeface="Nunito" pitchFamily="2" charset="0"/>
              </a:rPr>
              <a:t>Count-Based Eviction: Count-Based Eviction is a technique used in cache management, where items are removed from the cache based on the number of times they have been accessed</a:t>
            </a:r>
          </a:p>
          <a:p>
            <a:pPr algn="l" fontAlgn="base"/>
            <a:endParaRPr lang="en-US" sz="2800" b="0" i="0" dirty="0">
              <a:solidFill>
                <a:srgbClr val="273239"/>
              </a:solidFill>
              <a:effectLst/>
              <a:latin typeface="Nunito" pitchFamily="2" charset="0"/>
            </a:endParaRPr>
          </a:p>
          <a:p>
            <a:pPr algn="l" fontAlgn="base">
              <a:buFont typeface="+mj-lt"/>
              <a:buAutoNum type="arabicPeriod"/>
            </a:pPr>
            <a:r>
              <a:rPr lang="en-US" sz="2800" b="0" i="0" dirty="0">
                <a:solidFill>
                  <a:srgbClr val="273239"/>
                </a:solidFill>
                <a:effectLst/>
                <a:latin typeface="Nunito" pitchFamily="2" charset="0"/>
              </a:rPr>
              <a:t>Query Result Eviction: Query result eviction refers to the process of removing or expiring cached query results from a database or data storage system. When a query is executed in a database, the result of that query is typically stored in a cache to improve performance. This cache can be set to expire after a certain period or when new data is added to the database</a:t>
            </a:r>
          </a:p>
          <a:p>
            <a:pPr algn="l" fontAlgn="base"/>
            <a:endParaRPr lang="en-US" sz="2800" b="0" i="0" dirty="0">
              <a:solidFill>
                <a:srgbClr val="273239"/>
              </a:solidFill>
              <a:effectLst/>
              <a:latin typeface="Nunito" pitchFamily="2" charset="0"/>
            </a:endParaRPr>
          </a:p>
          <a:p>
            <a:pPr algn="l" fontAlgn="base">
              <a:buFont typeface="+mj-lt"/>
              <a:buAutoNum type="arabicPeriod"/>
            </a:pPr>
            <a:r>
              <a:rPr lang="en-US" sz="2800" b="0" i="0" dirty="0">
                <a:solidFill>
                  <a:srgbClr val="273239"/>
                </a:solidFill>
                <a:effectLst/>
                <a:latin typeface="Nunito" pitchFamily="2" charset="0"/>
              </a:rPr>
              <a:t>Cache Region Clearing: Cache region clearing refers to the process of deleting or emptying the cache data stored in a particular region of a device or system</a:t>
            </a:r>
          </a:p>
        </p:txBody>
      </p:sp>
    </p:spTree>
    <p:extLst>
      <p:ext uri="{BB962C8B-B14F-4D97-AF65-F5344CB8AC3E}">
        <p14:creationId xmlns:p14="http://schemas.microsoft.com/office/powerpoint/2010/main" val="1003286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915B-2F90-1753-D136-612DF94EDBB7}"/>
              </a:ext>
            </a:extLst>
          </p:cNvPr>
          <p:cNvSpPr>
            <a:spLocks noGrp="1"/>
          </p:cNvSpPr>
          <p:nvPr>
            <p:ph type="title"/>
          </p:nvPr>
        </p:nvSpPr>
        <p:spPr>
          <a:xfrm>
            <a:off x="838200" y="365126"/>
            <a:ext cx="10515600" cy="773210"/>
          </a:xfrm>
        </p:spPr>
        <p:txBody>
          <a:bodyPr/>
          <a:lstStyle/>
          <a:p>
            <a:r>
              <a:rPr lang="en-IN" dirty="0"/>
              <a:t>Evict vs Merge vs Clear</a:t>
            </a:r>
          </a:p>
        </p:txBody>
      </p:sp>
      <p:sp>
        <p:nvSpPr>
          <p:cNvPr id="3" name="Content Placeholder 2">
            <a:extLst>
              <a:ext uri="{FF2B5EF4-FFF2-40B4-BE49-F238E27FC236}">
                <a16:creationId xmlns:a16="http://schemas.microsoft.com/office/drawing/2014/main" id="{579FFF37-B68D-01F0-95BB-8F60039B9B24}"/>
              </a:ext>
            </a:extLst>
          </p:cNvPr>
          <p:cNvSpPr>
            <a:spLocks noGrp="1"/>
          </p:cNvSpPr>
          <p:nvPr>
            <p:ph idx="1"/>
          </p:nvPr>
        </p:nvSpPr>
        <p:spPr>
          <a:xfrm>
            <a:off x="838200" y="1306286"/>
            <a:ext cx="10515600" cy="4870677"/>
          </a:xfrm>
        </p:spPr>
        <p:txBody>
          <a:bodyPr/>
          <a:lstStyle/>
          <a:p>
            <a:r>
              <a:rPr lang="en-US" dirty="0"/>
              <a:t>evict(): evict() method is used to remove a specified object from the 1st level cache.</a:t>
            </a:r>
          </a:p>
          <a:p>
            <a:r>
              <a:rPr lang="en-IN" dirty="0"/>
              <a:t>Ex: </a:t>
            </a:r>
          </a:p>
          <a:p>
            <a:r>
              <a:rPr lang="en-IN" dirty="0"/>
              <a:t>Transaction </a:t>
            </a:r>
            <a:r>
              <a:rPr lang="en-IN" dirty="0" err="1"/>
              <a:t>tx</a:t>
            </a:r>
            <a:r>
              <a:rPr lang="en-IN" dirty="0"/>
              <a:t> = </a:t>
            </a:r>
            <a:r>
              <a:rPr lang="en-IN" dirty="0" err="1"/>
              <a:t>hsession.beginTransaction</a:t>
            </a:r>
            <a:r>
              <a:rPr lang="en-IN" dirty="0"/>
              <a:t>();</a:t>
            </a:r>
          </a:p>
          <a:p>
            <a:r>
              <a:rPr lang="en-IN" dirty="0" err="1"/>
              <a:t>hsession.load</a:t>
            </a:r>
            <a:r>
              <a:rPr lang="en-IN" dirty="0"/>
              <a:t>(</a:t>
            </a:r>
            <a:r>
              <a:rPr lang="en-IN" dirty="0" err="1"/>
              <a:t>e,new</a:t>
            </a:r>
            <a:r>
              <a:rPr lang="en-IN" dirty="0"/>
              <a:t> </a:t>
            </a:r>
            <a:r>
              <a:rPr lang="en-IN" dirty="0" err="1"/>
              <a:t>BigDecimal</a:t>
            </a:r>
            <a:r>
              <a:rPr lang="en-IN" dirty="0"/>
              <a:t>(1));</a:t>
            </a:r>
          </a:p>
          <a:p>
            <a:r>
              <a:rPr lang="en-IN" dirty="0" err="1"/>
              <a:t>e.setName</a:t>
            </a:r>
            <a:r>
              <a:rPr lang="en-IN" dirty="0"/>
              <a:t>(“Raju”);</a:t>
            </a:r>
          </a:p>
          <a:p>
            <a:r>
              <a:rPr lang="en-IN" dirty="0" err="1"/>
              <a:t>hsession.evict</a:t>
            </a:r>
            <a:r>
              <a:rPr lang="en-IN" dirty="0"/>
              <a:t>(e);</a:t>
            </a:r>
          </a:p>
          <a:p>
            <a:r>
              <a:rPr lang="en-IN" dirty="0" err="1"/>
              <a:t>tx.commit</a:t>
            </a:r>
            <a:r>
              <a:rPr lang="en-IN" dirty="0"/>
              <a:t>();</a:t>
            </a:r>
          </a:p>
        </p:txBody>
      </p:sp>
    </p:spTree>
    <p:extLst>
      <p:ext uri="{BB962C8B-B14F-4D97-AF65-F5344CB8AC3E}">
        <p14:creationId xmlns:p14="http://schemas.microsoft.com/office/powerpoint/2010/main" val="35065631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915B-2F90-1753-D136-612DF94EDBB7}"/>
              </a:ext>
            </a:extLst>
          </p:cNvPr>
          <p:cNvSpPr>
            <a:spLocks noGrp="1"/>
          </p:cNvSpPr>
          <p:nvPr>
            <p:ph type="title"/>
          </p:nvPr>
        </p:nvSpPr>
        <p:spPr>
          <a:xfrm>
            <a:off x="838200" y="365126"/>
            <a:ext cx="10515600" cy="558605"/>
          </a:xfrm>
        </p:spPr>
        <p:txBody>
          <a:bodyPr>
            <a:normAutofit fontScale="90000"/>
          </a:bodyPr>
          <a:lstStyle/>
          <a:p>
            <a:r>
              <a:rPr lang="en-IN" dirty="0"/>
              <a:t>Evict vs Merge vs Clear</a:t>
            </a:r>
          </a:p>
        </p:txBody>
      </p:sp>
      <p:sp>
        <p:nvSpPr>
          <p:cNvPr id="3" name="Content Placeholder 2">
            <a:extLst>
              <a:ext uri="{FF2B5EF4-FFF2-40B4-BE49-F238E27FC236}">
                <a16:creationId xmlns:a16="http://schemas.microsoft.com/office/drawing/2014/main" id="{579FFF37-B68D-01F0-95BB-8F60039B9B24}"/>
              </a:ext>
            </a:extLst>
          </p:cNvPr>
          <p:cNvSpPr>
            <a:spLocks noGrp="1"/>
          </p:cNvSpPr>
          <p:nvPr>
            <p:ph idx="1"/>
          </p:nvPr>
        </p:nvSpPr>
        <p:spPr>
          <a:xfrm>
            <a:off x="838200" y="1007706"/>
            <a:ext cx="10515600" cy="5570376"/>
          </a:xfrm>
        </p:spPr>
        <p:txBody>
          <a:bodyPr>
            <a:normAutofit fontScale="85000" lnSpcReduction="20000"/>
          </a:bodyPr>
          <a:lstStyle/>
          <a:p>
            <a:r>
              <a:rPr lang="en-US" dirty="0"/>
              <a:t>*merge(): </a:t>
            </a:r>
          </a:p>
          <a:p>
            <a:r>
              <a:rPr lang="en-US" dirty="0"/>
              <a:t>merge method is used to add a specified object to the 1st level cache.</a:t>
            </a:r>
          </a:p>
          <a:p>
            <a:r>
              <a:rPr lang="en-US" dirty="0"/>
              <a:t>Ex:</a:t>
            </a:r>
          </a:p>
          <a:p>
            <a:r>
              <a:rPr lang="en-US" dirty="0"/>
              <a:t>Emp e = new Emp();</a:t>
            </a:r>
          </a:p>
          <a:p>
            <a:r>
              <a:rPr lang="en-US" dirty="0" err="1"/>
              <a:t>e.setEno</a:t>
            </a:r>
            <a:r>
              <a:rPr lang="en-US" dirty="0"/>
              <a:t>(new </a:t>
            </a:r>
            <a:r>
              <a:rPr lang="en-US" dirty="0" err="1"/>
              <a:t>BigDecimal</a:t>
            </a:r>
            <a:r>
              <a:rPr lang="en-US" dirty="0"/>
              <a:t>(22));</a:t>
            </a:r>
          </a:p>
          <a:p>
            <a:r>
              <a:rPr lang="en-US" dirty="0" err="1"/>
              <a:t>e.setName</a:t>
            </a:r>
            <a:r>
              <a:rPr lang="en-US" dirty="0"/>
              <a:t>(“ABC modified”);</a:t>
            </a:r>
          </a:p>
          <a:p>
            <a:r>
              <a:rPr lang="en-US" dirty="0" err="1"/>
              <a:t>e.setSalary</a:t>
            </a:r>
            <a:r>
              <a:rPr lang="en-US" dirty="0"/>
              <a:t>(1234d);</a:t>
            </a:r>
          </a:p>
          <a:p>
            <a:r>
              <a:rPr lang="en-US" dirty="0" err="1"/>
              <a:t>hsession.merge</a:t>
            </a:r>
            <a:r>
              <a:rPr lang="en-US" dirty="0"/>
              <a:t>(e);</a:t>
            </a:r>
          </a:p>
          <a:p>
            <a:r>
              <a:rPr lang="en-US" dirty="0" err="1"/>
              <a:t>tx.commit</a:t>
            </a:r>
            <a:r>
              <a:rPr lang="en-US" dirty="0"/>
              <a:t>();</a:t>
            </a:r>
          </a:p>
          <a:p>
            <a:endParaRPr lang="en-US" dirty="0"/>
          </a:p>
          <a:p>
            <a:r>
              <a:rPr lang="en-US" dirty="0"/>
              <a:t>*Clear():</a:t>
            </a:r>
          </a:p>
          <a:p>
            <a:r>
              <a:rPr lang="en-US" dirty="0"/>
              <a:t>                Clear is used to remove all the objects from 1st level cache. This will remove unperformed operations like save and update also. The clear() method will evict all available objects.</a:t>
            </a:r>
            <a:endParaRPr lang="en-IN" dirty="0"/>
          </a:p>
        </p:txBody>
      </p:sp>
    </p:spTree>
    <p:extLst>
      <p:ext uri="{BB962C8B-B14F-4D97-AF65-F5344CB8AC3E}">
        <p14:creationId xmlns:p14="http://schemas.microsoft.com/office/powerpoint/2010/main" val="3704572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915B-2F90-1753-D136-612DF94EDBB7}"/>
              </a:ext>
            </a:extLst>
          </p:cNvPr>
          <p:cNvSpPr>
            <a:spLocks noGrp="1"/>
          </p:cNvSpPr>
          <p:nvPr>
            <p:ph type="title"/>
          </p:nvPr>
        </p:nvSpPr>
        <p:spPr>
          <a:xfrm>
            <a:off x="838200" y="365126"/>
            <a:ext cx="10515600" cy="558605"/>
          </a:xfrm>
        </p:spPr>
        <p:txBody>
          <a:bodyPr>
            <a:normAutofit fontScale="90000"/>
          </a:bodyPr>
          <a:lstStyle/>
          <a:p>
            <a:r>
              <a:rPr lang="en-IN" dirty="0"/>
              <a:t>Merge Vs Update</a:t>
            </a:r>
          </a:p>
        </p:txBody>
      </p:sp>
      <p:pic>
        <p:nvPicPr>
          <p:cNvPr id="4" name="Content Placeholder 3">
            <a:extLst>
              <a:ext uri="{FF2B5EF4-FFF2-40B4-BE49-F238E27FC236}">
                <a16:creationId xmlns:a16="http://schemas.microsoft.com/office/drawing/2014/main" id="{6496725A-36CF-CCE3-7C89-8567770F103A}"/>
              </a:ext>
            </a:extLst>
          </p:cNvPr>
          <p:cNvPicPr>
            <a:picLocks noGrp="1" noChangeAspect="1"/>
          </p:cNvPicPr>
          <p:nvPr>
            <p:ph idx="1"/>
          </p:nvPr>
        </p:nvPicPr>
        <p:blipFill>
          <a:blip r:embed="rId2"/>
          <a:stretch>
            <a:fillRect/>
          </a:stretch>
        </p:blipFill>
        <p:spPr>
          <a:xfrm>
            <a:off x="577331" y="1375731"/>
            <a:ext cx="9563100" cy="2838450"/>
          </a:xfrm>
          <a:prstGeom prst="rect">
            <a:avLst/>
          </a:prstGeom>
        </p:spPr>
      </p:pic>
      <p:sp>
        <p:nvSpPr>
          <p:cNvPr id="6" name="TextBox 5">
            <a:extLst>
              <a:ext uri="{FF2B5EF4-FFF2-40B4-BE49-F238E27FC236}">
                <a16:creationId xmlns:a16="http://schemas.microsoft.com/office/drawing/2014/main" id="{C8B554A6-8C47-3D93-640E-5C1D55DB5053}"/>
              </a:ext>
            </a:extLst>
          </p:cNvPr>
          <p:cNvSpPr txBox="1"/>
          <p:nvPr/>
        </p:nvSpPr>
        <p:spPr>
          <a:xfrm>
            <a:off x="492384" y="4455282"/>
            <a:ext cx="11207232" cy="1200329"/>
          </a:xfrm>
          <a:prstGeom prst="rect">
            <a:avLst/>
          </a:prstGeom>
          <a:noFill/>
        </p:spPr>
        <p:txBody>
          <a:bodyPr wrap="square">
            <a:spAutoFit/>
          </a:bodyPr>
          <a:lstStyle/>
          <a:p>
            <a:pPr algn="l"/>
            <a:r>
              <a:rPr lang="en-US" b="0" i="0" dirty="0">
                <a:solidFill>
                  <a:srgbClr val="69767A"/>
                </a:solidFill>
                <a:effectLst/>
                <a:latin typeface="Open Sans" panose="020B0606030504020204" pitchFamily="34" charset="0"/>
              </a:rPr>
              <a:t>When we call update() method, </a:t>
            </a:r>
            <a:r>
              <a:rPr lang="en-US" b="1" i="1" dirty="0">
                <a:solidFill>
                  <a:srgbClr val="69767A"/>
                </a:solidFill>
                <a:effectLst/>
                <a:latin typeface="Open Sans" panose="020B0606030504020204" pitchFamily="34" charset="0"/>
              </a:rPr>
              <a:t>if the same object is not exist in session cache then the update() method will update the object.</a:t>
            </a:r>
            <a:endParaRPr lang="en-US" b="0" i="0" dirty="0">
              <a:solidFill>
                <a:srgbClr val="69767A"/>
              </a:solidFill>
              <a:effectLst/>
              <a:latin typeface="Open Sans" panose="020B0606030504020204" pitchFamily="34" charset="0"/>
            </a:endParaRPr>
          </a:p>
          <a:p>
            <a:pPr algn="l"/>
            <a:r>
              <a:rPr lang="en-US" b="0" i="0" dirty="0">
                <a:solidFill>
                  <a:srgbClr val="69767A"/>
                </a:solidFill>
                <a:effectLst/>
                <a:latin typeface="Open Sans" panose="020B0606030504020204" pitchFamily="34" charset="0"/>
              </a:rPr>
              <a:t>When we call update() method, </a:t>
            </a:r>
            <a:r>
              <a:rPr lang="en-US" b="1" i="1" dirty="0">
                <a:solidFill>
                  <a:srgbClr val="69767A"/>
                </a:solidFill>
                <a:effectLst/>
                <a:latin typeface="Open Sans" panose="020B0606030504020204" pitchFamily="34" charset="0"/>
              </a:rPr>
              <a:t>if the same object is already exist in session cache then the update() method throws an exception called “</a:t>
            </a:r>
            <a:r>
              <a:rPr lang="en-US" b="1" i="1" dirty="0" err="1">
                <a:solidFill>
                  <a:srgbClr val="69767A"/>
                </a:solidFill>
                <a:effectLst/>
                <a:latin typeface="Open Sans" panose="020B0606030504020204" pitchFamily="34" charset="0"/>
              </a:rPr>
              <a:t>NonUniqueObjectException</a:t>
            </a:r>
            <a:r>
              <a:rPr lang="en-US" b="1" i="1" dirty="0">
                <a:solidFill>
                  <a:srgbClr val="69767A"/>
                </a:solidFill>
                <a:effectLst/>
                <a:latin typeface="Open Sans" panose="020B0606030504020204" pitchFamily="34" charset="0"/>
              </a:rPr>
              <a:t>”.</a:t>
            </a:r>
            <a:endParaRPr lang="en-US" b="0" i="0" dirty="0">
              <a:solidFill>
                <a:srgbClr val="69767A"/>
              </a:solidFill>
              <a:effectLst/>
              <a:latin typeface="Open Sans" panose="020B0606030504020204" pitchFamily="34" charset="0"/>
            </a:endParaRPr>
          </a:p>
        </p:txBody>
      </p:sp>
    </p:spTree>
    <p:extLst>
      <p:ext uri="{BB962C8B-B14F-4D97-AF65-F5344CB8AC3E}">
        <p14:creationId xmlns:p14="http://schemas.microsoft.com/office/powerpoint/2010/main" val="1139785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915B-2F90-1753-D136-612DF94EDBB7}"/>
              </a:ext>
            </a:extLst>
          </p:cNvPr>
          <p:cNvSpPr>
            <a:spLocks noGrp="1"/>
          </p:cNvSpPr>
          <p:nvPr>
            <p:ph type="title"/>
          </p:nvPr>
        </p:nvSpPr>
        <p:spPr>
          <a:xfrm>
            <a:off x="838200" y="365126"/>
            <a:ext cx="10515600" cy="558605"/>
          </a:xfrm>
        </p:spPr>
        <p:txBody>
          <a:bodyPr>
            <a:normAutofit fontScale="90000"/>
          </a:bodyPr>
          <a:lstStyle/>
          <a:p>
            <a:r>
              <a:rPr lang="en-IN" dirty="0"/>
              <a:t>Merge Vs Update</a:t>
            </a:r>
          </a:p>
        </p:txBody>
      </p:sp>
      <p:sp>
        <p:nvSpPr>
          <p:cNvPr id="6" name="TextBox 5">
            <a:extLst>
              <a:ext uri="{FF2B5EF4-FFF2-40B4-BE49-F238E27FC236}">
                <a16:creationId xmlns:a16="http://schemas.microsoft.com/office/drawing/2014/main" id="{C8B554A6-8C47-3D93-640E-5C1D55DB5053}"/>
              </a:ext>
            </a:extLst>
          </p:cNvPr>
          <p:cNvSpPr txBox="1"/>
          <p:nvPr/>
        </p:nvSpPr>
        <p:spPr>
          <a:xfrm>
            <a:off x="492384" y="4156702"/>
            <a:ext cx="11207232" cy="2308324"/>
          </a:xfrm>
          <a:prstGeom prst="rect">
            <a:avLst/>
          </a:prstGeom>
          <a:noFill/>
        </p:spPr>
        <p:txBody>
          <a:bodyPr wrap="square">
            <a:spAutoFit/>
          </a:bodyPr>
          <a:lstStyle/>
          <a:p>
            <a:pPr algn="l"/>
            <a:r>
              <a:rPr lang="en-US" b="0" i="0" dirty="0">
                <a:solidFill>
                  <a:srgbClr val="69767A"/>
                </a:solidFill>
                <a:effectLst/>
                <a:latin typeface="Open Sans" panose="020B0606030504020204" pitchFamily="34" charset="0"/>
              </a:rPr>
              <a:t>Similar to update() method, merge() method also changes the state of detached state to persistent state.</a:t>
            </a:r>
          </a:p>
          <a:p>
            <a:pPr algn="l"/>
            <a:endParaRPr lang="en-US" b="0" i="0" dirty="0">
              <a:solidFill>
                <a:srgbClr val="69767A"/>
              </a:solidFill>
              <a:effectLst/>
              <a:latin typeface="Open Sans" panose="020B0606030504020204" pitchFamily="34" charset="0"/>
            </a:endParaRPr>
          </a:p>
          <a:p>
            <a:pPr algn="l"/>
            <a:r>
              <a:rPr lang="en-US" b="0" i="0" dirty="0">
                <a:solidFill>
                  <a:srgbClr val="69767A"/>
                </a:solidFill>
                <a:effectLst/>
                <a:latin typeface="Open Sans" panose="020B0606030504020204" pitchFamily="34" charset="0"/>
              </a:rPr>
              <a:t>When we call merge() method, It first checks the same object exist in cache</a:t>
            </a:r>
          </a:p>
          <a:p>
            <a:pPr algn="l"/>
            <a:r>
              <a:rPr lang="en-US" b="0" i="0" dirty="0">
                <a:solidFill>
                  <a:srgbClr val="69767A"/>
                </a:solidFill>
                <a:effectLst/>
                <a:latin typeface="Open Sans" panose="020B0606030504020204" pitchFamily="34" charset="0"/>
              </a:rPr>
              <a:t>If exist then it will update the cache with the changes, else if object is not exist in cache then it will load the values to cache.</a:t>
            </a:r>
          </a:p>
          <a:p>
            <a:pPr algn="l"/>
            <a:endParaRPr lang="en-US" b="0" i="0" dirty="0">
              <a:solidFill>
                <a:srgbClr val="69767A"/>
              </a:solidFill>
              <a:effectLst/>
              <a:latin typeface="Open Sans" panose="020B0606030504020204" pitchFamily="34" charset="0"/>
            </a:endParaRPr>
          </a:p>
          <a:p>
            <a:pPr algn="l"/>
            <a:r>
              <a:rPr lang="en-US" b="0" i="0" dirty="0">
                <a:solidFill>
                  <a:srgbClr val="69767A"/>
                </a:solidFill>
                <a:effectLst/>
                <a:latin typeface="Open Sans" panose="020B0606030504020204" pitchFamily="34" charset="0"/>
              </a:rPr>
              <a:t>So in either </a:t>
            </a:r>
            <a:r>
              <a:rPr lang="en-US" b="0" i="0" dirty="0" err="1">
                <a:solidFill>
                  <a:srgbClr val="69767A"/>
                </a:solidFill>
                <a:effectLst/>
                <a:latin typeface="Open Sans" panose="020B0606030504020204" pitchFamily="34" charset="0"/>
              </a:rPr>
              <a:t>way,unlike</a:t>
            </a:r>
            <a:r>
              <a:rPr lang="en-US" b="0" i="0" dirty="0">
                <a:solidFill>
                  <a:srgbClr val="69767A"/>
                </a:solidFill>
                <a:effectLst/>
                <a:latin typeface="Open Sans" panose="020B0606030504020204" pitchFamily="34" charset="0"/>
              </a:rPr>
              <a:t> update() method, merge() method will not throw any exception.</a:t>
            </a:r>
          </a:p>
        </p:txBody>
      </p:sp>
      <p:pic>
        <p:nvPicPr>
          <p:cNvPr id="2050" name="Picture 2" descr="merge">
            <a:extLst>
              <a:ext uri="{FF2B5EF4-FFF2-40B4-BE49-F238E27FC236}">
                <a16:creationId xmlns:a16="http://schemas.microsoft.com/office/drawing/2014/main" id="{B3C50CC2-CB72-6074-7A79-E7E54DA4E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44" y="973354"/>
            <a:ext cx="11207232" cy="266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685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52E39-EFDC-4870-8203-133CC62C70B0}"/>
              </a:ext>
            </a:extLst>
          </p:cNvPr>
          <p:cNvSpPr>
            <a:spLocks noGrp="1"/>
          </p:cNvSpPr>
          <p:nvPr>
            <p:ph type="title"/>
          </p:nvPr>
        </p:nvSpPr>
        <p:spPr>
          <a:xfrm>
            <a:off x="838200" y="365126"/>
            <a:ext cx="10515600" cy="651912"/>
          </a:xfrm>
        </p:spPr>
        <p:txBody>
          <a:bodyPr>
            <a:normAutofit fontScale="90000"/>
          </a:bodyPr>
          <a:lstStyle/>
          <a:p>
            <a:r>
              <a:rPr lang="en-IN" dirty="0"/>
              <a:t>Get vs Load</a:t>
            </a:r>
          </a:p>
        </p:txBody>
      </p:sp>
      <p:sp>
        <p:nvSpPr>
          <p:cNvPr id="7" name="Content Placeholder 6">
            <a:extLst>
              <a:ext uri="{FF2B5EF4-FFF2-40B4-BE49-F238E27FC236}">
                <a16:creationId xmlns:a16="http://schemas.microsoft.com/office/drawing/2014/main" id="{8A8987D7-E566-D604-0A16-C63C076B5528}"/>
              </a:ext>
            </a:extLst>
          </p:cNvPr>
          <p:cNvSpPr>
            <a:spLocks noGrp="1"/>
          </p:cNvSpPr>
          <p:nvPr>
            <p:ph idx="1"/>
          </p:nvPr>
        </p:nvSpPr>
        <p:spPr>
          <a:xfrm>
            <a:off x="838200" y="1129003"/>
            <a:ext cx="10515600" cy="5047959"/>
          </a:xfrm>
        </p:spPr>
        <p:txBody>
          <a:bodyPr/>
          <a:lstStyle/>
          <a:p>
            <a:r>
              <a:rPr lang="en-US" dirty="0"/>
              <a:t>When we use </a:t>
            </a:r>
            <a:r>
              <a:rPr lang="en-US" dirty="0" err="1"/>
              <a:t>session.get</a:t>
            </a:r>
            <a:r>
              <a:rPr lang="en-US" dirty="0"/>
              <a:t>() method, it will hit the DB immediately and returns the real object from DB.</a:t>
            </a:r>
          </a:p>
          <a:p>
            <a:r>
              <a:rPr lang="en-US" dirty="0"/>
              <a:t>If there is no row corresponding to requested identifier exists , it will return NULL.</a:t>
            </a:r>
          </a:p>
          <a:p>
            <a:r>
              <a:rPr lang="en-US" dirty="0"/>
              <a:t>When we use </a:t>
            </a:r>
            <a:r>
              <a:rPr lang="en-US" dirty="0" err="1"/>
              <a:t>session.load</a:t>
            </a:r>
            <a:r>
              <a:rPr lang="en-US" dirty="0"/>
              <a:t>() method, it will always return a proxy object without hitting the DB.</a:t>
            </a:r>
          </a:p>
          <a:p>
            <a:r>
              <a:rPr lang="en-US" dirty="0"/>
              <a:t>Proxy object is a temporary object which does not have any values assigned to it except primary key or identifier value.</a:t>
            </a:r>
            <a:endParaRPr lang="en-IN" dirty="0"/>
          </a:p>
        </p:txBody>
      </p:sp>
    </p:spTree>
    <p:extLst>
      <p:ext uri="{BB962C8B-B14F-4D97-AF65-F5344CB8AC3E}">
        <p14:creationId xmlns:p14="http://schemas.microsoft.com/office/powerpoint/2010/main" val="2793653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A3C4B-11B0-8B58-4144-BC0D7248F597}"/>
              </a:ext>
            </a:extLst>
          </p:cNvPr>
          <p:cNvSpPr>
            <a:spLocks noGrp="1"/>
          </p:cNvSpPr>
          <p:nvPr>
            <p:ph idx="1"/>
          </p:nvPr>
        </p:nvSpPr>
        <p:spPr>
          <a:xfrm>
            <a:off x="317241" y="307910"/>
            <a:ext cx="11448661" cy="6326155"/>
          </a:xfrm>
        </p:spPr>
        <p:txBody>
          <a:bodyPr/>
          <a:lstStyle/>
          <a:p>
            <a:r>
              <a:rPr lang="en-US" b="1" i="0" dirty="0">
                <a:effectLst/>
                <a:latin typeface="-apple-system"/>
              </a:rPr>
              <a:t> How can we reduce database write action times in Hibernate?</a:t>
            </a:r>
          </a:p>
          <a:p>
            <a:r>
              <a:rPr lang="en-US" b="0" i="0" dirty="0">
                <a:solidFill>
                  <a:srgbClr val="2D3748"/>
                </a:solidFill>
                <a:effectLst/>
                <a:latin typeface="-apple-system"/>
              </a:rPr>
              <a:t>Hibernate provides dirty checking feature which can be used to reduce database write times. Dirty checking feature of hibernate updates only those fields which require a change while keeps others unchanged.</a:t>
            </a:r>
          </a:p>
          <a:p>
            <a:r>
              <a:rPr lang="en-US" b="1" i="0" dirty="0">
                <a:effectLst/>
                <a:latin typeface="-apple-system"/>
              </a:rPr>
              <a:t>What’s the usage of callback interfaces in hibernate?</a:t>
            </a:r>
          </a:p>
          <a:p>
            <a:pPr algn="l"/>
            <a:r>
              <a:rPr lang="en-US" b="0" i="0" dirty="0">
                <a:solidFill>
                  <a:srgbClr val="2D3748"/>
                </a:solidFill>
                <a:effectLst/>
                <a:latin typeface="-apple-system"/>
              </a:rPr>
              <a:t>Callback interfaces of hibernate are useful in receiving event notifications from objects. For example, when an object is loaded or deleted, an event is generated and notification is sent using callback interfaces.</a:t>
            </a:r>
          </a:p>
          <a:p>
            <a:br>
              <a:rPr lang="en-US" b="0" i="0" dirty="0">
                <a:solidFill>
                  <a:srgbClr val="2D3748"/>
                </a:solidFill>
                <a:effectLst/>
                <a:latin typeface="-apple-system"/>
              </a:rPr>
            </a:br>
            <a:r>
              <a:rPr lang="en-US" b="1" i="0" dirty="0">
                <a:effectLst/>
                <a:latin typeface="-apple-system"/>
              </a:rPr>
              <a:t> How can we reattach any detached objects in Hibernate?</a:t>
            </a:r>
          </a:p>
          <a:p>
            <a:r>
              <a:rPr lang="en-US" b="0" i="0" dirty="0">
                <a:solidFill>
                  <a:srgbClr val="2D3748"/>
                </a:solidFill>
                <a:effectLst/>
                <a:latin typeface="-apple-system"/>
              </a:rPr>
              <a:t>Objects which have been detached and are no longer associated with any persistent entities can be reattached by calling </a:t>
            </a:r>
            <a:r>
              <a:rPr lang="en-US" b="0" i="0" dirty="0" err="1">
                <a:solidFill>
                  <a:srgbClr val="2D3748"/>
                </a:solidFill>
                <a:effectLst/>
                <a:latin typeface="-apple-system"/>
              </a:rPr>
              <a:t>session.merge</a:t>
            </a:r>
            <a:r>
              <a:rPr lang="en-US" b="0" i="0" dirty="0">
                <a:solidFill>
                  <a:srgbClr val="2D3748"/>
                </a:solidFill>
                <a:effectLst/>
                <a:latin typeface="-apple-system"/>
              </a:rPr>
              <a:t>() method of session class.</a:t>
            </a:r>
            <a:endParaRPr lang="en-IN" dirty="0"/>
          </a:p>
        </p:txBody>
      </p:sp>
    </p:spTree>
    <p:extLst>
      <p:ext uri="{BB962C8B-B14F-4D97-AF65-F5344CB8AC3E}">
        <p14:creationId xmlns:p14="http://schemas.microsoft.com/office/powerpoint/2010/main" val="1595001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6BA70-9AA9-A2E0-B84F-C56AF6DB93E6}"/>
              </a:ext>
            </a:extLst>
          </p:cNvPr>
          <p:cNvSpPr>
            <a:spLocks noGrp="1"/>
          </p:cNvSpPr>
          <p:nvPr>
            <p:ph idx="1"/>
          </p:nvPr>
        </p:nvSpPr>
        <p:spPr>
          <a:xfrm>
            <a:off x="251927" y="279918"/>
            <a:ext cx="11551297" cy="6270172"/>
          </a:xfrm>
        </p:spPr>
        <p:txBody>
          <a:bodyPr/>
          <a:lstStyle/>
          <a:p>
            <a:r>
              <a:rPr lang="en-US" b="1" i="0" dirty="0">
                <a:effectLst/>
                <a:latin typeface="-apple-system"/>
              </a:rPr>
              <a:t>. What different fetching strategies are of hibernate?</a:t>
            </a:r>
          </a:p>
          <a:p>
            <a:pPr algn="l"/>
            <a:r>
              <a:rPr lang="en-US" b="0" i="0" dirty="0">
                <a:solidFill>
                  <a:srgbClr val="2D3748"/>
                </a:solidFill>
                <a:effectLst/>
                <a:latin typeface="-apple-system"/>
              </a:rPr>
              <a:t>Following fetching strategies are available in hibernate:</a:t>
            </a:r>
          </a:p>
          <a:p>
            <a:pPr algn="l">
              <a:buFont typeface="+mj-lt"/>
              <a:buAutoNum type="arabicPeriod"/>
            </a:pPr>
            <a:r>
              <a:rPr lang="en-US" b="0" i="0" dirty="0">
                <a:solidFill>
                  <a:srgbClr val="2D3748"/>
                </a:solidFill>
                <a:effectLst/>
                <a:latin typeface="-apple-system"/>
              </a:rPr>
              <a:t>Join Fetching</a:t>
            </a:r>
          </a:p>
          <a:p>
            <a:pPr algn="l">
              <a:buFont typeface="+mj-lt"/>
              <a:buAutoNum type="arabicPeriod"/>
            </a:pPr>
            <a:r>
              <a:rPr lang="en-US" b="0" i="0" dirty="0">
                <a:solidFill>
                  <a:srgbClr val="2D3748"/>
                </a:solidFill>
                <a:effectLst/>
                <a:latin typeface="-apple-system"/>
              </a:rPr>
              <a:t>Batch Fetching</a:t>
            </a:r>
          </a:p>
          <a:p>
            <a:pPr algn="l">
              <a:buFont typeface="+mj-lt"/>
              <a:buAutoNum type="arabicPeriod"/>
            </a:pPr>
            <a:r>
              <a:rPr lang="en-US" b="0" i="0" dirty="0">
                <a:solidFill>
                  <a:srgbClr val="2D3748"/>
                </a:solidFill>
                <a:effectLst/>
                <a:latin typeface="-apple-system"/>
              </a:rPr>
              <a:t>Select Fetching</a:t>
            </a:r>
          </a:p>
          <a:p>
            <a:pPr algn="l">
              <a:buFont typeface="+mj-lt"/>
              <a:buAutoNum type="arabicPeriod"/>
            </a:pPr>
            <a:r>
              <a:rPr lang="en-US" b="0" i="0" dirty="0">
                <a:solidFill>
                  <a:srgbClr val="2D3748"/>
                </a:solidFill>
                <a:effectLst/>
                <a:latin typeface="-apple-system"/>
              </a:rPr>
              <a:t>Sub-select Fetching</a:t>
            </a:r>
          </a:p>
          <a:p>
            <a:r>
              <a:rPr lang="en-US" b="0" i="0" dirty="0">
                <a:solidFill>
                  <a:srgbClr val="2D3748"/>
                </a:solidFill>
                <a:effectLst/>
                <a:latin typeface="-apple-system"/>
              </a:rPr>
              <a:t>Named SQL queries are those queries which are defined in mapping file and are called as required anywhere.</a:t>
            </a:r>
            <a:br>
              <a:rPr lang="en-US" dirty="0"/>
            </a:br>
            <a:r>
              <a:rPr lang="en-US" b="0" i="0" dirty="0">
                <a:solidFill>
                  <a:srgbClr val="2D3748"/>
                </a:solidFill>
                <a:effectLst/>
                <a:latin typeface="-apple-system"/>
              </a:rPr>
              <a:t>For example, we can write a SQL query in our XML mapping file as follows:</a:t>
            </a:r>
            <a:endParaRPr lang="en-IN" dirty="0"/>
          </a:p>
        </p:txBody>
      </p:sp>
      <p:pic>
        <p:nvPicPr>
          <p:cNvPr id="5" name="Picture 4">
            <a:extLst>
              <a:ext uri="{FF2B5EF4-FFF2-40B4-BE49-F238E27FC236}">
                <a16:creationId xmlns:a16="http://schemas.microsoft.com/office/drawing/2014/main" id="{B0D31659-6507-60CC-74A4-42CF32B9E0F1}"/>
              </a:ext>
            </a:extLst>
          </p:cNvPr>
          <p:cNvPicPr>
            <a:picLocks noChangeAspect="1"/>
          </p:cNvPicPr>
          <p:nvPr/>
        </p:nvPicPr>
        <p:blipFill>
          <a:blip r:embed="rId2"/>
          <a:stretch>
            <a:fillRect/>
          </a:stretch>
        </p:blipFill>
        <p:spPr>
          <a:xfrm>
            <a:off x="388776" y="4640230"/>
            <a:ext cx="8010525" cy="1085850"/>
          </a:xfrm>
          <a:prstGeom prst="rect">
            <a:avLst/>
          </a:prstGeom>
        </p:spPr>
      </p:pic>
    </p:spTree>
    <p:extLst>
      <p:ext uri="{BB962C8B-B14F-4D97-AF65-F5344CB8AC3E}">
        <p14:creationId xmlns:p14="http://schemas.microsoft.com/office/powerpoint/2010/main" val="1500970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4D33-F40F-374E-3219-E58271559431}"/>
              </a:ext>
            </a:extLst>
          </p:cNvPr>
          <p:cNvSpPr>
            <a:spLocks noGrp="1"/>
          </p:cNvSpPr>
          <p:nvPr>
            <p:ph type="title"/>
          </p:nvPr>
        </p:nvSpPr>
        <p:spPr>
          <a:xfrm>
            <a:off x="838200" y="365125"/>
            <a:ext cx="10515600" cy="511953"/>
          </a:xfrm>
        </p:spPr>
        <p:txBody>
          <a:bodyPr>
            <a:normAutofit fontScale="90000"/>
          </a:bodyPr>
          <a:lstStyle/>
          <a:p>
            <a:r>
              <a:rPr lang="en-IN" sz="3200" dirty="0"/>
              <a:t>N+1 problem solution</a:t>
            </a:r>
          </a:p>
        </p:txBody>
      </p:sp>
      <p:sp>
        <p:nvSpPr>
          <p:cNvPr id="3" name="Content Placeholder 2">
            <a:extLst>
              <a:ext uri="{FF2B5EF4-FFF2-40B4-BE49-F238E27FC236}">
                <a16:creationId xmlns:a16="http://schemas.microsoft.com/office/drawing/2014/main" id="{CE2D8C6A-B4C8-C6A7-85F1-9560753630AF}"/>
              </a:ext>
            </a:extLst>
          </p:cNvPr>
          <p:cNvSpPr>
            <a:spLocks noGrp="1"/>
          </p:cNvSpPr>
          <p:nvPr>
            <p:ph idx="1"/>
          </p:nvPr>
        </p:nvSpPr>
        <p:spPr>
          <a:xfrm>
            <a:off x="838200" y="877078"/>
            <a:ext cx="10515600" cy="5299885"/>
          </a:xfrm>
        </p:spPr>
        <p:txBody>
          <a:bodyPr/>
          <a:lstStyle/>
          <a:p>
            <a:r>
              <a:rPr lang="en-US" dirty="0"/>
              <a:t>The first solution is to use join fetch:</a:t>
            </a:r>
          </a:p>
          <a:p>
            <a:r>
              <a:rPr lang="en-US" dirty="0" err="1"/>
              <a:t>entityManager.createQuery</a:t>
            </a:r>
            <a:r>
              <a:rPr lang="en-US" dirty="0"/>
              <a:t>("select a from Author a left join fetch </a:t>
            </a:r>
            <a:r>
              <a:rPr lang="en-US" dirty="0" err="1"/>
              <a:t>a.books</a:t>
            </a:r>
            <a:r>
              <a:rPr lang="en-US" dirty="0"/>
              <a:t>", </a:t>
            </a:r>
            <a:r>
              <a:rPr lang="en-US" dirty="0" err="1"/>
              <a:t>Author.class</a:t>
            </a:r>
            <a:r>
              <a:rPr lang="en-US" dirty="0"/>
              <a:t>);</a:t>
            </a:r>
          </a:p>
          <a:p>
            <a:r>
              <a:rPr lang="en-US" dirty="0"/>
              <a:t>Eager Fetching : You can change the fetching strategy to eager loading for specific associations using annotations or XML configuration. This ensures that associated entities are loaded along with the main entity in a single query.</a:t>
            </a:r>
          </a:p>
          <a:p>
            <a:endParaRPr lang="en-US" dirty="0"/>
          </a:p>
          <a:p>
            <a:r>
              <a:rPr lang="en-US" dirty="0"/>
              <a:t>@OneToMany(fetch = </a:t>
            </a:r>
            <a:r>
              <a:rPr lang="en-US" dirty="0" err="1"/>
              <a:t>FetchType.EAGER</a:t>
            </a:r>
            <a:r>
              <a:rPr lang="en-US" dirty="0"/>
              <a:t>)</a:t>
            </a:r>
          </a:p>
          <a:p>
            <a:r>
              <a:rPr lang="en-US" dirty="0"/>
              <a:t>@JoinColumn(name = "</a:t>
            </a:r>
            <a:r>
              <a:rPr lang="en-US" dirty="0" err="1"/>
              <a:t>author_id</a:t>
            </a:r>
            <a:r>
              <a:rPr lang="en-US" dirty="0"/>
              <a:t>")</a:t>
            </a:r>
          </a:p>
          <a:p>
            <a:r>
              <a:rPr lang="en-US" dirty="0"/>
              <a:t>private List&lt;Book&gt; books;</a:t>
            </a:r>
            <a:endParaRPr lang="en-IN" dirty="0"/>
          </a:p>
        </p:txBody>
      </p:sp>
    </p:spTree>
    <p:extLst>
      <p:ext uri="{BB962C8B-B14F-4D97-AF65-F5344CB8AC3E}">
        <p14:creationId xmlns:p14="http://schemas.microsoft.com/office/powerpoint/2010/main" val="37837134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23249-6437-5828-AD04-F28F09558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C4387-9A06-9EE9-7865-03558C1FFE58}"/>
              </a:ext>
            </a:extLst>
          </p:cNvPr>
          <p:cNvSpPr>
            <a:spLocks noGrp="1"/>
          </p:cNvSpPr>
          <p:nvPr>
            <p:ph type="title"/>
          </p:nvPr>
        </p:nvSpPr>
        <p:spPr>
          <a:xfrm>
            <a:off x="838200" y="365125"/>
            <a:ext cx="10515600" cy="511953"/>
          </a:xfrm>
        </p:spPr>
        <p:txBody>
          <a:bodyPr>
            <a:normAutofit fontScale="90000"/>
          </a:bodyPr>
          <a:lstStyle/>
          <a:p>
            <a:r>
              <a:rPr lang="en-IN" sz="3200" dirty="0"/>
              <a:t>N+1 problem solution</a:t>
            </a:r>
          </a:p>
        </p:txBody>
      </p:sp>
      <p:sp>
        <p:nvSpPr>
          <p:cNvPr id="3" name="Content Placeholder 2">
            <a:extLst>
              <a:ext uri="{FF2B5EF4-FFF2-40B4-BE49-F238E27FC236}">
                <a16:creationId xmlns:a16="http://schemas.microsoft.com/office/drawing/2014/main" id="{C1B2A240-880F-AB68-E616-DE599882BD03}"/>
              </a:ext>
            </a:extLst>
          </p:cNvPr>
          <p:cNvSpPr>
            <a:spLocks noGrp="1"/>
          </p:cNvSpPr>
          <p:nvPr>
            <p:ph idx="1"/>
          </p:nvPr>
        </p:nvSpPr>
        <p:spPr>
          <a:xfrm>
            <a:off x="838200" y="877078"/>
            <a:ext cx="10515600" cy="5299885"/>
          </a:xfrm>
        </p:spPr>
        <p:txBody>
          <a:bodyPr>
            <a:normAutofit fontScale="85000" lnSpcReduction="20000"/>
          </a:bodyPr>
          <a:lstStyle/>
          <a:p>
            <a:r>
              <a:rPr lang="en-US" dirty="0"/>
              <a:t>Batch Fetching : Implement batch fetching to retrieve multiple entities in a single query. This can be done using Hibernate-specific features like @BatchSize.</a:t>
            </a:r>
          </a:p>
          <a:p>
            <a:endParaRPr lang="en-US" dirty="0"/>
          </a:p>
          <a:p>
            <a:r>
              <a:rPr lang="en-US" dirty="0"/>
              <a:t>@BatchSize(size = 10)</a:t>
            </a:r>
          </a:p>
          <a:p>
            <a:r>
              <a:rPr lang="en-US" dirty="0"/>
              <a:t>private List&lt;Book&gt; books;</a:t>
            </a:r>
          </a:p>
          <a:p>
            <a:r>
              <a:rPr lang="en-US" dirty="0" err="1"/>
              <a:t>Subselect</a:t>
            </a:r>
            <a:r>
              <a:rPr lang="en-US" dirty="0"/>
              <a:t> Fetching : </a:t>
            </a:r>
            <a:r>
              <a:rPr lang="en-US" dirty="0" err="1"/>
              <a:t>Subselect</a:t>
            </a:r>
            <a:r>
              <a:rPr lang="en-US" dirty="0"/>
              <a:t> fetching is another strategy in Hibernate to address the N+1 problem. It allows you to fetch associated entities using </a:t>
            </a:r>
            <a:r>
              <a:rPr lang="en-US" dirty="0" err="1"/>
              <a:t>subselect</a:t>
            </a:r>
            <a:r>
              <a:rPr lang="en-US" dirty="0"/>
              <a:t> queries, which can be particularly useful when you want to load related data lazily but still avoid the N+1 query issue.</a:t>
            </a:r>
          </a:p>
          <a:p>
            <a:endParaRPr lang="en-US" dirty="0"/>
          </a:p>
          <a:p>
            <a:r>
              <a:rPr lang="en-US" dirty="0"/>
              <a:t>@OneToMany(fetch = </a:t>
            </a:r>
            <a:r>
              <a:rPr lang="en-US" dirty="0" err="1"/>
              <a:t>FetchType.LAZY</a:t>
            </a:r>
            <a:r>
              <a:rPr lang="en-US" dirty="0"/>
              <a:t>)</a:t>
            </a:r>
          </a:p>
          <a:p>
            <a:r>
              <a:rPr lang="en-US" dirty="0"/>
              <a:t>@Fetch(FetchMode.SUBSELECT)</a:t>
            </a:r>
          </a:p>
          <a:p>
            <a:r>
              <a:rPr lang="en-US" dirty="0"/>
              <a:t>@JoinColumn(name = "</a:t>
            </a:r>
            <a:r>
              <a:rPr lang="en-US" dirty="0" err="1"/>
              <a:t>author_id</a:t>
            </a:r>
            <a:r>
              <a:rPr lang="en-US" dirty="0"/>
              <a:t>")</a:t>
            </a:r>
          </a:p>
          <a:p>
            <a:r>
              <a:rPr lang="en-US" dirty="0"/>
              <a:t>private List&lt;Book&gt; books;</a:t>
            </a:r>
          </a:p>
          <a:p>
            <a:r>
              <a:rPr lang="en-IN" dirty="0">
                <a:hlinkClick r:id="rId2"/>
              </a:rPr>
              <a:t>https://www.baeldung.com/hibernate-fetchmode</a:t>
            </a:r>
            <a:r>
              <a:rPr lang="en-US"/>
              <a:t> </a:t>
            </a:r>
            <a:endParaRPr lang="en-IN" dirty="0"/>
          </a:p>
        </p:txBody>
      </p:sp>
    </p:spTree>
    <p:extLst>
      <p:ext uri="{BB962C8B-B14F-4D97-AF65-F5344CB8AC3E}">
        <p14:creationId xmlns:p14="http://schemas.microsoft.com/office/powerpoint/2010/main" val="56093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2151B2-F95B-338A-3F84-27FC6CBE8E8F}"/>
              </a:ext>
            </a:extLst>
          </p:cNvPr>
          <p:cNvSpPr>
            <a:spLocks noGrp="1"/>
          </p:cNvSpPr>
          <p:nvPr>
            <p:ph idx="1"/>
          </p:nvPr>
        </p:nvSpPr>
        <p:spPr>
          <a:xfrm>
            <a:off x="130629" y="158620"/>
            <a:ext cx="11223171" cy="6503437"/>
          </a:xfrm>
        </p:spPr>
        <p:txBody>
          <a:bodyPr/>
          <a:lstStyle/>
          <a:p>
            <a:r>
              <a:rPr lang="en-IN" b="0" i="0" dirty="0">
                <a:solidFill>
                  <a:srgbClr val="9B51E0"/>
                </a:solidFill>
                <a:effectLst/>
                <a:latin typeface="JetBrains Mono"/>
              </a:rPr>
              <a:t>@Id</a:t>
            </a:r>
            <a:r>
              <a:rPr lang="en-IN" b="0" i="0" dirty="0">
                <a:solidFill>
                  <a:srgbClr val="1B1642"/>
                </a:solidFill>
                <a:effectLst/>
                <a:latin typeface="JetBrains Mono"/>
              </a:rPr>
              <a:t> </a:t>
            </a:r>
            <a:r>
              <a:rPr lang="en-IN" b="0" i="0" dirty="0">
                <a:solidFill>
                  <a:srgbClr val="9B51E0"/>
                </a:solidFill>
                <a:effectLst/>
                <a:latin typeface="JetBrains Mono"/>
              </a:rPr>
              <a:t>@GeneratedValue(</a:t>
            </a:r>
            <a:r>
              <a:rPr lang="en-IN" b="0" i="0" dirty="0">
                <a:solidFill>
                  <a:srgbClr val="1B1642"/>
                </a:solidFill>
                <a:effectLst/>
                <a:latin typeface="JetBrains Mono"/>
              </a:rPr>
              <a:t>strategy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err="1">
                <a:solidFill>
                  <a:srgbClr val="1B1642"/>
                </a:solidFill>
                <a:effectLst/>
                <a:latin typeface="JetBrains Mono"/>
              </a:rPr>
              <a:t>GenerationType</a:t>
            </a:r>
            <a:r>
              <a:rPr lang="en-IN" b="0" i="0" dirty="0" err="1">
                <a:solidFill>
                  <a:srgbClr val="9B51E0"/>
                </a:solidFill>
                <a:effectLst/>
                <a:latin typeface="JetBrains Mono"/>
              </a:rPr>
              <a:t>.</a:t>
            </a:r>
            <a:r>
              <a:rPr lang="en-IN" b="0" i="0" dirty="0" err="1">
                <a:solidFill>
                  <a:srgbClr val="1B1642"/>
                </a:solidFill>
                <a:effectLst/>
                <a:latin typeface="JetBrains Mono"/>
              </a:rPr>
              <a:t>IDENTITY</a:t>
            </a:r>
            <a:r>
              <a:rPr lang="en-IN" b="0" i="0" dirty="0">
                <a:solidFill>
                  <a:srgbClr val="9B51E0"/>
                </a:solidFill>
                <a:effectLst/>
                <a:latin typeface="JetBrains Mono"/>
              </a:rPr>
              <a:t>)</a:t>
            </a:r>
          </a:p>
          <a:p>
            <a:pPr marL="0" indent="0">
              <a:buNone/>
            </a:pPr>
            <a:endParaRPr lang="en-IN" b="0" i="0" dirty="0">
              <a:solidFill>
                <a:srgbClr val="9B51E0"/>
              </a:solidFill>
              <a:effectLst/>
              <a:latin typeface="JetBrains Mono"/>
            </a:endParaRPr>
          </a:p>
          <a:p>
            <a:r>
              <a:rPr lang="en-IN" b="0" i="0" dirty="0">
                <a:solidFill>
                  <a:srgbClr val="9B51E0"/>
                </a:solidFill>
                <a:effectLst/>
                <a:latin typeface="JetBrains Mono"/>
              </a:rPr>
              <a:t>@OneToMany(</a:t>
            </a:r>
            <a:r>
              <a:rPr lang="en-IN" b="0" i="0" dirty="0">
                <a:solidFill>
                  <a:srgbClr val="1B1642"/>
                </a:solidFill>
                <a:effectLst/>
                <a:latin typeface="JetBrains Mono"/>
              </a:rPr>
              <a:t>mappedBy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27AE60"/>
                </a:solidFill>
                <a:effectLst/>
                <a:latin typeface="JetBrains Mono"/>
              </a:rPr>
              <a:t>"book"</a:t>
            </a:r>
            <a:r>
              <a:rPr lang="en-IN" b="0" i="0" dirty="0">
                <a:solidFill>
                  <a:srgbClr val="9B51E0"/>
                </a:solidFill>
                <a:effectLst/>
                <a:latin typeface="JetBrains Mono"/>
              </a:rPr>
              <a:t>,</a:t>
            </a:r>
            <a:r>
              <a:rPr lang="en-IN" b="0" i="0" dirty="0">
                <a:solidFill>
                  <a:srgbClr val="1B1642"/>
                </a:solidFill>
                <a:effectLst/>
                <a:latin typeface="JetBrains Mono"/>
              </a:rPr>
              <a:t> fetch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err="1">
                <a:solidFill>
                  <a:srgbClr val="1B1642"/>
                </a:solidFill>
                <a:effectLst/>
                <a:latin typeface="JetBrains Mono"/>
              </a:rPr>
              <a:t>FetchType</a:t>
            </a:r>
            <a:r>
              <a:rPr lang="en-IN" b="0" i="0" dirty="0" err="1">
                <a:solidFill>
                  <a:srgbClr val="9B51E0"/>
                </a:solidFill>
                <a:effectLst/>
                <a:latin typeface="JetBrains Mono"/>
              </a:rPr>
              <a:t>.</a:t>
            </a:r>
            <a:r>
              <a:rPr lang="en-IN" b="0" i="0" dirty="0" err="1">
                <a:solidFill>
                  <a:srgbClr val="1B1642"/>
                </a:solidFill>
                <a:effectLst/>
                <a:latin typeface="JetBrains Mono"/>
              </a:rPr>
              <a:t>LAZY</a:t>
            </a:r>
            <a:r>
              <a:rPr lang="en-IN" b="0" i="0" dirty="0">
                <a:solidFill>
                  <a:srgbClr val="9B51E0"/>
                </a:solidFill>
                <a:effectLst/>
                <a:latin typeface="JetBrains Mono"/>
              </a:rPr>
              <a:t>,</a:t>
            </a:r>
            <a:r>
              <a:rPr lang="en-IN" b="0" i="0" dirty="0">
                <a:solidFill>
                  <a:srgbClr val="1B1642"/>
                </a:solidFill>
                <a:effectLst/>
                <a:latin typeface="JetBrains Mono"/>
              </a:rPr>
              <a:t> cascade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err="1">
                <a:solidFill>
                  <a:srgbClr val="1B1642"/>
                </a:solidFill>
                <a:effectLst/>
                <a:latin typeface="JetBrains Mono"/>
              </a:rPr>
              <a:t>CascadeType</a:t>
            </a:r>
            <a:r>
              <a:rPr lang="en-IN" b="0" i="0" dirty="0" err="1">
                <a:solidFill>
                  <a:srgbClr val="9B51E0"/>
                </a:solidFill>
                <a:effectLst/>
                <a:latin typeface="JetBrains Mono"/>
              </a:rPr>
              <a:t>.</a:t>
            </a:r>
            <a:r>
              <a:rPr lang="en-IN" b="0" i="0" dirty="0" err="1">
                <a:solidFill>
                  <a:srgbClr val="1B1642"/>
                </a:solidFill>
                <a:effectLst/>
                <a:latin typeface="JetBrains Mono"/>
              </a:rPr>
              <a:t>ALL</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006AFF"/>
                </a:solidFill>
                <a:effectLst/>
                <a:latin typeface="JetBrains Mono"/>
              </a:rPr>
              <a:t>private</a:t>
            </a:r>
            <a:r>
              <a:rPr lang="en-IN" b="0" i="0" dirty="0">
                <a:solidFill>
                  <a:srgbClr val="1B1642"/>
                </a:solidFill>
                <a:effectLst/>
                <a:latin typeface="JetBrains Mono"/>
              </a:rPr>
              <a:t> Set</a:t>
            </a:r>
            <a:r>
              <a:rPr lang="en-IN" b="0" i="0" dirty="0">
                <a:solidFill>
                  <a:srgbClr val="9B51E0"/>
                </a:solidFill>
                <a:effectLst/>
                <a:latin typeface="JetBrains Mono"/>
              </a:rPr>
              <a:t>&lt;</a:t>
            </a:r>
            <a:r>
              <a:rPr lang="en-IN" b="0" i="0" dirty="0">
                <a:solidFill>
                  <a:srgbClr val="1B1642"/>
                </a:solidFill>
                <a:effectLst/>
                <a:latin typeface="JetBrains Mono"/>
              </a:rPr>
              <a:t>Page</a:t>
            </a:r>
            <a:r>
              <a:rPr lang="en-IN" b="0" i="0" dirty="0">
                <a:solidFill>
                  <a:srgbClr val="9B51E0"/>
                </a:solidFill>
                <a:effectLst/>
                <a:latin typeface="JetBrains Mono"/>
              </a:rPr>
              <a:t>&gt;</a:t>
            </a:r>
            <a:r>
              <a:rPr lang="en-IN" b="0" i="0" dirty="0">
                <a:solidFill>
                  <a:srgbClr val="1B1642"/>
                </a:solidFill>
                <a:effectLst/>
                <a:latin typeface="JetBrains Mono"/>
              </a:rPr>
              <a:t> pages</a:t>
            </a:r>
            <a:r>
              <a:rPr lang="en-IN" b="0" i="0" dirty="0">
                <a:solidFill>
                  <a:srgbClr val="9B51E0"/>
                </a:solidFill>
                <a:effectLst/>
                <a:latin typeface="JetBrains Mono"/>
              </a:rPr>
              <a:t>;</a:t>
            </a:r>
          </a:p>
          <a:p>
            <a:pPr marL="0" indent="0">
              <a:buNone/>
            </a:pPr>
            <a:endParaRPr lang="en-IN" dirty="0">
              <a:solidFill>
                <a:srgbClr val="9B51E0"/>
              </a:solidFill>
              <a:latin typeface="JetBrains Mono"/>
            </a:endParaRPr>
          </a:p>
          <a:p>
            <a:r>
              <a:rPr lang="en-US" b="0" i="0" dirty="0">
                <a:solidFill>
                  <a:srgbClr val="9B51E0"/>
                </a:solidFill>
                <a:effectLst/>
                <a:latin typeface="JetBrains Mono"/>
              </a:rPr>
              <a:t>@ManyToOne(</a:t>
            </a:r>
            <a:r>
              <a:rPr lang="en-US" b="0" i="0" dirty="0">
                <a:solidFill>
                  <a:srgbClr val="1B1642"/>
                </a:solidFill>
                <a:effectLst/>
                <a:latin typeface="JetBrains Mono"/>
              </a:rPr>
              <a:t>fetch </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err="1">
                <a:solidFill>
                  <a:srgbClr val="1B1642"/>
                </a:solidFill>
                <a:effectLst/>
                <a:latin typeface="JetBrains Mono"/>
              </a:rPr>
              <a:t>FetchType</a:t>
            </a:r>
            <a:r>
              <a:rPr lang="en-US" b="0" i="0" dirty="0" err="1">
                <a:solidFill>
                  <a:srgbClr val="9B51E0"/>
                </a:solidFill>
                <a:effectLst/>
                <a:latin typeface="JetBrains Mono"/>
              </a:rPr>
              <a:t>.</a:t>
            </a:r>
            <a:r>
              <a:rPr lang="en-US" b="0" i="0" dirty="0" err="1">
                <a:solidFill>
                  <a:srgbClr val="1B1642"/>
                </a:solidFill>
                <a:effectLst/>
                <a:latin typeface="JetBrains Mono"/>
              </a:rPr>
              <a:t>LAZY</a:t>
            </a:r>
            <a:r>
              <a:rPr lang="en-US" b="0" i="0" dirty="0">
                <a:solidFill>
                  <a:srgbClr val="9B51E0"/>
                </a:solidFill>
                <a:effectLst/>
                <a:latin typeface="JetBrains Mono"/>
              </a:rPr>
              <a:t>,</a:t>
            </a:r>
            <a:r>
              <a:rPr lang="en-US" b="0" i="0" dirty="0">
                <a:solidFill>
                  <a:srgbClr val="1B1642"/>
                </a:solidFill>
                <a:effectLst/>
                <a:latin typeface="JetBrains Mono"/>
              </a:rPr>
              <a:t> optional </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a:solidFill>
                  <a:srgbClr val="FF4081"/>
                </a:solidFill>
                <a:effectLst/>
                <a:latin typeface="JetBrains Mono"/>
              </a:rPr>
              <a:t>false</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a:solidFill>
                  <a:srgbClr val="9B51E0"/>
                </a:solidFill>
                <a:effectLst/>
                <a:latin typeface="JetBrains Mono"/>
              </a:rPr>
              <a:t>@JoinColumn(</a:t>
            </a:r>
            <a:r>
              <a:rPr lang="en-US" b="0" i="0" dirty="0">
                <a:solidFill>
                  <a:srgbClr val="1B1642"/>
                </a:solidFill>
                <a:effectLst/>
                <a:latin typeface="JetBrains Mono"/>
              </a:rPr>
              <a:t>name </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a:solidFill>
                  <a:srgbClr val="27AE60"/>
                </a:solidFill>
                <a:effectLst/>
                <a:latin typeface="JetBrains Mono"/>
              </a:rPr>
              <a:t>"</a:t>
            </a:r>
            <a:r>
              <a:rPr lang="en-US" b="0" i="0" dirty="0" err="1">
                <a:solidFill>
                  <a:srgbClr val="27AE60"/>
                </a:solidFill>
                <a:effectLst/>
                <a:latin typeface="JetBrains Mono"/>
              </a:rPr>
              <a:t>book_id</a:t>
            </a:r>
            <a:r>
              <a:rPr lang="en-US" b="0" i="0" dirty="0">
                <a:solidFill>
                  <a:srgbClr val="27AE60"/>
                </a:solidFill>
                <a:effectLst/>
                <a:latin typeface="JetBrains Mono"/>
              </a:rPr>
              <a:t>"</a:t>
            </a:r>
            <a:r>
              <a:rPr lang="en-US" b="0" i="0" dirty="0">
                <a:solidFill>
                  <a:srgbClr val="9B51E0"/>
                </a:solidFill>
                <a:effectLst/>
                <a:latin typeface="JetBrains Mono"/>
              </a:rPr>
              <a:t>,</a:t>
            </a:r>
            <a:r>
              <a:rPr lang="en-US" b="0" i="0" dirty="0">
                <a:solidFill>
                  <a:srgbClr val="1B1642"/>
                </a:solidFill>
                <a:effectLst/>
                <a:latin typeface="JetBrains Mono"/>
              </a:rPr>
              <a:t> nullable </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a:solidFill>
                  <a:srgbClr val="FF4081"/>
                </a:solidFill>
                <a:effectLst/>
                <a:latin typeface="JetBrains Mono"/>
              </a:rPr>
              <a:t>false</a:t>
            </a:r>
            <a:r>
              <a:rPr lang="en-US" b="0" i="0" dirty="0">
                <a:solidFill>
                  <a:srgbClr val="9B51E0"/>
                </a:solidFill>
                <a:effectLst/>
                <a:latin typeface="JetBrains Mono"/>
              </a:rPr>
              <a:t>)</a:t>
            </a:r>
            <a:endParaRPr lang="en-IN" dirty="0"/>
          </a:p>
        </p:txBody>
      </p:sp>
    </p:spTree>
    <p:extLst>
      <p:ext uri="{BB962C8B-B14F-4D97-AF65-F5344CB8AC3E}">
        <p14:creationId xmlns:p14="http://schemas.microsoft.com/office/powerpoint/2010/main" val="928274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E7098-ADCD-CA15-9BFC-846A45B89A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5E5F54-D3C1-9B0B-6CC7-1850B353BA82}"/>
              </a:ext>
            </a:extLst>
          </p:cNvPr>
          <p:cNvSpPr>
            <a:spLocks noGrp="1"/>
          </p:cNvSpPr>
          <p:nvPr>
            <p:ph idx="1"/>
          </p:nvPr>
        </p:nvSpPr>
        <p:spPr>
          <a:xfrm>
            <a:off x="130629" y="158620"/>
            <a:ext cx="11223171" cy="6503437"/>
          </a:xfrm>
        </p:spPr>
        <p:txBody>
          <a:bodyPr>
            <a:normAutofit fontScale="92500" lnSpcReduction="10000"/>
          </a:bodyPr>
          <a:lstStyle/>
          <a:p>
            <a:r>
              <a:rPr lang="en-US" b="0" i="0" dirty="0">
                <a:solidFill>
                  <a:srgbClr val="9B51E0"/>
                </a:solidFill>
                <a:effectLst/>
                <a:latin typeface="JetBrains Mono"/>
              </a:rPr>
              <a:t>@OneToMany Annotation</a:t>
            </a:r>
          </a:p>
          <a:p>
            <a:r>
              <a:rPr lang="en-US" b="0" i="0" dirty="0">
                <a:effectLst/>
                <a:latin typeface="JetBrains Mono"/>
              </a:rPr>
              <a:t>A one-to-many relationship between two entities is defined using the @OneToMany annotation in Spring Data JPA. It declares the </a:t>
            </a:r>
            <a:r>
              <a:rPr lang="en-US" b="0" i="0" dirty="0" err="1">
                <a:effectLst/>
                <a:latin typeface="JetBrains Mono"/>
              </a:rPr>
              <a:t>mappedBy</a:t>
            </a:r>
            <a:r>
              <a:rPr lang="en-US" b="0" i="0" dirty="0">
                <a:effectLst/>
                <a:latin typeface="JetBrains Mono"/>
              </a:rPr>
              <a:t> element to indicate the entity that owns the bidirectional relationship. Usually, the child entity owns the relationship, and the parent entity contains the @OneToMany annotation.</a:t>
            </a:r>
          </a:p>
          <a:p>
            <a:endParaRPr lang="en-US" b="0" i="0" dirty="0">
              <a:solidFill>
                <a:srgbClr val="9B51E0"/>
              </a:solidFill>
              <a:effectLst/>
              <a:latin typeface="JetBrains Mono"/>
            </a:endParaRPr>
          </a:p>
          <a:p>
            <a:r>
              <a:rPr lang="en-US" b="0" i="0" dirty="0">
                <a:solidFill>
                  <a:srgbClr val="9B51E0"/>
                </a:solidFill>
                <a:effectLst/>
                <a:latin typeface="JetBrains Mono"/>
              </a:rPr>
              <a:t>@ManyToOne Annotation</a:t>
            </a:r>
          </a:p>
          <a:p>
            <a:r>
              <a:rPr lang="en-US" b="0" i="0" dirty="0">
                <a:effectLst/>
                <a:latin typeface="JetBrains Mono"/>
              </a:rPr>
              <a:t>The @ManyToOne annotation defines a many-to-one relationship between two entities in Spring Data JPA. The child entity that has the join column is called the owner of the relationship defined using the @ManyToOne annotation.</a:t>
            </a:r>
          </a:p>
          <a:p>
            <a:endParaRPr lang="en-US" b="0" i="0" dirty="0">
              <a:solidFill>
                <a:srgbClr val="9B51E0"/>
              </a:solidFill>
              <a:effectLst/>
              <a:latin typeface="JetBrains Mono"/>
            </a:endParaRPr>
          </a:p>
          <a:p>
            <a:r>
              <a:rPr lang="en-US" b="0" i="0" dirty="0">
                <a:solidFill>
                  <a:srgbClr val="9B51E0"/>
                </a:solidFill>
                <a:effectLst/>
                <a:latin typeface="JetBrains Mono"/>
              </a:rPr>
              <a:t>@JoinColumn Annotation</a:t>
            </a:r>
          </a:p>
          <a:p>
            <a:r>
              <a:rPr lang="en-US" b="0" i="0" dirty="0">
                <a:effectLst/>
                <a:latin typeface="JetBrains Mono"/>
              </a:rPr>
              <a:t>The @JoinColumn annotation is used to specify the foreign key column in the relationship owner. The inverse side of the relationship sets the </a:t>
            </a:r>
            <a:r>
              <a:rPr lang="en-US" b="0" i="0" dirty="0" err="1">
                <a:effectLst/>
                <a:latin typeface="JetBrains Mono"/>
              </a:rPr>
              <a:t>mappedBy</a:t>
            </a:r>
            <a:r>
              <a:rPr lang="en-US" b="0" i="0" dirty="0">
                <a:effectLst/>
                <a:latin typeface="JetBrains Mono"/>
              </a:rPr>
              <a:t> attribute to indicate that the relationship is owned by the other entity</a:t>
            </a:r>
            <a:r>
              <a:rPr lang="en-US" b="0" i="0" dirty="0">
                <a:solidFill>
                  <a:srgbClr val="9B51E0"/>
                </a:solidFill>
                <a:effectLst/>
                <a:latin typeface="JetBrains Mono"/>
              </a:rPr>
              <a:t>.</a:t>
            </a:r>
            <a:endParaRPr lang="en-IN" dirty="0"/>
          </a:p>
        </p:txBody>
      </p:sp>
    </p:spTree>
    <p:extLst>
      <p:ext uri="{BB962C8B-B14F-4D97-AF65-F5344CB8AC3E}">
        <p14:creationId xmlns:p14="http://schemas.microsoft.com/office/powerpoint/2010/main" val="8238328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FBF1B5-397A-19BC-3F5B-C3232DCBAB88}"/>
              </a:ext>
            </a:extLst>
          </p:cNvPr>
          <p:cNvSpPr>
            <a:spLocks noGrp="1"/>
          </p:cNvSpPr>
          <p:nvPr>
            <p:ph idx="1"/>
          </p:nvPr>
        </p:nvSpPr>
        <p:spPr>
          <a:xfrm>
            <a:off x="158621" y="298580"/>
            <a:ext cx="11353800" cy="6260840"/>
          </a:xfrm>
        </p:spPr>
        <p:txBody>
          <a:bodyPr>
            <a:normAutofit lnSpcReduction="10000"/>
          </a:bodyPr>
          <a:lstStyle/>
          <a:p>
            <a:r>
              <a:rPr lang="en-IN" b="0" i="0" dirty="0">
                <a:solidFill>
                  <a:srgbClr val="9B51E0"/>
                </a:solidFill>
                <a:effectLst/>
                <a:latin typeface="JetBrains Mono"/>
              </a:rPr>
              <a:t>@ManyToMany(</a:t>
            </a:r>
            <a:r>
              <a:rPr lang="en-IN" b="0" i="0" dirty="0">
                <a:solidFill>
                  <a:srgbClr val="1B1642"/>
                </a:solidFill>
                <a:effectLst/>
                <a:latin typeface="JetBrains Mono"/>
              </a:rPr>
              <a:t>fetch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err="1">
                <a:solidFill>
                  <a:srgbClr val="1B1642"/>
                </a:solidFill>
                <a:effectLst/>
                <a:latin typeface="JetBrains Mono"/>
              </a:rPr>
              <a:t>FetchType</a:t>
            </a:r>
            <a:r>
              <a:rPr lang="en-IN" b="0" i="0" dirty="0" err="1">
                <a:solidFill>
                  <a:srgbClr val="9B51E0"/>
                </a:solidFill>
                <a:effectLst/>
                <a:latin typeface="JetBrains Mono"/>
              </a:rPr>
              <a:t>.</a:t>
            </a:r>
            <a:r>
              <a:rPr lang="en-IN" b="0" i="0" dirty="0" err="1">
                <a:solidFill>
                  <a:srgbClr val="1B1642"/>
                </a:solidFill>
                <a:effectLst/>
                <a:latin typeface="JetBrains Mono"/>
              </a:rPr>
              <a:t>LAZY</a:t>
            </a:r>
            <a:r>
              <a:rPr lang="en-IN" b="0" i="0" dirty="0">
                <a:solidFill>
                  <a:srgbClr val="9B51E0"/>
                </a:solidFill>
                <a:effectLst/>
                <a:latin typeface="JetBrains Mono"/>
              </a:rPr>
              <a:t>,</a:t>
            </a:r>
            <a:r>
              <a:rPr lang="en-IN" b="0" i="0" dirty="0">
                <a:solidFill>
                  <a:srgbClr val="1B1642"/>
                </a:solidFill>
                <a:effectLst/>
                <a:latin typeface="JetBrains Mono"/>
              </a:rPr>
              <a:t> cascade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err="1">
                <a:solidFill>
                  <a:srgbClr val="1B1642"/>
                </a:solidFill>
                <a:effectLst/>
                <a:latin typeface="JetBrains Mono"/>
              </a:rPr>
              <a:t>CascadeType</a:t>
            </a:r>
            <a:r>
              <a:rPr lang="en-IN" b="0" i="0" dirty="0" err="1">
                <a:solidFill>
                  <a:srgbClr val="9B51E0"/>
                </a:solidFill>
                <a:effectLst/>
                <a:latin typeface="JetBrains Mono"/>
              </a:rPr>
              <a:t>.</a:t>
            </a:r>
            <a:r>
              <a:rPr lang="en-IN" b="0" i="0" dirty="0" err="1">
                <a:solidFill>
                  <a:srgbClr val="1B1642"/>
                </a:solidFill>
                <a:effectLst/>
                <a:latin typeface="JetBrains Mono"/>
              </a:rPr>
              <a:t>PERSIST</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9B51E0"/>
                </a:solidFill>
                <a:effectLst/>
                <a:latin typeface="JetBrains Mono"/>
              </a:rPr>
              <a:t>@JoinTable(</a:t>
            </a:r>
            <a:r>
              <a:rPr lang="en-IN" b="0" i="0" dirty="0">
                <a:solidFill>
                  <a:srgbClr val="1B1642"/>
                </a:solidFill>
                <a:effectLst/>
                <a:latin typeface="JetBrains Mono"/>
              </a:rPr>
              <a:t>name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27AE60"/>
                </a:solidFill>
                <a:effectLst/>
                <a:latin typeface="JetBrains Mono"/>
              </a:rPr>
              <a:t>"</a:t>
            </a:r>
            <a:r>
              <a:rPr lang="en-IN" b="0" i="0" dirty="0" err="1">
                <a:solidFill>
                  <a:srgbClr val="27AE60"/>
                </a:solidFill>
                <a:effectLst/>
                <a:latin typeface="JetBrains Mono"/>
              </a:rPr>
              <a:t>students_courses</a:t>
            </a:r>
            <a:r>
              <a:rPr lang="en-IN" b="0" i="0" dirty="0">
                <a:solidFill>
                  <a:srgbClr val="27AE60"/>
                </a:solidFill>
                <a:effectLst/>
                <a:latin typeface="JetBrains Mono"/>
              </a:rPr>
              <a:t>"</a:t>
            </a:r>
            <a:r>
              <a:rPr lang="en-IN" b="0" i="0" dirty="0">
                <a:solidFill>
                  <a:srgbClr val="9B51E0"/>
                </a:solidFill>
                <a:effectLst/>
                <a:latin typeface="JetBrains Mono"/>
              </a:rPr>
              <a:t>,</a:t>
            </a:r>
            <a:r>
              <a:rPr lang="en-IN" b="0" i="0" dirty="0">
                <a:solidFill>
                  <a:srgbClr val="1B1642"/>
                </a:solidFill>
                <a:effectLst/>
                <a:latin typeface="JetBrains Mono"/>
              </a:rPr>
              <a:t> </a:t>
            </a:r>
          </a:p>
          <a:p>
            <a:r>
              <a:rPr lang="en-IN" b="0" i="0" dirty="0" err="1">
                <a:solidFill>
                  <a:srgbClr val="1B1642"/>
                </a:solidFill>
                <a:effectLst/>
                <a:latin typeface="JetBrains Mono"/>
              </a:rPr>
              <a:t>joinColumns</a:t>
            </a:r>
            <a:r>
              <a:rPr lang="en-IN" b="0" i="0" dirty="0">
                <a:solidFill>
                  <a:srgbClr val="1B1642"/>
                </a:solidFill>
                <a:effectLst/>
                <a:latin typeface="JetBrains Mono"/>
              </a:rPr>
              <a:t>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9B51E0"/>
                </a:solidFill>
                <a:effectLst/>
                <a:latin typeface="JetBrains Mono"/>
              </a:rPr>
              <a:t>@JoinColumn(</a:t>
            </a:r>
          </a:p>
          <a:p>
            <a:pPr lvl="1"/>
            <a:r>
              <a:rPr lang="en-IN" b="0" i="0" dirty="0">
                <a:solidFill>
                  <a:srgbClr val="1B1642"/>
                </a:solidFill>
                <a:effectLst/>
                <a:latin typeface="JetBrains Mono"/>
              </a:rPr>
              <a:t>name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27AE60"/>
                </a:solidFill>
                <a:effectLst/>
                <a:latin typeface="JetBrains Mono"/>
              </a:rPr>
              <a:t>"</a:t>
            </a:r>
            <a:r>
              <a:rPr lang="en-IN" b="0" i="0" dirty="0" err="1">
                <a:solidFill>
                  <a:srgbClr val="27AE60"/>
                </a:solidFill>
                <a:effectLst/>
                <a:latin typeface="JetBrains Mono"/>
              </a:rPr>
              <a:t>student_id</a:t>
            </a:r>
            <a:r>
              <a:rPr lang="en-IN" b="0" i="0" dirty="0">
                <a:solidFill>
                  <a:srgbClr val="27AE60"/>
                </a:solidFill>
                <a:effectLst/>
                <a:latin typeface="JetBrains Mono"/>
              </a:rPr>
              <a:t>"</a:t>
            </a:r>
            <a:r>
              <a:rPr lang="en-IN" b="0" i="0" dirty="0">
                <a:solidFill>
                  <a:srgbClr val="9B51E0"/>
                </a:solidFill>
                <a:effectLst/>
                <a:latin typeface="JetBrains Mono"/>
              </a:rPr>
              <a:t>,</a:t>
            </a:r>
          </a:p>
          <a:p>
            <a:pPr lvl="1"/>
            <a:r>
              <a:rPr lang="en-IN" b="0" i="0" dirty="0">
                <a:solidFill>
                  <a:srgbClr val="1B1642"/>
                </a:solidFill>
                <a:effectLst/>
                <a:latin typeface="JetBrains Mono"/>
              </a:rPr>
              <a:t> </a:t>
            </a:r>
            <a:r>
              <a:rPr lang="en-IN" b="0" i="0" dirty="0" err="1">
                <a:solidFill>
                  <a:srgbClr val="1B1642"/>
                </a:solidFill>
                <a:effectLst/>
                <a:latin typeface="JetBrains Mono"/>
              </a:rPr>
              <a:t>referencedColumnName</a:t>
            </a:r>
            <a:r>
              <a:rPr lang="en-IN" b="0" i="0" dirty="0">
                <a:solidFill>
                  <a:srgbClr val="1B1642"/>
                </a:solidFill>
                <a:effectLst/>
                <a:latin typeface="JetBrains Mono"/>
              </a:rPr>
              <a:t>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27AE60"/>
                </a:solidFill>
                <a:effectLst/>
                <a:latin typeface="JetBrains Mono"/>
              </a:rPr>
              <a:t>"id"</a:t>
            </a:r>
            <a:r>
              <a:rPr lang="en-IN" b="0" i="0" dirty="0">
                <a:solidFill>
                  <a:srgbClr val="9B51E0"/>
                </a:solidFill>
                <a:effectLst/>
                <a:latin typeface="JetBrains Mono"/>
              </a:rPr>
              <a:t>,</a:t>
            </a:r>
            <a:r>
              <a:rPr lang="en-IN" b="0" i="0" dirty="0">
                <a:solidFill>
                  <a:srgbClr val="1B1642"/>
                </a:solidFill>
                <a:effectLst/>
                <a:latin typeface="JetBrains Mono"/>
              </a:rPr>
              <a:t> </a:t>
            </a:r>
          </a:p>
          <a:p>
            <a:pPr lvl="1"/>
            <a:r>
              <a:rPr lang="en-IN" b="0" i="0" dirty="0">
                <a:solidFill>
                  <a:srgbClr val="1B1642"/>
                </a:solidFill>
                <a:effectLst/>
                <a:latin typeface="JetBrains Mono"/>
              </a:rPr>
              <a:t>nullable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FF4081"/>
                </a:solidFill>
                <a:effectLst/>
                <a:latin typeface="JetBrains Mono"/>
              </a:rPr>
              <a:t>false</a:t>
            </a:r>
            <a:r>
              <a:rPr lang="en-IN" b="0" i="0" dirty="0">
                <a:solidFill>
                  <a:srgbClr val="9B51E0"/>
                </a:solidFill>
                <a:effectLst/>
                <a:latin typeface="JetBrains Mono"/>
              </a:rPr>
              <a:t>,</a:t>
            </a:r>
            <a:r>
              <a:rPr lang="en-IN" b="0" i="0" dirty="0">
                <a:solidFill>
                  <a:srgbClr val="1B1642"/>
                </a:solidFill>
                <a:effectLst/>
                <a:latin typeface="JetBrains Mono"/>
              </a:rPr>
              <a:t> </a:t>
            </a:r>
          </a:p>
          <a:p>
            <a:pPr lvl="1"/>
            <a:r>
              <a:rPr lang="en-IN" b="0" i="0" dirty="0">
                <a:solidFill>
                  <a:srgbClr val="1B1642"/>
                </a:solidFill>
                <a:effectLst/>
                <a:latin typeface="JetBrains Mono"/>
              </a:rPr>
              <a:t>updatable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FF4081"/>
                </a:solidFill>
                <a:effectLst/>
                <a:latin typeface="JetBrains Mono"/>
              </a:rPr>
              <a:t>false</a:t>
            </a:r>
            <a:r>
              <a:rPr lang="en-IN" b="0" i="0" dirty="0">
                <a:solidFill>
                  <a:srgbClr val="9B51E0"/>
                </a:solidFill>
                <a:effectLst/>
                <a:latin typeface="JetBrains Mono"/>
              </a:rPr>
              <a:t>)},</a:t>
            </a:r>
            <a:r>
              <a:rPr lang="en-IN" b="0" i="0" dirty="0">
                <a:solidFill>
                  <a:srgbClr val="1B1642"/>
                </a:solidFill>
                <a:effectLst/>
                <a:latin typeface="JetBrains Mono"/>
              </a:rPr>
              <a:t> </a:t>
            </a:r>
          </a:p>
          <a:p>
            <a:r>
              <a:rPr lang="en-IN" b="0" i="0" dirty="0" err="1">
                <a:solidFill>
                  <a:srgbClr val="1B1642"/>
                </a:solidFill>
                <a:effectLst/>
                <a:latin typeface="JetBrains Mono"/>
              </a:rPr>
              <a:t>inverseJoinColumns</a:t>
            </a:r>
            <a:r>
              <a:rPr lang="en-IN" b="0" i="0" dirty="0">
                <a:solidFill>
                  <a:srgbClr val="1B1642"/>
                </a:solidFill>
                <a:effectLst/>
                <a:latin typeface="JetBrains Mono"/>
              </a:rPr>
              <a:t>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9B51E0"/>
                </a:solidFill>
                <a:effectLst/>
                <a:latin typeface="JetBrains Mono"/>
              </a:rPr>
              <a:t>@JoinColumn(</a:t>
            </a:r>
          </a:p>
          <a:p>
            <a:pPr lvl="1"/>
            <a:r>
              <a:rPr lang="en-IN" b="0" i="0" dirty="0">
                <a:solidFill>
                  <a:srgbClr val="1B1642"/>
                </a:solidFill>
                <a:effectLst/>
                <a:latin typeface="JetBrains Mono"/>
              </a:rPr>
              <a:t>name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27AE60"/>
                </a:solidFill>
                <a:effectLst/>
                <a:latin typeface="JetBrains Mono"/>
              </a:rPr>
              <a:t>"</a:t>
            </a:r>
            <a:r>
              <a:rPr lang="en-IN" b="0" i="0" dirty="0" err="1">
                <a:solidFill>
                  <a:srgbClr val="27AE60"/>
                </a:solidFill>
                <a:effectLst/>
                <a:latin typeface="JetBrains Mono"/>
              </a:rPr>
              <a:t>course_id</a:t>
            </a:r>
            <a:r>
              <a:rPr lang="en-IN" b="0" i="0" dirty="0">
                <a:solidFill>
                  <a:srgbClr val="27AE60"/>
                </a:solidFill>
                <a:effectLst/>
                <a:latin typeface="JetBrains Mono"/>
              </a:rPr>
              <a:t>"</a:t>
            </a:r>
            <a:r>
              <a:rPr lang="en-IN" b="0" i="0" dirty="0">
                <a:solidFill>
                  <a:srgbClr val="9B51E0"/>
                </a:solidFill>
                <a:effectLst/>
                <a:latin typeface="JetBrains Mono"/>
              </a:rPr>
              <a:t>,</a:t>
            </a:r>
            <a:r>
              <a:rPr lang="en-IN" b="0" i="0" dirty="0">
                <a:solidFill>
                  <a:srgbClr val="1B1642"/>
                </a:solidFill>
                <a:effectLst/>
                <a:latin typeface="JetBrains Mono"/>
              </a:rPr>
              <a:t> </a:t>
            </a:r>
          </a:p>
          <a:p>
            <a:pPr lvl="1"/>
            <a:r>
              <a:rPr lang="en-IN" b="0" i="0" dirty="0" err="1">
                <a:solidFill>
                  <a:srgbClr val="1B1642"/>
                </a:solidFill>
                <a:effectLst/>
                <a:latin typeface="JetBrains Mono"/>
              </a:rPr>
              <a:t>referencedColumnName</a:t>
            </a:r>
            <a:r>
              <a:rPr lang="en-IN" b="0" i="0" dirty="0">
                <a:solidFill>
                  <a:srgbClr val="1B1642"/>
                </a:solidFill>
                <a:effectLst/>
                <a:latin typeface="JetBrains Mono"/>
              </a:rPr>
              <a:t>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27AE60"/>
                </a:solidFill>
                <a:effectLst/>
                <a:latin typeface="JetBrains Mono"/>
              </a:rPr>
              <a:t>"id"</a:t>
            </a:r>
            <a:r>
              <a:rPr lang="en-IN" b="0" i="0" dirty="0">
                <a:solidFill>
                  <a:srgbClr val="9B51E0"/>
                </a:solidFill>
                <a:effectLst/>
                <a:latin typeface="JetBrains Mono"/>
              </a:rPr>
              <a:t>,</a:t>
            </a:r>
            <a:r>
              <a:rPr lang="en-IN" b="0" i="0" dirty="0">
                <a:solidFill>
                  <a:srgbClr val="1B1642"/>
                </a:solidFill>
                <a:effectLst/>
                <a:latin typeface="JetBrains Mono"/>
              </a:rPr>
              <a:t> </a:t>
            </a:r>
          </a:p>
          <a:p>
            <a:pPr lvl="1"/>
            <a:r>
              <a:rPr lang="en-IN" b="0" i="0" dirty="0">
                <a:solidFill>
                  <a:srgbClr val="1B1642"/>
                </a:solidFill>
                <a:effectLst/>
                <a:latin typeface="JetBrains Mono"/>
              </a:rPr>
              <a:t>nullable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FF4081"/>
                </a:solidFill>
                <a:effectLst/>
                <a:latin typeface="JetBrains Mono"/>
              </a:rPr>
              <a:t>false</a:t>
            </a:r>
            <a:r>
              <a:rPr lang="en-IN" b="0" i="0" dirty="0">
                <a:solidFill>
                  <a:srgbClr val="9B51E0"/>
                </a:solidFill>
                <a:effectLst/>
                <a:latin typeface="JetBrains Mono"/>
              </a:rPr>
              <a:t>,</a:t>
            </a:r>
            <a:r>
              <a:rPr lang="en-IN" b="0" i="0" dirty="0">
                <a:solidFill>
                  <a:srgbClr val="1B1642"/>
                </a:solidFill>
                <a:effectLst/>
                <a:latin typeface="JetBrains Mono"/>
              </a:rPr>
              <a:t> </a:t>
            </a:r>
          </a:p>
          <a:p>
            <a:pPr lvl="1"/>
            <a:r>
              <a:rPr lang="en-IN" b="0" i="0" dirty="0">
                <a:solidFill>
                  <a:srgbClr val="1B1642"/>
                </a:solidFill>
                <a:effectLst/>
                <a:latin typeface="JetBrains Mono"/>
              </a:rPr>
              <a:t>updatable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FF4081"/>
                </a:solidFill>
                <a:effectLst/>
                <a:latin typeface="JetBrains Mono"/>
              </a:rPr>
              <a:t>false</a:t>
            </a:r>
            <a:r>
              <a:rPr lang="en-IN" b="0" i="0" dirty="0">
                <a:solidFill>
                  <a:srgbClr val="9B51E0"/>
                </a:solidFill>
                <a:effectLst/>
                <a:latin typeface="JetBrains Mono"/>
              </a:rPr>
              <a:t>)})</a:t>
            </a:r>
            <a:r>
              <a:rPr lang="en-IN" b="0" i="0" dirty="0">
                <a:solidFill>
                  <a:srgbClr val="1B1642"/>
                </a:solidFill>
                <a:effectLst/>
                <a:latin typeface="JetBrains Mono"/>
              </a:rPr>
              <a:t> </a:t>
            </a:r>
          </a:p>
          <a:p>
            <a:r>
              <a:rPr lang="en-IN" b="0" i="0" dirty="0">
                <a:solidFill>
                  <a:srgbClr val="006AFF"/>
                </a:solidFill>
                <a:effectLst/>
                <a:latin typeface="JetBrains Mono"/>
              </a:rPr>
              <a:t>private</a:t>
            </a:r>
            <a:r>
              <a:rPr lang="en-IN" b="0" i="0" dirty="0">
                <a:solidFill>
                  <a:srgbClr val="1B1642"/>
                </a:solidFill>
                <a:effectLst/>
                <a:latin typeface="JetBrains Mono"/>
              </a:rPr>
              <a:t> Set</a:t>
            </a:r>
            <a:r>
              <a:rPr lang="en-IN" b="0" i="0" dirty="0">
                <a:solidFill>
                  <a:srgbClr val="9B51E0"/>
                </a:solidFill>
                <a:effectLst/>
                <a:latin typeface="JetBrains Mono"/>
              </a:rPr>
              <a:t>&lt;</a:t>
            </a:r>
            <a:r>
              <a:rPr lang="en-IN" b="0" i="0" dirty="0">
                <a:solidFill>
                  <a:srgbClr val="1B1642"/>
                </a:solidFill>
                <a:effectLst/>
                <a:latin typeface="JetBrains Mono"/>
              </a:rPr>
              <a:t>Course</a:t>
            </a:r>
            <a:r>
              <a:rPr lang="en-IN" b="0" i="0" dirty="0">
                <a:solidFill>
                  <a:srgbClr val="9B51E0"/>
                </a:solidFill>
                <a:effectLst/>
                <a:latin typeface="JetBrains Mono"/>
              </a:rPr>
              <a:t>&gt;</a:t>
            </a:r>
            <a:r>
              <a:rPr lang="en-IN" b="0" i="0" dirty="0">
                <a:solidFill>
                  <a:srgbClr val="1B1642"/>
                </a:solidFill>
                <a:effectLst/>
                <a:latin typeface="JetBrains Mono"/>
              </a:rPr>
              <a:t> courses </a:t>
            </a:r>
            <a:r>
              <a:rPr lang="en-IN" b="0" i="0" dirty="0">
                <a:solidFill>
                  <a:srgbClr val="9B51E0"/>
                </a:solidFill>
                <a:effectLst/>
                <a:latin typeface="JetBrains Mono"/>
              </a:rPr>
              <a:t>=</a:t>
            </a:r>
            <a:r>
              <a:rPr lang="en-IN" b="0" i="0" dirty="0">
                <a:solidFill>
                  <a:srgbClr val="1B1642"/>
                </a:solidFill>
                <a:effectLst/>
                <a:latin typeface="JetBrains Mono"/>
              </a:rPr>
              <a:t> </a:t>
            </a:r>
            <a:r>
              <a:rPr lang="en-IN" b="0" i="0" dirty="0">
                <a:solidFill>
                  <a:srgbClr val="006AFF"/>
                </a:solidFill>
                <a:effectLst/>
                <a:latin typeface="JetBrains Mono"/>
              </a:rPr>
              <a:t>new</a:t>
            </a:r>
            <a:r>
              <a:rPr lang="en-IN" b="0" i="0" dirty="0">
                <a:solidFill>
                  <a:srgbClr val="1B1642"/>
                </a:solidFill>
                <a:effectLst/>
                <a:latin typeface="JetBrains Mono"/>
              </a:rPr>
              <a:t> HashSet</a:t>
            </a:r>
            <a:r>
              <a:rPr lang="en-IN" b="0" i="0" dirty="0">
                <a:solidFill>
                  <a:srgbClr val="9B51E0"/>
                </a:solidFill>
                <a:effectLst/>
                <a:latin typeface="JetBrains Mono"/>
              </a:rPr>
              <a:t>&lt;&gt;();</a:t>
            </a:r>
          </a:p>
          <a:p>
            <a:r>
              <a:rPr lang="en-US" b="0" i="0" dirty="0">
                <a:solidFill>
                  <a:srgbClr val="9B51E0"/>
                </a:solidFill>
                <a:effectLst/>
                <a:latin typeface="JetBrains Mono"/>
              </a:rPr>
              <a:t>@ManyToMany(</a:t>
            </a:r>
            <a:r>
              <a:rPr lang="en-US" b="0" i="0" dirty="0">
                <a:solidFill>
                  <a:srgbClr val="1B1642"/>
                </a:solidFill>
                <a:effectLst/>
                <a:latin typeface="JetBrains Mono"/>
              </a:rPr>
              <a:t>mappedBy </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a:solidFill>
                  <a:srgbClr val="27AE60"/>
                </a:solidFill>
                <a:effectLst/>
                <a:latin typeface="JetBrains Mono"/>
              </a:rPr>
              <a:t>"courses"</a:t>
            </a:r>
            <a:r>
              <a:rPr lang="en-US" b="0" i="0" dirty="0">
                <a:solidFill>
                  <a:srgbClr val="9B51E0"/>
                </a:solidFill>
                <a:effectLst/>
                <a:latin typeface="JetBrains Mono"/>
              </a:rPr>
              <a:t>,</a:t>
            </a:r>
            <a:r>
              <a:rPr lang="en-US" b="0" i="0" dirty="0">
                <a:solidFill>
                  <a:srgbClr val="1B1642"/>
                </a:solidFill>
                <a:effectLst/>
                <a:latin typeface="JetBrains Mono"/>
              </a:rPr>
              <a:t> fetch </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err="1">
                <a:solidFill>
                  <a:srgbClr val="1B1642"/>
                </a:solidFill>
                <a:effectLst/>
                <a:latin typeface="JetBrains Mono"/>
              </a:rPr>
              <a:t>FetchType</a:t>
            </a:r>
            <a:r>
              <a:rPr lang="en-US" b="0" i="0" dirty="0" err="1">
                <a:solidFill>
                  <a:srgbClr val="9B51E0"/>
                </a:solidFill>
                <a:effectLst/>
                <a:latin typeface="JetBrains Mono"/>
              </a:rPr>
              <a:t>.</a:t>
            </a:r>
            <a:r>
              <a:rPr lang="en-US" b="0" i="0" dirty="0" err="1">
                <a:solidFill>
                  <a:srgbClr val="1B1642"/>
                </a:solidFill>
                <a:effectLst/>
                <a:latin typeface="JetBrains Mono"/>
              </a:rPr>
              <a:t>LAZY</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a:solidFill>
                  <a:srgbClr val="006AFF"/>
                </a:solidFill>
                <a:effectLst/>
                <a:latin typeface="JetBrains Mono"/>
              </a:rPr>
              <a:t>private</a:t>
            </a:r>
            <a:r>
              <a:rPr lang="en-US" b="0" i="0" dirty="0">
                <a:solidFill>
                  <a:srgbClr val="1B1642"/>
                </a:solidFill>
                <a:effectLst/>
                <a:latin typeface="JetBrains Mono"/>
              </a:rPr>
              <a:t> Set</a:t>
            </a:r>
            <a:r>
              <a:rPr lang="en-US" b="0" i="0" dirty="0">
                <a:solidFill>
                  <a:srgbClr val="9B51E0"/>
                </a:solidFill>
                <a:effectLst/>
                <a:latin typeface="JetBrains Mono"/>
              </a:rPr>
              <a:t>&lt;</a:t>
            </a:r>
            <a:r>
              <a:rPr lang="en-US" b="0" i="0" dirty="0">
                <a:solidFill>
                  <a:srgbClr val="1B1642"/>
                </a:solidFill>
                <a:effectLst/>
                <a:latin typeface="JetBrains Mono"/>
              </a:rPr>
              <a:t>Student</a:t>
            </a:r>
            <a:r>
              <a:rPr lang="en-US" b="0" i="0" dirty="0">
                <a:solidFill>
                  <a:srgbClr val="9B51E0"/>
                </a:solidFill>
                <a:effectLst/>
                <a:latin typeface="JetBrains Mono"/>
              </a:rPr>
              <a:t>&gt;</a:t>
            </a:r>
            <a:r>
              <a:rPr lang="en-US" b="0" i="0" dirty="0">
                <a:solidFill>
                  <a:srgbClr val="1B1642"/>
                </a:solidFill>
                <a:effectLst/>
                <a:latin typeface="JetBrains Mono"/>
              </a:rPr>
              <a:t> students </a:t>
            </a:r>
            <a:r>
              <a:rPr lang="en-US" b="0" i="0" dirty="0">
                <a:solidFill>
                  <a:srgbClr val="9B51E0"/>
                </a:solidFill>
                <a:effectLst/>
                <a:latin typeface="JetBrains Mono"/>
              </a:rPr>
              <a:t>=</a:t>
            </a:r>
            <a:r>
              <a:rPr lang="en-US" b="0" i="0" dirty="0">
                <a:solidFill>
                  <a:srgbClr val="1B1642"/>
                </a:solidFill>
                <a:effectLst/>
                <a:latin typeface="JetBrains Mono"/>
              </a:rPr>
              <a:t> </a:t>
            </a:r>
            <a:r>
              <a:rPr lang="en-US" b="0" i="0" dirty="0">
                <a:solidFill>
                  <a:srgbClr val="006AFF"/>
                </a:solidFill>
                <a:effectLst/>
                <a:latin typeface="JetBrains Mono"/>
              </a:rPr>
              <a:t>new</a:t>
            </a:r>
            <a:r>
              <a:rPr lang="en-US" b="0" i="0" dirty="0">
                <a:solidFill>
                  <a:srgbClr val="1B1642"/>
                </a:solidFill>
                <a:effectLst/>
                <a:latin typeface="JetBrains Mono"/>
              </a:rPr>
              <a:t> HashSet</a:t>
            </a:r>
            <a:r>
              <a:rPr lang="en-US" b="0" i="0" dirty="0">
                <a:solidFill>
                  <a:srgbClr val="9B51E0"/>
                </a:solidFill>
                <a:effectLst/>
                <a:latin typeface="JetBrains Mono"/>
              </a:rPr>
              <a:t>&lt;&gt;();</a:t>
            </a:r>
            <a:endParaRPr lang="en-IN" dirty="0"/>
          </a:p>
        </p:txBody>
      </p:sp>
    </p:spTree>
    <p:extLst>
      <p:ext uri="{BB962C8B-B14F-4D97-AF65-F5344CB8AC3E}">
        <p14:creationId xmlns:p14="http://schemas.microsoft.com/office/powerpoint/2010/main" val="7601819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09797-088D-4231-A83B-1E7170D14EF2}"/>
              </a:ext>
            </a:extLst>
          </p:cNvPr>
          <p:cNvSpPr>
            <a:spLocks noGrp="1"/>
          </p:cNvSpPr>
          <p:nvPr>
            <p:ph idx="1"/>
          </p:nvPr>
        </p:nvSpPr>
        <p:spPr>
          <a:xfrm>
            <a:off x="139959" y="401216"/>
            <a:ext cx="11663265" cy="6270172"/>
          </a:xfrm>
        </p:spPr>
        <p:txBody>
          <a:bodyPr>
            <a:normAutofit lnSpcReduction="10000"/>
          </a:bodyPr>
          <a:lstStyle/>
          <a:p>
            <a:r>
              <a:rPr lang="en-US" dirty="0"/>
              <a:t>@</a:t>
            </a:r>
            <a:r>
              <a:rPr lang="en-US" dirty="0">
                <a:solidFill>
                  <a:srgbClr val="00B050"/>
                </a:solidFill>
              </a:rPr>
              <a:t>ManyToMany Annotation</a:t>
            </a:r>
          </a:p>
          <a:p>
            <a:r>
              <a:rPr lang="en-US" dirty="0"/>
              <a:t>A </a:t>
            </a:r>
            <a:r>
              <a:rPr lang="en-US" dirty="0">
                <a:solidFill>
                  <a:srgbClr val="00B050"/>
                </a:solidFill>
              </a:rPr>
              <a:t>many-to-many</a:t>
            </a:r>
            <a:r>
              <a:rPr lang="en-US" dirty="0"/>
              <a:t> </a:t>
            </a:r>
            <a:r>
              <a:rPr lang="en-US" dirty="0">
                <a:solidFill>
                  <a:srgbClr val="7030A0"/>
                </a:solidFill>
              </a:rPr>
              <a:t>relationship between two entities </a:t>
            </a:r>
            <a:r>
              <a:rPr lang="en-US" dirty="0"/>
              <a:t>is defined using the @ManyToMany annotation in Spring Data JPA. It uses the </a:t>
            </a:r>
            <a:r>
              <a:rPr lang="en-US" dirty="0" err="1">
                <a:solidFill>
                  <a:srgbClr val="00B050"/>
                </a:solidFill>
              </a:rPr>
              <a:t>mappedBy</a:t>
            </a:r>
            <a:r>
              <a:rPr lang="en-US" dirty="0"/>
              <a:t> attribute to indicate the entity that owns the bidirectional relationship. In a bidirectional relationship, the @ManyToMany annotation is defined in both entities, but only one entity can own the relationship. We picked the Student class as an owner of the relationship in the above example.</a:t>
            </a:r>
          </a:p>
          <a:p>
            <a:endParaRPr lang="en-US" dirty="0"/>
          </a:p>
          <a:p>
            <a:r>
              <a:rPr lang="en-US" dirty="0">
                <a:solidFill>
                  <a:srgbClr val="00B050"/>
                </a:solidFill>
              </a:rPr>
              <a:t>@JoinTable Annotation</a:t>
            </a:r>
          </a:p>
          <a:p>
            <a:r>
              <a:rPr lang="en-US" dirty="0"/>
              <a:t>The </a:t>
            </a:r>
            <a:r>
              <a:rPr lang="en-US" dirty="0">
                <a:solidFill>
                  <a:srgbClr val="00B050"/>
                </a:solidFill>
              </a:rPr>
              <a:t>@JoinTable </a:t>
            </a:r>
            <a:r>
              <a:rPr lang="en-US" dirty="0"/>
              <a:t>annotation defines the join table between two entities on the owner's side of the relationship. We have used this annotation to define the </a:t>
            </a:r>
            <a:r>
              <a:rPr lang="en-US" dirty="0" err="1"/>
              <a:t>students_courses</a:t>
            </a:r>
            <a:r>
              <a:rPr lang="en-US" dirty="0"/>
              <a:t> table. If the </a:t>
            </a:r>
            <a:r>
              <a:rPr lang="en-US" dirty="0">
                <a:solidFill>
                  <a:srgbClr val="00B050"/>
                </a:solidFill>
              </a:rPr>
              <a:t>@JoinTable </a:t>
            </a:r>
            <a:r>
              <a:rPr lang="en-US" dirty="0"/>
              <a:t>is left out, the default values of the annotation elements apply. The name of the join table is supposed to be the table names of the associated primary tables concatenated together (owning side first) using an underscore.</a:t>
            </a:r>
            <a:endParaRPr lang="en-IN" dirty="0"/>
          </a:p>
        </p:txBody>
      </p:sp>
    </p:spTree>
    <p:extLst>
      <p:ext uri="{BB962C8B-B14F-4D97-AF65-F5344CB8AC3E}">
        <p14:creationId xmlns:p14="http://schemas.microsoft.com/office/powerpoint/2010/main" val="1976919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CB603-C3C4-A244-67DD-06E930A3DFC3}"/>
              </a:ext>
            </a:extLst>
          </p:cNvPr>
          <p:cNvSpPr>
            <a:spLocks noGrp="1"/>
          </p:cNvSpPr>
          <p:nvPr>
            <p:ph type="title"/>
          </p:nvPr>
        </p:nvSpPr>
        <p:spPr>
          <a:xfrm>
            <a:off x="838200" y="365125"/>
            <a:ext cx="10515600" cy="642581"/>
          </a:xfrm>
        </p:spPr>
        <p:txBody>
          <a:bodyPr>
            <a:normAutofit/>
          </a:bodyPr>
          <a:lstStyle/>
          <a:p>
            <a:r>
              <a:rPr lang="en-IN" sz="2800" dirty="0" err="1"/>
              <a:t>CompositeKey</a:t>
            </a:r>
            <a:r>
              <a:rPr lang="en-IN" sz="2800" dirty="0"/>
              <a:t> With </a:t>
            </a:r>
            <a:r>
              <a:rPr lang="en-IN" sz="2800" dirty="0" err="1"/>
              <a:t>IdClass</a:t>
            </a:r>
            <a:endParaRPr lang="en-IN" sz="2800" dirty="0"/>
          </a:p>
        </p:txBody>
      </p:sp>
      <p:sp>
        <p:nvSpPr>
          <p:cNvPr id="3" name="Content Placeholder 2">
            <a:extLst>
              <a:ext uri="{FF2B5EF4-FFF2-40B4-BE49-F238E27FC236}">
                <a16:creationId xmlns:a16="http://schemas.microsoft.com/office/drawing/2014/main" id="{A09BF9BE-4BC4-584A-769D-A6104B534404}"/>
              </a:ext>
            </a:extLst>
          </p:cNvPr>
          <p:cNvSpPr>
            <a:spLocks noGrp="1"/>
          </p:cNvSpPr>
          <p:nvPr>
            <p:ph idx="1"/>
          </p:nvPr>
        </p:nvSpPr>
        <p:spPr>
          <a:xfrm>
            <a:off x="186612" y="1082351"/>
            <a:ext cx="11859208" cy="5410524"/>
          </a:xfrm>
        </p:spPr>
        <p:txBody>
          <a:bodyPr/>
          <a:lstStyle/>
          <a:p>
            <a:r>
              <a:rPr lang="en-IN" b="1" i="0" dirty="0">
                <a:solidFill>
                  <a:srgbClr val="63B175"/>
                </a:solidFill>
                <a:effectLst/>
                <a:latin typeface="Source Code Pro" panose="020B0509030403020204" pitchFamily="49" charset="0"/>
              </a:rPr>
              <a:t>public</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class</a:t>
            </a:r>
            <a:r>
              <a:rPr lang="en-IN" b="0" i="0" dirty="0">
                <a:solidFill>
                  <a:srgbClr val="000000"/>
                </a:solidFill>
                <a:effectLst/>
                <a:latin typeface="Source Code Pro" panose="020B0509030403020204" pitchFamily="49" charset="0"/>
              </a:rPr>
              <a:t> </a:t>
            </a:r>
            <a:r>
              <a:rPr lang="en-IN" b="1" i="0" dirty="0" err="1">
                <a:solidFill>
                  <a:srgbClr val="267438"/>
                </a:solidFill>
                <a:effectLst/>
                <a:latin typeface="Source Code Pro" panose="020B0509030403020204" pitchFamily="49" charset="0"/>
              </a:rPr>
              <a:t>AccountId</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implements</a:t>
            </a:r>
            <a:r>
              <a:rPr lang="en-IN" b="0" i="0" dirty="0">
                <a:solidFill>
                  <a:srgbClr val="000000"/>
                </a:solidFill>
                <a:effectLst/>
                <a:latin typeface="Source Code Pro" panose="020B0509030403020204" pitchFamily="49" charset="0"/>
              </a:rPr>
              <a:t> </a:t>
            </a:r>
            <a:r>
              <a:rPr lang="en-IN" b="1" i="0" dirty="0">
                <a:solidFill>
                  <a:srgbClr val="267438"/>
                </a:solidFill>
                <a:effectLst/>
                <a:latin typeface="Source Code Pro" panose="020B0509030403020204" pitchFamily="49" charset="0"/>
              </a:rPr>
              <a:t>Serializable</a:t>
            </a:r>
            <a:r>
              <a:rPr lang="en-IN" b="0" i="0" dirty="0">
                <a:solidFill>
                  <a:srgbClr val="000000"/>
                </a:solidFill>
                <a:effectLst/>
                <a:latin typeface="Source Code Pro" panose="020B0509030403020204" pitchFamily="49" charset="0"/>
              </a:rPr>
              <a:t> { </a:t>
            </a:r>
            <a:r>
              <a:rPr lang="en-IN" b="1" i="0" dirty="0">
                <a:solidFill>
                  <a:srgbClr val="63B175"/>
                </a:solidFill>
                <a:effectLst/>
                <a:latin typeface="Source Code Pro" panose="020B0509030403020204" pitchFamily="49" charset="0"/>
              </a:rPr>
              <a:t>private</a:t>
            </a:r>
            <a:r>
              <a:rPr lang="en-IN" b="0" i="0" dirty="0">
                <a:solidFill>
                  <a:srgbClr val="000000"/>
                </a:solidFill>
                <a:effectLst/>
                <a:latin typeface="Source Code Pro" panose="020B0509030403020204" pitchFamily="49" charset="0"/>
              </a:rPr>
              <a:t> String </a:t>
            </a:r>
            <a:r>
              <a:rPr lang="en-IN" b="0" i="0" dirty="0" err="1">
                <a:solidFill>
                  <a:srgbClr val="000000"/>
                </a:solidFill>
                <a:effectLst/>
                <a:latin typeface="Source Code Pro" panose="020B0509030403020204" pitchFamily="49" charset="0"/>
              </a:rPr>
              <a:t>accountNumber</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private</a:t>
            </a:r>
            <a:r>
              <a:rPr lang="en-IN" b="0" i="0" dirty="0">
                <a:solidFill>
                  <a:srgbClr val="000000"/>
                </a:solidFill>
                <a:effectLst/>
                <a:latin typeface="Source Code Pro" panose="020B0509030403020204" pitchFamily="49" charset="0"/>
              </a:rPr>
              <a:t> String </a:t>
            </a:r>
            <a:r>
              <a:rPr lang="en-IN" b="0" i="0" dirty="0" err="1">
                <a:solidFill>
                  <a:srgbClr val="000000"/>
                </a:solidFill>
                <a:effectLst/>
                <a:latin typeface="Source Code Pro" panose="020B0509030403020204" pitchFamily="49" charset="0"/>
              </a:rPr>
              <a:t>accountType</a:t>
            </a:r>
            <a:r>
              <a:rPr lang="en-IN" b="0" i="0" dirty="0">
                <a:solidFill>
                  <a:srgbClr val="000000"/>
                </a:solidFill>
                <a:effectLst/>
                <a:latin typeface="Source Code Pro" panose="020B0509030403020204" pitchFamily="49" charset="0"/>
              </a:rPr>
              <a:t>; </a:t>
            </a:r>
            <a:r>
              <a:rPr lang="en-IN" b="0" i="0" dirty="0">
                <a:solidFill>
                  <a:srgbClr val="888888"/>
                </a:solidFill>
                <a:effectLst/>
                <a:latin typeface="Source Code Pro" panose="020B0509030403020204" pitchFamily="49" charset="0"/>
              </a:rPr>
              <a:t>// default constructor</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public</a:t>
            </a:r>
            <a:r>
              <a:rPr lang="en-IN" b="0" i="0" dirty="0">
                <a:solidFill>
                  <a:srgbClr val="000000"/>
                </a:solidFill>
                <a:effectLst/>
                <a:latin typeface="Source Code Pro" panose="020B0509030403020204" pitchFamily="49" charset="0"/>
              </a:rPr>
              <a:t> </a:t>
            </a:r>
            <a:r>
              <a:rPr lang="en-IN" b="1" i="0" dirty="0" err="1">
                <a:solidFill>
                  <a:srgbClr val="267438"/>
                </a:solidFill>
                <a:effectLst/>
                <a:latin typeface="Source Code Pro" panose="020B0509030403020204" pitchFamily="49" charset="0"/>
              </a:rPr>
              <a:t>AccountId</a:t>
            </a:r>
            <a:r>
              <a:rPr lang="en-IN" b="0" i="0" dirty="0">
                <a:solidFill>
                  <a:srgbClr val="000000"/>
                </a:solidFill>
                <a:effectLst/>
                <a:latin typeface="Source Code Pro" panose="020B0509030403020204" pitchFamily="49" charset="0"/>
              </a:rPr>
              <a:t>(String </a:t>
            </a:r>
            <a:r>
              <a:rPr lang="en-IN" b="0" i="0" dirty="0" err="1">
                <a:solidFill>
                  <a:srgbClr val="000000"/>
                </a:solidFill>
                <a:effectLst/>
                <a:latin typeface="Source Code Pro" panose="020B0509030403020204" pitchFamily="49" charset="0"/>
              </a:rPr>
              <a:t>accountNumber</a:t>
            </a:r>
            <a:r>
              <a:rPr lang="en-IN" b="0" i="0" dirty="0">
                <a:solidFill>
                  <a:srgbClr val="000000"/>
                </a:solidFill>
                <a:effectLst/>
                <a:latin typeface="Source Code Pro" panose="020B0509030403020204" pitchFamily="49" charset="0"/>
              </a:rPr>
              <a:t>, String </a:t>
            </a:r>
            <a:r>
              <a:rPr lang="en-IN" b="0" i="0" dirty="0" err="1">
                <a:solidFill>
                  <a:srgbClr val="000000"/>
                </a:solidFill>
                <a:effectLst/>
                <a:latin typeface="Source Code Pro" panose="020B0509030403020204" pitchFamily="49" charset="0"/>
              </a:rPr>
              <a:t>accountType</a:t>
            </a:r>
            <a:r>
              <a:rPr lang="en-IN" b="0" i="0" dirty="0">
                <a:solidFill>
                  <a:srgbClr val="000000"/>
                </a:solidFill>
                <a:effectLst/>
                <a:latin typeface="Source Code Pro" panose="020B0509030403020204" pitchFamily="49" charset="0"/>
              </a:rPr>
              <a:t>) { </a:t>
            </a:r>
            <a:r>
              <a:rPr lang="en-IN" b="0" i="0" dirty="0" err="1">
                <a:solidFill>
                  <a:srgbClr val="397300"/>
                </a:solidFill>
                <a:effectLst/>
                <a:latin typeface="Source Code Pro" panose="020B0509030403020204" pitchFamily="49" charset="0"/>
              </a:rPr>
              <a:t>this</a:t>
            </a:r>
            <a:r>
              <a:rPr lang="en-IN" b="0" i="0" dirty="0" err="1">
                <a:solidFill>
                  <a:srgbClr val="000000"/>
                </a:solidFill>
                <a:effectLst/>
                <a:latin typeface="Source Code Pro" panose="020B0509030403020204" pitchFamily="49" charset="0"/>
              </a:rPr>
              <a:t>.accountNumber</a:t>
            </a:r>
            <a:r>
              <a:rPr lang="en-IN" b="0" i="0" dirty="0">
                <a:solidFill>
                  <a:srgbClr val="000000"/>
                </a:solidFill>
                <a:effectLst/>
                <a:latin typeface="Source Code Pro" panose="020B0509030403020204" pitchFamily="49" charset="0"/>
              </a:rPr>
              <a:t> = </a:t>
            </a:r>
            <a:r>
              <a:rPr lang="en-IN" b="0" i="0" dirty="0" err="1">
                <a:solidFill>
                  <a:srgbClr val="000000"/>
                </a:solidFill>
                <a:effectLst/>
                <a:latin typeface="Source Code Pro" panose="020B0509030403020204" pitchFamily="49" charset="0"/>
              </a:rPr>
              <a:t>accountNumber</a:t>
            </a:r>
            <a:r>
              <a:rPr lang="en-IN" b="0" i="0" dirty="0">
                <a:solidFill>
                  <a:srgbClr val="000000"/>
                </a:solidFill>
                <a:effectLst/>
                <a:latin typeface="Source Code Pro" panose="020B0509030403020204" pitchFamily="49" charset="0"/>
              </a:rPr>
              <a:t>; </a:t>
            </a:r>
            <a:r>
              <a:rPr lang="en-IN" b="0" i="0" dirty="0" err="1">
                <a:solidFill>
                  <a:srgbClr val="397300"/>
                </a:solidFill>
                <a:effectLst/>
                <a:latin typeface="Source Code Pro" panose="020B0509030403020204" pitchFamily="49" charset="0"/>
              </a:rPr>
              <a:t>this</a:t>
            </a:r>
            <a:r>
              <a:rPr lang="en-IN" b="0" i="0" dirty="0" err="1">
                <a:solidFill>
                  <a:srgbClr val="000000"/>
                </a:solidFill>
                <a:effectLst/>
                <a:latin typeface="Source Code Pro" panose="020B0509030403020204" pitchFamily="49" charset="0"/>
              </a:rPr>
              <a:t>.accountType</a:t>
            </a:r>
            <a:r>
              <a:rPr lang="en-IN" b="0" i="0" dirty="0">
                <a:solidFill>
                  <a:srgbClr val="000000"/>
                </a:solidFill>
                <a:effectLst/>
                <a:latin typeface="Source Code Pro" panose="020B0509030403020204" pitchFamily="49" charset="0"/>
              </a:rPr>
              <a:t> = </a:t>
            </a:r>
            <a:r>
              <a:rPr lang="en-IN" b="0" i="0" dirty="0" err="1">
                <a:solidFill>
                  <a:srgbClr val="000000"/>
                </a:solidFill>
                <a:effectLst/>
                <a:latin typeface="Source Code Pro" panose="020B0509030403020204" pitchFamily="49" charset="0"/>
              </a:rPr>
              <a:t>accountTye</a:t>
            </a:r>
            <a:r>
              <a:rPr lang="en-IN" b="0" i="0">
                <a:solidFill>
                  <a:srgbClr val="000000"/>
                </a:solidFill>
                <a:effectLst/>
                <a:latin typeface="Source Code Pro" panose="020B0509030403020204" pitchFamily="49" charset="0"/>
              </a:rPr>
              <a:t>}</a:t>
            </a:r>
            <a:endParaRPr lang="en-IN" b="0" i="0" dirty="0">
              <a:solidFill>
                <a:srgbClr val="000000"/>
              </a:solidFill>
              <a:effectLst/>
              <a:latin typeface="Source Code Pro" panose="020B0509030403020204" pitchFamily="49" charset="0"/>
            </a:endParaRPr>
          </a:p>
          <a:p>
            <a:endParaRPr lang="en-IN" dirty="0">
              <a:solidFill>
                <a:srgbClr val="000000"/>
              </a:solidFill>
              <a:latin typeface="Source Code Pro" panose="020B0509030403020204" pitchFamily="49" charset="0"/>
            </a:endParaRPr>
          </a:p>
          <a:p>
            <a:r>
              <a:rPr lang="en-US" b="0" i="0" dirty="0">
                <a:solidFill>
                  <a:srgbClr val="1F7199"/>
                </a:solidFill>
                <a:effectLst/>
                <a:latin typeface="Source Code Pro" panose="020B0509030403020204" pitchFamily="49" charset="0"/>
              </a:rPr>
              <a:t>@Entity</a:t>
            </a:r>
            <a:r>
              <a:rPr lang="en-US" b="0" i="0" dirty="0">
                <a:solidFill>
                  <a:srgbClr val="000000"/>
                </a:solidFill>
                <a:effectLst/>
                <a:latin typeface="Source Code Pro" panose="020B0509030403020204" pitchFamily="49" charset="0"/>
              </a:rPr>
              <a:t> </a:t>
            </a:r>
            <a:r>
              <a:rPr lang="en-US" b="0" i="0" dirty="0">
                <a:solidFill>
                  <a:srgbClr val="1F7199"/>
                </a:solidFill>
                <a:effectLst/>
                <a:latin typeface="Source Code Pro" panose="020B0509030403020204" pitchFamily="49" charset="0"/>
              </a:rPr>
              <a:t>@IdClass(AccountId.class)</a:t>
            </a:r>
            <a:r>
              <a:rPr lang="en-US" b="0" i="0" dirty="0">
                <a:solidFill>
                  <a:srgbClr val="000000"/>
                </a:solidFill>
                <a:effectLst/>
                <a:latin typeface="Source Code Pro" panose="020B0509030403020204" pitchFamily="49" charset="0"/>
              </a:rPr>
              <a:t> </a:t>
            </a:r>
            <a:r>
              <a:rPr lang="en-US" b="1" i="0" dirty="0">
                <a:solidFill>
                  <a:srgbClr val="63B175"/>
                </a:solidFill>
                <a:effectLst/>
                <a:latin typeface="Source Code Pro" panose="020B0509030403020204" pitchFamily="49" charset="0"/>
              </a:rPr>
              <a:t>public</a:t>
            </a:r>
            <a:r>
              <a:rPr lang="en-US" b="0" i="0" dirty="0">
                <a:solidFill>
                  <a:srgbClr val="000000"/>
                </a:solidFill>
                <a:effectLst/>
                <a:latin typeface="Source Code Pro" panose="020B0509030403020204" pitchFamily="49" charset="0"/>
              </a:rPr>
              <a:t> </a:t>
            </a:r>
            <a:r>
              <a:rPr lang="en-US" b="1" i="0" dirty="0">
                <a:solidFill>
                  <a:srgbClr val="63B175"/>
                </a:solidFill>
                <a:effectLst/>
                <a:latin typeface="Source Code Pro" panose="020B0509030403020204" pitchFamily="49" charset="0"/>
              </a:rPr>
              <a:t>class</a:t>
            </a:r>
            <a:r>
              <a:rPr lang="en-US" b="0" i="0" dirty="0">
                <a:solidFill>
                  <a:srgbClr val="000000"/>
                </a:solidFill>
                <a:effectLst/>
                <a:latin typeface="Source Code Pro" panose="020B0509030403020204" pitchFamily="49" charset="0"/>
              </a:rPr>
              <a:t> </a:t>
            </a:r>
            <a:r>
              <a:rPr lang="en-US" b="1" i="0" dirty="0">
                <a:solidFill>
                  <a:srgbClr val="267438"/>
                </a:solidFill>
                <a:effectLst/>
                <a:latin typeface="Source Code Pro" panose="020B0509030403020204" pitchFamily="49" charset="0"/>
              </a:rPr>
              <a:t>Account</a:t>
            </a:r>
            <a:r>
              <a:rPr lang="en-US" b="0" i="0" dirty="0">
                <a:solidFill>
                  <a:srgbClr val="000000"/>
                </a:solidFill>
                <a:effectLst/>
                <a:latin typeface="Source Code Pro" panose="020B0509030403020204" pitchFamily="49" charset="0"/>
              </a:rPr>
              <a:t> { </a:t>
            </a:r>
            <a:r>
              <a:rPr lang="en-US" b="0" i="0" dirty="0">
                <a:solidFill>
                  <a:srgbClr val="1F7199"/>
                </a:solidFill>
                <a:effectLst/>
                <a:latin typeface="Source Code Pro" panose="020B0509030403020204" pitchFamily="49" charset="0"/>
              </a:rPr>
              <a:t>@Id</a:t>
            </a:r>
            <a:r>
              <a:rPr lang="en-US" b="0" i="0" dirty="0">
                <a:solidFill>
                  <a:srgbClr val="000000"/>
                </a:solidFill>
                <a:effectLst/>
                <a:latin typeface="Source Code Pro" panose="020B0509030403020204" pitchFamily="49" charset="0"/>
              </a:rPr>
              <a:t> </a:t>
            </a:r>
            <a:r>
              <a:rPr lang="en-US" b="1" i="0" dirty="0">
                <a:solidFill>
                  <a:srgbClr val="63B175"/>
                </a:solidFill>
                <a:effectLst/>
                <a:latin typeface="Source Code Pro" panose="020B0509030403020204" pitchFamily="49" charset="0"/>
              </a:rPr>
              <a:t>private</a:t>
            </a:r>
            <a:r>
              <a:rPr lang="en-US" b="0" i="0" dirty="0">
                <a:solidFill>
                  <a:srgbClr val="000000"/>
                </a:solidFill>
                <a:effectLst/>
                <a:latin typeface="Source Code Pro" panose="020B0509030403020204" pitchFamily="49" charset="0"/>
              </a:rPr>
              <a:t> String </a:t>
            </a:r>
            <a:r>
              <a:rPr lang="en-US" b="0" i="0" dirty="0" err="1">
                <a:solidFill>
                  <a:srgbClr val="000000"/>
                </a:solidFill>
                <a:effectLst/>
                <a:latin typeface="Source Code Pro" panose="020B0509030403020204" pitchFamily="49" charset="0"/>
              </a:rPr>
              <a:t>accountNumber</a:t>
            </a:r>
            <a:r>
              <a:rPr lang="en-US" b="0" i="0" dirty="0">
                <a:solidFill>
                  <a:srgbClr val="000000"/>
                </a:solidFill>
                <a:effectLst/>
                <a:latin typeface="Source Code Pro" panose="020B0509030403020204" pitchFamily="49" charset="0"/>
              </a:rPr>
              <a:t>; </a:t>
            </a:r>
            <a:r>
              <a:rPr lang="en-US" b="0" i="0" dirty="0">
                <a:solidFill>
                  <a:srgbClr val="1F7199"/>
                </a:solidFill>
                <a:effectLst/>
                <a:latin typeface="Source Code Pro" panose="020B0509030403020204" pitchFamily="49" charset="0"/>
              </a:rPr>
              <a:t>@Id</a:t>
            </a:r>
            <a:r>
              <a:rPr lang="en-US" b="0" i="0" dirty="0">
                <a:solidFill>
                  <a:srgbClr val="000000"/>
                </a:solidFill>
                <a:effectLst/>
                <a:latin typeface="Source Code Pro" panose="020B0509030403020204" pitchFamily="49" charset="0"/>
              </a:rPr>
              <a:t> </a:t>
            </a:r>
            <a:r>
              <a:rPr lang="en-US" b="1" i="0" dirty="0">
                <a:solidFill>
                  <a:srgbClr val="63B175"/>
                </a:solidFill>
                <a:effectLst/>
                <a:latin typeface="Source Code Pro" panose="020B0509030403020204" pitchFamily="49" charset="0"/>
              </a:rPr>
              <a:t>private</a:t>
            </a:r>
            <a:r>
              <a:rPr lang="en-US" b="0" i="0" dirty="0">
                <a:solidFill>
                  <a:srgbClr val="000000"/>
                </a:solidFill>
                <a:effectLst/>
                <a:latin typeface="Source Code Pro" panose="020B0509030403020204" pitchFamily="49" charset="0"/>
              </a:rPr>
              <a:t> String </a:t>
            </a:r>
            <a:r>
              <a:rPr lang="en-US" b="0" i="0" dirty="0" err="1">
                <a:solidFill>
                  <a:srgbClr val="000000"/>
                </a:solidFill>
                <a:effectLst/>
                <a:latin typeface="Source Code Pro" panose="020B0509030403020204" pitchFamily="49" charset="0"/>
              </a:rPr>
              <a:t>accountType</a:t>
            </a:r>
            <a:r>
              <a:rPr lang="en-US" b="0" i="0" dirty="0">
                <a:solidFill>
                  <a:srgbClr val="000000"/>
                </a:solidFill>
                <a:effectLst/>
                <a:latin typeface="Source Code Pro" panose="020B0509030403020204" pitchFamily="49" charset="0"/>
              </a:rPr>
              <a:t>; </a:t>
            </a:r>
            <a:r>
              <a:rPr lang="en-US" b="0" i="0" dirty="0">
                <a:solidFill>
                  <a:srgbClr val="888888"/>
                </a:solidFill>
                <a:effectLst/>
                <a:latin typeface="Source Code Pro" panose="020B0509030403020204" pitchFamily="49" charset="0"/>
              </a:rPr>
              <a:t>// other fields, getters and setters</a:t>
            </a:r>
            <a:r>
              <a:rPr lang="en-US" b="0" i="0" dirty="0">
                <a:solidFill>
                  <a:srgbClr val="000000"/>
                </a:solidFill>
                <a:effectLst/>
                <a:latin typeface="Source Code Pro" panose="020B0509030403020204" pitchFamily="49" charset="0"/>
              </a:rPr>
              <a:t> }</a:t>
            </a:r>
            <a:r>
              <a:rPr lang="en-IN" b="0" i="0" dirty="0">
                <a:solidFill>
                  <a:srgbClr val="000000"/>
                </a:solidFill>
                <a:effectLst/>
                <a:latin typeface="Source Code Pro" panose="020B0509030403020204" pitchFamily="49" charset="0"/>
              </a:rPr>
              <a:t>pe; } </a:t>
            </a:r>
            <a:r>
              <a:rPr lang="en-IN" b="0" i="0" dirty="0">
                <a:solidFill>
                  <a:srgbClr val="888888"/>
                </a:solidFill>
                <a:effectLst/>
                <a:latin typeface="Source Code Pro" panose="020B0509030403020204" pitchFamily="49" charset="0"/>
              </a:rPr>
              <a:t>// equals() and </a:t>
            </a:r>
            <a:r>
              <a:rPr lang="en-IN" b="0" i="0" dirty="0" err="1">
                <a:solidFill>
                  <a:srgbClr val="888888"/>
                </a:solidFill>
                <a:effectLst/>
                <a:latin typeface="Source Code Pro" panose="020B0509030403020204" pitchFamily="49" charset="0"/>
              </a:rPr>
              <a:t>hashCode</a:t>
            </a:r>
            <a:r>
              <a:rPr lang="en-IN" b="0" i="0" dirty="0">
                <a:solidFill>
                  <a:srgbClr val="888888"/>
                </a:solidFill>
                <a:effectLst/>
                <a:latin typeface="Source Code Pro" panose="020B0509030403020204" pitchFamily="49" charset="0"/>
              </a:rPr>
              <a:t>()</a:t>
            </a:r>
            <a:r>
              <a:rPr lang="en-IN" b="0" i="0" dirty="0">
                <a:solidFill>
                  <a:srgbClr val="000000"/>
                </a:solidFill>
                <a:effectLst/>
                <a:latin typeface="Source Code Pro" panose="020B0509030403020204" pitchFamily="49" charset="0"/>
              </a:rPr>
              <a:t> }</a:t>
            </a:r>
            <a:endParaRPr lang="en-IN" dirty="0"/>
          </a:p>
        </p:txBody>
      </p:sp>
    </p:spTree>
    <p:extLst>
      <p:ext uri="{BB962C8B-B14F-4D97-AF65-F5344CB8AC3E}">
        <p14:creationId xmlns:p14="http://schemas.microsoft.com/office/powerpoint/2010/main" val="26231822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092AB-A200-BFCA-7CBC-4A85C68D1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CD143-9742-3B17-2927-52580AE0FE21}"/>
              </a:ext>
            </a:extLst>
          </p:cNvPr>
          <p:cNvSpPr>
            <a:spLocks noGrp="1"/>
          </p:cNvSpPr>
          <p:nvPr>
            <p:ph type="title"/>
          </p:nvPr>
        </p:nvSpPr>
        <p:spPr>
          <a:xfrm>
            <a:off x="838200" y="365125"/>
            <a:ext cx="10515600" cy="642581"/>
          </a:xfrm>
        </p:spPr>
        <p:txBody>
          <a:bodyPr>
            <a:normAutofit/>
          </a:bodyPr>
          <a:lstStyle/>
          <a:p>
            <a:r>
              <a:rPr lang="en-IN" sz="2800" dirty="0" err="1"/>
              <a:t>CompositeKey</a:t>
            </a:r>
            <a:r>
              <a:rPr lang="en-IN" sz="2800" dirty="0"/>
              <a:t> With The </a:t>
            </a:r>
            <a:r>
              <a:rPr lang="en-IN" sz="2800" dirty="0" err="1"/>
              <a:t>EmbeddedId</a:t>
            </a:r>
            <a:r>
              <a:rPr lang="en-IN" sz="2800" dirty="0"/>
              <a:t> Annotation</a:t>
            </a:r>
          </a:p>
        </p:txBody>
      </p:sp>
      <p:sp>
        <p:nvSpPr>
          <p:cNvPr id="3" name="Content Placeholder 2">
            <a:extLst>
              <a:ext uri="{FF2B5EF4-FFF2-40B4-BE49-F238E27FC236}">
                <a16:creationId xmlns:a16="http://schemas.microsoft.com/office/drawing/2014/main" id="{FD7A1E96-0F2A-E3BF-023F-65489ABD889A}"/>
              </a:ext>
            </a:extLst>
          </p:cNvPr>
          <p:cNvSpPr>
            <a:spLocks noGrp="1"/>
          </p:cNvSpPr>
          <p:nvPr>
            <p:ph idx="1"/>
          </p:nvPr>
        </p:nvSpPr>
        <p:spPr>
          <a:xfrm>
            <a:off x="186612" y="1082351"/>
            <a:ext cx="11859208" cy="5410524"/>
          </a:xfrm>
        </p:spPr>
        <p:txBody>
          <a:bodyPr/>
          <a:lstStyle/>
          <a:p>
            <a:r>
              <a:rPr lang="en-IN" b="0" i="0" dirty="0">
                <a:solidFill>
                  <a:srgbClr val="1F7199"/>
                </a:solidFill>
                <a:effectLst/>
                <a:latin typeface="Source Code Pro" panose="020B0509030403020204" pitchFamily="49" charset="0"/>
              </a:rPr>
              <a:t>@Embeddable</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public</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class</a:t>
            </a:r>
            <a:r>
              <a:rPr lang="en-IN" b="0" i="0" dirty="0">
                <a:solidFill>
                  <a:srgbClr val="000000"/>
                </a:solidFill>
                <a:effectLst/>
                <a:latin typeface="Source Code Pro" panose="020B0509030403020204" pitchFamily="49" charset="0"/>
              </a:rPr>
              <a:t> </a:t>
            </a:r>
            <a:r>
              <a:rPr lang="en-IN" b="1" i="0" dirty="0" err="1">
                <a:solidFill>
                  <a:srgbClr val="267438"/>
                </a:solidFill>
                <a:effectLst/>
                <a:latin typeface="Source Code Pro" panose="020B0509030403020204" pitchFamily="49" charset="0"/>
              </a:rPr>
              <a:t>BookId</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implements</a:t>
            </a:r>
            <a:r>
              <a:rPr lang="en-IN" b="0" i="0" dirty="0">
                <a:solidFill>
                  <a:srgbClr val="000000"/>
                </a:solidFill>
                <a:effectLst/>
                <a:latin typeface="Source Code Pro" panose="020B0509030403020204" pitchFamily="49" charset="0"/>
              </a:rPr>
              <a:t> </a:t>
            </a:r>
            <a:r>
              <a:rPr lang="en-IN" b="1" i="0" dirty="0">
                <a:solidFill>
                  <a:srgbClr val="267438"/>
                </a:solidFill>
                <a:effectLst/>
                <a:latin typeface="Source Code Pro" panose="020B0509030403020204" pitchFamily="49" charset="0"/>
              </a:rPr>
              <a:t>Serializable</a:t>
            </a:r>
            <a:r>
              <a:rPr lang="en-IN" b="0" i="0" dirty="0">
                <a:solidFill>
                  <a:srgbClr val="000000"/>
                </a:solidFill>
                <a:effectLst/>
                <a:latin typeface="Source Code Pro" panose="020B0509030403020204" pitchFamily="49" charset="0"/>
              </a:rPr>
              <a:t> { </a:t>
            </a:r>
            <a:r>
              <a:rPr lang="en-IN" b="1" i="0" dirty="0">
                <a:solidFill>
                  <a:srgbClr val="63B175"/>
                </a:solidFill>
                <a:effectLst/>
                <a:latin typeface="Source Code Pro" panose="020B0509030403020204" pitchFamily="49" charset="0"/>
              </a:rPr>
              <a:t>private</a:t>
            </a:r>
            <a:r>
              <a:rPr lang="en-IN" b="0" i="0" dirty="0">
                <a:solidFill>
                  <a:srgbClr val="000000"/>
                </a:solidFill>
                <a:effectLst/>
                <a:latin typeface="Source Code Pro" panose="020B0509030403020204" pitchFamily="49" charset="0"/>
              </a:rPr>
              <a:t> String title; </a:t>
            </a:r>
            <a:r>
              <a:rPr lang="en-IN" b="1" i="0" dirty="0">
                <a:solidFill>
                  <a:srgbClr val="63B175"/>
                </a:solidFill>
                <a:effectLst/>
                <a:latin typeface="Source Code Pro" panose="020B0509030403020204" pitchFamily="49" charset="0"/>
              </a:rPr>
              <a:t>private</a:t>
            </a:r>
            <a:r>
              <a:rPr lang="en-IN" b="0" i="0" dirty="0">
                <a:solidFill>
                  <a:srgbClr val="000000"/>
                </a:solidFill>
                <a:effectLst/>
                <a:latin typeface="Source Code Pro" panose="020B0509030403020204" pitchFamily="49" charset="0"/>
              </a:rPr>
              <a:t> String language; </a:t>
            </a:r>
            <a:r>
              <a:rPr lang="en-IN" b="0" i="0" dirty="0">
                <a:solidFill>
                  <a:srgbClr val="888888"/>
                </a:solidFill>
                <a:effectLst/>
                <a:latin typeface="Source Code Pro" panose="020B0509030403020204" pitchFamily="49" charset="0"/>
              </a:rPr>
              <a:t>// default constructor</a:t>
            </a:r>
            <a:r>
              <a:rPr lang="en-IN" b="0" i="0" dirty="0">
                <a:solidFill>
                  <a:srgbClr val="000000"/>
                </a:solidFill>
                <a:effectLst/>
                <a:latin typeface="Source Code Pro" panose="020B0509030403020204" pitchFamily="49" charset="0"/>
              </a:rPr>
              <a:t> </a:t>
            </a:r>
            <a:r>
              <a:rPr lang="en-IN" b="1" i="0" dirty="0">
                <a:solidFill>
                  <a:srgbClr val="63B175"/>
                </a:solidFill>
                <a:effectLst/>
                <a:latin typeface="Source Code Pro" panose="020B0509030403020204" pitchFamily="49" charset="0"/>
              </a:rPr>
              <a:t>public</a:t>
            </a:r>
            <a:r>
              <a:rPr lang="en-IN" b="0" i="0" dirty="0">
                <a:solidFill>
                  <a:srgbClr val="000000"/>
                </a:solidFill>
                <a:effectLst/>
                <a:latin typeface="Source Code Pro" panose="020B0509030403020204" pitchFamily="49" charset="0"/>
              </a:rPr>
              <a:t> </a:t>
            </a:r>
            <a:r>
              <a:rPr lang="en-IN" b="1" i="0" dirty="0" err="1">
                <a:solidFill>
                  <a:srgbClr val="267438"/>
                </a:solidFill>
                <a:effectLst/>
                <a:latin typeface="Source Code Pro" panose="020B0509030403020204" pitchFamily="49" charset="0"/>
              </a:rPr>
              <a:t>BookId</a:t>
            </a:r>
            <a:r>
              <a:rPr lang="en-IN" b="0" i="0" dirty="0">
                <a:solidFill>
                  <a:srgbClr val="000000"/>
                </a:solidFill>
                <a:effectLst/>
                <a:latin typeface="Source Code Pro" panose="020B0509030403020204" pitchFamily="49" charset="0"/>
              </a:rPr>
              <a:t>(String title, String language) { </a:t>
            </a:r>
            <a:r>
              <a:rPr lang="en-IN" b="0" i="0" dirty="0" err="1">
                <a:solidFill>
                  <a:srgbClr val="397300"/>
                </a:solidFill>
                <a:effectLst/>
                <a:latin typeface="Source Code Pro" panose="020B0509030403020204" pitchFamily="49" charset="0"/>
              </a:rPr>
              <a:t>this</a:t>
            </a:r>
            <a:r>
              <a:rPr lang="en-IN" b="0" i="0" dirty="0" err="1">
                <a:solidFill>
                  <a:srgbClr val="000000"/>
                </a:solidFill>
                <a:effectLst/>
                <a:latin typeface="Source Code Pro" panose="020B0509030403020204" pitchFamily="49" charset="0"/>
              </a:rPr>
              <a:t>.title</a:t>
            </a:r>
            <a:r>
              <a:rPr lang="en-IN" b="0" i="0" dirty="0">
                <a:solidFill>
                  <a:srgbClr val="000000"/>
                </a:solidFill>
                <a:effectLst/>
                <a:latin typeface="Source Code Pro" panose="020B0509030403020204" pitchFamily="49" charset="0"/>
              </a:rPr>
              <a:t> = title; </a:t>
            </a:r>
            <a:r>
              <a:rPr lang="en-IN" b="0" i="0" dirty="0" err="1">
                <a:solidFill>
                  <a:srgbClr val="397300"/>
                </a:solidFill>
                <a:effectLst/>
                <a:latin typeface="Source Code Pro" panose="020B0509030403020204" pitchFamily="49" charset="0"/>
              </a:rPr>
              <a:t>this</a:t>
            </a:r>
            <a:r>
              <a:rPr lang="en-IN" b="0" i="0" dirty="0" err="1">
                <a:solidFill>
                  <a:srgbClr val="000000"/>
                </a:solidFill>
                <a:effectLst/>
                <a:latin typeface="Source Code Pro" panose="020B0509030403020204" pitchFamily="49" charset="0"/>
              </a:rPr>
              <a:t>.language</a:t>
            </a:r>
            <a:r>
              <a:rPr lang="en-IN" b="0" i="0" dirty="0">
                <a:solidFill>
                  <a:srgbClr val="000000"/>
                </a:solidFill>
                <a:effectLst/>
                <a:latin typeface="Source Code Pro" panose="020B0509030403020204" pitchFamily="49" charset="0"/>
              </a:rPr>
              <a:t> = language; } </a:t>
            </a:r>
            <a:r>
              <a:rPr lang="en-IN" b="0" i="0" dirty="0">
                <a:solidFill>
                  <a:srgbClr val="888888"/>
                </a:solidFill>
                <a:effectLst/>
                <a:latin typeface="Source Code Pro" panose="020B0509030403020204" pitchFamily="49" charset="0"/>
              </a:rPr>
              <a:t>// getters, equals() and </a:t>
            </a:r>
            <a:r>
              <a:rPr lang="en-IN" b="0" i="0" dirty="0" err="1">
                <a:solidFill>
                  <a:srgbClr val="888888"/>
                </a:solidFill>
                <a:effectLst/>
                <a:latin typeface="Source Code Pro" panose="020B0509030403020204" pitchFamily="49" charset="0"/>
              </a:rPr>
              <a:t>hashCode</a:t>
            </a:r>
            <a:r>
              <a:rPr lang="en-IN" b="0" i="0" dirty="0">
                <a:solidFill>
                  <a:srgbClr val="888888"/>
                </a:solidFill>
                <a:effectLst/>
                <a:latin typeface="Source Code Pro" panose="020B0509030403020204" pitchFamily="49" charset="0"/>
              </a:rPr>
              <a:t>() methods</a:t>
            </a:r>
            <a:r>
              <a:rPr lang="en-IN" b="0" i="0" dirty="0">
                <a:solidFill>
                  <a:srgbClr val="000000"/>
                </a:solidFill>
                <a:effectLst/>
                <a:latin typeface="Source Code Pro" panose="020B0509030403020204" pitchFamily="49" charset="0"/>
              </a:rPr>
              <a:t> }</a:t>
            </a:r>
            <a:endParaRPr lang="en-IN" dirty="0">
              <a:solidFill>
                <a:srgbClr val="000000"/>
              </a:solidFill>
              <a:latin typeface="Source Code Pro" panose="020B0509030403020204" pitchFamily="49" charset="0"/>
            </a:endParaRPr>
          </a:p>
          <a:p>
            <a:r>
              <a:rPr lang="en-US" b="0" i="0" dirty="0">
                <a:solidFill>
                  <a:srgbClr val="1F7199"/>
                </a:solidFill>
                <a:effectLst/>
                <a:latin typeface="Source Code Pro" panose="020B0509030403020204" pitchFamily="49" charset="0"/>
              </a:rPr>
              <a:t>@Entity</a:t>
            </a:r>
            <a:r>
              <a:rPr lang="en-US" b="0" i="0" dirty="0">
                <a:solidFill>
                  <a:srgbClr val="000000"/>
                </a:solidFill>
                <a:effectLst/>
                <a:latin typeface="Source Code Pro" panose="020B0509030403020204" pitchFamily="49" charset="0"/>
              </a:rPr>
              <a:t> </a:t>
            </a:r>
            <a:r>
              <a:rPr lang="en-US" b="1" i="0" dirty="0">
                <a:solidFill>
                  <a:srgbClr val="63B175"/>
                </a:solidFill>
                <a:effectLst/>
                <a:latin typeface="Source Code Pro" panose="020B0509030403020204" pitchFamily="49" charset="0"/>
              </a:rPr>
              <a:t>public</a:t>
            </a:r>
            <a:r>
              <a:rPr lang="en-US" b="0" i="0" dirty="0">
                <a:solidFill>
                  <a:srgbClr val="000000"/>
                </a:solidFill>
                <a:effectLst/>
                <a:latin typeface="Source Code Pro" panose="020B0509030403020204" pitchFamily="49" charset="0"/>
              </a:rPr>
              <a:t> </a:t>
            </a:r>
            <a:r>
              <a:rPr lang="en-US" b="1" i="0" dirty="0">
                <a:solidFill>
                  <a:srgbClr val="63B175"/>
                </a:solidFill>
                <a:effectLst/>
                <a:latin typeface="Source Code Pro" panose="020B0509030403020204" pitchFamily="49" charset="0"/>
              </a:rPr>
              <a:t>class</a:t>
            </a:r>
            <a:r>
              <a:rPr lang="en-US" b="0" i="0" dirty="0">
                <a:solidFill>
                  <a:srgbClr val="000000"/>
                </a:solidFill>
                <a:effectLst/>
                <a:latin typeface="Source Code Pro" panose="020B0509030403020204" pitchFamily="49" charset="0"/>
              </a:rPr>
              <a:t> </a:t>
            </a:r>
            <a:r>
              <a:rPr lang="en-US" b="1" i="0" dirty="0">
                <a:solidFill>
                  <a:srgbClr val="267438"/>
                </a:solidFill>
                <a:effectLst/>
                <a:latin typeface="Source Code Pro" panose="020B0509030403020204" pitchFamily="49" charset="0"/>
              </a:rPr>
              <a:t>Book</a:t>
            </a:r>
            <a:r>
              <a:rPr lang="en-US" b="0" i="0" dirty="0">
                <a:solidFill>
                  <a:srgbClr val="000000"/>
                </a:solidFill>
                <a:effectLst/>
                <a:latin typeface="Source Code Pro" panose="020B0509030403020204" pitchFamily="49" charset="0"/>
              </a:rPr>
              <a:t> { </a:t>
            </a:r>
            <a:r>
              <a:rPr lang="en-US" b="0" i="0" dirty="0">
                <a:solidFill>
                  <a:srgbClr val="1F7199"/>
                </a:solidFill>
                <a:effectLst/>
                <a:latin typeface="Source Code Pro" panose="020B0509030403020204" pitchFamily="49" charset="0"/>
              </a:rPr>
              <a:t>@EmbeddedId</a:t>
            </a:r>
            <a:r>
              <a:rPr lang="en-US" b="0" i="0" dirty="0">
                <a:solidFill>
                  <a:srgbClr val="000000"/>
                </a:solidFill>
                <a:effectLst/>
                <a:latin typeface="Source Code Pro" panose="020B0509030403020204" pitchFamily="49" charset="0"/>
              </a:rPr>
              <a:t> </a:t>
            </a:r>
            <a:r>
              <a:rPr lang="en-US" b="1" i="0" dirty="0">
                <a:solidFill>
                  <a:srgbClr val="63B175"/>
                </a:solidFill>
                <a:effectLst/>
                <a:latin typeface="Source Code Pro" panose="020B0509030403020204" pitchFamily="49" charset="0"/>
              </a:rPr>
              <a:t>private</a:t>
            </a:r>
            <a:r>
              <a:rPr lang="en-US" b="0" i="0" dirty="0">
                <a:solidFill>
                  <a:srgbClr val="000000"/>
                </a:solidFill>
                <a:effectLst/>
                <a:latin typeface="Source Code Pro" panose="020B0509030403020204" pitchFamily="49" charset="0"/>
              </a:rPr>
              <a:t> </a:t>
            </a:r>
            <a:r>
              <a:rPr lang="en-US" b="0" i="0" dirty="0" err="1">
                <a:solidFill>
                  <a:srgbClr val="000000"/>
                </a:solidFill>
                <a:effectLst/>
                <a:latin typeface="Source Code Pro" panose="020B0509030403020204" pitchFamily="49" charset="0"/>
              </a:rPr>
              <a:t>BookId</a:t>
            </a:r>
            <a:r>
              <a:rPr lang="en-US" b="0" i="0" dirty="0">
                <a:solidFill>
                  <a:srgbClr val="000000"/>
                </a:solidFill>
                <a:effectLst/>
                <a:latin typeface="Source Code Pro" panose="020B0509030403020204" pitchFamily="49" charset="0"/>
              </a:rPr>
              <a:t> </a:t>
            </a:r>
            <a:r>
              <a:rPr lang="en-US" b="0" i="0" dirty="0" err="1">
                <a:solidFill>
                  <a:srgbClr val="000000"/>
                </a:solidFill>
                <a:effectLst/>
                <a:latin typeface="Source Code Pro" panose="020B0509030403020204" pitchFamily="49" charset="0"/>
              </a:rPr>
              <a:t>bookId</a:t>
            </a:r>
            <a:r>
              <a:rPr lang="en-US" b="0" i="0" dirty="0">
                <a:solidFill>
                  <a:srgbClr val="000000"/>
                </a:solidFill>
                <a:effectLst/>
                <a:latin typeface="Source Code Pro" panose="020B0509030403020204" pitchFamily="49" charset="0"/>
              </a:rPr>
              <a:t>; </a:t>
            </a:r>
            <a:r>
              <a:rPr lang="en-US" b="0" i="0" dirty="0">
                <a:solidFill>
                  <a:srgbClr val="888888"/>
                </a:solidFill>
                <a:effectLst/>
                <a:latin typeface="Source Code Pro" panose="020B0509030403020204" pitchFamily="49" charset="0"/>
              </a:rPr>
              <a:t>// constructors, other fields, getters and setters</a:t>
            </a:r>
            <a:r>
              <a:rPr lang="en-US" b="0" i="0" dirty="0">
                <a:solidFill>
                  <a:srgbClr val="000000"/>
                </a:solidFill>
                <a:effectLst/>
                <a:latin typeface="Source Code Pro" panose="020B0509030403020204" pitchFamily="49" charset="0"/>
              </a:rPr>
              <a:t> }</a:t>
            </a:r>
            <a:endParaRPr lang="en-IN" dirty="0"/>
          </a:p>
        </p:txBody>
      </p:sp>
    </p:spTree>
    <p:extLst>
      <p:ext uri="{BB962C8B-B14F-4D97-AF65-F5344CB8AC3E}">
        <p14:creationId xmlns:p14="http://schemas.microsoft.com/office/powerpoint/2010/main" val="1005571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4186C5D-FD33-F271-567E-E9E622E4DE82}"/>
              </a:ext>
            </a:extLst>
          </p:cNvPr>
          <p:cNvSpPr txBox="1"/>
          <p:nvPr/>
        </p:nvSpPr>
        <p:spPr>
          <a:xfrm>
            <a:off x="167951" y="1305342"/>
            <a:ext cx="11131420" cy="4401205"/>
          </a:xfrm>
          <a:prstGeom prst="rect">
            <a:avLst/>
          </a:prstGeom>
          <a:noFill/>
        </p:spPr>
        <p:txBody>
          <a:bodyPr wrap="square">
            <a:spAutoFit/>
          </a:bodyPr>
          <a:lstStyle/>
          <a:p>
            <a:r>
              <a:rPr lang="en-US" sz="2800" dirty="0"/>
              <a:t>How do you </a:t>
            </a:r>
            <a:r>
              <a:rPr lang="en-US" sz="2800" dirty="0" err="1"/>
              <a:t>optimise</a:t>
            </a:r>
            <a:r>
              <a:rPr lang="en-US" sz="2800" dirty="0"/>
              <a:t> Hibernate queries to improve performance?</a:t>
            </a:r>
          </a:p>
          <a:p>
            <a:r>
              <a:rPr lang="en-US" sz="2800" dirty="0"/>
              <a:t>The following ways are helpful to </a:t>
            </a:r>
            <a:r>
              <a:rPr lang="en-US" sz="2800" dirty="0" err="1"/>
              <a:t>optimise</a:t>
            </a:r>
            <a:r>
              <a:rPr lang="en-US" sz="2800" dirty="0"/>
              <a:t> Hibernate queries-</a:t>
            </a:r>
          </a:p>
          <a:p>
            <a:endParaRPr lang="en-US" sz="2800" dirty="0"/>
          </a:p>
          <a:p>
            <a:r>
              <a:rPr lang="en-US" sz="2800" dirty="0"/>
              <a:t>Use lazy Loading to reduce the data retrieved from the database at once.</a:t>
            </a:r>
          </a:p>
          <a:p>
            <a:r>
              <a:rPr lang="en-US" sz="2800" dirty="0"/>
              <a:t> </a:t>
            </a:r>
          </a:p>
          <a:p>
            <a:r>
              <a:rPr lang="en-US" sz="2800" dirty="0"/>
              <a:t>Use caching to reduce the number of database queries required.</a:t>
            </a:r>
          </a:p>
          <a:p>
            <a:r>
              <a:rPr lang="en-US" sz="2800" dirty="0"/>
              <a:t> </a:t>
            </a:r>
          </a:p>
          <a:p>
            <a:r>
              <a:rPr lang="en-US" sz="2800" dirty="0"/>
              <a:t>Use batch fetching to retrieve multiple entities in a single query.</a:t>
            </a:r>
          </a:p>
          <a:p>
            <a:r>
              <a:rPr lang="en-US" sz="2800" dirty="0"/>
              <a:t> </a:t>
            </a:r>
          </a:p>
          <a:p>
            <a:r>
              <a:rPr lang="en-US" sz="2800" dirty="0"/>
              <a:t>Use indexes on frequently queried columns to improve query performance.</a:t>
            </a:r>
            <a:endParaRPr lang="en-IN" sz="2800" dirty="0"/>
          </a:p>
        </p:txBody>
      </p:sp>
    </p:spTree>
    <p:extLst>
      <p:ext uri="{BB962C8B-B14F-4D97-AF65-F5344CB8AC3E}">
        <p14:creationId xmlns:p14="http://schemas.microsoft.com/office/powerpoint/2010/main" val="2766850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302F4F7-4153-5DFC-5F3F-9F676F0EB323}"/>
              </a:ext>
            </a:extLst>
          </p:cNvPr>
          <p:cNvSpPr txBox="1"/>
          <p:nvPr/>
        </p:nvSpPr>
        <p:spPr>
          <a:xfrm>
            <a:off x="250371" y="199063"/>
            <a:ext cx="11691257" cy="2554545"/>
          </a:xfrm>
          <a:prstGeom prst="rect">
            <a:avLst/>
          </a:prstGeom>
          <a:noFill/>
        </p:spPr>
        <p:txBody>
          <a:bodyPr wrap="square">
            <a:spAutoFit/>
          </a:bodyPr>
          <a:lstStyle/>
          <a:p>
            <a:r>
              <a:rPr lang="en-US" sz="3200" dirty="0"/>
              <a:t>What’s the usage of callback interfaces in hibernate?</a:t>
            </a:r>
          </a:p>
          <a:p>
            <a:r>
              <a:rPr lang="en-US" sz="3200" dirty="0"/>
              <a:t>Callback interfaces of hibernate are useful in receiving event notifications from objects. For example, when an object is loaded or deleted, an event is generated and notification is sent using callback interfaces.</a:t>
            </a:r>
            <a:endParaRPr lang="en-IN" sz="3200" dirty="0"/>
          </a:p>
        </p:txBody>
      </p:sp>
    </p:spTree>
    <p:extLst>
      <p:ext uri="{BB962C8B-B14F-4D97-AF65-F5344CB8AC3E}">
        <p14:creationId xmlns:p14="http://schemas.microsoft.com/office/powerpoint/2010/main" val="17405311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045B-F50A-C90B-4188-92177F426CF2}"/>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A8A9E8B1-D368-4EAE-2ADE-7230FA6B9B57}"/>
              </a:ext>
            </a:extLst>
          </p:cNvPr>
          <p:cNvSpPr>
            <a:spLocks noGrp="1"/>
          </p:cNvSpPr>
          <p:nvPr>
            <p:ph idx="1"/>
          </p:nvPr>
        </p:nvSpPr>
        <p:spPr/>
        <p:txBody>
          <a:bodyPr>
            <a:normAutofit fontScale="92500" lnSpcReduction="20000"/>
          </a:bodyPr>
          <a:lstStyle/>
          <a:p>
            <a:r>
              <a:rPr lang="en-IN" b="1" i="0" dirty="0">
                <a:solidFill>
                  <a:srgbClr val="273239"/>
                </a:solidFill>
                <a:effectLst/>
                <a:latin typeface="Nunito" pitchFamily="2" charset="0"/>
              </a:rPr>
              <a:t>One-to-one bidirectional : </a:t>
            </a:r>
            <a:r>
              <a:rPr lang="en-IN" b="1" i="0" dirty="0">
                <a:solidFill>
                  <a:srgbClr val="273239"/>
                </a:solidFill>
                <a:effectLst/>
                <a:latin typeface="Nunito" pitchFamily="2" charset="0"/>
                <a:hlinkClick r:id="rId2"/>
              </a:rPr>
              <a:t>https://www.geeksforgeeks.org/hibernate-one-to-one-mapping/</a:t>
            </a:r>
            <a:r>
              <a:rPr lang="en-IN" b="1" i="0" dirty="0">
                <a:solidFill>
                  <a:srgbClr val="273239"/>
                </a:solidFill>
                <a:effectLst/>
                <a:latin typeface="Nunito" pitchFamily="2" charset="0"/>
              </a:rPr>
              <a:t> </a:t>
            </a:r>
          </a:p>
          <a:p>
            <a:endParaRPr lang="en-IN" b="1" dirty="0">
              <a:solidFill>
                <a:srgbClr val="273239"/>
              </a:solidFill>
              <a:latin typeface="Nunito" pitchFamily="2" charset="0"/>
            </a:endParaRPr>
          </a:p>
          <a:p>
            <a:r>
              <a:rPr lang="en-IN" b="1" i="0" dirty="0">
                <a:solidFill>
                  <a:srgbClr val="273239"/>
                </a:solidFill>
                <a:effectLst/>
                <a:latin typeface="Nunito" pitchFamily="2" charset="0"/>
                <a:hlinkClick r:id="rId3"/>
              </a:rPr>
              <a:t>https://javatute.com/hibernate/hibernate-eager-vs-lazy-fetch-type-example/</a:t>
            </a:r>
            <a:r>
              <a:rPr lang="en-IN" b="1" i="0" dirty="0">
                <a:solidFill>
                  <a:srgbClr val="273239"/>
                </a:solidFill>
                <a:effectLst/>
                <a:latin typeface="Nunito" pitchFamily="2" charset="0"/>
              </a:rPr>
              <a:t> </a:t>
            </a:r>
          </a:p>
          <a:p>
            <a:endParaRPr lang="en-IN" b="1" dirty="0">
              <a:solidFill>
                <a:srgbClr val="273239"/>
              </a:solidFill>
              <a:latin typeface="Nunito" pitchFamily="2" charset="0"/>
            </a:endParaRPr>
          </a:p>
          <a:p>
            <a:pPr algn="l"/>
            <a:r>
              <a:rPr lang="en-US" b="0" i="0" dirty="0">
                <a:solidFill>
                  <a:srgbClr val="69767A"/>
                </a:solidFill>
                <a:effectLst/>
                <a:latin typeface="Open Sans" panose="020B0606030504020204" pitchFamily="34" charset="0"/>
                <a:hlinkClick r:id="rId4"/>
              </a:rPr>
              <a:t>http://javainsimpleway.com/merge-vs-update-in-hibernate-with-example/</a:t>
            </a:r>
            <a:r>
              <a:rPr lang="en-US" b="0" i="0" dirty="0">
                <a:solidFill>
                  <a:srgbClr val="69767A"/>
                </a:solidFill>
                <a:effectLst/>
                <a:latin typeface="Open Sans" panose="020B0606030504020204" pitchFamily="34" charset="0"/>
              </a:rPr>
              <a:t> </a:t>
            </a:r>
          </a:p>
          <a:p>
            <a:pPr algn="l"/>
            <a:r>
              <a:rPr lang="en-US" b="0" i="0" dirty="0">
                <a:solidFill>
                  <a:srgbClr val="69767A"/>
                </a:solidFill>
                <a:effectLst/>
                <a:latin typeface="Open Sans" panose="020B0606030504020204" pitchFamily="34" charset="0"/>
                <a:hlinkClick r:id="rId5"/>
              </a:rPr>
              <a:t>https://www.digitalocean.com/community/tutorials/hibernate-session-merge-vs-update-save-saveorupdate-persist-example</a:t>
            </a:r>
            <a:r>
              <a:rPr lang="en-US" dirty="0">
                <a:solidFill>
                  <a:srgbClr val="69767A"/>
                </a:solidFill>
                <a:latin typeface="Open Sans" panose="020B0606030504020204" pitchFamily="34" charset="0"/>
              </a:rPr>
              <a:t> </a:t>
            </a:r>
          </a:p>
          <a:p>
            <a:pPr algn="l"/>
            <a:r>
              <a:rPr lang="en-US" b="0" i="0">
                <a:solidFill>
                  <a:srgbClr val="69767A"/>
                </a:solidFill>
                <a:effectLst/>
                <a:latin typeface="Open Sans" panose="020B0606030504020204" pitchFamily="34" charset="0"/>
                <a:hlinkClick r:id="rId6"/>
              </a:rPr>
              <a:t>https://www.linkedin.com/pulse/transactions-spring-approach-thiago-leite-e-carvalho/</a:t>
            </a:r>
            <a:r>
              <a:rPr lang="en-US" b="0" i="0">
                <a:solidFill>
                  <a:srgbClr val="69767A"/>
                </a:solidFill>
                <a:effectLst/>
                <a:latin typeface="Open Sans" panose="020B0606030504020204" pitchFamily="34" charset="0"/>
              </a:rPr>
              <a:t> </a:t>
            </a:r>
            <a:endParaRPr lang="en-US" b="0" i="0" dirty="0">
              <a:solidFill>
                <a:srgbClr val="69767A"/>
              </a:solidFill>
              <a:effectLst/>
              <a:latin typeface="Open Sans" panose="020B0606030504020204" pitchFamily="34" charset="0"/>
            </a:endParaRPr>
          </a:p>
          <a:p>
            <a:endParaRPr lang="en-IN" b="1" i="0" dirty="0">
              <a:solidFill>
                <a:srgbClr val="273239"/>
              </a:solidFill>
              <a:effectLst/>
              <a:latin typeface="Nunito" pitchFamily="2" charset="0"/>
            </a:endParaRPr>
          </a:p>
        </p:txBody>
      </p:sp>
    </p:spTree>
    <p:extLst>
      <p:ext uri="{BB962C8B-B14F-4D97-AF65-F5344CB8AC3E}">
        <p14:creationId xmlns:p14="http://schemas.microsoft.com/office/powerpoint/2010/main" val="379181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843</TotalTime>
  <Words>4938</Words>
  <Application>Microsoft Office PowerPoint</Application>
  <PresentationFormat>Widescreen</PresentationFormat>
  <Paragraphs>368</Paragraphs>
  <Slides>55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55</vt:i4>
      </vt:variant>
    </vt:vector>
  </HeadingPairs>
  <TitlesOfParts>
    <vt:vector size="67" baseType="lpstr">
      <vt:lpstr>-apple-system</vt:lpstr>
      <vt:lpstr>Arial</vt:lpstr>
      <vt:lpstr>Avantgarde</vt:lpstr>
      <vt:lpstr>Calibri</vt:lpstr>
      <vt:lpstr>Calibri Light</vt:lpstr>
      <vt:lpstr>inherit</vt:lpstr>
      <vt:lpstr>JetBrains Mono</vt:lpstr>
      <vt:lpstr>Nunito</vt:lpstr>
      <vt:lpstr>Open Sans</vt:lpstr>
      <vt:lpstr>Roboto</vt:lpstr>
      <vt:lpstr>Source Code Pro</vt:lpstr>
      <vt:lpstr>Office Theme</vt:lpstr>
      <vt:lpstr>Hibernate Architecture</vt:lpstr>
      <vt:lpstr>PowerPoint Presentation</vt:lpstr>
      <vt:lpstr>hibernate.cfg.xml</vt:lpstr>
      <vt:lpstr>SessionFactory</vt:lpstr>
      <vt:lpstr>sessionfactory opensession vs getcurrentsession</vt:lpstr>
      <vt:lpstr>Session</vt:lpstr>
      <vt:lpstr>Persistent Object has three life cycle states</vt:lpstr>
      <vt:lpstr>Persistent Object has three life cycle states</vt:lpstr>
      <vt:lpstr>Persistent Object has three life cycle states</vt:lpstr>
      <vt:lpstr>Removed State</vt:lpstr>
      <vt:lpstr>Hibernate with Multiple Databases</vt:lpstr>
      <vt:lpstr>CodeGeneration </vt:lpstr>
      <vt:lpstr>Primary Key Generation Algorithms </vt:lpstr>
      <vt:lpstr>Primary Key Generation Algorithms </vt:lpstr>
      <vt:lpstr>Inheritance Mapping </vt:lpstr>
      <vt:lpstr>Table Per Class Hierarchy</vt:lpstr>
      <vt:lpstr>Table Per Class Hierarchy @Inheritance </vt:lpstr>
      <vt:lpstr>Table Per Class Hierarchy @DiscriminatorColumn </vt:lpstr>
      <vt:lpstr>Table Per Class Hierarchy  @DiscriminatorValue </vt:lpstr>
      <vt:lpstr> Table Per Sub class</vt:lpstr>
      <vt:lpstr> Table Per Concrete Class</vt:lpstr>
      <vt:lpstr> Table Per Sub class @Inheritance</vt:lpstr>
      <vt:lpstr>Association Mapping</vt:lpstr>
      <vt:lpstr>One-To-One Association Mapping</vt:lpstr>
      <vt:lpstr>One-To-One Association Mapping</vt:lpstr>
      <vt:lpstr>One-To-One Association Mapping</vt:lpstr>
      <vt:lpstr>One-To-One Association Mapping</vt:lpstr>
      <vt:lpstr>One-To-Many Association</vt:lpstr>
      <vt:lpstr>One-To-Many Association</vt:lpstr>
      <vt:lpstr>Many-To-Many Associations</vt:lpstr>
      <vt:lpstr>Hibernate Single Table Inheritance</vt:lpstr>
      <vt:lpstr>Hibernate Table Per Concrete Class</vt:lpstr>
      <vt:lpstr>Hibernate Table Per Concrete Class</vt:lpstr>
      <vt:lpstr>Hibernate Table Per Subclass</vt:lpstr>
      <vt:lpstr>Caching in Hibernate</vt:lpstr>
      <vt:lpstr>Cache Eviction</vt:lpstr>
      <vt:lpstr>Cache Eviction</vt:lpstr>
      <vt:lpstr>Evict vs Merge vs Clear</vt:lpstr>
      <vt:lpstr>Evict vs Merge vs Clear</vt:lpstr>
      <vt:lpstr>Merge Vs Update</vt:lpstr>
      <vt:lpstr>Merge Vs Update</vt:lpstr>
      <vt:lpstr>Get vs Load</vt:lpstr>
      <vt:lpstr>PowerPoint Presentation</vt:lpstr>
      <vt:lpstr>PowerPoint Presentation</vt:lpstr>
      <vt:lpstr>N+1 problem solution</vt:lpstr>
      <vt:lpstr>N+1 problem solution</vt:lpstr>
      <vt:lpstr>PowerPoint Presentation</vt:lpstr>
      <vt:lpstr>PowerPoint Presentation</vt:lpstr>
      <vt:lpstr>PowerPoint Presentation</vt:lpstr>
      <vt:lpstr>PowerPoint Presentation</vt:lpstr>
      <vt:lpstr>CompositeKey With IdClass</vt:lpstr>
      <vt:lpstr>CompositeKey With The EmbeddedId Annotation</vt:lpstr>
      <vt:lpstr>PowerPoint Presentation</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SessionFactory</dc:title>
  <dc:creator>Arun Sunar</dc:creator>
  <cp:lastModifiedBy>Arun Sunar</cp:lastModifiedBy>
  <cp:revision>1</cp:revision>
  <dcterms:created xsi:type="dcterms:W3CDTF">2023-10-16T02:17:03Z</dcterms:created>
  <dcterms:modified xsi:type="dcterms:W3CDTF">2024-08-06T11:04:41Z</dcterms:modified>
</cp:coreProperties>
</file>