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4" r:id="rId3"/>
    <p:sldId id="287" r:id="rId4"/>
    <p:sldId id="258" r:id="rId5"/>
    <p:sldId id="282" r:id="rId6"/>
    <p:sldId id="259" r:id="rId7"/>
    <p:sldId id="260" r:id="rId8"/>
    <p:sldId id="295" r:id="rId9"/>
    <p:sldId id="261" r:id="rId10"/>
    <p:sldId id="262" r:id="rId11"/>
    <p:sldId id="264" r:id="rId12"/>
    <p:sldId id="265" r:id="rId13"/>
    <p:sldId id="266" r:id="rId14"/>
    <p:sldId id="267" r:id="rId15"/>
    <p:sldId id="268" r:id="rId16"/>
    <p:sldId id="269" r:id="rId17"/>
    <p:sldId id="270" r:id="rId18"/>
    <p:sldId id="271" r:id="rId19"/>
    <p:sldId id="272" r:id="rId20"/>
    <p:sldId id="273" r:id="rId21"/>
    <p:sldId id="288" r:id="rId22"/>
    <p:sldId id="289" r:id="rId23"/>
    <p:sldId id="276" r:id="rId24"/>
    <p:sldId id="290" r:id="rId25"/>
    <p:sldId id="277" r:id="rId26"/>
    <p:sldId id="278" r:id="rId27"/>
    <p:sldId id="279" r:id="rId28"/>
    <p:sldId id="280" r:id="rId29"/>
    <p:sldId id="281" r:id="rId30"/>
    <p:sldId id="283" r:id="rId31"/>
    <p:sldId id="284" r:id="rId32"/>
    <p:sldId id="285" r:id="rId33"/>
    <p:sldId id="291" r:id="rId34"/>
    <p:sldId id="286" r:id="rId35"/>
    <p:sldId id="292" r:id="rId36"/>
    <p:sldId id="293" r:id="rId37"/>
    <p:sldId id="296" r:id="rId38"/>
    <p:sldId id="25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85DE83-D292-4C39-9803-0802FB5ED945}" v="3" dt="2024-06-11T01:38:08.0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FB6EF1B5-26DD-4F7D-833D-ACBAF3B65179}"/>
    <pc:docChg chg="undo redo custSel addSld delSld modSld sldOrd">
      <pc:chgData name="Arun Sunar" userId="3fa9774ca67c7ab5" providerId="LiveId" clId="{FB6EF1B5-26DD-4F7D-833D-ACBAF3B65179}" dt="2023-11-01T03:39:37.695" v="93"/>
      <pc:docMkLst>
        <pc:docMk/>
      </pc:docMkLst>
      <pc:sldChg chg="modSp mod">
        <pc:chgData name="Arun Sunar" userId="3fa9774ca67c7ab5" providerId="LiveId" clId="{FB6EF1B5-26DD-4F7D-833D-ACBAF3B65179}" dt="2023-11-01T03:22:36.720" v="11" actId="27636"/>
        <pc:sldMkLst>
          <pc:docMk/>
          <pc:sldMk cId="866563991" sldId="273"/>
        </pc:sldMkLst>
        <pc:spChg chg="mod">
          <ac:chgData name="Arun Sunar" userId="3fa9774ca67c7ab5" providerId="LiveId" clId="{FB6EF1B5-26DD-4F7D-833D-ACBAF3B65179}" dt="2023-11-01T03:22:36.720" v="11" actId="27636"/>
          <ac:spMkLst>
            <pc:docMk/>
            <pc:sldMk cId="866563991" sldId="273"/>
            <ac:spMk id="3" creationId="{FA3A49E2-8126-60C8-B961-411CA59BD474}"/>
          </ac:spMkLst>
        </pc:spChg>
      </pc:sldChg>
      <pc:sldChg chg="del">
        <pc:chgData name="Arun Sunar" userId="3fa9774ca67c7ab5" providerId="LiveId" clId="{FB6EF1B5-26DD-4F7D-833D-ACBAF3B65179}" dt="2023-11-01T03:25:47.951" v="23" actId="47"/>
        <pc:sldMkLst>
          <pc:docMk/>
          <pc:sldMk cId="3910822020" sldId="274"/>
        </pc:sldMkLst>
      </pc:sldChg>
      <pc:sldChg chg="addSp delSp modSp mod">
        <pc:chgData name="Arun Sunar" userId="3fa9774ca67c7ab5" providerId="LiveId" clId="{FB6EF1B5-26DD-4F7D-833D-ACBAF3B65179}" dt="2023-11-01T03:30:35.899" v="63" actId="20577"/>
        <pc:sldMkLst>
          <pc:docMk/>
          <pc:sldMk cId="3729450316" sldId="276"/>
        </pc:sldMkLst>
        <pc:spChg chg="mod">
          <ac:chgData name="Arun Sunar" userId="3fa9774ca67c7ab5" providerId="LiveId" clId="{FB6EF1B5-26DD-4F7D-833D-ACBAF3B65179}" dt="2023-11-01T03:30:35.899" v="63" actId="20577"/>
          <ac:spMkLst>
            <pc:docMk/>
            <pc:sldMk cId="3729450316" sldId="276"/>
            <ac:spMk id="3" creationId="{FA3A49E2-8126-60C8-B961-411CA59BD474}"/>
          </ac:spMkLst>
        </pc:spChg>
        <pc:spChg chg="add del">
          <ac:chgData name="Arun Sunar" userId="3fa9774ca67c7ab5" providerId="LiveId" clId="{FB6EF1B5-26DD-4F7D-833D-ACBAF3B65179}" dt="2023-11-01T03:28:22.473" v="35"/>
          <ac:spMkLst>
            <pc:docMk/>
            <pc:sldMk cId="3729450316" sldId="276"/>
            <ac:spMk id="4" creationId="{7038205F-17B3-DCF5-3AB2-A79CFCF0FB6C}"/>
          </ac:spMkLst>
        </pc:spChg>
        <pc:spChg chg="add del">
          <ac:chgData name="Arun Sunar" userId="3fa9774ca67c7ab5" providerId="LiveId" clId="{FB6EF1B5-26DD-4F7D-833D-ACBAF3B65179}" dt="2023-11-01T03:28:56.099" v="40"/>
          <ac:spMkLst>
            <pc:docMk/>
            <pc:sldMk cId="3729450316" sldId="276"/>
            <ac:spMk id="5" creationId="{B3161987-6DB4-4EB7-998E-5F0044F3FE19}"/>
          </ac:spMkLst>
        </pc:spChg>
      </pc:sldChg>
      <pc:sldChg chg="modSp mod ord">
        <pc:chgData name="Arun Sunar" userId="3fa9774ca67c7ab5" providerId="LiveId" clId="{FB6EF1B5-26DD-4F7D-833D-ACBAF3B65179}" dt="2023-11-01T03:38:46.106" v="77"/>
        <pc:sldMkLst>
          <pc:docMk/>
          <pc:sldMk cId="1009554472" sldId="286"/>
        </pc:sldMkLst>
        <pc:spChg chg="mod">
          <ac:chgData name="Arun Sunar" userId="3fa9774ca67c7ab5" providerId="LiveId" clId="{FB6EF1B5-26DD-4F7D-833D-ACBAF3B65179}" dt="2023-11-01T03:38:39.594" v="75" actId="20577"/>
          <ac:spMkLst>
            <pc:docMk/>
            <pc:sldMk cId="1009554472" sldId="286"/>
            <ac:spMk id="2" creationId="{F0A4D186-D868-778A-A34C-B1C4F08212B0}"/>
          </ac:spMkLst>
        </pc:spChg>
        <pc:spChg chg="mod">
          <ac:chgData name="Arun Sunar" userId="3fa9774ca67c7ab5" providerId="LiveId" clId="{FB6EF1B5-26DD-4F7D-833D-ACBAF3B65179}" dt="2023-11-01T03:38:29.292" v="67"/>
          <ac:spMkLst>
            <pc:docMk/>
            <pc:sldMk cId="1009554472" sldId="286"/>
            <ac:spMk id="3" creationId="{A5D25DCF-A5CA-9B08-283A-F748EDEBF96D}"/>
          </ac:spMkLst>
        </pc:spChg>
      </pc:sldChg>
      <pc:sldChg chg="addSp delSp modSp add mod">
        <pc:chgData name="Arun Sunar" userId="3fa9774ca67c7ab5" providerId="LiveId" clId="{FB6EF1B5-26DD-4F7D-833D-ACBAF3B65179}" dt="2023-11-01T03:26:13.810" v="24" actId="313"/>
        <pc:sldMkLst>
          <pc:docMk/>
          <pc:sldMk cId="1967037098" sldId="288"/>
        </pc:sldMkLst>
        <pc:spChg chg="mod">
          <ac:chgData name="Arun Sunar" userId="3fa9774ca67c7ab5" providerId="LiveId" clId="{FB6EF1B5-26DD-4F7D-833D-ACBAF3B65179}" dt="2023-11-01T03:25:06.441" v="18"/>
          <ac:spMkLst>
            <pc:docMk/>
            <pc:sldMk cId="1967037098" sldId="288"/>
            <ac:spMk id="2" creationId="{07D353CD-FF4E-5C23-2B36-8388534BD051}"/>
          </ac:spMkLst>
        </pc:spChg>
        <pc:spChg chg="mod">
          <ac:chgData name="Arun Sunar" userId="3fa9774ca67c7ab5" providerId="LiveId" clId="{FB6EF1B5-26DD-4F7D-833D-ACBAF3B65179}" dt="2023-11-01T03:26:13.810" v="24" actId="313"/>
          <ac:spMkLst>
            <pc:docMk/>
            <pc:sldMk cId="1967037098" sldId="288"/>
            <ac:spMk id="3" creationId="{FA3A49E2-8126-60C8-B961-411CA59BD474}"/>
          </ac:spMkLst>
        </pc:spChg>
        <pc:spChg chg="add del">
          <ac:chgData name="Arun Sunar" userId="3fa9774ca67c7ab5" providerId="LiveId" clId="{FB6EF1B5-26DD-4F7D-833D-ACBAF3B65179}" dt="2023-11-01T03:25:18.175" v="20"/>
          <ac:spMkLst>
            <pc:docMk/>
            <pc:sldMk cId="1967037098" sldId="288"/>
            <ac:spMk id="4" creationId="{1FB88209-B332-6813-896F-CED950496712}"/>
          </ac:spMkLst>
        </pc:spChg>
      </pc:sldChg>
      <pc:sldChg chg="addSp delSp modSp add mod">
        <pc:chgData name="Arun Sunar" userId="3fa9774ca67c7ab5" providerId="LiveId" clId="{FB6EF1B5-26DD-4F7D-833D-ACBAF3B65179}" dt="2023-11-01T03:27:23.999" v="33"/>
        <pc:sldMkLst>
          <pc:docMk/>
          <pc:sldMk cId="2268555539" sldId="289"/>
        </pc:sldMkLst>
        <pc:spChg chg="mod">
          <ac:chgData name="Arun Sunar" userId="3fa9774ca67c7ab5" providerId="LiveId" clId="{FB6EF1B5-26DD-4F7D-833D-ACBAF3B65179}" dt="2023-11-01T03:26:28.289" v="29"/>
          <ac:spMkLst>
            <pc:docMk/>
            <pc:sldMk cId="2268555539" sldId="289"/>
            <ac:spMk id="2" creationId="{07D353CD-FF4E-5C23-2B36-8388534BD051}"/>
          </ac:spMkLst>
        </pc:spChg>
        <pc:spChg chg="mod">
          <ac:chgData name="Arun Sunar" userId="3fa9774ca67c7ab5" providerId="LiveId" clId="{FB6EF1B5-26DD-4F7D-833D-ACBAF3B65179}" dt="2023-11-01T03:27:23.999" v="33"/>
          <ac:spMkLst>
            <pc:docMk/>
            <pc:sldMk cId="2268555539" sldId="289"/>
            <ac:spMk id="3" creationId="{FA3A49E2-8126-60C8-B961-411CA59BD474}"/>
          </ac:spMkLst>
        </pc:spChg>
        <pc:spChg chg="add del">
          <ac:chgData name="Arun Sunar" userId="3fa9774ca67c7ab5" providerId="LiveId" clId="{FB6EF1B5-26DD-4F7D-833D-ACBAF3B65179}" dt="2023-11-01T03:27:23.967" v="31"/>
          <ac:spMkLst>
            <pc:docMk/>
            <pc:sldMk cId="2268555539" sldId="289"/>
            <ac:spMk id="4" creationId="{6D9068C3-A063-11FB-ADCD-45C53130DED6}"/>
          </ac:spMkLst>
        </pc:spChg>
      </pc:sldChg>
      <pc:sldChg chg="addSp delSp modSp add mod">
        <pc:chgData name="Arun Sunar" userId="3fa9774ca67c7ab5" providerId="LiveId" clId="{FB6EF1B5-26DD-4F7D-833D-ACBAF3B65179}" dt="2023-11-01T03:30:09.270" v="58"/>
        <pc:sldMkLst>
          <pc:docMk/>
          <pc:sldMk cId="609095946" sldId="290"/>
        </pc:sldMkLst>
        <pc:spChg chg="mod">
          <ac:chgData name="Arun Sunar" userId="3fa9774ca67c7ab5" providerId="LiveId" clId="{FB6EF1B5-26DD-4F7D-833D-ACBAF3B65179}" dt="2023-11-01T03:30:09.270" v="58"/>
          <ac:spMkLst>
            <pc:docMk/>
            <pc:sldMk cId="609095946" sldId="290"/>
            <ac:spMk id="3" creationId="{FA3A49E2-8126-60C8-B961-411CA59BD474}"/>
          </ac:spMkLst>
        </pc:spChg>
        <pc:spChg chg="add del">
          <ac:chgData name="Arun Sunar" userId="3fa9774ca67c7ab5" providerId="LiveId" clId="{FB6EF1B5-26DD-4F7D-833D-ACBAF3B65179}" dt="2023-11-01T03:29:44.620" v="51"/>
          <ac:spMkLst>
            <pc:docMk/>
            <pc:sldMk cId="609095946" sldId="290"/>
            <ac:spMk id="4" creationId="{F50444E2-338E-7B54-EA64-1BB5D2ECBA2C}"/>
          </ac:spMkLst>
        </pc:spChg>
        <pc:spChg chg="add del">
          <ac:chgData name="Arun Sunar" userId="3fa9774ca67c7ab5" providerId="LiveId" clId="{FB6EF1B5-26DD-4F7D-833D-ACBAF3B65179}" dt="2023-11-01T03:30:09.254" v="56"/>
          <ac:spMkLst>
            <pc:docMk/>
            <pc:sldMk cId="609095946" sldId="290"/>
            <ac:spMk id="5" creationId="{30BDB56E-29C8-A185-8A96-A5A9F8E99C95}"/>
          </ac:spMkLst>
        </pc:spChg>
      </pc:sldChg>
      <pc:sldChg chg="add">
        <pc:chgData name="Arun Sunar" userId="3fa9774ca67c7ab5" providerId="LiveId" clId="{FB6EF1B5-26DD-4F7D-833D-ACBAF3B65179}" dt="2023-11-01T03:38:21.666" v="64" actId="2890"/>
        <pc:sldMkLst>
          <pc:docMk/>
          <pc:sldMk cId="978829887" sldId="291"/>
        </pc:sldMkLst>
      </pc:sldChg>
      <pc:sldChg chg="modSp add mod">
        <pc:chgData name="Arun Sunar" userId="3fa9774ca67c7ab5" providerId="LiveId" clId="{FB6EF1B5-26DD-4F7D-833D-ACBAF3B65179}" dt="2023-11-01T03:39:09.628" v="84"/>
        <pc:sldMkLst>
          <pc:docMk/>
          <pc:sldMk cId="3014386991" sldId="292"/>
        </pc:sldMkLst>
        <pc:spChg chg="mod">
          <ac:chgData name="Arun Sunar" userId="3fa9774ca67c7ab5" providerId="LiveId" clId="{FB6EF1B5-26DD-4F7D-833D-ACBAF3B65179}" dt="2023-11-01T03:39:00.508" v="81"/>
          <ac:spMkLst>
            <pc:docMk/>
            <pc:sldMk cId="3014386991" sldId="292"/>
            <ac:spMk id="2" creationId="{F0A4D186-D868-778A-A34C-B1C4F08212B0}"/>
          </ac:spMkLst>
        </pc:spChg>
        <pc:spChg chg="mod">
          <ac:chgData name="Arun Sunar" userId="3fa9774ca67c7ab5" providerId="LiveId" clId="{FB6EF1B5-26DD-4F7D-833D-ACBAF3B65179}" dt="2023-11-01T03:39:09.628" v="84"/>
          <ac:spMkLst>
            <pc:docMk/>
            <pc:sldMk cId="3014386991" sldId="292"/>
            <ac:spMk id="3" creationId="{A5D25DCF-A5CA-9B08-283A-F748EDEBF96D}"/>
          </ac:spMkLst>
        </pc:spChg>
      </pc:sldChg>
      <pc:sldChg chg="modSp add mod">
        <pc:chgData name="Arun Sunar" userId="3fa9774ca67c7ab5" providerId="LiveId" clId="{FB6EF1B5-26DD-4F7D-833D-ACBAF3B65179}" dt="2023-11-01T03:39:37.695" v="93"/>
        <pc:sldMkLst>
          <pc:docMk/>
          <pc:sldMk cId="3447710681" sldId="293"/>
        </pc:sldMkLst>
        <pc:spChg chg="mod">
          <ac:chgData name="Arun Sunar" userId="3fa9774ca67c7ab5" providerId="LiveId" clId="{FB6EF1B5-26DD-4F7D-833D-ACBAF3B65179}" dt="2023-11-01T03:39:22.733" v="90"/>
          <ac:spMkLst>
            <pc:docMk/>
            <pc:sldMk cId="3447710681" sldId="293"/>
            <ac:spMk id="2" creationId="{F0A4D186-D868-778A-A34C-B1C4F08212B0}"/>
          </ac:spMkLst>
        </pc:spChg>
        <pc:spChg chg="mod">
          <ac:chgData name="Arun Sunar" userId="3fa9774ca67c7ab5" providerId="LiveId" clId="{FB6EF1B5-26DD-4F7D-833D-ACBAF3B65179}" dt="2023-11-01T03:39:37.695" v="93"/>
          <ac:spMkLst>
            <pc:docMk/>
            <pc:sldMk cId="3447710681" sldId="293"/>
            <ac:spMk id="3" creationId="{A5D25DCF-A5CA-9B08-283A-F748EDEBF96D}"/>
          </ac:spMkLst>
        </pc:spChg>
      </pc:sldChg>
    </pc:docChg>
  </pc:docChgLst>
  <pc:docChgLst>
    <pc:chgData name="Arun Sunar" userId="3fa9774ca67c7ab5" providerId="LiveId" clId="{79F144A8-0196-41EE-A533-8CCC7EFFAF01}"/>
    <pc:docChg chg="undo redo custSel addSld modSld">
      <pc:chgData name="Arun Sunar" userId="3fa9774ca67c7ab5" providerId="LiveId" clId="{79F144A8-0196-41EE-A533-8CCC7EFFAF01}" dt="2023-10-16T03:46:18.890" v="41" actId="207"/>
      <pc:docMkLst>
        <pc:docMk/>
      </pc:docMkLst>
      <pc:sldChg chg="modSp mod">
        <pc:chgData name="Arun Sunar" userId="3fa9774ca67c7ab5" providerId="LiveId" clId="{79F144A8-0196-41EE-A533-8CCC7EFFAF01}" dt="2023-10-16T03:13:38.516" v="3"/>
        <pc:sldMkLst>
          <pc:docMk/>
          <pc:sldMk cId="965101986" sldId="261"/>
        </pc:sldMkLst>
        <pc:spChg chg="mod">
          <ac:chgData name="Arun Sunar" userId="3fa9774ca67c7ab5" providerId="LiveId" clId="{79F144A8-0196-41EE-A533-8CCC7EFFAF01}" dt="2023-10-16T03:13:38.516" v="3"/>
          <ac:spMkLst>
            <pc:docMk/>
            <pc:sldMk cId="965101986" sldId="261"/>
            <ac:spMk id="5" creationId="{ED1E3BC6-D163-F90D-911F-2301E5257ED1}"/>
          </ac:spMkLst>
        </pc:spChg>
      </pc:sldChg>
      <pc:sldChg chg="modSp new mod">
        <pc:chgData name="Arun Sunar" userId="3fa9774ca67c7ab5" providerId="LiveId" clId="{79F144A8-0196-41EE-A533-8CCC7EFFAF01}" dt="2023-10-16T03:42:22.418" v="9"/>
        <pc:sldMkLst>
          <pc:docMk/>
          <pc:sldMk cId="1712710487" sldId="283"/>
        </pc:sldMkLst>
        <pc:spChg chg="mod">
          <ac:chgData name="Arun Sunar" userId="3fa9774ca67c7ab5" providerId="LiveId" clId="{79F144A8-0196-41EE-A533-8CCC7EFFAF01}" dt="2023-10-16T03:42:13.308" v="8"/>
          <ac:spMkLst>
            <pc:docMk/>
            <pc:sldMk cId="1712710487" sldId="283"/>
            <ac:spMk id="2" creationId="{F0A4D186-D868-778A-A34C-B1C4F08212B0}"/>
          </ac:spMkLst>
        </pc:spChg>
        <pc:spChg chg="mod">
          <ac:chgData name="Arun Sunar" userId="3fa9774ca67c7ab5" providerId="LiveId" clId="{79F144A8-0196-41EE-A533-8CCC7EFFAF01}" dt="2023-10-16T03:42:22.418" v="9"/>
          <ac:spMkLst>
            <pc:docMk/>
            <pc:sldMk cId="1712710487" sldId="283"/>
            <ac:spMk id="3" creationId="{A5D25DCF-A5CA-9B08-283A-F748EDEBF96D}"/>
          </ac:spMkLst>
        </pc:spChg>
      </pc:sldChg>
      <pc:sldChg chg="add">
        <pc:chgData name="Arun Sunar" userId="3fa9774ca67c7ab5" providerId="LiveId" clId="{79F144A8-0196-41EE-A533-8CCC7EFFAF01}" dt="2023-10-16T03:42:09.469" v="7" actId="2890"/>
        <pc:sldMkLst>
          <pc:docMk/>
          <pc:sldMk cId="3969070882" sldId="284"/>
        </pc:sldMkLst>
      </pc:sldChg>
      <pc:sldChg chg="modSp add mod">
        <pc:chgData name="Arun Sunar" userId="3fa9774ca67c7ab5" providerId="LiveId" clId="{79F144A8-0196-41EE-A533-8CCC7EFFAF01}" dt="2023-10-16T03:43:06.094" v="16"/>
        <pc:sldMkLst>
          <pc:docMk/>
          <pc:sldMk cId="3137474045" sldId="285"/>
        </pc:sldMkLst>
        <pc:spChg chg="mod">
          <ac:chgData name="Arun Sunar" userId="3fa9774ca67c7ab5" providerId="LiveId" clId="{79F144A8-0196-41EE-A533-8CCC7EFFAF01}" dt="2023-10-16T03:42:54.911" v="15"/>
          <ac:spMkLst>
            <pc:docMk/>
            <pc:sldMk cId="3137474045" sldId="285"/>
            <ac:spMk id="2" creationId="{F0A4D186-D868-778A-A34C-B1C4F08212B0}"/>
          </ac:spMkLst>
        </pc:spChg>
        <pc:spChg chg="mod">
          <ac:chgData name="Arun Sunar" userId="3fa9774ca67c7ab5" providerId="LiveId" clId="{79F144A8-0196-41EE-A533-8CCC7EFFAF01}" dt="2023-10-16T03:43:06.094" v="16"/>
          <ac:spMkLst>
            <pc:docMk/>
            <pc:sldMk cId="3137474045" sldId="285"/>
            <ac:spMk id="3" creationId="{A5D25DCF-A5CA-9B08-283A-F748EDEBF96D}"/>
          </ac:spMkLst>
        </pc:spChg>
      </pc:sldChg>
      <pc:sldChg chg="modSp add mod">
        <pc:chgData name="Arun Sunar" userId="3fa9774ca67c7ab5" providerId="LiveId" clId="{79F144A8-0196-41EE-A533-8CCC7EFFAF01}" dt="2023-10-16T03:43:29.200" v="19"/>
        <pc:sldMkLst>
          <pc:docMk/>
          <pc:sldMk cId="1009554472" sldId="286"/>
        </pc:sldMkLst>
        <pc:spChg chg="mod">
          <ac:chgData name="Arun Sunar" userId="3fa9774ca67c7ab5" providerId="LiveId" clId="{79F144A8-0196-41EE-A533-8CCC7EFFAF01}" dt="2023-10-16T03:43:20.253" v="18"/>
          <ac:spMkLst>
            <pc:docMk/>
            <pc:sldMk cId="1009554472" sldId="286"/>
            <ac:spMk id="2" creationId="{F0A4D186-D868-778A-A34C-B1C4F08212B0}"/>
          </ac:spMkLst>
        </pc:spChg>
        <pc:spChg chg="mod">
          <ac:chgData name="Arun Sunar" userId="3fa9774ca67c7ab5" providerId="LiveId" clId="{79F144A8-0196-41EE-A533-8CCC7EFFAF01}" dt="2023-10-16T03:43:29.200" v="19"/>
          <ac:spMkLst>
            <pc:docMk/>
            <pc:sldMk cId="1009554472" sldId="286"/>
            <ac:spMk id="3" creationId="{A5D25DCF-A5CA-9B08-283A-F748EDEBF96D}"/>
          </ac:spMkLst>
        </pc:spChg>
      </pc:sldChg>
      <pc:sldChg chg="modSp add mod">
        <pc:chgData name="Arun Sunar" userId="3fa9774ca67c7ab5" providerId="LiveId" clId="{79F144A8-0196-41EE-A533-8CCC7EFFAF01}" dt="2023-10-16T03:46:18.890" v="41" actId="207"/>
        <pc:sldMkLst>
          <pc:docMk/>
          <pc:sldMk cId="4259156423" sldId="287"/>
        </pc:sldMkLst>
        <pc:spChg chg="mod">
          <ac:chgData name="Arun Sunar" userId="3fa9774ca67c7ab5" providerId="LiveId" clId="{79F144A8-0196-41EE-A533-8CCC7EFFAF01}" dt="2023-10-16T03:45:08.837" v="25" actId="1076"/>
          <ac:spMkLst>
            <pc:docMk/>
            <pc:sldMk cId="4259156423" sldId="287"/>
            <ac:spMk id="2" creationId="{07D353CD-FF4E-5C23-2B36-8388534BD051}"/>
          </ac:spMkLst>
        </pc:spChg>
        <pc:spChg chg="mod">
          <ac:chgData name="Arun Sunar" userId="3fa9774ca67c7ab5" providerId="LiveId" clId="{79F144A8-0196-41EE-A533-8CCC7EFFAF01}" dt="2023-10-16T03:46:18.890" v="41" actId="207"/>
          <ac:spMkLst>
            <pc:docMk/>
            <pc:sldMk cId="4259156423" sldId="287"/>
            <ac:spMk id="3" creationId="{FA3A49E2-8126-60C8-B961-411CA59BD474}"/>
          </ac:spMkLst>
        </pc:spChg>
      </pc:sldChg>
    </pc:docChg>
  </pc:docChgLst>
  <pc:docChgLst>
    <pc:chgData name="Arun Sunar" userId="3fa9774ca67c7ab5" providerId="LiveId" clId="{BD32FB4D-C986-4798-A4C4-3983759F49AB}"/>
    <pc:docChg chg="undo custSel addSld delSld modSld">
      <pc:chgData name="Arun Sunar" userId="3fa9774ca67c7ab5" providerId="LiveId" clId="{BD32FB4D-C986-4798-A4C4-3983759F49AB}" dt="2024-03-11T04:33:42.342" v="286" actId="20577"/>
      <pc:docMkLst>
        <pc:docMk/>
      </pc:docMkLst>
      <pc:sldChg chg="modSp mod">
        <pc:chgData name="Arun Sunar" userId="3fa9774ca67c7ab5" providerId="LiveId" clId="{BD32FB4D-C986-4798-A4C4-3983759F49AB}" dt="2024-03-11T03:17:08.493" v="190" actId="20577"/>
        <pc:sldMkLst>
          <pc:docMk/>
          <pc:sldMk cId="1624712853" sldId="256"/>
        </pc:sldMkLst>
        <pc:spChg chg="mod">
          <ac:chgData name="Arun Sunar" userId="3fa9774ca67c7ab5" providerId="LiveId" clId="{BD32FB4D-C986-4798-A4C4-3983759F49AB}" dt="2024-03-11T03:17:08.493" v="190" actId="20577"/>
          <ac:spMkLst>
            <pc:docMk/>
            <pc:sldMk cId="1624712853" sldId="256"/>
            <ac:spMk id="3" creationId="{FA3A49E2-8126-60C8-B961-411CA59BD474}"/>
          </ac:spMkLst>
        </pc:spChg>
      </pc:sldChg>
      <pc:sldChg chg="modSp mod">
        <pc:chgData name="Arun Sunar" userId="3fa9774ca67c7ab5" providerId="LiveId" clId="{BD32FB4D-C986-4798-A4C4-3983759F49AB}" dt="2024-03-11T04:33:42.342" v="286" actId="20577"/>
        <pc:sldMkLst>
          <pc:docMk/>
          <pc:sldMk cId="2505542891" sldId="257"/>
        </pc:sldMkLst>
        <pc:spChg chg="mod">
          <ac:chgData name="Arun Sunar" userId="3fa9774ca67c7ab5" providerId="LiveId" clId="{BD32FB4D-C986-4798-A4C4-3983759F49AB}" dt="2024-03-11T04:33:42.342" v="286" actId="20577"/>
          <ac:spMkLst>
            <pc:docMk/>
            <pc:sldMk cId="2505542891" sldId="257"/>
            <ac:spMk id="3" creationId="{FA3A49E2-8126-60C8-B961-411CA59BD474}"/>
          </ac:spMkLst>
        </pc:spChg>
      </pc:sldChg>
      <pc:sldChg chg="modSp mod">
        <pc:chgData name="Arun Sunar" userId="3fa9774ca67c7ab5" providerId="LiveId" clId="{BD32FB4D-C986-4798-A4C4-3983759F49AB}" dt="2024-03-11T03:25:07.780" v="226" actId="20577"/>
        <pc:sldMkLst>
          <pc:docMk/>
          <pc:sldMk cId="2699939491" sldId="260"/>
        </pc:sldMkLst>
        <pc:spChg chg="mod">
          <ac:chgData name="Arun Sunar" userId="3fa9774ca67c7ab5" providerId="LiveId" clId="{BD32FB4D-C986-4798-A4C4-3983759F49AB}" dt="2024-03-11T03:25:07.780" v="226" actId="20577"/>
          <ac:spMkLst>
            <pc:docMk/>
            <pc:sldMk cId="2699939491" sldId="260"/>
            <ac:spMk id="3" creationId="{FA3A49E2-8126-60C8-B961-411CA59BD474}"/>
          </ac:spMkLst>
        </pc:spChg>
      </pc:sldChg>
      <pc:sldChg chg="del">
        <pc:chgData name="Arun Sunar" userId="3fa9774ca67c7ab5" providerId="LiveId" clId="{BD32FB4D-C986-4798-A4C4-3983759F49AB}" dt="2024-03-11T04:03:46.977" v="255" actId="2696"/>
        <pc:sldMkLst>
          <pc:docMk/>
          <pc:sldMk cId="2102813749" sldId="263"/>
        </pc:sldMkLst>
      </pc:sldChg>
      <pc:sldChg chg="modSp mod">
        <pc:chgData name="Arun Sunar" userId="3fa9774ca67c7ab5" providerId="LiveId" clId="{BD32FB4D-C986-4798-A4C4-3983759F49AB}" dt="2024-03-11T04:05:31.164" v="259" actId="1076"/>
        <pc:sldMkLst>
          <pc:docMk/>
          <pc:sldMk cId="3561265142" sldId="272"/>
        </pc:sldMkLst>
        <pc:spChg chg="mod">
          <ac:chgData name="Arun Sunar" userId="3fa9774ca67c7ab5" providerId="LiveId" clId="{BD32FB4D-C986-4798-A4C4-3983759F49AB}" dt="2024-03-11T04:05:31.164" v="259" actId="1076"/>
          <ac:spMkLst>
            <pc:docMk/>
            <pc:sldMk cId="3561265142" sldId="272"/>
            <ac:spMk id="2" creationId="{07D353CD-FF4E-5C23-2B36-8388534BD051}"/>
          </ac:spMkLst>
        </pc:spChg>
      </pc:sldChg>
      <pc:sldChg chg="modSp mod">
        <pc:chgData name="Arun Sunar" userId="3fa9774ca67c7ab5" providerId="LiveId" clId="{BD32FB4D-C986-4798-A4C4-3983759F49AB}" dt="2024-03-11T04:10:24.915" v="262"/>
        <pc:sldMkLst>
          <pc:docMk/>
          <pc:sldMk cId="866563991" sldId="273"/>
        </pc:sldMkLst>
        <pc:spChg chg="mod">
          <ac:chgData name="Arun Sunar" userId="3fa9774ca67c7ab5" providerId="LiveId" clId="{BD32FB4D-C986-4798-A4C4-3983759F49AB}" dt="2024-03-11T04:10:24.915" v="262"/>
          <ac:spMkLst>
            <pc:docMk/>
            <pc:sldMk cId="866563991" sldId="273"/>
            <ac:spMk id="3" creationId="{FA3A49E2-8126-60C8-B961-411CA59BD474}"/>
          </ac:spMkLst>
        </pc:spChg>
      </pc:sldChg>
      <pc:sldChg chg="del">
        <pc:chgData name="Arun Sunar" userId="3fa9774ca67c7ab5" providerId="LiveId" clId="{BD32FB4D-C986-4798-A4C4-3983759F49AB}" dt="2024-03-11T04:14:19.971" v="273" actId="2696"/>
        <pc:sldMkLst>
          <pc:docMk/>
          <pc:sldMk cId="3846309370" sldId="275"/>
        </pc:sldMkLst>
      </pc:sldChg>
      <pc:sldChg chg="modSp mod">
        <pc:chgData name="Arun Sunar" userId="3fa9774ca67c7ab5" providerId="LiveId" clId="{BD32FB4D-C986-4798-A4C4-3983759F49AB}" dt="2024-03-11T04:15:28.837" v="279"/>
        <pc:sldMkLst>
          <pc:docMk/>
          <pc:sldMk cId="3729450316" sldId="276"/>
        </pc:sldMkLst>
        <pc:spChg chg="mod">
          <ac:chgData name="Arun Sunar" userId="3fa9774ca67c7ab5" providerId="LiveId" clId="{BD32FB4D-C986-4798-A4C4-3983759F49AB}" dt="2024-03-11T04:15:28.837" v="279"/>
          <ac:spMkLst>
            <pc:docMk/>
            <pc:sldMk cId="3729450316" sldId="276"/>
            <ac:spMk id="3" creationId="{FA3A49E2-8126-60C8-B961-411CA59BD474}"/>
          </ac:spMkLst>
        </pc:spChg>
      </pc:sldChg>
      <pc:sldChg chg="modSp mod">
        <pc:chgData name="Arun Sunar" userId="3fa9774ca67c7ab5" providerId="LiveId" clId="{BD32FB4D-C986-4798-A4C4-3983759F49AB}" dt="2024-03-11T04:11:57.480" v="267"/>
        <pc:sldMkLst>
          <pc:docMk/>
          <pc:sldMk cId="1967037098" sldId="288"/>
        </pc:sldMkLst>
        <pc:spChg chg="mod">
          <ac:chgData name="Arun Sunar" userId="3fa9774ca67c7ab5" providerId="LiveId" clId="{BD32FB4D-C986-4798-A4C4-3983759F49AB}" dt="2024-03-11T04:11:57.480" v="267"/>
          <ac:spMkLst>
            <pc:docMk/>
            <pc:sldMk cId="1967037098" sldId="288"/>
            <ac:spMk id="3" creationId="{FA3A49E2-8126-60C8-B961-411CA59BD474}"/>
          </ac:spMkLst>
        </pc:spChg>
      </pc:sldChg>
      <pc:sldChg chg="modSp mod">
        <pc:chgData name="Arun Sunar" userId="3fa9774ca67c7ab5" providerId="LiveId" clId="{BD32FB4D-C986-4798-A4C4-3983759F49AB}" dt="2024-03-11T04:13:12.584" v="272"/>
        <pc:sldMkLst>
          <pc:docMk/>
          <pc:sldMk cId="2268555539" sldId="289"/>
        </pc:sldMkLst>
        <pc:spChg chg="mod">
          <ac:chgData name="Arun Sunar" userId="3fa9774ca67c7ab5" providerId="LiveId" clId="{BD32FB4D-C986-4798-A4C4-3983759F49AB}" dt="2024-03-11T04:13:12.584" v="272"/>
          <ac:spMkLst>
            <pc:docMk/>
            <pc:sldMk cId="2268555539" sldId="289"/>
            <ac:spMk id="3" creationId="{FA3A49E2-8126-60C8-B961-411CA59BD474}"/>
          </ac:spMkLst>
        </pc:spChg>
      </pc:sldChg>
      <pc:sldChg chg="add">
        <pc:chgData name="Arun Sunar" userId="3fa9774ca67c7ab5" providerId="LiveId" clId="{BD32FB4D-C986-4798-A4C4-3983759F49AB}" dt="2024-03-11T03:16:14.425" v="0" actId="2890"/>
        <pc:sldMkLst>
          <pc:docMk/>
          <pc:sldMk cId="2948207998" sldId="294"/>
        </pc:sldMkLst>
      </pc:sldChg>
      <pc:sldChg chg="addSp delSp modSp add mod">
        <pc:chgData name="Arun Sunar" userId="3fa9774ca67c7ab5" providerId="LiveId" clId="{BD32FB4D-C986-4798-A4C4-3983759F49AB}" dt="2024-03-11T03:29:39.719" v="254" actId="255"/>
        <pc:sldMkLst>
          <pc:docMk/>
          <pc:sldMk cId="2945472841" sldId="295"/>
        </pc:sldMkLst>
        <pc:spChg chg="mod">
          <ac:chgData name="Arun Sunar" userId="3fa9774ca67c7ab5" providerId="LiveId" clId="{BD32FB4D-C986-4798-A4C4-3983759F49AB}" dt="2024-03-11T03:26:58.060" v="239" actId="1076"/>
          <ac:spMkLst>
            <pc:docMk/>
            <pc:sldMk cId="2945472841" sldId="295"/>
            <ac:spMk id="2" creationId="{07D353CD-FF4E-5C23-2B36-8388534BD051}"/>
          </ac:spMkLst>
        </pc:spChg>
        <pc:spChg chg="del">
          <ac:chgData name="Arun Sunar" userId="3fa9774ca67c7ab5" providerId="LiveId" clId="{BD32FB4D-C986-4798-A4C4-3983759F49AB}" dt="2024-03-11T03:27:01.848" v="240" actId="478"/>
          <ac:spMkLst>
            <pc:docMk/>
            <pc:sldMk cId="2945472841" sldId="295"/>
            <ac:spMk id="3" creationId="{FA3A49E2-8126-60C8-B961-411CA59BD474}"/>
          </ac:spMkLst>
        </pc:spChg>
        <pc:spChg chg="add del mod">
          <ac:chgData name="Arun Sunar" userId="3fa9774ca67c7ab5" providerId="LiveId" clId="{BD32FB4D-C986-4798-A4C4-3983759F49AB}" dt="2024-03-11T03:27:04.299" v="241" actId="478"/>
          <ac:spMkLst>
            <pc:docMk/>
            <pc:sldMk cId="2945472841" sldId="295"/>
            <ac:spMk id="5" creationId="{FA2F667C-D976-ADED-643D-24913E5D00E2}"/>
          </ac:spMkLst>
        </pc:spChg>
        <pc:spChg chg="add del">
          <ac:chgData name="Arun Sunar" userId="3fa9774ca67c7ab5" providerId="LiveId" clId="{BD32FB4D-C986-4798-A4C4-3983759F49AB}" dt="2024-03-11T03:27:36.439" v="243" actId="22"/>
          <ac:spMkLst>
            <pc:docMk/>
            <pc:sldMk cId="2945472841" sldId="295"/>
            <ac:spMk id="7" creationId="{70820172-D187-0992-681D-C7C829200389}"/>
          </ac:spMkLst>
        </pc:spChg>
        <pc:spChg chg="add mod">
          <ac:chgData name="Arun Sunar" userId="3fa9774ca67c7ab5" providerId="LiveId" clId="{BD32FB4D-C986-4798-A4C4-3983759F49AB}" dt="2024-03-11T03:29:39.719" v="254" actId="255"/>
          <ac:spMkLst>
            <pc:docMk/>
            <pc:sldMk cId="2945472841" sldId="295"/>
            <ac:spMk id="9" creationId="{A5C27F72-95E6-D61B-0857-38F9CF280BAE}"/>
          </ac:spMkLst>
        </pc:spChg>
      </pc:sldChg>
    </pc:docChg>
  </pc:docChgLst>
  <pc:docChgLst>
    <pc:chgData name="Arun Sunar" userId="3fa9774ca67c7ab5" providerId="LiveId" clId="{45796962-DD54-45BE-BC4E-87FAD58763F6}"/>
    <pc:docChg chg="undo redo custSel addSld modSld sldOrd">
      <pc:chgData name="Arun Sunar" userId="3fa9774ca67c7ab5" providerId="LiveId" clId="{45796962-DD54-45BE-BC4E-87FAD58763F6}" dt="2023-09-18T13:03:03.624" v="265" actId="20577"/>
      <pc:docMkLst>
        <pc:docMk/>
      </pc:docMkLst>
      <pc:sldChg chg="modSp mod">
        <pc:chgData name="Arun Sunar" userId="3fa9774ca67c7ab5" providerId="LiveId" clId="{45796962-DD54-45BE-BC4E-87FAD58763F6}" dt="2023-09-18T13:03:03.624" v="265" actId="20577"/>
        <pc:sldMkLst>
          <pc:docMk/>
          <pc:sldMk cId="2505542891" sldId="257"/>
        </pc:sldMkLst>
        <pc:spChg chg="mod">
          <ac:chgData name="Arun Sunar" userId="3fa9774ca67c7ab5" providerId="LiveId" clId="{45796962-DD54-45BE-BC4E-87FAD58763F6}" dt="2023-09-18T13:03:03.624" v="265" actId="20577"/>
          <ac:spMkLst>
            <pc:docMk/>
            <pc:sldMk cId="2505542891" sldId="257"/>
            <ac:spMk id="3" creationId="{FA3A49E2-8126-60C8-B961-411CA59BD474}"/>
          </ac:spMkLst>
        </pc:spChg>
      </pc:sldChg>
      <pc:sldChg chg="addSp modSp add mod">
        <pc:chgData name="Arun Sunar" userId="3fa9774ca67c7ab5" providerId="LiveId" clId="{45796962-DD54-45BE-BC4E-87FAD58763F6}" dt="2023-08-14T14:52:07.208" v="5" actId="1076"/>
        <pc:sldMkLst>
          <pc:docMk/>
          <pc:sldMk cId="3958520923" sldId="259"/>
        </pc:sldMkLst>
        <pc:spChg chg="mod">
          <ac:chgData name="Arun Sunar" userId="3fa9774ca67c7ab5" providerId="LiveId" clId="{45796962-DD54-45BE-BC4E-87FAD58763F6}" dt="2023-08-14T14:51:10.620" v="3"/>
          <ac:spMkLst>
            <pc:docMk/>
            <pc:sldMk cId="3958520923" sldId="259"/>
            <ac:spMk id="3" creationId="{FA3A49E2-8126-60C8-B961-411CA59BD474}"/>
          </ac:spMkLst>
        </pc:spChg>
        <pc:picChg chg="add mod">
          <ac:chgData name="Arun Sunar" userId="3fa9774ca67c7ab5" providerId="LiveId" clId="{45796962-DD54-45BE-BC4E-87FAD58763F6}" dt="2023-08-14T14:52:07.208" v="5" actId="1076"/>
          <ac:picMkLst>
            <pc:docMk/>
            <pc:sldMk cId="3958520923" sldId="259"/>
            <ac:picMk id="5" creationId="{A97ECA5E-5C54-C372-E673-B703FF8A5184}"/>
          </ac:picMkLst>
        </pc:picChg>
      </pc:sldChg>
      <pc:sldChg chg="delSp modSp add mod">
        <pc:chgData name="Arun Sunar" userId="3fa9774ca67c7ab5" providerId="LiveId" clId="{45796962-DD54-45BE-BC4E-87FAD58763F6}" dt="2023-08-14T14:52:47.820" v="17"/>
        <pc:sldMkLst>
          <pc:docMk/>
          <pc:sldMk cId="2699939491" sldId="260"/>
        </pc:sldMkLst>
        <pc:spChg chg="mod">
          <ac:chgData name="Arun Sunar" userId="3fa9774ca67c7ab5" providerId="LiveId" clId="{45796962-DD54-45BE-BC4E-87FAD58763F6}" dt="2023-08-14T14:52:29.519" v="12"/>
          <ac:spMkLst>
            <pc:docMk/>
            <pc:sldMk cId="2699939491" sldId="260"/>
            <ac:spMk id="2" creationId="{07D353CD-FF4E-5C23-2B36-8388534BD051}"/>
          </ac:spMkLst>
        </pc:spChg>
        <pc:spChg chg="mod">
          <ac:chgData name="Arun Sunar" userId="3fa9774ca67c7ab5" providerId="LiveId" clId="{45796962-DD54-45BE-BC4E-87FAD58763F6}" dt="2023-08-14T14:52:47.820" v="17"/>
          <ac:spMkLst>
            <pc:docMk/>
            <pc:sldMk cId="2699939491" sldId="260"/>
            <ac:spMk id="3" creationId="{FA3A49E2-8126-60C8-B961-411CA59BD474}"/>
          </ac:spMkLst>
        </pc:spChg>
        <pc:picChg chg="del">
          <ac:chgData name="Arun Sunar" userId="3fa9774ca67c7ab5" providerId="LiveId" clId="{45796962-DD54-45BE-BC4E-87FAD58763F6}" dt="2023-08-14T14:52:36.879" v="15" actId="478"/>
          <ac:picMkLst>
            <pc:docMk/>
            <pc:sldMk cId="2699939491" sldId="260"/>
            <ac:picMk id="5" creationId="{A97ECA5E-5C54-C372-E673-B703FF8A5184}"/>
          </ac:picMkLst>
        </pc:picChg>
      </pc:sldChg>
      <pc:sldChg chg="addSp delSp modSp add mod">
        <pc:chgData name="Arun Sunar" userId="3fa9774ca67c7ab5" providerId="LiveId" clId="{45796962-DD54-45BE-BC4E-87FAD58763F6}" dt="2023-08-16T01:31:37.347" v="211" actId="120"/>
        <pc:sldMkLst>
          <pc:docMk/>
          <pc:sldMk cId="965101986" sldId="261"/>
        </pc:sldMkLst>
        <pc:spChg chg="mod">
          <ac:chgData name="Arun Sunar" userId="3fa9774ca67c7ab5" providerId="LiveId" clId="{45796962-DD54-45BE-BC4E-87FAD58763F6}" dt="2023-08-14T14:53:03.449" v="22"/>
          <ac:spMkLst>
            <pc:docMk/>
            <pc:sldMk cId="965101986" sldId="261"/>
            <ac:spMk id="2" creationId="{07D353CD-FF4E-5C23-2B36-8388534BD051}"/>
          </ac:spMkLst>
        </pc:spChg>
        <pc:spChg chg="del mod">
          <ac:chgData name="Arun Sunar" userId="3fa9774ca67c7ab5" providerId="LiveId" clId="{45796962-DD54-45BE-BC4E-87FAD58763F6}" dt="2023-08-16T01:31:15.455" v="199" actId="478"/>
          <ac:spMkLst>
            <pc:docMk/>
            <pc:sldMk cId="965101986" sldId="261"/>
            <ac:spMk id="3" creationId="{FA3A49E2-8126-60C8-B961-411CA59BD474}"/>
          </ac:spMkLst>
        </pc:spChg>
        <pc:spChg chg="add del">
          <ac:chgData name="Arun Sunar" userId="3fa9774ca67c7ab5" providerId="LiveId" clId="{45796962-DD54-45BE-BC4E-87FAD58763F6}" dt="2023-08-14T14:53:32.582" v="28"/>
          <ac:spMkLst>
            <pc:docMk/>
            <pc:sldMk cId="965101986" sldId="261"/>
            <ac:spMk id="4" creationId="{676DB8FC-E77F-1BF8-00D1-51C4B358599F}"/>
          </ac:spMkLst>
        </pc:spChg>
        <pc:spChg chg="add mod">
          <ac:chgData name="Arun Sunar" userId="3fa9774ca67c7ab5" providerId="LiveId" clId="{45796962-DD54-45BE-BC4E-87FAD58763F6}" dt="2023-08-16T01:31:37.347" v="211" actId="120"/>
          <ac:spMkLst>
            <pc:docMk/>
            <pc:sldMk cId="965101986" sldId="261"/>
            <ac:spMk id="5" creationId="{ED1E3BC6-D163-F90D-911F-2301E5257ED1}"/>
          </ac:spMkLst>
        </pc:spChg>
        <pc:picChg chg="add del mod">
          <ac:chgData name="Arun Sunar" userId="3fa9774ca67c7ab5" providerId="LiveId" clId="{45796962-DD54-45BE-BC4E-87FAD58763F6}" dt="2023-08-14T14:53:36.850" v="32"/>
          <ac:picMkLst>
            <pc:docMk/>
            <pc:sldMk cId="965101986" sldId="261"/>
            <ac:picMk id="5" creationId="{B973BDE2-3784-E163-20F8-17B1CCEAD884}"/>
          </ac:picMkLst>
        </pc:picChg>
        <pc:picChg chg="add del mod">
          <ac:chgData name="Arun Sunar" userId="3fa9774ca67c7ab5" providerId="LiveId" clId="{45796962-DD54-45BE-BC4E-87FAD58763F6}" dt="2023-08-16T01:31:15.455" v="199" actId="478"/>
          <ac:picMkLst>
            <pc:docMk/>
            <pc:sldMk cId="965101986" sldId="261"/>
            <ac:picMk id="7" creationId="{087324F8-41D8-5DEE-23DA-5202B4F33A7D}"/>
          </ac:picMkLst>
        </pc:picChg>
      </pc:sldChg>
      <pc:sldChg chg="delSp modSp add mod">
        <pc:chgData name="Arun Sunar" userId="3fa9774ca67c7ab5" providerId="LiveId" clId="{45796962-DD54-45BE-BC4E-87FAD58763F6}" dt="2023-08-14T14:54:48.132" v="42"/>
        <pc:sldMkLst>
          <pc:docMk/>
          <pc:sldMk cId="1670746453" sldId="262"/>
        </pc:sldMkLst>
        <pc:spChg chg="mod">
          <ac:chgData name="Arun Sunar" userId="3fa9774ca67c7ab5" providerId="LiveId" clId="{45796962-DD54-45BE-BC4E-87FAD58763F6}" dt="2023-08-14T14:54:35.728" v="39"/>
          <ac:spMkLst>
            <pc:docMk/>
            <pc:sldMk cId="1670746453" sldId="262"/>
            <ac:spMk id="2" creationId="{07D353CD-FF4E-5C23-2B36-8388534BD051}"/>
          </ac:spMkLst>
        </pc:spChg>
        <pc:spChg chg="mod">
          <ac:chgData name="Arun Sunar" userId="3fa9774ca67c7ab5" providerId="LiveId" clId="{45796962-DD54-45BE-BC4E-87FAD58763F6}" dt="2023-08-14T14:54:48.132" v="42"/>
          <ac:spMkLst>
            <pc:docMk/>
            <pc:sldMk cId="1670746453" sldId="262"/>
            <ac:spMk id="3" creationId="{FA3A49E2-8126-60C8-B961-411CA59BD474}"/>
          </ac:spMkLst>
        </pc:spChg>
        <pc:picChg chg="del">
          <ac:chgData name="Arun Sunar" userId="3fa9774ca67c7ab5" providerId="LiveId" clId="{45796962-DD54-45BE-BC4E-87FAD58763F6}" dt="2023-08-14T14:54:37.589" v="40" actId="478"/>
          <ac:picMkLst>
            <pc:docMk/>
            <pc:sldMk cId="1670746453" sldId="262"/>
            <ac:picMk id="7" creationId="{087324F8-41D8-5DEE-23DA-5202B4F33A7D}"/>
          </ac:picMkLst>
        </pc:picChg>
      </pc:sldChg>
      <pc:sldChg chg="addSp delSp modSp add mod">
        <pc:chgData name="Arun Sunar" userId="3fa9774ca67c7ab5" providerId="LiveId" clId="{45796962-DD54-45BE-BC4E-87FAD58763F6}" dt="2023-08-14T14:55:15.470" v="51" actId="1076"/>
        <pc:sldMkLst>
          <pc:docMk/>
          <pc:sldMk cId="2102813749" sldId="263"/>
        </pc:sldMkLst>
        <pc:spChg chg="del mod">
          <ac:chgData name="Arun Sunar" userId="3fa9774ca67c7ab5" providerId="LiveId" clId="{45796962-DD54-45BE-BC4E-87FAD58763F6}" dt="2023-08-14T14:55:05.031" v="45" actId="478"/>
          <ac:spMkLst>
            <pc:docMk/>
            <pc:sldMk cId="2102813749" sldId="263"/>
            <ac:spMk id="3" creationId="{FA3A49E2-8126-60C8-B961-411CA59BD474}"/>
          </ac:spMkLst>
        </pc:spChg>
        <pc:spChg chg="add del">
          <ac:chgData name="Arun Sunar" userId="3fa9774ca67c7ab5" providerId="LiveId" clId="{45796962-DD54-45BE-BC4E-87FAD58763F6}" dt="2023-08-14T14:55:08.906" v="47"/>
          <ac:spMkLst>
            <pc:docMk/>
            <pc:sldMk cId="2102813749" sldId="263"/>
            <ac:spMk id="4" creationId="{A339461D-4437-4D78-C579-46AB81577282}"/>
          </ac:spMkLst>
        </pc:spChg>
        <pc:picChg chg="add mod">
          <ac:chgData name="Arun Sunar" userId="3fa9774ca67c7ab5" providerId="LiveId" clId="{45796962-DD54-45BE-BC4E-87FAD58763F6}" dt="2023-08-14T14:55:15.470" v="51" actId="1076"/>
          <ac:picMkLst>
            <pc:docMk/>
            <pc:sldMk cId="2102813749" sldId="263"/>
            <ac:picMk id="5" creationId="{B03B7974-B391-A0BB-A34D-4DD9202C8578}"/>
          </ac:picMkLst>
        </pc:picChg>
      </pc:sldChg>
      <pc:sldChg chg="modSp add mod ord">
        <pc:chgData name="Arun Sunar" userId="3fa9774ca67c7ab5" providerId="LiveId" clId="{45796962-DD54-45BE-BC4E-87FAD58763F6}" dt="2023-08-14T14:55:47.471" v="55"/>
        <pc:sldMkLst>
          <pc:docMk/>
          <pc:sldMk cId="1098001781" sldId="264"/>
        </pc:sldMkLst>
        <pc:spChg chg="mod">
          <ac:chgData name="Arun Sunar" userId="3fa9774ca67c7ab5" providerId="LiveId" clId="{45796962-DD54-45BE-BC4E-87FAD58763F6}" dt="2023-08-14T14:55:47.471" v="55"/>
          <ac:spMkLst>
            <pc:docMk/>
            <pc:sldMk cId="1098001781" sldId="264"/>
            <ac:spMk id="3" creationId="{FA3A49E2-8126-60C8-B961-411CA59BD474}"/>
          </ac:spMkLst>
        </pc:spChg>
      </pc:sldChg>
      <pc:sldChg chg="modSp add mod">
        <pc:chgData name="Arun Sunar" userId="3fa9774ca67c7ab5" providerId="LiveId" clId="{45796962-DD54-45BE-BC4E-87FAD58763F6}" dt="2023-08-14T14:56:12.667" v="61"/>
        <pc:sldMkLst>
          <pc:docMk/>
          <pc:sldMk cId="933990264" sldId="265"/>
        </pc:sldMkLst>
        <pc:spChg chg="mod">
          <ac:chgData name="Arun Sunar" userId="3fa9774ca67c7ab5" providerId="LiveId" clId="{45796962-DD54-45BE-BC4E-87FAD58763F6}" dt="2023-08-14T14:56:02.538" v="60"/>
          <ac:spMkLst>
            <pc:docMk/>
            <pc:sldMk cId="933990264" sldId="265"/>
            <ac:spMk id="2" creationId="{07D353CD-FF4E-5C23-2B36-8388534BD051}"/>
          </ac:spMkLst>
        </pc:spChg>
        <pc:spChg chg="mod">
          <ac:chgData name="Arun Sunar" userId="3fa9774ca67c7ab5" providerId="LiveId" clId="{45796962-DD54-45BE-BC4E-87FAD58763F6}" dt="2023-08-14T14:56:12.667" v="61"/>
          <ac:spMkLst>
            <pc:docMk/>
            <pc:sldMk cId="933990264" sldId="265"/>
            <ac:spMk id="3" creationId="{FA3A49E2-8126-60C8-B961-411CA59BD474}"/>
          </ac:spMkLst>
        </pc:spChg>
      </pc:sldChg>
      <pc:sldChg chg="modSp add mod">
        <pc:chgData name="Arun Sunar" userId="3fa9774ca67c7ab5" providerId="LiveId" clId="{45796962-DD54-45BE-BC4E-87FAD58763F6}" dt="2023-08-14T14:56:42.288" v="67"/>
        <pc:sldMkLst>
          <pc:docMk/>
          <pc:sldMk cId="876742329" sldId="266"/>
        </pc:sldMkLst>
        <pc:spChg chg="mod">
          <ac:chgData name="Arun Sunar" userId="3fa9774ca67c7ab5" providerId="LiveId" clId="{45796962-DD54-45BE-BC4E-87FAD58763F6}" dt="2023-08-14T14:56:31.358" v="66"/>
          <ac:spMkLst>
            <pc:docMk/>
            <pc:sldMk cId="876742329" sldId="266"/>
            <ac:spMk id="2" creationId="{07D353CD-FF4E-5C23-2B36-8388534BD051}"/>
          </ac:spMkLst>
        </pc:spChg>
        <pc:spChg chg="mod">
          <ac:chgData name="Arun Sunar" userId="3fa9774ca67c7ab5" providerId="LiveId" clId="{45796962-DD54-45BE-BC4E-87FAD58763F6}" dt="2023-08-14T14:56:42.288" v="67"/>
          <ac:spMkLst>
            <pc:docMk/>
            <pc:sldMk cId="876742329" sldId="266"/>
            <ac:spMk id="3" creationId="{FA3A49E2-8126-60C8-B961-411CA59BD474}"/>
          </ac:spMkLst>
        </pc:spChg>
      </pc:sldChg>
      <pc:sldChg chg="modSp add mod">
        <pc:chgData name="Arun Sunar" userId="3fa9774ca67c7ab5" providerId="LiveId" clId="{45796962-DD54-45BE-BC4E-87FAD58763F6}" dt="2023-08-14T16:06:20.891" v="78" actId="27636"/>
        <pc:sldMkLst>
          <pc:docMk/>
          <pc:sldMk cId="2802219077" sldId="267"/>
        </pc:sldMkLst>
        <pc:spChg chg="mod">
          <ac:chgData name="Arun Sunar" userId="3fa9774ca67c7ab5" providerId="LiveId" clId="{45796962-DD54-45BE-BC4E-87FAD58763F6}" dt="2023-08-14T16:05:57.640" v="72"/>
          <ac:spMkLst>
            <pc:docMk/>
            <pc:sldMk cId="2802219077" sldId="267"/>
            <ac:spMk id="2" creationId="{07D353CD-FF4E-5C23-2B36-8388534BD051}"/>
          </ac:spMkLst>
        </pc:spChg>
        <pc:spChg chg="mod">
          <ac:chgData name="Arun Sunar" userId="3fa9774ca67c7ab5" providerId="LiveId" clId="{45796962-DD54-45BE-BC4E-87FAD58763F6}" dt="2023-08-14T16:06:20.891" v="78" actId="27636"/>
          <ac:spMkLst>
            <pc:docMk/>
            <pc:sldMk cId="2802219077" sldId="267"/>
            <ac:spMk id="3" creationId="{FA3A49E2-8126-60C8-B961-411CA59BD474}"/>
          </ac:spMkLst>
        </pc:spChg>
      </pc:sldChg>
      <pc:sldChg chg="modSp add mod">
        <pc:chgData name="Arun Sunar" userId="3fa9774ca67c7ab5" providerId="LiveId" clId="{45796962-DD54-45BE-BC4E-87FAD58763F6}" dt="2023-08-14T16:06:43.928" v="84" actId="27636"/>
        <pc:sldMkLst>
          <pc:docMk/>
          <pc:sldMk cId="1339145098" sldId="268"/>
        </pc:sldMkLst>
        <pc:spChg chg="mod">
          <ac:chgData name="Arun Sunar" userId="3fa9774ca67c7ab5" providerId="LiveId" clId="{45796962-DD54-45BE-BC4E-87FAD58763F6}" dt="2023-08-14T16:06:43.928" v="84" actId="27636"/>
          <ac:spMkLst>
            <pc:docMk/>
            <pc:sldMk cId="1339145098" sldId="268"/>
            <ac:spMk id="3" creationId="{FA3A49E2-8126-60C8-B961-411CA59BD474}"/>
          </ac:spMkLst>
        </pc:spChg>
      </pc:sldChg>
      <pc:sldChg chg="modSp add mod">
        <pc:chgData name="Arun Sunar" userId="3fa9774ca67c7ab5" providerId="LiveId" clId="{45796962-DD54-45BE-BC4E-87FAD58763F6}" dt="2023-08-14T16:07:50.072" v="95" actId="27636"/>
        <pc:sldMkLst>
          <pc:docMk/>
          <pc:sldMk cId="4258810235" sldId="269"/>
        </pc:sldMkLst>
        <pc:spChg chg="mod">
          <ac:chgData name="Arun Sunar" userId="3fa9774ca67c7ab5" providerId="LiveId" clId="{45796962-DD54-45BE-BC4E-87FAD58763F6}" dt="2023-08-14T16:07:25.932" v="89"/>
          <ac:spMkLst>
            <pc:docMk/>
            <pc:sldMk cId="4258810235" sldId="269"/>
            <ac:spMk id="2" creationId="{07D353CD-FF4E-5C23-2B36-8388534BD051}"/>
          </ac:spMkLst>
        </pc:spChg>
        <pc:spChg chg="mod">
          <ac:chgData name="Arun Sunar" userId="3fa9774ca67c7ab5" providerId="LiveId" clId="{45796962-DD54-45BE-BC4E-87FAD58763F6}" dt="2023-08-14T16:07:50.072" v="95" actId="27636"/>
          <ac:spMkLst>
            <pc:docMk/>
            <pc:sldMk cId="4258810235" sldId="269"/>
            <ac:spMk id="3" creationId="{FA3A49E2-8126-60C8-B961-411CA59BD474}"/>
          </ac:spMkLst>
        </pc:spChg>
      </pc:sldChg>
      <pc:sldChg chg="modSp add mod">
        <pc:chgData name="Arun Sunar" userId="3fa9774ca67c7ab5" providerId="LiveId" clId="{45796962-DD54-45BE-BC4E-87FAD58763F6}" dt="2023-08-14T16:08:04.153" v="98" actId="27636"/>
        <pc:sldMkLst>
          <pc:docMk/>
          <pc:sldMk cId="2513885159" sldId="270"/>
        </pc:sldMkLst>
        <pc:spChg chg="mod">
          <ac:chgData name="Arun Sunar" userId="3fa9774ca67c7ab5" providerId="LiveId" clId="{45796962-DD54-45BE-BC4E-87FAD58763F6}" dt="2023-08-14T16:08:04.153" v="98" actId="27636"/>
          <ac:spMkLst>
            <pc:docMk/>
            <pc:sldMk cId="2513885159" sldId="270"/>
            <ac:spMk id="3" creationId="{FA3A49E2-8126-60C8-B961-411CA59BD474}"/>
          </ac:spMkLst>
        </pc:spChg>
      </pc:sldChg>
      <pc:sldChg chg="addSp modSp add mod">
        <pc:chgData name="Arun Sunar" userId="3fa9774ca67c7ab5" providerId="LiveId" clId="{45796962-DD54-45BE-BC4E-87FAD58763F6}" dt="2023-08-14T16:09:17.708" v="111" actId="1076"/>
        <pc:sldMkLst>
          <pc:docMk/>
          <pc:sldMk cId="1637820915" sldId="271"/>
        </pc:sldMkLst>
        <pc:spChg chg="mod">
          <ac:chgData name="Arun Sunar" userId="3fa9774ca67c7ab5" providerId="LiveId" clId="{45796962-DD54-45BE-BC4E-87FAD58763F6}" dt="2023-08-14T16:08:42.073" v="105"/>
          <ac:spMkLst>
            <pc:docMk/>
            <pc:sldMk cId="1637820915" sldId="271"/>
            <ac:spMk id="2" creationId="{07D353CD-FF4E-5C23-2B36-8388534BD051}"/>
          </ac:spMkLst>
        </pc:spChg>
        <pc:spChg chg="mod">
          <ac:chgData name="Arun Sunar" userId="3fa9774ca67c7ab5" providerId="LiveId" clId="{45796962-DD54-45BE-BC4E-87FAD58763F6}" dt="2023-08-14T16:08:55.517" v="109" actId="20577"/>
          <ac:spMkLst>
            <pc:docMk/>
            <pc:sldMk cId="1637820915" sldId="271"/>
            <ac:spMk id="3" creationId="{FA3A49E2-8126-60C8-B961-411CA59BD474}"/>
          </ac:spMkLst>
        </pc:spChg>
        <pc:picChg chg="add mod">
          <ac:chgData name="Arun Sunar" userId="3fa9774ca67c7ab5" providerId="LiveId" clId="{45796962-DD54-45BE-BC4E-87FAD58763F6}" dt="2023-08-14T16:09:17.708" v="111" actId="1076"/>
          <ac:picMkLst>
            <pc:docMk/>
            <pc:sldMk cId="1637820915" sldId="271"/>
            <ac:picMk id="5" creationId="{87D190BA-0051-F690-B2C0-470F8C9891BA}"/>
          </ac:picMkLst>
        </pc:picChg>
      </pc:sldChg>
      <pc:sldChg chg="delSp modSp add mod">
        <pc:chgData name="Arun Sunar" userId="3fa9774ca67c7ab5" providerId="LiveId" clId="{45796962-DD54-45BE-BC4E-87FAD58763F6}" dt="2023-08-14T16:10:09.016" v="125"/>
        <pc:sldMkLst>
          <pc:docMk/>
          <pc:sldMk cId="3561265142" sldId="272"/>
        </pc:sldMkLst>
        <pc:spChg chg="mod">
          <ac:chgData name="Arun Sunar" userId="3fa9774ca67c7ab5" providerId="LiveId" clId="{45796962-DD54-45BE-BC4E-87FAD58763F6}" dt="2023-08-14T16:09:52.786" v="120"/>
          <ac:spMkLst>
            <pc:docMk/>
            <pc:sldMk cId="3561265142" sldId="272"/>
            <ac:spMk id="2" creationId="{07D353CD-FF4E-5C23-2B36-8388534BD051}"/>
          </ac:spMkLst>
        </pc:spChg>
        <pc:spChg chg="mod">
          <ac:chgData name="Arun Sunar" userId="3fa9774ca67c7ab5" providerId="LiveId" clId="{45796962-DD54-45BE-BC4E-87FAD58763F6}" dt="2023-08-14T16:10:09.016" v="125"/>
          <ac:spMkLst>
            <pc:docMk/>
            <pc:sldMk cId="3561265142" sldId="272"/>
            <ac:spMk id="3" creationId="{FA3A49E2-8126-60C8-B961-411CA59BD474}"/>
          </ac:spMkLst>
        </pc:spChg>
        <pc:picChg chg="del">
          <ac:chgData name="Arun Sunar" userId="3fa9774ca67c7ab5" providerId="LiveId" clId="{45796962-DD54-45BE-BC4E-87FAD58763F6}" dt="2023-08-14T16:09:58.611" v="122" actId="478"/>
          <ac:picMkLst>
            <pc:docMk/>
            <pc:sldMk cId="3561265142" sldId="272"/>
            <ac:picMk id="5" creationId="{87D190BA-0051-F690-B2C0-470F8C9891BA}"/>
          </ac:picMkLst>
        </pc:picChg>
      </pc:sldChg>
      <pc:sldChg chg="modSp add mod">
        <pc:chgData name="Arun Sunar" userId="3fa9774ca67c7ab5" providerId="LiveId" clId="{45796962-DD54-45BE-BC4E-87FAD58763F6}" dt="2023-09-07T02:41:48.038" v="244"/>
        <pc:sldMkLst>
          <pc:docMk/>
          <pc:sldMk cId="866563991" sldId="273"/>
        </pc:sldMkLst>
        <pc:spChg chg="mod">
          <ac:chgData name="Arun Sunar" userId="3fa9774ca67c7ab5" providerId="LiveId" clId="{45796962-DD54-45BE-BC4E-87FAD58763F6}" dt="2023-08-14T16:10:23.771" v="132"/>
          <ac:spMkLst>
            <pc:docMk/>
            <pc:sldMk cId="866563991" sldId="273"/>
            <ac:spMk id="2" creationId="{07D353CD-FF4E-5C23-2B36-8388534BD051}"/>
          </ac:spMkLst>
        </pc:spChg>
        <pc:spChg chg="mod">
          <ac:chgData name="Arun Sunar" userId="3fa9774ca67c7ab5" providerId="LiveId" clId="{45796962-DD54-45BE-BC4E-87FAD58763F6}" dt="2023-09-07T02:41:48.038" v="244"/>
          <ac:spMkLst>
            <pc:docMk/>
            <pc:sldMk cId="866563991" sldId="273"/>
            <ac:spMk id="3" creationId="{FA3A49E2-8126-60C8-B961-411CA59BD474}"/>
          </ac:spMkLst>
        </pc:spChg>
      </pc:sldChg>
      <pc:sldChg chg="modSp add mod">
        <pc:chgData name="Arun Sunar" userId="3fa9774ca67c7ab5" providerId="LiveId" clId="{45796962-DD54-45BE-BC4E-87FAD58763F6}" dt="2023-08-14T16:11:23.663" v="144" actId="14100"/>
        <pc:sldMkLst>
          <pc:docMk/>
          <pc:sldMk cId="3910822020" sldId="274"/>
        </pc:sldMkLst>
        <pc:spChg chg="mod">
          <ac:chgData name="Arun Sunar" userId="3fa9774ca67c7ab5" providerId="LiveId" clId="{45796962-DD54-45BE-BC4E-87FAD58763F6}" dt="2023-08-14T16:11:23.663" v="144" actId="14100"/>
          <ac:spMkLst>
            <pc:docMk/>
            <pc:sldMk cId="3910822020" sldId="274"/>
            <ac:spMk id="3" creationId="{FA3A49E2-8126-60C8-B961-411CA59BD474}"/>
          </ac:spMkLst>
        </pc:spChg>
      </pc:sldChg>
      <pc:sldChg chg="addSp modSp add mod">
        <pc:chgData name="Arun Sunar" userId="3fa9774ca67c7ab5" providerId="LiveId" clId="{45796962-DD54-45BE-BC4E-87FAD58763F6}" dt="2023-08-14T16:12:56.996" v="150" actId="1076"/>
        <pc:sldMkLst>
          <pc:docMk/>
          <pc:sldMk cId="3846309370" sldId="275"/>
        </pc:sldMkLst>
        <pc:spChg chg="mod">
          <ac:chgData name="Arun Sunar" userId="3fa9774ca67c7ab5" providerId="LiveId" clId="{45796962-DD54-45BE-BC4E-87FAD58763F6}" dt="2023-08-14T16:12:32.149" v="146" actId="6549"/>
          <ac:spMkLst>
            <pc:docMk/>
            <pc:sldMk cId="3846309370" sldId="275"/>
            <ac:spMk id="3" creationId="{FA3A49E2-8126-60C8-B961-411CA59BD474}"/>
          </ac:spMkLst>
        </pc:spChg>
        <pc:picChg chg="add mod">
          <ac:chgData name="Arun Sunar" userId="3fa9774ca67c7ab5" providerId="LiveId" clId="{45796962-DD54-45BE-BC4E-87FAD58763F6}" dt="2023-08-14T16:12:36.887" v="148" actId="1076"/>
          <ac:picMkLst>
            <pc:docMk/>
            <pc:sldMk cId="3846309370" sldId="275"/>
            <ac:picMk id="5" creationId="{232B273C-BD85-A80E-9BE6-C74F222FEA5B}"/>
          </ac:picMkLst>
        </pc:picChg>
        <pc:picChg chg="add mod">
          <ac:chgData name="Arun Sunar" userId="3fa9774ca67c7ab5" providerId="LiveId" clId="{45796962-DD54-45BE-BC4E-87FAD58763F6}" dt="2023-08-14T16:12:56.996" v="150" actId="1076"/>
          <ac:picMkLst>
            <pc:docMk/>
            <pc:sldMk cId="3846309370" sldId="275"/>
            <ac:picMk id="7" creationId="{869A1CF7-E57C-111C-B6C9-73AAA6021682}"/>
          </ac:picMkLst>
        </pc:picChg>
      </pc:sldChg>
      <pc:sldChg chg="delSp modSp add mod">
        <pc:chgData name="Arun Sunar" userId="3fa9774ca67c7ab5" providerId="LiveId" clId="{45796962-DD54-45BE-BC4E-87FAD58763F6}" dt="2023-08-14T16:13:17.618" v="157" actId="27636"/>
        <pc:sldMkLst>
          <pc:docMk/>
          <pc:sldMk cId="3729450316" sldId="276"/>
        </pc:sldMkLst>
        <pc:spChg chg="mod">
          <ac:chgData name="Arun Sunar" userId="3fa9774ca67c7ab5" providerId="LiveId" clId="{45796962-DD54-45BE-BC4E-87FAD58763F6}" dt="2023-08-14T16:13:17.618" v="157" actId="27636"/>
          <ac:spMkLst>
            <pc:docMk/>
            <pc:sldMk cId="3729450316" sldId="276"/>
            <ac:spMk id="3" creationId="{FA3A49E2-8126-60C8-B961-411CA59BD474}"/>
          </ac:spMkLst>
        </pc:spChg>
        <pc:picChg chg="del">
          <ac:chgData name="Arun Sunar" userId="3fa9774ca67c7ab5" providerId="LiveId" clId="{45796962-DD54-45BE-BC4E-87FAD58763F6}" dt="2023-08-14T16:13:03.394" v="152" actId="478"/>
          <ac:picMkLst>
            <pc:docMk/>
            <pc:sldMk cId="3729450316" sldId="276"/>
            <ac:picMk id="5" creationId="{232B273C-BD85-A80E-9BE6-C74F222FEA5B}"/>
          </ac:picMkLst>
        </pc:picChg>
        <pc:picChg chg="del">
          <ac:chgData name="Arun Sunar" userId="3fa9774ca67c7ab5" providerId="LiveId" clId="{45796962-DD54-45BE-BC4E-87FAD58763F6}" dt="2023-08-14T16:13:04.141" v="153" actId="478"/>
          <ac:picMkLst>
            <pc:docMk/>
            <pc:sldMk cId="3729450316" sldId="276"/>
            <ac:picMk id="7" creationId="{869A1CF7-E57C-111C-B6C9-73AAA6021682}"/>
          </ac:picMkLst>
        </pc:picChg>
      </pc:sldChg>
      <pc:sldChg chg="modSp add mod">
        <pc:chgData name="Arun Sunar" userId="3fa9774ca67c7ab5" providerId="LiveId" clId="{45796962-DD54-45BE-BC4E-87FAD58763F6}" dt="2023-08-14T16:14:40.294" v="164" actId="27636"/>
        <pc:sldMkLst>
          <pc:docMk/>
          <pc:sldMk cId="45775978" sldId="277"/>
        </pc:sldMkLst>
        <pc:spChg chg="mod">
          <ac:chgData name="Arun Sunar" userId="3fa9774ca67c7ab5" providerId="LiveId" clId="{45796962-DD54-45BE-BC4E-87FAD58763F6}" dt="2023-08-14T16:13:42.516" v="162"/>
          <ac:spMkLst>
            <pc:docMk/>
            <pc:sldMk cId="45775978" sldId="277"/>
            <ac:spMk id="2" creationId="{07D353CD-FF4E-5C23-2B36-8388534BD051}"/>
          </ac:spMkLst>
        </pc:spChg>
        <pc:spChg chg="mod">
          <ac:chgData name="Arun Sunar" userId="3fa9774ca67c7ab5" providerId="LiveId" clId="{45796962-DD54-45BE-BC4E-87FAD58763F6}" dt="2023-08-14T16:14:40.294" v="164" actId="27636"/>
          <ac:spMkLst>
            <pc:docMk/>
            <pc:sldMk cId="45775978" sldId="277"/>
            <ac:spMk id="3" creationId="{FA3A49E2-8126-60C8-B961-411CA59BD474}"/>
          </ac:spMkLst>
        </pc:spChg>
      </pc:sldChg>
      <pc:sldChg chg="modSp add mod">
        <pc:chgData name="Arun Sunar" userId="3fa9774ca67c7ab5" providerId="LiveId" clId="{45796962-DD54-45BE-BC4E-87FAD58763F6}" dt="2023-08-16T02:16:03.603" v="223"/>
        <pc:sldMkLst>
          <pc:docMk/>
          <pc:sldMk cId="2322604954" sldId="278"/>
        </pc:sldMkLst>
        <pc:spChg chg="mod">
          <ac:chgData name="Arun Sunar" userId="3fa9774ca67c7ab5" providerId="LiveId" clId="{45796962-DD54-45BE-BC4E-87FAD58763F6}" dt="2023-08-16T02:16:03.603" v="223"/>
          <ac:spMkLst>
            <pc:docMk/>
            <pc:sldMk cId="2322604954" sldId="278"/>
            <ac:spMk id="3" creationId="{FA3A49E2-8126-60C8-B961-411CA59BD474}"/>
          </ac:spMkLst>
        </pc:spChg>
      </pc:sldChg>
      <pc:sldChg chg="modSp add mod">
        <pc:chgData name="Arun Sunar" userId="3fa9774ca67c7ab5" providerId="LiveId" clId="{45796962-DD54-45BE-BC4E-87FAD58763F6}" dt="2023-08-16T02:21:09.446" v="237" actId="27636"/>
        <pc:sldMkLst>
          <pc:docMk/>
          <pc:sldMk cId="1695531564" sldId="279"/>
        </pc:sldMkLst>
        <pc:spChg chg="mod">
          <ac:chgData name="Arun Sunar" userId="3fa9774ca67c7ab5" providerId="LiveId" clId="{45796962-DD54-45BE-BC4E-87FAD58763F6}" dt="2023-08-16T02:21:09.446" v="237" actId="27636"/>
          <ac:spMkLst>
            <pc:docMk/>
            <pc:sldMk cId="1695531564" sldId="279"/>
            <ac:spMk id="3" creationId="{FA3A49E2-8126-60C8-B961-411CA59BD474}"/>
          </ac:spMkLst>
        </pc:spChg>
      </pc:sldChg>
      <pc:sldChg chg="modSp add mod">
        <pc:chgData name="Arun Sunar" userId="3fa9774ca67c7ab5" providerId="LiveId" clId="{45796962-DD54-45BE-BC4E-87FAD58763F6}" dt="2023-08-14T16:16:59.616" v="192"/>
        <pc:sldMkLst>
          <pc:docMk/>
          <pc:sldMk cId="545021615" sldId="280"/>
        </pc:sldMkLst>
        <pc:spChg chg="mod">
          <ac:chgData name="Arun Sunar" userId="3fa9774ca67c7ab5" providerId="LiveId" clId="{45796962-DD54-45BE-BC4E-87FAD58763F6}" dt="2023-08-14T16:16:43.061" v="187"/>
          <ac:spMkLst>
            <pc:docMk/>
            <pc:sldMk cId="545021615" sldId="280"/>
            <ac:spMk id="2" creationId="{07D353CD-FF4E-5C23-2B36-8388534BD051}"/>
          </ac:spMkLst>
        </pc:spChg>
        <pc:spChg chg="mod">
          <ac:chgData name="Arun Sunar" userId="3fa9774ca67c7ab5" providerId="LiveId" clId="{45796962-DD54-45BE-BC4E-87FAD58763F6}" dt="2023-08-14T16:16:59.616" v="192"/>
          <ac:spMkLst>
            <pc:docMk/>
            <pc:sldMk cId="545021615" sldId="280"/>
            <ac:spMk id="3" creationId="{FA3A49E2-8126-60C8-B961-411CA59BD474}"/>
          </ac:spMkLst>
        </pc:spChg>
      </pc:sldChg>
      <pc:sldChg chg="modSp add mod">
        <pc:chgData name="Arun Sunar" userId="3fa9774ca67c7ab5" providerId="LiveId" clId="{45796962-DD54-45BE-BC4E-87FAD58763F6}" dt="2023-08-14T16:17:42.121" v="198"/>
        <pc:sldMkLst>
          <pc:docMk/>
          <pc:sldMk cId="2984007487" sldId="281"/>
        </pc:sldMkLst>
        <pc:spChg chg="mod">
          <ac:chgData name="Arun Sunar" userId="3fa9774ca67c7ab5" providerId="LiveId" clId="{45796962-DD54-45BE-BC4E-87FAD58763F6}" dt="2023-08-14T16:17:24.770" v="195" actId="6549"/>
          <ac:spMkLst>
            <pc:docMk/>
            <pc:sldMk cId="2984007487" sldId="281"/>
            <ac:spMk id="2" creationId="{07D353CD-FF4E-5C23-2B36-8388534BD051}"/>
          </ac:spMkLst>
        </pc:spChg>
        <pc:spChg chg="mod">
          <ac:chgData name="Arun Sunar" userId="3fa9774ca67c7ab5" providerId="LiveId" clId="{45796962-DD54-45BE-BC4E-87FAD58763F6}" dt="2023-08-14T16:17:42.121" v="198"/>
          <ac:spMkLst>
            <pc:docMk/>
            <pc:sldMk cId="2984007487" sldId="281"/>
            <ac:spMk id="3" creationId="{FA3A49E2-8126-60C8-B961-411CA59BD474}"/>
          </ac:spMkLst>
        </pc:spChg>
      </pc:sldChg>
      <pc:sldChg chg="modSp add mod">
        <pc:chgData name="Arun Sunar" userId="3fa9774ca67c7ab5" providerId="LiveId" clId="{45796962-DD54-45BE-BC4E-87FAD58763F6}" dt="2023-09-18T13:01:24.912" v="262" actId="27636"/>
        <pc:sldMkLst>
          <pc:docMk/>
          <pc:sldMk cId="489353076" sldId="282"/>
        </pc:sldMkLst>
        <pc:spChg chg="mod">
          <ac:chgData name="Arun Sunar" userId="3fa9774ca67c7ab5" providerId="LiveId" clId="{45796962-DD54-45BE-BC4E-87FAD58763F6}" dt="2023-09-18T13:01:07.272" v="255"/>
          <ac:spMkLst>
            <pc:docMk/>
            <pc:sldMk cId="489353076" sldId="282"/>
            <ac:spMk id="2" creationId="{07D353CD-FF4E-5C23-2B36-8388534BD051}"/>
          </ac:spMkLst>
        </pc:spChg>
        <pc:spChg chg="mod">
          <ac:chgData name="Arun Sunar" userId="3fa9774ca67c7ab5" providerId="LiveId" clId="{45796962-DD54-45BE-BC4E-87FAD58763F6}" dt="2023-09-18T13:01:24.912" v="262" actId="27636"/>
          <ac:spMkLst>
            <pc:docMk/>
            <pc:sldMk cId="489353076" sldId="282"/>
            <ac:spMk id="3" creationId="{FA3A49E2-8126-60C8-B961-411CA59BD474}"/>
          </ac:spMkLst>
        </pc:spChg>
      </pc:sldChg>
    </pc:docChg>
  </pc:docChgLst>
  <pc:docChgLst>
    <pc:chgData name="Arun Sunar" userId="3fa9774ca67c7ab5" providerId="LiveId" clId="{166C2CE7-714E-4B1A-AF15-0421EBBD8868}"/>
    <pc:docChg chg="custSel modSld">
      <pc:chgData name="Arun Sunar" userId="3fa9774ca67c7ab5" providerId="LiveId" clId="{166C2CE7-714E-4B1A-AF15-0421EBBD8868}" dt="2023-12-01T13:19:15.249" v="6" actId="20577"/>
      <pc:docMkLst>
        <pc:docMk/>
      </pc:docMkLst>
      <pc:sldChg chg="modSp mod">
        <pc:chgData name="Arun Sunar" userId="3fa9774ca67c7ab5" providerId="LiveId" clId="{166C2CE7-714E-4B1A-AF15-0421EBBD8868}" dt="2023-12-01T13:19:15.249" v="6" actId="20577"/>
        <pc:sldMkLst>
          <pc:docMk/>
          <pc:sldMk cId="965101986" sldId="261"/>
        </pc:sldMkLst>
        <pc:spChg chg="mod">
          <ac:chgData name="Arun Sunar" userId="3fa9774ca67c7ab5" providerId="LiveId" clId="{166C2CE7-714E-4B1A-AF15-0421EBBD8868}" dt="2023-12-01T13:19:15.249" v="6" actId="20577"/>
          <ac:spMkLst>
            <pc:docMk/>
            <pc:sldMk cId="965101986" sldId="261"/>
            <ac:spMk id="5" creationId="{ED1E3BC6-D163-F90D-911F-2301E5257ED1}"/>
          </ac:spMkLst>
        </pc:spChg>
      </pc:sldChg>
      <pc:sldChg chg="modSp mod">
        <pc:chgData name="Arun Sunar" userId="3fa9774ca67c7ab5" providerId="LiveId" clId="{166C2CE7-714E-4B1A-AF15-0421EBBD8868}" dt="2023-12-01T11:56:03.516" v="1" actId="20577"/>
        <pc:sldMkLst>
          <pc:docMk/>
          <pc:sldMk cId="866563991" sldId="273"/>
        </pc:sldMkLst>
        <pc:spChg chg="mod">
          <ac:chgData name="Arun Sunar" userId="3fa9774ca67c7ab5" providerId="LiveId" clId="{166C2CE7-714E-4B1A-AF15-0421EBBD8868}" dt="2023-12-01T11:56:03.516" v="1" actId="20577"/>
          <ac:spMkLst>
            <pc:docMk/>
            <pc:sldMk cId="866563991" sldId="273"/>
            <ac:spMk id="3" creationId="{FA3A49E2-8126-60C8-B961-411CA59BD474}"/>
          </ac:spMkLst>
        </pc:spChg>
      </pc:sldChg>
    </pc:docChg>
  </pc:docChgLst>
  <pc:docChgLst>
    <pc:chgData name="Arun Sunar" userId="3fa9774ca67c7ab5" providerId="LiveId" clId="{5785DE83-D292-4C39-9803-0802FB5ED945}"/>
    <pc:docChg chg="custSel addSld modSld">
      <pc:chgData name="Arun Sunar" userId="3fa9774ca67c7ab5" providerId="LiveId" clId="{5785DE83-D292-4C39-9803-0802FB5ED945}" dt="2024-06-11T01:39:16.878" v="85" actId="1076"/>
      <pc:docMkLst>
        <pc:docMk/>
      </pc:docMkLst>
      <pc:sldChg chg="modSp mod">
        <pc:chgData name="Arun Sunar" userId="3fa9774ca67c7ab5" providerId="LiveId" clId="{5785DE83-D292-4C39-9803-0802FB5ED945}" dt="2024-05-31T08:10:44.655" v="7"/>
        <pc:sldMkLst>
          <pc:docMk/>
          <pc:sldMk cId="965101986" sldId="261"/>
        </pc:sldMkLst>
        <pc:spChg chg="mod">
          <ac:chgData name="Arun Sunar" userId="3fa9774ca67c7ab5" providerId="LiveId" clId="{5785DE83-D292-4C39-9803-0802FB5ED945}" dt="2024-05-31T08:10:44.655" v="7"/>
          <ac:spMkLst>
            <pc:docMk/>
            <pc:sldMk cId="965101986" sldId="261"/>
            <ac:spMk id="5" creationId="{ED1E3BC6-D163-F90D-911F-2301E5257ED1}"/>
          </ac:spMkLst>
        </pc:spChg>
      </pc:sldChg>
      <pc:sldChg chg="modSp mod">
        <pc:chgData name="Arun Sunar" userId="3fa9774ca67c7ab5" providerId="LiveId" clId="{5785DE83-D292-4C39-9803-0802FB5ED945}" dt="2024-05-14T03:07:53.037" v="4" actId="20577"/>
        <pc:sldMkLst>
          <pc:docMk/>
          <pc:sldMk cId="978829887" sldId="291"/>
        </pc:sldMkLst>
        <pc:spChg chg="mod">
          <ac:chgData name="Arun Sunar" userId="3fa9774ca67c7ab5" providerId="LiveId" clId="{5785DE83-D292-4C39-9803-0802FB5ED945}" dt="2024-05-14T03:07:53.037" v="4" actId="20577"/>
          <ac:spMkLst>
            <pc:docMk/>
            <pc:sldMk cId="978829887" sldId="291"/>
            <ac:spMk id="3" creationId="{A5D25DCF-A5CA-9B08-283A-F748EDEBF96D}"/>
          </ac:spMkLst>
        </pc:spChg>
      </pc:sldChg>
      <pc:sldChg chg="modSp new mod">
        <pc:chgData name="Arun Sunar" userId="3fa9774ca67c7ab5" providerId="LiveId" clId="{5785DE83-D292-4C39-9803-0802FB5ED945}" dt="2024-06-11T01:39:16.878" v="85" actId="1076"/>
        <pc:sldMkLst>
          <pc:docMk/>
          <pc:sldMk cId="1035352131" sldId="296"/>
        </pc:sldMkLst>
        <pc:spChg chg="mod">
          <ac:chgData name="Arun Sunar" userId="3fa9774ca67c7ab5" providerId="LiveId" clId="{5785DE83-D292-4C39-9803-0802FB5ED945}" dt="2024-06-11T01:39:09.201" v="84" actId="1076"/>
          <ac:spMkLst>
            <pc:docMk/>
            <pc:sldMk cId="1035352131" sldId="296"/>
            <ac:spMk id="2" creationId="{5DDF829D-9468-83D6-FCCC-FF4FE212F394}"/>
          </ac:spMkLst>
        </pc:spChg>
        <pc:spChg chg="mod">
          <ac:chgData name="Arun Sunar" userId="3fa9774ca67c7ab5" providerId="LiveId" clId="{5785DE83-D292-4C39-9803-0802FB5ED945}" dt="2024-06-11T01:39:16.878" v="85" actId="1076"/>
          <ac:spMkLst>
            <pc:docMk/>
            <pc:sldMk cId="1035352131" sldId="296"/>
            <ac:spMk id="3" creationId="{4FBF3C02-0F6A-011F-8901-B233BCDB91F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DBBD6-D33C-A276-0BFD-0DF08B6477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44957D0-255B-A3B4-E03B-488B4BF130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B9F4D4D-D444-F561-65AB-D4541F62333E}"/>
              </a:ext>
            </a:extLst>
          </p:cNvPr>
          <p:cNvSpPr>
            <a:spLocks noGrp="1"/>
          </p:cNvSpPr>
          <p:nvPr>
            <p:ph type="dt" sz="half" idx="10"/>
          </p:nvPr>
        </p:nvSpPr>
        <p:spPr/>
        <p:txBody>
          <a:bodyPr/>
          <a:lstStyle/>
          <a:p>
            <a:fld id="{FA9C4C5B-CC69-4D63-AB68-BB9B7DDA93DF}" type="datetimeFigureOut">
              <a:rPr lang="en-IN" smtClean="0"/>
              <a:t>11-06-2024</a:t>
            </a:fld>
            <a:endParaRPr lang="en-IN"/>
          </a:p>
        </p:txBody>
      </p:sp>
      <p:sp>
        <p:nvSpPr>
          <p:cNvPr id="5" name="Footer Placeholder 4">
            <a:extLst>
              <a:ext uri="{FF2B5EF4-FFF2-40B4-BE49-F238E27FC236}">
                <a16:creationId xmlns:a16="http://schemas.microsoft.com/office/drawing/2014/main" id="{BBDB8640-1B5D-DA14-B026-1E53014436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74D5F3-F298-3E7C-2187-21501EDFB0E1}"/>
              </a:ext>
            </a:extLst>
          </p:cNvPr>
          <p:cNvSpPr>
            <a:spLocks noGrp="1"/>
          </p:cNvSpPr>
          <p:nvPr>
            <p:ph type="sldNum" sz="quarter" idx="12"/>
          </p:nvPr>
        </p:nvSpPr>
        <p:spPr/>
        <p:txBody>
          <a:bodyPr/>
          <a:lstStyle/>
          <a:p>
            <a:fld id="{B0D8128F-200D-4A7C-A385-36D1E013A596}" type="slidenum">
              <a:rPr lang="en-IN" smtClean="0"/>
              <a:t>‹#›</a:t>
            </a:fld>
            <a:endParaRPr lang="en-IN"/>
          </a:p>
        </p:txBody>
      </p:sp>
    </p:spTree>
    <p:extLst>
      <p:ext uri="{BB962C8B-B14F-4D97-AF65-F5344CB8AC3E}">
        <p14:creationId xmlns:p14="http://schemas.microsoft.com/office/powerpoint/2010/main" val="535985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BE40-1A44-95D9-48B7-6E2AC29565B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A0F93D-657A-EC91-7A45-EA1B809B91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B69B43-E2BF-6A20-3BFD-3AA08EBA3065}"/>
              </a:ext>
            </a:extLst>
          </p:cNvPr>
          <p:cNvSpPr>
            <a:spLocks noGrp="1"/>
          </p:cNvSpPr>
          <p:nvPr>
            <p:ph type="dt" sz="half" idx="10"/>
          </p:nvPr>
        </p:nvSpPr>
        <p:spPr/>
        <p:txBody>
          <a:bodyPr/>
          <a:lstStyle/>
          <a:p>
            <a:fld id="{FA9C4C5B-CC69-4D63-AB68-BB9B7DDA93DF}" type="datetimeFigureOut">
              <a:rPr lang="en-IN" smtClean="0"/>
              <a:t>11-06-2024</a:t>
            </a:fld>
            <a:endParaRPr lang="en-IN"/>
          </a:p>
        </p:txBody>
      </p:sp>
      <p:sp>
        <p:nvSpPr>
          <p:cNvPr id="5" name="Footer Placeholder 4">
            <a:extLst>
              <a:ext uri="{FF2B5EF4-FFF2-40B4-BE49-F238E27FC236}">
                <a16:creationId xmlns:a16="http://schemas.microsoft.com/office/drawing/2014/main" id="{C34CB449-017E-B650-B2C3-62D21E99FE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6DA34B-121E-7ED7-94AF-EFB3B266FDD0}"/>
              </a:ext>
            </a:extLst>
          </p:cNvPr>
          <p:cNvSpPr>
            <a:spLocks noGrp="1"/>
          </p:cNvSpPr>
          <p:nvPr>
            <p:ph type="sldNum" sz="quarter" idx="12"/>
          </p:nvPr>
        </p:nvSpPr>
        <p:spPr/>
        <p:txBody>
          <a:bodyPr/>
          <a:lstStyle/>
          <a:p>
            <a:fld id="{B0D8128F-200D-4A7C-A385-36D1E013A596}" type="slidenum">
              <a:rPr lang="en-IN" smtClean="0"/>
              <a:t>‹#›</a:t>
            </a:fld>
            <a:endParaRPr lang="en-IN"/>
          </a:p>
        </p:txBody>
      </p:sp>
    </p:spTree>
    <p:extLst>
      <p:ext uri="{BB962C8B-B14F-4D97-AF65-F5344CB8AC3E}">
        <p14:creationId xmlns:p14="http://schemas.microsoft.com/office/powerpoint/2010/main" val="114668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0428E-442D-A461-236A-C702195F0F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2ABD86B-6D0D-9701-C4BD-5FB91B5286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FAFEB3-BA9C-B7D0-2966-4A5BA36630F9}"/>
              </a:ext>
            </a:extLst>
          </p:cNvPr>
          <p:cNvSpPr>
            <a:spLocks noGrp="1"/>
          </p:cNvSpPr>
          <p:nvPr>
            <p:ph type="dt" sz="half" idx="10"/>
          </p:nvPr>
        </p:nvSpPr>
        <p:spPr/>
        <p:txBody>
          <a:bodyPr/>
          <a:lstStyle/>
          <a:p>
            <a:fld id="{FA9C4C5B-CC69-4D63-AB68-BB9B7DDA93DF}" type="datetimeFigureOut">
              <a:rPr lang="en-IN" smtClean="0"/>
              <a:t>11-06-2024</a:t>
            </a:fld>
            <a:endParaRPr lang="en-IN"/>
          </a:p>
        </p:txBody>
      </p:sp>
      <p:sp>
        <p:nvSpPr>
          <p:cNvPr id="5" name="Footer Placeholder 4">
            <a:extLst>
              <a:ext uri="{FF2B5EF4-FFF2-40B4-BE49-F238E27FC236}">
                <a16:creationId xmlns:a16="http://schemas.microsoft.com/office/drawing/2014/main" id="{86EAC213-99DF-6C05-BF0F-50F002C88B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3443EC-E023-2CF7-5B4C-9CDAFD60D261}"/>
              </a:ext>
            </a:extLst>
          </p:cNvPr>
          <p:cNvSpPr>
            <a:spLocks noGrp="1"/>
          </p:cNvSpPr>
          <p:nvPr>
            <p:ph type="sldNum" sz="quarter" idx="12"/>
          </p:nvPr>
        </p:nvSpPr>
        <p:spPr/>
        <p:txBody>
          <a:bodyPr/>
          <a:lstStyle/>
          <a:p>
            <a:fld id="{B0D8128F-200D-4A7C-A385-36D1E013A596}" type="slidenum">
              <a:rPr lang="en-IN" smtClean="0"/>
              <a:t>‹#›</a:t>
            </a:fld>
            <a:endParaRPr lang="en-IN"/>
          </a:p>
        </p:txBody>
      </p:sp>
    </p:spTree>
    <p:extLst>
      <p:ext uri="{BB962C8B-B14F-4D97-AF65-F5344CB8AC3E}">
        <p14:creationId xmlns:p14="http://schemas.microsoft.com/office/powerpoint/2010/main" val="3436476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E1D76-96E6-7B4A-211E-3B56C2BB95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63597A-B21B-57ED-AF10-24D9C25018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AC82216-602F-C151-E16B-D68FD54258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2E1B3EB-5C28-3BA2-DCE5-87E6B75599FE}"/>
              </a:ext>
            </a:extLst>
          </p:cNvPr>
          <p:cNvSpPr>
            <a:spLocks noGrp="1"/>
          </p:cNvSpPr>
          <p:nvPr>
            <p:ph type="dt" sz="half" idx="10"/>
          </p:nvPr>
        </p:nvSpPr>
        <p:spPr/>
        <p:txBody>
          <a:bodyPr/>
          <a:lstStyle/>
          <a:p>
            <a:fld id="{FA9C4C5B-CC69-4D63-AB68-BB9B7DDA93DF}" type="datetimeFigureOut">
              <a:rPr lang="en-IN" smtClean="0"/>
              <a:t>11-06-2024</a:t>
            </a:fld>
            <a:endParaRPr lang="en-IN"/>
          </a:p>
        </p:txBody>
      </p:sp>
      <p:sp>
        <p:nvSpPr>
          <p:cNvPr id="6" name="Footer Placeholder 5">
            <a:extLst>
              <a:ext uri="{FF2B5EF4-FFF2-40B4-BE49-F238E27FC236}">
                <a16:creationId xmlns:a16="http://schemas.microsoft.com/office/drawing/2014/main" id="{75DDE894-86C4-D59B-8519-C2448EE86A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600A1E-2751-C544-4ED1-4DF2DCF5EFE8}"/>
              </a:ext>
            </a:extLst>
          </p:cNvPr>
          <p:cNvSpPr>
            <a:spLocks noGrp="1"/>
          </p:cNvSpPr>
          <p:nvPr>
            <p:ph type="sldNum" sz="quarter" idx="12"/>
          </p:nvPr>
        </p:nvSpPr>
        <p:spPr/>
        <p:txBody>
          <a:bodyPr/>
          <a:lstStyle/>
          <a:p>
            <a:fld id="{B0D8128F-200D-4A7C-A385-36D1E013A596}" type="slidenum">
              <a:rPr lang="en-IN" smtClean="0"/>
              <a:t>‹#›</a:t>
            </a:fld>
            <a:endParaRPr lang="en-IN"/>
          </a:p>
        </p:txBody>
      </p:sp>
    </p:spTree>
    <p:extLst>
      <p:ext uri="{BB962C8B-B14F-4D97-AF65-F5344CB8AC3E}">
        <p14:creationId xmlns:p14="http://schemas.microsoft.com/office/powerpoint/2010/main" val="192831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17791-F811-D010-7152-ACE05A4C1DD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71E0A4-514A-C4E2-E7A1-D3686D2A86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35DEFE-A1C7-F1F0-2DDB-3A7264CA64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D9F68DB-8C8A-00B8-1C77-FFEF9FB4D0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53A707-9CFB-293C-AC21-C7C03E9875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3BDFD2-9D39-6F64-DB15-382A71AF56E0}"/>
              </a:ext>
            </a:extLst>
          </p:cNvPr>
          <p:cNvSpPr>
            <a:spLocks noGrp="1"/>
          </p:cNvSpPr>
          <p:nvPr>
            <p:ph type="dt" sz="half" idx="10"/>
          </p:nvPr>
        </p:nvSpPr>
        <p:spPr/>
        <p:txBody>
          <a:bodyPr/>
          <a:lstStyle/>
          <a:p>
            <a:fld id="{FA9C4C5B-CC69-4D63-AB68-BB9B7DDA93DF}" type="datetimeFigureOut">
              <a:rPr lang="en-IN" smtClean="0"/>
              <a:t>11-06-2024</a:t>
            </a:fld>
            <a:endParaRPr lang="en-IN"/>
          </a:p>
        </p:txBody>
      </p:sp>
      <p:sp>
        <p:nvSpPr>
          <p:cNvPr id="8" name="Footer Placeholder 7">
            <a:extLst>
              <a:ext uri="{FF2B5EF4-FFF2-40B4-BE49-F238E27FC236}">
                <a16:creationId xmlns:a16="http://schemas.microsoft.com/office/drawing/2014/main" id="{96493785-EC6A-5919-7D00-0661447F17D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2E5627-A13F-2B8A-0698-CBE35B8B7D5D}"/>
              </a:ext>
            </a:extLst>
          </p:cNvPr>
          <p:cNvSpPr>
            <a:spLocks noGrp="1"/>
          </p:cNvSpPr>
          <p:nvPr>
            <p:ph type="sldNum" sz="quarter" idx="12"/>
          </p:nvPr>
        </p:nvSpPr>
        <p:spPr/>
        <p:txBody>
          <a:bodyPr/>
          <a:lstStyle/>
          <a:p>
            <a:fld id="{B0D8128F-200D-4A7C-A385-36D1E013A596}" type="slidenum">
              <a:rPr lang="en-IN" smtClean="0"/>
              <a:t>‹#›</a:t>
            </a:fld>
            <a:endParaRPr lang="en-IN"/>
          </a:p>
        </p:txBody>
      </p:sp>
    </p:spTree>
    <p:extLst>
      <p:ext uri="{BB962C8B-B14F-4D97-AF65-F5344CB8AC3E}">
        <p14:creationId xmlns:p14="http://schemas.microsoft.com/office/powerpoint/2010/main" val="4097831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D5BFB-091A-A19F-6CA7-3B9341652EA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913B2FA-2BB0-3A13-0EB0-2B98B905D2C1}"/>
              </a:ext>
            </a:extLst>
          </p:cNvPr>
          <p:cNvSpPr>
            <a:spLocks noGrp="1"/>
          </p:cNvSpPr>
          <p:nvPr>
            <p:ph type="dt" sz="half" idx="10"/>
          </p:nvPr>
        </p:nvSpPr>
        <p:spPr/>
        <p:txBody>
          <a:bodyPr/>
          <a:lstStyle/>
          <a:p>
            <a:fld id="{FA9C4C5B-CC69-4D63-AB68-BB9B7DDA93DF}" type="datetimeFigureOut">
              <a:rPr lang="en-IN" smtClean="0"/>
              <a:t>11-06-2024</a:t>
            </a:fld>
            <a:endParaRPr lang="en-IN"/>
          </a:p>
        </p:txBody>
      </p:sp>
      <p:sp>
        <p:nvSpPr>
          <p:cNvPr id="4" name="Footer Placeholder 3">
            <a:extLst>
              <a:ext uri="{FF2B5EF4-FFF2-40B4-BE49-F238E27FC236}">
                <a16:creationId xmlns:a16="http://schemas.microsoft.com/office/drawing/2014/main" id="{670EB255-CC4C-791D-DB09-A14D245AED5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68721BE-269B-3171-8604-5017C76D8C1C}"/>
              </a:ext>
            </a:extLst>
          </p:cNvPr>
          <p:cNvSpPr>
            <a:spLocks noGrp="1"/>
          </p:cNvSpPr>
          <p:nvPr>
            <p:ph type="sldNum" sz="quarter" idx="12"/>
          </p:nvPr>
        </p:nvSpPr>
        <p:spPr/>
        <p:txBody>
          <a:bodyPr/>
          <a:lstStyle/>
          <a:p>
            <a:fld id="{B0D8128F-200D-4A7C-A385-36D1E013A596}" type="slidenum">
              <a:rPr lang="en-IN" smtClean="0"/>
              <a:t>‹#›</a:t>
            </a:fld>
            <a:endParaRPr lang="en-IN"/>
          </a:p>
        </p:txBody>
      </p:sp>
    </p:spTree>
    <p:extLst>
      <p:ext uri="{BB962C8B-B14F-4D97-AF65-F5344CB8AC3E}">
        <p14:creationId xmlns:p14="http://schemas.microsoft.com/office/powerpoint/2010/main" val="3043241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4AA9EA-62A1-B4FA-CD94-6BB4968A2F60}"/>
              </a:ext>
            </a:extLst>
          </p:cNvPr>
          <p:cNvSpPr>
            <a:spLocks noGrp="1"/>
          </p:cNvSpPr>
          <p:nvPr>
            <p:ph type="dt" sz="half" idx="10"/>
          </p:nvPr>
        </p:nvSpPr>
        <p:spPr/>
        <p:txBody>
          <a:bodyPr/>
          <a:lstStyle/>
          <a:p>
            <a:fld id="{FA9C4C5B-CC69-4D63-AB68-BB9B7DDA93DF}" type="datetimeFigureOut">
              <a:rPr lang="en-IN" smtClean="0"/>
              <a:t>11-06-2024</a:t>
            </a:fld>
            <a:endParaRPr lang="en-IN"/>
          </a:p>
        </p:txBody>
      </p:sp>
      <p:sp>
        <p:nvSpPr>
          <p:cNvPr id="3" name="Footer Placeholder 2">
            <a:extLst>
              <a:ext uri="{FF2B5EF4-FFF2-40B4-BE49-F238E27FC236}">
                <a16:creationId xmlns:a16="http://schemas.microsoft.com/office/drawing/2014/main" id="{92F5450B-52C3-F9B0-66B6-99822470934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7361CA9-1A53-5DA5-DC6D-B56E9EC45850}"/>
              </a:ext>
            </a:extLst>
          </p:cNvPr>
          <p:cNvSpPr>
            <a:spLocks noGrp="1"/>
          </p:cNvSpPr>
          <p:nvPr>
            <p:ph type="sldNum" sz="quarter" idx="12"/>
          </p:nvPr>
        </p:nvSpPr>
        <p:spPr/>
        <p:txBody>
          <a:bodyPr/>
          <a:lstStyle/>
          <a:p>
            <a:fld id="{B0D8128F-200D-4A7C-A385-36D1E013A596}" type="slidenum">
              <a:rPr lang="en-IN" smtClean="0"/>
              <a:t>‹#›</a:t>
            </a:fld>
            <a:endParaRPr lang="en-IN"/>
          </a:p>
        </p:txBody>
      </p:sp>
    </p:spTree>
    <p:extLst>
      <p:ext uri="{BB962C8B-B14F-4D97-AF65-F5344CB8AC3E}">
        <p14:creationId xmlns:p14="http://schemas.microsoft.com/office/powerpoint/2010/main" val="712394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1F36A-FA14-2CCF-842D-DDD648EB6A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3CB7BB0-EB2B-1793-DDE4-DC7D9C872E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256D006-93C7-9FC4-DDC3-7212FA155C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DCE5C7-200E-CAF2-F98C-637D6B267347}"/>
              </a:ext>
            </a:extLst>
          </p:cNvPr>
          <p:cNvSpPr>
            <a:spLocks noGrp="1"/>
          </p:cNvSpPr>
          <p:nvPr>
            <p:ph type="dt" sz="half" idx="10"/>
          </p:nvPr>
        </p:nvSpPr>
        <p:spPr/>
        <p:txBody>
          <a:bodyPr/>
          <a:lstStyle/>
          <a:p>
            <a:fld id="{FA9C4C5B-CC69-4D63-AB68-BB9B7DDA93DF}" type="datetimeFigureOut">
              <a:rPr lang="en-IN" smtClean="0"/>
              <a:t>11-06-2024</a:t>
            </a:fld>
            <a:endParaRPr lang="en-IN"/>
          </a:p>
        </p:txBody>
      </p:sp>
      <p:sp>
        <p:nvSpPr>
          <p:cNvPr id="6" name="Footer Placeholder 5">
            <a:extLst>
              <a:ext uri="{FF2B5EF4-FFF2-40B4-BE49-F238E27FC236}">
                <a16:creationId xmlns:a16="http://schemas.microsoft.com/office/drawing/2014/main" id="{42E57F63-D7B5-81C3-9816-D743E3B5E0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CBBCD5-44F4-AA16-4A48-C4FB4A145572}"/>
              </a:ext>
            </a:extLst>
          </p:cNvPr>
          <p:cNvSpPr>
            <a:spLocks noGrp="1"/>
          </p:cNvSpPr>
          <p:nvPr>
            <p:ph type="sldNum" sz="quarter" idx="12"/>
          </p:nvPr>
        </p:nvSpPr>
        <p:spPr/>
        <p:txBody>
          <a:bodyPr/>
          <a:lstStyle/>
          <a:p>
            <a:fld id="{B0D8128F-200D-4A7C-A385-36D1E013A596}" type="slidenum">
              <a:rPr lang="en-IN" smtClean="0"/>
              <a:t>‹#›</a:t>
            </a:fld>
            <a:endParaRPr lang="en-IN"/>
          </a:p>
        </p:txBody>
      </p:sp>
    </p:spTree>
    <p:extLst>
      <p:ext uri="{BB962C8B-B14F-4D97-AF65-F5344CB8AC3E}">
        <p14:creationId xmlns:p14="http://schemas.microsoft.com/office/powerpoint/2010/main" val="1042498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6371D-D09A-C677-E2FB-98FF2474BB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C7B7174-5CDE-69E1-2394-C2028618AF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AE54938-BBF4-CDF7-FCF7-034DAB58E2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601F8E-1881-C533-3360-69DBFD2949D5}"/>
              </a:ext>
            </a:extLst>
          </p:cNvPr>
          <p:cNvSpPr>
            <a:spLocks noGrp="1"/>
          </p:cNvSpPr>
          <p:nvPr>
            <p:ph type="dt" sz="half" idx="10"/>
          </p:nvPr>
        </p:nvSpPr>
        <p:spPr/>
        <p:txBody>
          <a:bodyPr/>
          <a:lstStyle/>
          <a:p>
            <a:fld id="{FA9C4C5B-CC69-4D63-AB68-BB9B7DDA93DF}" type="datetimeFigureOut">
              <a:rPr lang="en-IN" smtClean="0"/>
              <a:t>11-06-2024</a:t>
            </a:fld>
            <a:endParaRPr lang="en-IN"/>
          </a:p>
        </p:txBody>
      </p:sp>
      <p:sp>
        <p:nvSpPr>
          <p:cNvPr id="6" name="Footer Placeholder 5">
            <a:extLst>
              <a:ext uri="{FF2B5EF4-FFF2-40B4-BE49-F238E27FC236}">
                <a16:creationId xmlns:a16="http://schemas.microsoft.com/office/drawing/2014/main" id="{5336C1DF-548B-B1C9-9F8F-4F92828B0F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A7064C-2B45-787F-96AB-F659E4159EFE}"/>
              </a:ext>
            </a:extLst>
          </p:cNvPr>
          <p:cNvSpPr>
            <a:spLocks noGrp="1"/>
          </p:cNvSpPr>
          <p:nvPr>
            <p:ph type="sldNum" sz="quarter" idx="12"/>
          </p:nvPr>
        </p:nvSpPr>
        <p:spPr/>
        <p:txBody>
          <a:bodyPr/>
          <a:lstStyle/>
          <a:p>
            <a:fld id="{B0D8128F-200D-4A7C-A385-36D1E013A596}" type="slidenum">
              <a:rPr lang="en-IN" smtClean="0"/>
              <a:t>‹#›</a:t>
            </a:fld>
            <a:endParaRPr lang="en-IN"/>
          </a:p>
        </p:txBody>
      </p:sp>
    </p:spTree>
    <p:extLst>
      <p:ext uri="{BB962C8B-B14F-4D97-AF65-F5344CB8AC3E}">
        <p14:creationId xmlns:p14="http://schemas.microsoft.com/office/powerpoint/2010/main" val="1063738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C854D-5572-1506-9C6F-3A6AE7B345F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8B1579-1329-6FE5-7E71-F713CB4A15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F39BAD-B94B-74FD-207D-A2614562B04C}"/>
              </a:ext>
            </a:extLst>
          </p:cNvPr>
          <p:cNvSpPr>
            <a:spLocks noGrp="1"/>
          </p:cNvSpPr>
          <p:nvPr>
            <p:ph type="dt" sz="half" idx="10"/>
          </p:nvPr>
        </p:nvSpPr>
        <p:spPr/>
        <p:txBody>
          <a:bodyPr/>
          <a:lstStyle/>
          <a:p>
            <a:fld id="{FA9C4C5B-CC69-4D63-AB68-BB9B7DDA93DF}" type="datetimeFigureOut">
              <a:rPr lang="en-IN" smtClean="0"/>
              <a:t>11-06-2024</a:t>
            </a:fld>
            <a:endParaRPr lang="en-IN"/>
          </a:p>
        </p:txBody>
      </p:sp>
      <p:sp>
        <p:nvSpPr>
          <p:cNvPr id="5" name="Footer Placeholder 4">
            <a:extLst>
              <a:ext uri="{FF2B5EF4-FFF2-40B4-BE49-F238E27FC236}">
                <a16:creationId xmlns:a16="http://schemas.microsoft.com/office/drawing/2014/main" id="{EAEFD4CF-043B-E509-F455-38AF643525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AF94A2-6ABA-88ED-0729-7FB8D142EB9A}"/>
              </a:ext>
            </a:extLst>
          </p:cNvPr>
          <p:cNvSpPr>
            <a:spLocks noGrp="1"/>
          </p:cNvSpPr>
          <p:nvPr>
            <p:ph type="sldNum" sz="quarter" idx="12"/>
          </p:nvPr>
        </p:nvSpPr>
        <p:spPr/>
        <p:txBody>
          <a:bodyPr/>
          <a:lstStyle/>
          <a:p>
            <a:fld id="{B0D8128F-200D-4A7C-A385-36D1E013A596}" type="slidenum">
              <a:rPr lang="en-IN" smtClean="0"/>
              <a:t>‹#›</a:t>
            </a:fld>
            <a:endParaRPr lang="en-IN"/>
          </a:p>
        </p:txBody>
      </p:sp>
    </p:spTree>
    <p:extLst>
      <p:ext uri="{BB962C8B-B14F-4D97-AF65-F5344CB8AC3E}">
        <p14:creationId xmlns:p14="http://schemas.microsoft.com/office/powerpoint/2010/main" val="3522756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C1AFEF-6441-0661-3634-C7161C8FCF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78653D-324C-BA79-677A-4EADE9E6FC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10A6ED-96E5-6BDA-79BB-2EBEB9BC40E6}"/>
              </a:ext>
            </a:extLst>
          </p:cNvPr>
          <p:cNvSpPr>
            <a:spLocks noGrp="1"/>
          </p:cNvSpPr>
          <p:nvPr>
            <p:ph type="dt" sz="half" idx="10"/>
          </p:nvPr>
        </p:nvSpPr>
        <p:spPr/>
        <p:txBody>
          <a:bodyPr/>
          <a:lstStyle/>
          <a:p>
            <a:fld id="{FA9C4C5B-CC69-4D63-AB68-BB9B7DDA93DF}" type="datetimeFigureOut">
              <a:rPr lang="en-IN" smtClean="0"/>
              <a:t>11-06-2024</a:t>
            </a:fld>
            <a:endParaRPr lang="en-IN"/>
          </a:p>
        </p:txBody>
      </p:sp>
      <p:sp>
        <p:nvSpPr>
          <p:cNvPr id="5" name="Footer Placeholder 4">
            <a:extLst>
              <a:ext uri="{FF2B5EF4-FFF2-40B4-BE49-F238E27FC236}">
                <a16:creationId xmlns:a16="http://schemas.microsoft.com/office/drawing/2014/main" id="{19CEF0FA-EB9F-7D69-4E98-2D6F625590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D98929-3B67-599F-4031-E17FD90C4779}"/>
              </a:ext>
            </a:extLst>
          </p:cNvPr>
          <p:cNvSpPr>
            <a:spLocks noGrp="1"/>
          </p:cNvSpPr>
          <p:nvPr>
            <p:ph type="sldNum" sz="quarter" idx="12"/>
          </p:nvPr>
        </p:nvSpPr>
        <p:spPr/>
        <p:txBody>
          <a:bodyPr/>
          <a:lstStyle/>
          <a:p>
            <a:fld id="{B0D8128F-200D-4A7C-A385-36D1E013A596}" type="slidenum">
              <a:rPr lang="en-IN" smtClean="0"/>
              <a:t>‹#›</a:t>
            </a:fld>
            <a:endParaRPr lang="en-IN"/>
          </a:p>
        </p:txBody>
      </p:sp>
    </p:spTree>
    <p:extLst>
      <p:ext uri="{BB962C8B-B14F-4D97-AF65-F5344CB8AC3E}">
        <p14:creationId xmlns:p14="http://schemas.microsoft.com/office/powerpoint/2010/main" val="3442938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99AFE1-9D73-6F68-FAFE-AAB3A579C0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B80BBC9-30A8-CA8E-BABE-C50B255557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649B6E-6824-62C8-CC7F-9C034E34A8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9C4C5B-CC69-4D63-AB68-BB9B7DDA93DF}" type="datetimeFigureOut">
              <a:rPr lang="en-IN" smtClean="0"/>
              <a:t>11-06-2024</a:t>
            </a:fld>
            <a:endParaRPr lang="en-IN"/>
          </a:p>
        </p:txBody>
      </p:sp>
      <p:sp>
        <p:nvSpPr>
          <p:cNvPr id="5" name="Footer Placeholder 4">
            <a:extLst>
              <a:ext uri="{FF2B5EF4-FFF2-40B4-BE49-F238E27FC236}">
                <a16:creationId xmlns:a16="http://schemas.microsoft.com/office/drawing/2014/main" id="{E2293AA5-A738-6975-FBA8-54F1E719BF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A074FB0-6942-8B39-65F7-AF38C1F505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D8128F-200D-4A7C-A385-36D1E013A596}" type="slidenum">
              <a:rPr lang="en-IN" smtClean="0"/>
              <a:t>‹#›</a:t>
            </a:fld>
            <a:endParaRPr lang="en-IN"/>
          </a:p>
        </p:txBody>
      </p:sp>
    </p:spTree>
    <p:extLst>
      <p:ext uri="{BB962C8B-B14F-4D97-AF65-F5344CB8AC3E}">
        <p14:creationId xmlns:p14="http://schemas.microsoft.com/office/powerpoint/2010/main" val="1123978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www.geeksforgeeks.org/acid-properties-in-dbms/"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metisdata.io/blog/transaction-isolation-levels-and-why-we-should-care"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youtube.com/watch?v=H2it0SI7cSo" TargetMode="External"/><Relationship Id="rId2" Type="http://schemas.openxmlformats.org/officeDocument/2006/relationships/hyperlink" Target="https://mvpjava.com/spring-nested-transactions/"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javainuse.com/spring/boot-transaction-propagation" TargetMode="External"/><Relationship Id="rId2" Type="http://schemas.openxmlformats.org/officeDocument/2006/relationships/hyperlink" Target="https://www.scaler.com/topics/spring-boot/transaction-management-in-spring-boot/" TargetMode="External"/><Relationship Id="rId1" Type="http://schemas.openxmlformats.org/officeDocument/2006/relationships/slideLayout" Target="../slideLayouts/slideLayout1.xml"/><Relationship Id="rId5" Type="http://schemas.openxmlformats.org/officeDocument/2006/relationships/hyperlink" Target="https://www.javainuse.com/spring/boot-transaction-isolation" TargetMode="External"/><Relationship Id="rId4" Type="http://schemas.openxmlformats.org/officeDocument/2006/relationships/hyperlink" Target="https://www.javacodegeeks.com/2016/05/understanding-transactional-annotation-spring.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IN" sz="2800" dirty="0"/>
              <a:t>Transaction management</a:t>
            </a:r>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3"/>
            <a:ext cx="10328988" cy="5057192"/>
          </a:xfrm>
        </p:spPr>
        <p:txBody>
          <a:bodyPr/>
          <a:lstStyle/>
          <a:p>
            <a:pPr algn="l"/>
            <a:r>
              <a:rPr lang="en-US" b="1"/>
              <a:t>Transaction</a:t>
            </a:r>
            <a:r>
              <a:rPr lang="en-US" b="1" dirty="0"/>
              <a:t>: </a:t>
            </a:r>
            <a:r>
              <a:rPr lang="en-US" dirty="0"/>
              <a:t>A transaction is an exchange of value that occurs between two or more parties, typically involving the transfer of goods, services, or </a:t>
            </a:r>
            <a:r>
              <a:rPr lang="en-US"/>
              <a:t>money.</a:t>
            </a:r>
            <a:endParaRPr lang="en-US" dirty="0"/>
          </a:p>
          <a:p>
            <a:pPr algn="l"/>
            <a:r>
              <a:rPr lang="en-US" b="1" dirty="0"/>
              <a:t>Transaction in terms of database: </a:t>
            </a:r>
            <a:r>
              <a:rPr lang="en-US" dirty="0"/>
              <a:t>A transaction is a logical work or set of works that are done on the data of a database</a:t>
            </a:r>
            <a:endParaRPr lang="en-IN" dirty="0"/>
          </a:p>
          <a:p>
            <a:pPr algn="l"/>
            <a:r>
              <a:rPr lang="en-IN" b="1" dirty="0"/>
              <a:t>Transaction Management: </a:t>
            </a:r>
            <a:r>
              <a:rPr lang="en-IN" dirty="0"/>
              <a:t>Transaction management is the operation that is performed against the database in such a way that it will maintain ACID property.</a:t>
            </a:r>
          </a:p>
        </p:txBody>
      </p:sp>
    </p:spTree>
    <p:extLst>
      <p:ext uri="{BB962C8B-B14F-4D97-AF65-F5344CB8AC3E}">
        <p14:creationId xmlns:p14="http://schemas.microsoft.com/office/powerpoint/2010/main" val="1624712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IN" sz="2800" dirty="0"/>
              <a:t>Transaction management</a:t>
            </a:r>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3"/>
            <a:ext cx="10328988" cy="5057192"/>
          </a:xfrm>
        </p:spPr>
        <p:txBody>
          <a:bodyPr/>
          <a:lstStyle/>
          <a:p>
            <a:pPr algn="l"/>
            <a:r>
              <a:rPr lang="en-US" b="0" i="0" dirty="0">
                <a:solidFill>
                  <a:srgbClr val="61738E"/>
                </a:solidFill>
                <a:effectLst/>
                <a:latin typeface="__Source_Sans_Pro_fea366"/>
              </a:rPr>
              <a:t>To understand how transactions work, it's helpful to think of them as instructions that must be executed in a specific order. For example, imagine that you are transferring money from one bank account to another. In this case, the transaction might include instructions to:</a:t>
            </a:r>
          </a:p>
          <a:p>
            <a:pPr algn="l">
              <a:buFont typeface="Arial" panose="020B0604020202020204" pitchFamily="34" charset="0"/>
              <a:buChar char="•"/>
            </a:pPr>
            <a:r>
              <a:rPr lang="en-US" b="0" i="0" dirty="0">
                <a:solidFill>
                  <a:srgbClr val="61738E"/>
                </a:solidFill>
                <a:effectLst/>
                <a:latin typeface="__Source_Sans_Pro_fea366"/>
              </a:rPr>
              <a:t>Decrement the balance of the source account</a:t>
            </a:r>
          </a:p>
          <a:p>
            <a:pPr algn="l">
              <a:buFont typeface="Arial" panose="020B0604020202020204" pitchFamily="34" charset="0"/>
              <a:buChar char="•"/>
            </a:pPr>
            <a:r>
              <a:rPr lang="en-US" b="0" i="0" dirty="0">
                <a:solidFill>
                  <a:srgbClr val="61738E"/>
                </a:solidFill>
                <a:effectLst/>
                <a:latin typeface="__Source_Sans_Pro_fea366"/>
              </a:rPr>
              <a:t>Increment the balance of the destination account</a:t>
            </a:r>
          </a:p>
          <a:p>
            <a:pPr algn="l"/>
            <a:r>
              <a:rPr lang="en-US" b="0" i="0" dirty="0">
                <a:solidFill>
                  <a:srgbClr val="61738E"/>
                </a:solidFill>
                <a:effectLst/>
                <a:latin typeface="__Source_Sans_Pro_fea366"/>
              </a:rPr>
              <a:t>These instructions must be executed correctly for the account balance to remain accurate post-transfer activity. For that to happen, either each action should be completed or none of them. This is where database transaction helps in maintaining the correct state.</a:t>
            </a:r>
          </a:p>
          <a:p>
            <a:pPr algn="l"/>
            <a:endParaRPr lang="en-IN" dirty="0"/>
          </a:p>
        </p:txBody>
      </p:sp>
    </p:spTree>
    <p:extLst>
      <p:ext uri="{BB962C8B-B14F-4D97-AF65-F5344CB8AC3E}">
        <p14:creationId xmlns:p14="http://schemas.microsoft.com/office/powerpoint/2010/main" val="29482079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441649" y="223934"/>
            <a:ext cx="9144000" cy="382555"/>
          </a:xfrm>
        </p:spPr>
        <p:txBody>
          <a:bodyPr>
            <a:normAutofit fontScale="90000"/>
          </a:bodyPr>
          <a:lstStyle/>
          <a:p>
            <a:pPr algn="l"/>
            <a:r>
              <a:rPr lang="en-US" sz="2800" dirty="0"/>
              <a:t>There are two types of Transactions</a:t>
            </a:r>
            <a:endParaRPr lang="en-IN" sz="2800" dirty="0"/>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3"/>
            <a:ext cx="10328988" cy="5057192"/>
          </a:xfrm>
        </p:spPr>
        <p:txBody>
          <a:bodyPr/>
          <a:lstStyle/>
          <a:p>
            <a:pPr algn="l"/>
            <a:r>
              <a:rPr lang="en-US" b="0" i="0" dirty="0">
                <a:solidFill>
                  <a:srgbClr val="61738E"/>
                </a:solidFill>
                <a:effectLst/>
                <a:latin typeface="__Source_Sans_Pro_fea366"/>
              </a:rPr>
              <a:t>1. Local Transaction </a:t>
            </a:r>
            <a:r>
              <a:rPr lang="en-US" b="0" i="0" dirty="0">
                <a:effectLst/>
                <a:latin typeface="__Source_Sans_Pro_fea366"/>
              </a:rPr>
              <a:t>: Local transaction management can be useful in a centralized computing environment where application components and resources are located at a single site, and transaction management only involves a local data manager running on a single machine. Local transactions are easier to be implemented</a:t>
            </a:r>
            <a:r>
              <a:rPr lang="en-US" b="0" i="0" dirty="0">
                <a:solidFill>
                  <a:srgbClr val="61738E"/>
                </a:solidFill>
                <a:effectLst/>
                <a:latin typeface="__Source_Sans_Pro_fea366"/>
              </a:rPr>
              <a:t>.</a:t>
            </a:r>
          </a:p>
          <a:p>
            <a:pPr algn="l"/>
            <a:r>
              <a:rPr lang="en-US" b="0" i="0" dirty="0">
                <a:solidFill>
                  <a:srgbClr val="61738E"/>
                </a:solidFill>
                <a:effectLst/>
                <a:latin typeface="__Source_Sans_Pro_fea366"/>
              </a:rPr>
              <a:t>2. Global Transaction: </a:t>
            </a:r>
            <a:r>
              <a:rPr lang="en-US" b="0" i="0" dirty="0">
                <a:effectLst/>
                <a:latin typeface="__Source_Sans_Pro_fea366"/>
              </a:rPr>
              <a:t>Global transactions can span multiple transactional resources like transaction in a distributed system. Global transaction management is required in a distributed computing environment where all the resources are distributed across multiple systems</a:t>
            </a:r>
            <a:endParaRPr lang="en-IN" dirty="0"/>
          </a:p>
        </p:txBody>
      </p:sp>
    </p:spTree>
    <p:extLst>
      <p:ext uri="{BB962C8B-B14F-4D97-AF65-F5344CB8AC3E}">
        <p14:creationId xmlns:p14="http://schemas.microsoft.com/office/powerpoint/2010/main" val="4259156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IN" sz="2800" dirty="0"/>
              <a:t>Transaction management</a:t>
            </a:r>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3"/>
            <a:ext cx="10328988" cy="5057192"/>
          </a:xfrm>
        </p:spPr>
        <p:txBody>
          <a:bodyPr/>
          <a:lstStyle/>
          <a:p>
            <a:pPr algn="l"/>
            <a:r>
              <a:rPr lang="en-US" b="0" i="0" dirty="0">
                <a:solidFill>
                  <a:srgbClr val="61738E"/>
                </a:solidFill>
                <a:effectLst/>
                <a:latin typeface="__Source_Sans_Pro_fea366"/>
              </a:rPr>
              <a:t>A </a:t>
            </a:r>
            <a:r>
              <a:rPr lang="en-US" b="1" i="0" dirty="0">
                <a:solidFill>
                  <a:srgbClr val="61738E"/>
                </a:solidFill>
                <a:effectLst/>
                <a:latin typeface="__Source_Sans_Pro_fea366"/>
              </a:rPr>
              <a:t>database transaction</a:t>
            </a:r>
            <a:r>
              <a:rPr lang="en-US" b="0" i="0" dirty="0">
                <a:solidFill>
                  <a:srgbClr val="61738E"/>
                </a:solidFill>
                <a:effectLst/>
                <a:latin typeface="__Source_Sans_Pro_fea366"/>
              </a:rPr>
              <a:t> is a unit of work performed against a database. It typically includes one or more SQL statements that read and/or update the data in the database. The key characteristic of a transaction is that it is </a:t>
            </a:r>
            <a:r>
              <a:rPr lang="en-US" b="1" i="0" dirty="0">
                <a:solidFill>
                  <a:srgbClr val="61738E"/>
                </a:solidFill>
                <a:effectLst/>
                <a:latin typeface="__Source_Sans_Pro_fea366"/>
              </a:rPr>
              <a:t>atomic</a:t>
            </a:r>
            <a:r>
              <a:rPr lang="en-US" b="0" i="0" dirty="0">
                <a:solidFill>
                  <a:srgbClr val="61738E"/>
                </a:solidFill>
                <a:effectLst/>
                <a:latin typeface="__Source_Sans_Pro_fea366"/>
              </a:rPr>
              <a:t>, meaning that it is either completed in its entirety or not completed at all. This ensures that the data in the database remains consistent, even if a failure or error occurs.</a:t>
            </a:r>
            <a:endParaRPr lang="en-IN" dirty="0"/>
          </a:p>
        </p:txBody>
      </p:sp>
    </p:spTree>
    <p:extLst>
      <p:ext uri="{BB962C8B-B14F-4D97-AF65-F5344CB8AC3E}">
        <p14:creationId xmlns:p14="http://schemas.microsoft.com/office/powerpoint/2010/main" val="2758482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IN" sz="2800" dirty="0"/>
              <a:t>Understanding @Transactional annotation</a:t>
            </a:r>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3"/>
            <a:ext cx="10328988" cy="5057192"/>
          </a:xfrm>
        </p:spPr>
        <p:txBody>
          <a:bodyPr>
            <a:normAutofit lnSpcReduction="10000"/>
          </a:bodyPr>
          <a:lstStyle/>
          <a:p>
            <a:pPr algn="l"/>
            <a:r>
              <a:rPr lang="en-US" b="0" i="0" dirty="0">
                <a:solidFill>
                  <a:srgbClr val="61738E"/>
                </a:solidFill>
                <a:effectLst/>
                <a:latin typeface="__Source_Sans_Pro_fea366"/>
              </a:rPr>
              <a:t>At a high level, when a class declares @Transactional on itself or its members, Spring creates a proxy that implements the same interface(s) as the class you’re annotating. In other words, Spring wraps the bean in the proxy and the bean itself has no knowledge of it. A proxy provides a way for Spring to inject behaviors before, after, or around method calls into the object being proxied.</a:t>
            </a:r>
          </a:p>
          <a:p>
            <a:pPr algn="l"/>
            <a:endParaRPr lang="en-US" b="0" i="0" dirty="0">
              <a:solidFill>
                <a:srgbClr val="61738E"/>
              </a:solidFill>
              <a:effectLst/>
              <a:latin typeface="__Source_Sans_Pro_fea366"/>
            </a:endParaRPr>
          </a:p>
          <a:p>
            <a:pPr algn="l"/>
            <a:r>
              <a:rPr lang="en-US" b="0" i="0" dirty="0">
                <a:solidFill>
                  <a:srgbClr val="61738E"/>
                </a:solidFill>
                <a:effectLst/>
                <a:latin typeface="__Source_Sans_Pro_fea366"/>
              </a:rPr>
              <a:t>Internally, its the same as using a transaction advice (using AOP), where a proxy is created first and is invoked before/after the target bean’s method.</a:t>
            </a:r>
          </a:p>
          <a:p>
            <a:pPr algn="l"/>
            <a:endParaRPr lang="en-US" b="0" i="0" dirty="0">
              <a:solidFill>
                <a:srgbClr val="61738E"/>
              </a:solidFill>
              <a:effectLst/>
              <a:latin typeface="__Source_Sans_Pro_fea366"/>
            </a:endParaRPr>
          </a:p>
          <a:p>
            <a:pPr algn="l"/>
            <a:r>
              <a:rPr lang="en-US" b="0" i="0" dirty="0">
                <a:solidFill>
                  <a:srgbClr val="61738E"/>
                </a:solidFill>
                <a:effectLst/>
                <a:latin typeface="__Source_Sans_Pro_fea366"/>
              </a:rPr>
              <a:t>The generated proxy object is supplied with a </a:t>
            </a:r>
            <a:r>
              <a:rPr lang="en-US" b="0" i="0" dirty="0" err="1">
                <a:solidFill>
                  <a:srgbClr val="61738E"/>
                </a:solidFill>
                <a:effectLst/>
                <a:latin typeface="__Source_Sans_Pro_fea366"/>
              </a:rPr>
              <a:t>TransactionInterceptor</a:t>
            </a:r>
            <a:r>
              <a:rPr lang="en-US" b="0" i="0" dirty="0">
                <a:solidFill>
                  <a:srgbClr val="61738E"/>
                </a:solidFill>
                <a:effectLst/>
                <a:latin typeface="__Source_Sans_Pro_fea366"/>
              </a:rPr>
              <a:t>, which is created by Spring. So when the @Transactional method is called from client code, the </a:t>
            </a:r>
            <a:r>
              <a:rPr lang="en-US" b="0" i="0" dirty="0" err="1">
                <a:solidFill>
                  <a:srgbClr val="61738E"/>
                </a:solidFill>
                <a:effectLst/>
                <a:latin typeface="__Source_Sans_Pro_fea366"/>
              </a:rPr>
              <a:t>TransactionInterceptor</a:t>
            </a:r>
            <a:r>
              <a:rPr lang="en-US" b="0" i="0" dirty="0">
                <a:solidFill>
                  <a:srgbClr val="61738E"/>
                </a:solidFill>
                <a:effectLst/>
                <a:latin typeface="__Source_Sans_Pro_fea366"/>
              </a:rPr>
              <a:t> gets invoked first from the proxy object, which begins the transaction and eventually invokes the method on the target bean. When the invocation finishes, the </a:t>
            </a:r>
            <a:r>
              <a:rPr lang="en-US" b="0" i="0" dirty="0" err="1">
                <a:solidFill>
                  <a:srgbClr val="61738E"/>
                </a:solidFill>
                <a:effectLst/>
                <a:latin typeface="__Source_Sans_Pro_fea366"/>
              </a:rPr>
              <a:t>TransactionInterceptor</a:t>
            </a:r>
            <a:r>
              <a:rPr lang="en-US" b="0" i="0" dirty="0">
                <a:solidFill>
                  <a:srgbClr val="61738E"/>
                </a:solidFill>
                <a:effectLst/>
                <a:latin typeface="__Source_Sans_Pro_fea366"/>
              </a:rPr>
              <a:t> commits/rolls back the transaction accordingly.</a:t>
            </a:r>
            <a:endParaRPr lang="en-IN" dirty="0"/>
          </a:p>
        </p:txBody>
      </p:sp>
    </p:spTree>
    <p:extLst>
      <p:ext uri="{BB962C8B-B14F-4D97-AF65-F5344CB8AC3E}">
        <p14:creationId xmlns:p14="http://schemas.microsoft.com/office/powerpoint/2010/main" val="489353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IN" sz="2800" dirty="0"/>
              <a:t>Transaction management</a:t>
            </a:r>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3"/>
            <a:ext cx="10328988" cy="5057192"/>
          </a:xfrm>
        </p:spPr>
        <p:txBody>
          <a:bodyPr/>
          <a:lstStyle/>
          <a:p>
            <a:pPr algn="l"/>
            <a:r>
              <a:rPr lang="en-US" b="0" i="0" dirty="0">
                <a:solidFill>
                  <a:srgbClr val="61738E"/>
                </a:solidFill>
                <a:effectLst/>
                <a:latin typeface="__Source_Sans_Pro_fea366"/>
              </a:rPr>
              <a:t>Transactional management, in general, can be define by the ACID properties which are as follows;</a:t>
            </a:r>
            <a:endParaRPr lang="en-IN" dirty="0"/>
          </a:p>
        </p:txBody>
      </p:sp>
      <p:pic>
        <p:nvPicPr>
          <p:cNvPr id="5" name="Picture 4">
            <a:extLst>
              <a:ext uri="{FF2B5EF4-FFF2-40B4-BE49-F238E27FC236}">
                <a16:creationId xmlns:a16="http://schemas.microsoft.com/office/drawing/2014/main" id="{A97ECA5E-5C54-C372-E673-B703FF8A5184}"/>
              </a:ext>
            </a:extLst>
          </p:cNvPr>
          <p:cNvPicPr>
            <a:picLocks noChangeAspect="1"/>
          </p:cNvPicPr>
          <p:nvPr/>
        </p:nvPicPr>
        <p:blipFill>
          <a:blip r:embed="rId2"/>
          <a:stretch>
            <a:fillRect/>
          </a:stretch>
        </p:blipFill>
        <p:spPr>
          <a:xfrm>
            <a:off x="1356700" y="2244027"/>
            <a:ext cx="6492803" cy="1455546"/>
          </a:xfrm>
          <a:prstGeom prst="rect">
            <a:avLst/>
          </a:prstGeom>
        </p:spPr>
      </p:pic>
    </p:spTree>
    <p:extLst>
      <p:ext uri="{BB962C8B-B14F-4D97-AF65-F5344CB8AC3E}">
        <p14:creationId xmlns:p14="http://schemas.microsoft.com/office/powerpoint/2010/main" val="3958520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IN" sz="2800" dirty="0"/>
              <a:t>Atomicity:</a:t>
            </a:r>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3"/>
            <a:ext cx="10328988" cy="5057192"/>
          </a:xfrm>
        </p:spPr>
        <p:txBody>
          <a:bodyPr/>
          <a:lstStyle/>
          <a:p>
            <a:pPr algn="l"/>
            <a:r>
              <a:rPr lang="en-US" b="0" i="0" dirty="0">
                <a:solidFill>
                  <a:srgbClr val="61738E"/>
                </a:solidFill>
                <a:effectLst/>
                <a:latin typeface="__Source_Sans_Pro_fea366"/>
              </a:rPr>
              <a:t>In database management systems, atomic transactions are indivisible units of execution that either completely succeed or fail. The purpose of atomic transactions is to prevent different transactions from interfering with each other.</a:t>
            </a:r>
          </a:p>
          <a:p>
            <a:pPr algn="l"/>
            <a:endParaRPr lang="en-IN" dirty="0"/>
          </a:p>
          <a:p>
            <a:pPr algn="l"/>
            <a:r>
              <a:rPr lang="en-US" b="0" i="0" dirty="0">
                <a:solidFill>
                  <a:srgbClr val="61738E"/>
                </a:solidFill>
                <a:effectLst/>
                <a:latin typeface="__Source_Sans_Pro_fea366"/>
              </a:rPr>
              <a:t>Indivisible</a:t>
            </a:r>
            <a:r>
              <a:rPr lang="en-IN" b="0" i="0" dirty="0">
                <a:solidFill>
                  <a:srgbClr val="61738E"/>
                </a:solidFill>
                <a:effectLst/>
                <a:latin typeface="__Source_Sans_Pro_fea366"/>
              </a:rPr>
              <a:t>(meaning): </a:t>
            </a:r>
            <a:r>
              <a:rPr lang="en-US" b="0" i="0" dirty="0">
                <a:solidFill>
                  <a:srgbClr val="61738E"/>
                </a:solidFill>
                <a:effectLst/>
                <a:latin typeface="__Source_Sans_Pro_fea366"/>
              </a:rPr>
              <a:t>Indivisible is an adjective that means something cannot be separated into parts or divided. For example, you might say "one nation indivisible". </a:t>
            </a:r>
          </a:p>
          <a:p>
            <a:pPr algn="l"/>
            <a:r>
              <a:rPr lang="en-US" dirty="0"/>
              <a:t>Example: In math, you can say that the number 9 is indivisible by 2: it can't be divided by 2 evenly. </a:t>
            </a:r>
          </a:p>
          <a:p>
            <a:pPr algn="l"/>
            <a:endParaRPr lang="en-IN" dirty="0"/>
          </a:p>
        </p:txBody>
      </p:sp>
    </p:spTree>
    <p:extLst>
      <p:ext uri="{BB962C8B-B14F-4D97-AF65-F5344CB8AC3E}">
        <p14:creationId xmlns:p14="http://schemas.microsoft.com/office/powerpoint/2010/main" val="2699939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488302" y="149290"/>
            <a:ext cx="9144000" cy="382555"/>
          </a:xfrm>
        </p:spPr>
        <p:txBody>
          <a:bodyPr>
            <a:normAutofit fontScale="90000"/>
          </a:bodyPr>
          <a:lstStyle/>
          <a:p>
            <a:pPr algn="l"/>
            <a:r>
              <a:rPr lang="en-IN" sz="2800" dirty="0"/>
              <a:t>Atomicity: Advantages</a:t>
            </a:r>
          </a:p>
        </p:txBody>
      </p:sp>
      <p:sp>
        <p:nvSpPr>
          <p:cNvPr id="9" name="TextBox 8">
            <a:extLst>
              <a:ext uri="{FF2B5EF4-FFF2-40B4-BE49-F238E27FC236}">
                <a16:creationId xmlns:a16="http://schemas.microsoft.com/office/drawing/2014/main" id="{A5C27F72-95E6-D61B-0857-38F9CF280BAE}"/>
              </a:ext>
            </a:extLst>
          </p:cNvPr>
          <p:cNvSpPr txBox="1"/>
          <p:nvPr/>
        </p:nvSpPr>
        <p:spPr>
          <a:xfrm>
            <a:off x="0" y="743158"/>
            <a:ext cx="11865429" cy="5632311"/>
          </a:xfrm>
          <a:prstGeom prst="rect">
            <a:avLst/>
          </a:prstGeom>
          <a:noFill/>
        </p:spPr>
        <p:txBody>
          <a:bodyPr wrap="square">
            <a:spAutoFit/>
          </a:bodyPr>
          <a:lstStyle/>
          <a:p>
            <a:r>
              <a:rPr lang="en-US" sz="2400" dirty="0"/>
              <a:t>There are several benefits to this type of database behavior. First, it ensures the consistency of the database. If a database transaction is not atomic, it is possible for the data in the database to become corrupted, as some operations may be completed while others are not. This can lead to inconsistencies in the data and can make it difficult or impossible to accurately retrieve and manipulate the data.</a:t>
            </a:r>
          </a:p>
          <a:p>
            <a:endParaRPr lang="en-US" sz="2400" dirty="0"/>
          </a:p>
          <a:p>
            <a:r>
              <a:rPr lang="en-US" sz="2400" b="0" i="0" dirty="0">
                <a:effectLst/>
                <a:latin typeface="Rubik"/>
              </a:rPr>
              <a:t>Second, atomicity helps to protect the integrity of the database. If a database transaction is not atomic, it is possible for a database to become corrupt if one part of the transaction succeeds while another part fails. This can lead to data loss or other problems that can be difficult or impossible to recover from.</a:t>
            </a:r>
          </a:p>
          <a:p>
            <a:endParaRPr lang="en-US" sz="2400" dirty="0">
              <a:latin typeface="Rubik"/>
            </a:endParaRPr>
          </a:p>
          <a:p>
            <a:r>
              <a:rPr lang="en-US" sz="2400" b="0" i="0" dirty="0">
                <a:effectLst/>
                <a:latin typeface="Rubik"/>
              </a:rPr>
              <a:t>Finally, atomicity helps to ensure that database transactions are performed in a timely and efficient manner. If a database transaction is not atomic, it may take longer to complete, as the database may have to roll back the transaction and start over if one part of the transaction fails. This can lead to slower performance and decreased efficiency.</a:t>
            </a:r>
            <a:endParaRPr lang="en-IN" sz="2400" dirty="0"/>
          </a:p>
        </p:txBody>
      </p:sp>
    </p:spTree>
    <p:extLst>
      <p:ext uri="{BB962C8B-B14F-4D97-AF65-F5344CB8AC3E}">
        <p14:creationId xmlns:p14="http://schemas.microsoft.com/office/powerpoint/2010/main" val="2945472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IN" sz="2800" dirty="0"/>
              <a:t>Consistency:</a:t>
            </a:r>
          </a:p>
        </p:txBody>
      </p:sp>
      <p:sp>
        <p:nvSpPr>
          <p:cNvPr id="5" name="Subtitle 4">
            <a:extLst>
              <a:ext uri="{FF2B5EF4-FFF2-40B4-BE49-F238E27FC236}">
                <a16:creationId xmlns:a16="http://schemas.microsoft.com/office/drawing/2014/main" id="{ED1E3BC6-D163-F90D-911F-2301E5257ED1}"/>
              </a:ext>
            </a:extLst>
          </p:cNvPr>
          <p:cNvSpPr>
            <a:spLocks noGrp="1"/>
          </p:cNvSpPr>
          <p:nvPr>
            <p:ph type="subTitle" idx="1"/>
          </p:nvPr>
        </p:nvSpPr>
        <p:spPr>
          <a:xfrm>
            <a:off x="466531" y="1352938"/>
            <a:ext cx="10201469" cy="3904861"/>
          </a:xfrm>
        </p:spPr>
        <p:txBody>
          <a:bodyPr>
            <a:normAutofit fontScale="92500" lnSpcReduction="20000"/>
          </a:bodyPr>
          <a:lstStyle/>
          <a:p>
            <a:pPr algn="l"/>
            <a:r>
              <a:rPr lang="en-US" dirty="0"/>
              <a:t>Consistency guarantees that changes made within a transaction are consistent with database constraints. This includes all rules, constraints, and triggers. If the data gets into an illegal state, the whole transaction fails.</a:t>
            </a:r>
          </a:p>
          <a:p>
            <a:pPr algn="l"/>
            <a:r>
              <a:rPr lang="en-US" b="0" i="0">
                <a:solidFill>
                  <a:srgbClr val="344055"/>
                </a:solidFill>
                <a:effectLst/>
                <a:highlight>
                  <a:srgbClr val="FFFFFF"/>
                </a:highlight>
                <a:latin typeface="Open Sans" panose="020B0606030504020204" pitchFamily="34" charset="0"/>
              </a:rPr>
              <a:t>This means that the data must satisfy all constraints and rules defined by the schema.</a:t>
            </a:r>
            <a:endParaRPr lang="en-US" dirty="0"/>
          </a:p>
          <a:p>
            <a:pPr algn="l"/>
            <a:endParaRPr lang="en-US" dirty="0"/>
          </a:p>
          <a:p>
            <a:pPr algn="l"/>
            <a:r>
              <a:rPr lang="en-US" dirty="0"/>
              <a:t>Going back to the money transfer example, let’s say there is a constraint that the balance should be a positive integer. If we try to overdraw money, then the balance won’t meet the constraint. Because of that, the consistency of the ACID transaction will be violated and the transaction will fail.</a:t>
            </a:r>
          </a:p>
          <a:p>
            <a:pPr algn="l"/>
            <a:r>
              <a:rPr lang="en-US" dirty="0"/>
              <a:t>In database applications, Before the Transaction and After the Transaction</a:t>
            </a:r>
          </a:p>
          <a:p>
            <a:pPr algn="l"/>
            <a:r>
              <a:rPr lang="en-US" dirty="0"/>
              <a:t>Database state must be in stable </a:t>
            </a:r>
            <a:r>
              <a:rPr lang="en-US" dirty="0">
                <a:hlinkClick r:id="rId2"/>
              </a:rPr>
              <a:t>https://www.geeksforgeeks.org/acid-properties-in-dbms/</a:t>
            </a:r>
            <a:r>
              <a:rPr lang="en-US" dirty="0"/>
              <a:t> </a:t>
            </a:r>
          </a:p>
          <a:p>
            <a:pPr algn="l"/>
            <a:endParaRPr lang="en-IN" dirty="0"/>
          </a:p>
        </p:txBody>
      </p:sp>
    </p:spTree>
    <p:extLst>
      <p:ext uri="{BB962C8B-B14F-4D97-AF65-F5344CB8AC3E}">
        <p14:creationId xmlns:p14="http://schemas.microsoft.com/office/powerpoint/2010/main" val="965101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IN" sz="2800" dirty="0"/>
              <a:t>Isolation:</a:t>
            </a:r>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3"/>
            <a:ext cx="10328988" cy="5057192"/>
          </a:xfrm>
        </p:spPr>
        <p:txBody>
          <a:bodyPr/>
          <a:lstStyle/>
          <a:p>
            <a:pPr algn="l"/>
            <a:r>
              <a:rPr lang="en-US" b="0" i="0" dirty="0">
                <a:solidFill>
                  <a:srgbClr val="61738E"/>
                </a:solidFill>
                <a:effectLst/>
                <a:latin typeface="__Source_Sans_Pro_fea366"/>
              </a:rPr>
              <a:t>Isolation refers to the property that ensures that concurrent transactions do not interfere with each other. In other words, each transaction is executed as if it is the only one happening, even if multiple transactions are happening simultaneously. This is important because it ensures that the results of one transaction do not affect the results of another, which can lead to inconsistencies in the database.</a:t>
            </a:r>
          </a:p>
          <a:p>
            <a:pPr algn="l"/>
            <a:r>
              <a:rPr lang="en-US" b="1" i="0" dirty="0">
                <a:solidFill>
                  <a:srgbClr val="61738E"/>
                </a:solidFill>
                <a:effectLst/>
                <a:latin typeface="__Source_Sans_Pro_fea366"/>
              </a:rPr>
              <a:t>RDBMS</a:t>
            </a:r>
            <a:r>
              <a:rPr lang="en-US" b="0" i="0" dirty="0">
                <a:solidFill>
                  <a:srgbClr val="61738E"/>
                </a:solidFill>
                <a:effectLst/>
                <a:latin typeface="__Source_Sans_Pro_fea366"/>
              </a:rPr>
              <a:t> typically has four types of isolation levels. Typically isolation levels from lowest to highest are </a:t>
            </a:r>
            <a:r>
              <a:rPr lang="en-US" b="1" i="0" dirty="0">
                <a:solidFill>
                  <a:srgbClr val="61738E"/>
                </a:solidFill>
                <a:effectLst/>
                <a:latin typeface="__Source_Sans_Pro_fea366"/>
              </a:rPr>
              <a:t>Read Uncommitted</a:t>
            </a:r>
            <a:r>
              <a:rPr lang="en-US" b="0" i="0" dirty="0">
                <a:solidFill>
                  <a:srgbClr val="61738E"/>
                </a:solidFill>
                <a:effectLst/>
                <a:latin typeface="__Source_Sans_Pro_fea366"/>
              </a:rPr>
              <a:t>, </a:t>
            </a:r>
            <a:r>
              <a:rPr lang="en-US" b="1" i="0" dirty="0">
                <a:solidFill>
                  <a:srgbClr val="61738E"/>
                </a:solidFill>
                <a:effectLst/>
                <a:latin typeface="__Source_Sans_Pro_fea366"/>
              </a:rPr>
              <a:t>Read Committed</a:t>
            </a:r>
            <a:r>
              <a:rPr lang="en-US" b="0" i="0" dirty="0">
                <a:solidFill>
                  <a:srgbClr val="61738E"/>
                </a:solidFill>
                <a:effectLst/>
                <a:latin typeface="__Source_Sans_Pro_fea366"/>
              </a:rPr>
              <a:t>, </a:t>
            </a:r>
            <a:r>
              <a:rPr lang="en-US" b="1" i="0" dirty="0">
                <a:solidFill>
                  <a:srgbClr val="61738E"/>
                </a:solidFill>
                <a:effectLst/>
                <a:latin typeface="__Source_Sans_Pro_fea366"/>
              </a:rPr>
              <a:t>Repeatable Read</a:t>
            </a:r>
            <a:r>
              <a:rPr lang="en-US" b="0" i="0" dirty="0">
                <a:solidFill>
                  <a:srgbClr val="61738E"/>
                </a:solidFill>
                <a:effectLst/>
                <a:latin typeface="__Source_Sans_Pro_fea366"/>
              </a:rPr>
              <a:t>, and </a:t>
            </a:r>
            <a:r>
              <a:rPr lang="en-US" b="1" i="0" dirty="0">
                <a:solidFill>
                  <a:srgbClr val="61738E"/>
                </a:solidFill>
                <a:effectLst/>
                <a:latin typeface="__Source_Sans_Pro_fea366"/>
              </a:rPr>
              <a:t>Serializable</a:t>
            </a:r>
            <a:r>
              <a:rPr lang="en-US" b="0" i="0" dirty="0">
                <a:solidFill>
                  <a:srgbClr val="61738E"/>
                </a:solidFill>
                <a:effectLst/>
                <a:latin typeface="__Source_Sans_Pro_fea366"/>
              </a:rPr>
              <a:t>.</a:t>
            </a:r>
          </a:p>
          <a:p>
            <a:pPr algn="l"/>
            <a:r>
              <a:rPr lang="en-US" b="0" i="0" dirty="0">
                <a:solidFill>
                  <a:srgbClr val="61738E"/>
                </a:solidFill>
                <a:effectLst/>
                <a:latin typeface="__Source_Sans_Pro_fea366"/>
              </a:rPr>
              <a:t>Read committed isolation level is default and works for most use cases. The choice of isolation level depends on the specific use case and should be chosen carefully.</a:t>
            </a:r>
          </a:p>
          <a:p>
            <a:pPr algn="l"/>
            <a:r>
              <a:rPr lang="en-US" b="0" i="0" dirty="0">
                <a:solidFill>
                  <a:srgbClr val="61738E"/>
                </a:solidFill>
                <a:effectLst/>
                <a:latin typeface="__Source_Sans_Pro_fea366"/>
              </a:rPr>
              <a:t>Performance is inversely proportional to isolation level.</a:t>
            </a:r>
          </a:p>
          <a:p>
            <a:pPr algn="l"/>
            <a:endParaRPr lang="en-IN" dirty="0"/>
          </a:p>
        </p:txBody>
      </p:sp>
    </p:spTree>
    <p:extLst>
      <p:ext uri="{BB962C8B-B14F-4D97-AF65-F5344CB8AC3E}">
        <p14:creationId xmlns:p14="http://schemas.microsoft.com/office/powerpoint/2010/main" val="1670746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IN" sz="2800" dirty="0"/>
              <a:t>Isolation:</a:t>
            </a:r>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3"/>
            <a:ext cx="10328988" cy="5057192"/>
          </a:xfrm>
        </p:spPr>
        <p:txBody>
          <a:bodyPr/>
          <a:lstStyle/>
          <a:p>
            <a:pPr algn="l"/>
            <a:r>
              <a:rPr lang="en-US" b="0" i="0" dirty="0">
                <a:solidFill>
                  <a:srgbClr val="61738E"/>
                </a:solidFill>
                <a:effectLst/>
                <a:latin typeface="__Source_Sans_Pro_fea366"/>
              </a:rPr>
              <a:t>In summary, the database isolation level determines the level of protection from the effects of concurrent transactions. Different isolation levels provide different trade-offs between concurrency and consistency, and the appropriate level should be chosen based on the application's specific needs.</a:t>
            </a:r>
            <a:endParaRPr lang="en-IN" dirty="0"/>
          </a:p>
        </p:txBody>
      </p:sp>
    </p:spTree>
    <p:extLst>
      <p:ext uri="{BB962C8B-B14F-4D97-AF65-F5344CB8AC3E}">
        <p14:creationId xmlns:p14="http://schemas.microsoft.com/office/powerpoint/2010/main" val="1098001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IN" sz="2800" dirty="0"/>
              <a:t>Durability:</a:t>
            </a:r>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3"/>
            <a:ext cx="10328988" cy="5057192"/>
          </a:xfrm>
        </p:spPr>
        <p:txBody>
          <a:bodyPr/>
          <a:lstStyle/>
          <a:p>
            <a:pPr algn="l"/>
            <a:r>
              <a:rPr lang="en-US" b="0" i="0" dirty="0">
                <a:solidFill>
                  <a:srgbClr val="61738E"/>
                </a:solidFill>
                <a:effectLst/>
                <a:latin typeface="__Source_Sans_Pro_fea366"/>
              </a:rPr>
              <a:t>Durability is the property that ensures that once a transaction has been committed (i.e., completed and saved), it will not be lost even if the system fails. This is typically achieved through logs and backups, which allow the database to be restored to a known good state in the event of a failure.</a:t>
            </a:r>
          </a:p>
          <a:p>
            <a:pPr algn="l"/>
            <a:r>
              <a:rPr lang="en-US" b="0" i="0" dirty="0">
                <a:solidFill>
                  <a:srgbClr val="61738E"/>
                </a:solidFill>
                <a:effectLst/>
                <a:latin typeface="__Source_Sans_Pro_fea366"/>
              </a:rPr>
              <a:t>In summary, the ACID properties are essential for maintaining the integrity and reliability of a database. They ensure that transactions are atomic, consistent, isolated, and durable, critical requirements for any DBMS.</a:t>
            </a:r>
          </a:p>
        </p:txBody>
      </p:sp>
    </p:spTree>
    <p:extLst>
      <p:ext uri="{BB962C8B-B14F-4D97-AF65-F5344CB8AC3E}">
        <p14:creationId xmlns:p14="http://schemas.microsoft.com/office/powerpoint/2010/main" val="933990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US" sz="2800" dirty="0"/>
              <a:t>How to Perform Transaction Management in Spring Boot?</a:t>
            </a:r>
            <a:endParaRPr lang="en-IN" sz="2800" dirty="0"/>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3"/>
            <a:ext cx="10328988" cy="5057192"/>
          </a:xfrm>
        </p:spPr>
        <p:txBody>
          <a:bodyPr/>
          <a:lstStyle/>
          <a:p>
            <a:pPr algn="l"/>
            <a:r>
              <a:rPr lang="en-US" b="0" i="0" dirty="0">
                <a:solidFill>
                  <a:srgbClr val="61738E"/>
                </a:solidFill>
                <a:effectLst/>
                <a:latin typeface="__Source_Sans_Pro_fea366"/>
              </a:rPr>
              <a:t>Transaction management in spring boot is super easy using the @Transaction annotation.</a:t>
            </a:r>
          </a:p>
          <a:p>
            <a:pPr algn="l"/>
            <a:r>
              <a:rPr lang="en-US" b="0" i="0" dirty="0">
                <a:solidFill>
                  <a:srgbClr val="61738E"/>
                </a:solidFill>
                <a:effectLst/>
                <a:latin typeface="__Source_Sans_Pro_fea366"/>
              </a:rPr>
              <a:t>Two ways we can perform a transaction in spring boot are:</a:t>
            </a:r>
          </a:p>
          <a:p>
            <a:pPr algn="l">
              <a:buFont typeface="+mj-lt"/>
              <a:buAutoNum type="arabicPeriod"/>
            </a:pPr>
            <a:r>
              <a:rPr lang="en-US" b="0" i="0" dirty="0">
                <a:solidFill>
                  <a:srgbClr val="61738E"/>
                </a:solidFill>
                <a:effectLst/>
                <a:latin typeface="__Source_Sans_Pro_fea366"/>
              </a:rPr>
              <a:t>Programmatic</a:t>
            </a:r>
          </a:p>
          <a:p>
            <a:pPr algn="l">
              <a:buFont typeface="+mj-lt"/>
              <a:buAutoNum type="arabicPeriod"/>
            </a:pPr>
            <a:r>
              <a:rPr lang="en-US" b="0" i="0" dirty="0">
                <a:solidFill>
                  <a:srgbClr val="61738E"/>
                </a:solidFill>
                <a:effectLst/>
                <a:latin typeface="__Source_Sans_Pro_fea366"/>
              </a:rPr>
              <a:t>Declarative</a:t>
            </a:r>
          </a:p>
        </p:txBody>
      </p:sp>
    </p:spTree>
    <p:extLst>
      <p:ext uri="{BB962C8B-B14F-4D97-AF65-F5344CB8AC3E}">
        <p14:creationId xmlns:p14="http://schemas.microsoft.com/office/powerpoint/2010/main" val="876742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US" sz="2800" dirty="0"/>
              <a:t>Declarative Transaction</a:t>
            </a:r>
            <a:endParaRPr lang="en-IN" sz="2800" dirty="0"/>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3"/>
            <a:ext cx="10328988" cy="5057192"/>
          </a:xfrm>
        </p:spPr>
        <p:txBody>
          <a:bodyPr>
            <a:normAutofit fontScale="92500" lnSpcReduction="20000"/>
          </a:bodyPr>
          <a:lstStyle/>
          <a:p>
            <a:pPr algn="l"/>
            <a:r>
              <a:rPr lang="en-US" b="0" i="0" dirty="0">
                <a:solidFill>
                  <a:srgbClr val="61738E"/>
                </a:solidFill>
                <a:effectLst/>
                <a:latin typeface="__Source_Sans_Pro_fea366"/>
              </a:rPr>
              <a:t>Declarative transactions involve separating the transactional logic from the business logic of your application. You do not have to write explicit code to handle transactions. Instead, you can use annotations or XML configuration to declare which methods should be executed within a transaction.</a:t>
            </a:r>
          </a:p>
          <a:p>
            <a:pPr algn="l"/>
            <a:endParaRPr lang="en-US" b="0" i="0" dirty="0">
              <a:solidFill>
                <a:srgbClr val="61738E"/>
              </a:solidFill>
              <a:effectLst/>
              <a:latin typeface="__Source_Sans_Pro_fea366"/>
            </a:endParaRPr>
          </a:p>
          <a:p>
            <a:pPr algn="l"/>
            <a:r>
              <a:rPr lang="en-US" b="0" i="0" dirty="0">
                <a:solidFill>
                  <a:srgbClr val="61738E"/>
                </a:solidFill>
                <a:effectLst/>
                <a:latin typeface="__Source_Sans_Pro_fea366"/>
              </a:rPr>
              <a:t>To create a declarative transaction in Spring Boot, you can use the @Transactional annotation. This annotation can be applied to a method or a class to indicate that the method or all methods in the class should be executed within a transaction. Here is an example:</a:t>
            </a:r>
          </a:p>
          <a:p>
            <a:pPr algn="l"/>
            <a:r>
              <a:rPr lang="en-US" b="0" i="0" dirty="0">
                <a:solidFill>
                  <a:srgbClr val="61738E"/>
                </a:solidFill>
                <a:effectLst/>
                <a:latin typeface="__Source_Sans_Pro_fea366"/>
              </a:rPr>
              <a:t>@Transactional</a:t>
            </a:r>
          </a:p>
          <a:p>
            <a:pPr algn="l"/>
            <a:r>
              <a:rPr lang="en-US" b="0" i="0" dirty="0">
                <a:solidFill>
                  <a:srgbClr val="61738E"/>
                </a:solidFill>
                <a:effectLst/>
                <a:latin typeface="__Source_Sans_Pro_fea366"/>
              </a:rPr>
              <a:t>public void </a:t>
            </a:r>
            <a:r>
              <a:rPr lang="en-US" b="0" i="0" dirty="0" err="1">
                <a:solidFill>
                  <a:srgbClr val="61738E"/>
                </a:solidFill>
                <a:effectLst/>
                <a:latin typeface="__Source_Sans_Pro_fea366"/>
              </a:rPr>
              <a:t>updateUserData</a:t>
            </a:r>
            <a:r>
              <a:rPr lang="en-US" b="0" i="0" dirty="0">
                <a:solidFill>
                  <a:srgbClr val="61738E"/>
                </a:solidFill>
                <a:effectLst/>
                <a:latin typeface="__Source_Sans_Pro_fea366"/>
              </a:rPr>
              <a:t>(Long </a:t>
            </a:r>
            <a:r>
              <a:rPr lang="en-US" b="0" i="0" dirty="0" err="1">
                <a:solidFill>
                  <a:srgbClr val="61738E"/>
                </a:solidFill>
                <a:effectLst/>
                <a:latin typeface="__Source_Sans_Pro_fea366"/>
              </a:rPr>
              <a:t>userId</a:t>
            </a:r>
            <a:r>
              <a:rPr lang="en-US" b="0" i="0" dirty="0">
                <a:solidFill>
                  <a:srgbClr val="61738E"/>
                </a:solidFill>
                <a:effectLst/>
                <a:latin typeface="__Source_Sans_Pro_fea366"/>
              </a:rPr>
              <a:t>, String data) {</a:t>
            </a:r>
          </a:p>
          <a:p>
            <a:pPr algn="l"/>
            <a:r>
              <a:rPr lang="en-US" b="0" i="0" dirty="0">
                <a:solidFill>
                  <a:srgbClr val="61738E"/>
                </a:solidFill>
                <a:effectLst/>
                <a:latin typeface="__Source_Sans_Pro_fea366"/>
              </a:rPr>
              <a:t>    User </a:t>
            </a:r>
            <a:r>
              <a:rPr lang="en-US" b="0" i="0" dirty="0" err="1">
                <a:solidFill>
                  <a:srgbClr val="61738E"/>
                </a:solidFill>
                <a:effectLst/>
                <a:latin typeface="__Source_Sans_Pro_fea366"/>
              </a:rPr>
              <a:t>user</a:t>
            </a:r>
            <a:r>
              <a:rPr lang="en-US" b="0" i="0" dirty="0">
                <a:solidFill>
                  <a:srgbClr val="61738E"/>
                </a:solidFill>
                <a:effectLst/>
                <a:latin typeface="__Source_Sans_Pro_fea366"/>
              </a:rPr>
              <a:t> = </a:t>
            </a:r>
            <a:r>
              <a:rPr lang="en-US" b="0" i="0" dirty="0" err="1">
                <a:solidFill>
                  <a:srgbClr val="61738E"/>
                </a:solidFill>
                <a:effectLst/>
                <a:latin typeface="__Source_Sans_Pro_fea366"/>
              </a:rPr>
              <a:t>userRepository.findById</a:t>
            </a:r>
            <a:r>
              <a:rPr lang="en-US" b="0" i="0" dirty="0">
                <a:solidFill>
                  <a:srgbClr val="61738E"/>
                </a:solidFill>
                <a:effectLst/>
                <a:latin typeface="__Source_Sans_Pro_fea366"/>
              </a:rPr>
              <a:t>(</a:t>
            </a:r>
            <a:r>
              <a:rPr lang="en-US" b="0" i="0" dirty="0" err="1">
                <a:solidFill>
                  <a:srgbClr val="61738E"/>
                </a:solidFill>
                <a:effectLst/>
                <a:latin typeface="__Source_Sans_Pro_fea366"/>
              </a:rPr>
              <a:t>userId</a:t>
            </a:r>
            <a:r>
              <a:rPr lang="en-US" b="0" i="0" dirty="0">
                <a:solidFill>
                  <a:srgbClr val="61738E"/>
                </a:solidFill>
                <a:effectLst/>
                <a:latin typeface="__Source_Sans_Pro_fea366"/>
              </a:rPr>
              <a:t>);</a:t>
            </a:r>
          </a:p>
          <a:p>
            <a:pPr algn="l"/>
            <a:r>
              <a:rPr lang="en-US" b="0" i="0" dirty="0">
                <a:solidFill>
                  <a:srgbClr val="61738E"/>
                </a:solidFill>
                <a:effectLst/>
                <a:latin typeface="__Source_Sans_Pro_fea366"/>
              </a:rPr>
              <a:t>    </a:t>
            </a:r>
            <a:r>
              <a:rPr lang="en-US" b="0" i="0" dirty="0" err="1">
                <a:solidFill>
                  <a:srgbClr val="61738E"/>
                </a:solidFill>
                <a:effectLst/>
                <a:latin typeface="__Source_Sans_Pro_fea366"/>
              </a:rPr>
              <a:t>user.setData</a:t>
            </a:r>
            <a:r>
              <a:rPr lang="en-US" b="0" i="0" dirty="0">
                <a:solidFill>
                  <a:srgbClr val="61738E"/>
                </a:solidFill>
                <a:effectLst/>
                <a:latin typeface="__Source_Sans_Pro_fea366"/>
              </a:rPr>
              <a:t>(data);</a:t>
            </a:r>
          </a:p>
          <a:p>
            <a:pPr algn="l"/>
            <a:r>
              <a:rPr lang="en-US" b="0" i="0" dirty="0">
                <a:solidFill>
                  <a:srgbClr val="61738E"/>
                </a:solidFill>
                <a:effectLst/>
                <a:latin typeface="__Source_Sans_Pro_fea366"/>
              </a:rPr>
              <a:t>    </a:t>
            </a:r>
            <a:r>
              <a:rPr lang="en-US" b="0" i="0" dirty="0" err="1">
                <a:solidFill>
                  <a:srgbClr val="61738E"/>
                </a:solidFill>
                <a:effectLst/>
                <a:latin typeface="__Source_Sans_Pro_fea366"/>
              </a:rPr>
              <a:t>userRepository.save</a:t>
            </a:r>
            <a:r>
              <a:rPr lang="en-US" b="0" i="0" dirty="0">
                <a:solidFill>
                  <a:srgbClr val="61738E"/>
                </a:solidFill>
                <a:effectLst/>
                <a:latin typeface="__Source_Sans_Pro_fea366"/>
              </a:rPr>
              <a:t>(user);</a:t>
            </a:r>
          </a:p>
          <a:p>
            <a:pPr algn="l"/>
            <a:r>
              <a:rPr lang="en-US" b="0" i="0" dirty="0">
                <a:solidFill>
                  <a:srgbClr val="61738E"/>
                </a:solidFill>
                <a:effectLst/>
                <a:latin typeface="__Source_Sans_Pro_fea366"/>
              </a:rPr>
              <a:t>}</a:t>
            </a:r>
          </a:p>
        </p:txBody>
      </p:sp>
    </p:spTree>
    <p:extLst>
      <p:ext uri="{BB962C8B-B14F-4D97-AF65-F5344CB8AC3E}">
        <p14:creationId xmlns:p14="http://schemas.microsoft.com/office/powerpoint/2010/main" val="2802219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US" sz="2800" dirty="0"/>
              <a:t>Declarative Transaction</a:t>
            </a:r>
            <a:endParaRPr lang="en-IN" sz="2800" dirty="0"/>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3"/>
            <a:ext cx="10328988" cy="5057192"/>
          </a:xfrm>
        </p:spPr>
        <p:txBody>
          <a:bodyPr>
            <a:normAutofit/>
          </a:bodyPr>
          <a:lstStyle/>
          <a:p>
            <a:pPr algn="l"/>
            <a:r>
              <a:rPr lang="en-US" b="0" i="0" dirty="0">
                <a:solidFill>
                  <a:srgbClr val="61738E"/>
                </a:solidFill>
                <a:effectLst/>
                <a:latin typeface="__Source_Sans_Pro_fea366"/>
              </a:rPr>
              <a:t>In this example, the </a:t>
            </a:r>
            <a:r>
              <a:rPr lang="en-US" b="0" i="0" dirty="0" err="1">
                <a:solidFill>
                  <a:srgbClr val="61738E"/>
                </a:solidFill>
                <a:effectLst/>
                <a:latin typeface="__Source_Sans_Pro_fea366"/>
              </a:rPr>
              <a:t>updateUserData</a:t>
            </a:r>
            <a:r>
              <a:rPr lang="en-US" b="0" i="0" dirty="0">
                <a:solidFill>
                  <a:srgbClr val="61738E"/>
                </a:solidFill>
                <a:effectLst/>
                <a:latin typeface="__Source_Sans_Pro_fea366"/>
              </a:rPr>
              <a:t>() method is annotated with @Transactional, which means that the data update operation will be executed within a transaction. If any exceptions are thrown during the execution of this method, the transaction will be rolled back, and the data will not be saved to the database.</a:t>
            </a:r>
          </a:p>
          <a:p>
            <a:pPr algn="l"/>
            <a:endParaRPr lang="en-US" b="0" i="0" dirty="0">
              <a:solidFill>
                <a:srgbClr val="61738E"/>
              </a:solidFill>
              <a:effectLst/>
              <a:latin typeface="__Source_Sans_Pro_fea366"/>
            </a:endParaRPr>
          </a:p>
          <a:p>
            <a:pPr algn="l"/>
            <a:r>
              <a:rPr lang="en-US" b="0" i="0" dirty="0">
                <a:solidFill>
                  <a:srgbClr val="61738E"/>
                </a:solidFill>
                <a:effectLst/>
                <a:latin typeface="__Source_Sans_Pro_fea366"/>
              </a:rPr>
              <a:t>Overall, declarative transactions make it easier to write transactional code in your Spring Boot application and help to ensure that your data is consistent and properly managed.</a:t>
            </a:r>
          </a:p>
        </p:txBody>
      </p:sp>
    </p:spTree>
    <p:extLst>
      <p:ext uri="{BB962C8B-B14F-4D97-AF65-F5344CB8AC3E}">
        <p14:creationId xmlns:p14="http://schemas.microsoft.com/office/powerpoint/2010/main" val="1339145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US" sz="2800" dirty="0"/>
              <a:t>Programmatic Transaction</a:t>
            </a:r>
            <a:endParaRPr lang="en-IN" sz="2800" dirty="0"/>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3"/>
            <a:ext cx="10328988" cy="5057192"/>
          </a:xfrm>
        </p:spPr>
        <p:txBody>
          <a:bodyPr>
            <a:normAutofit lnSpcReduction="10000"/>
          </a:bodyPr>
          <a:lstStyle/>
          <a:p>
            <a:pPr algn="l"/>
            <a:r>
              <a:rPr lang="en-US" b="0" i="0" dirty="0">
                <a:solidFill>
                  <a:srgbClr val="61738E"/>
                </a:solidFill>
                <a:effectLst/>
                <a:latin typeface="__Source_Sans_Pro_fea366"/>
              </a:rPr>
              <a:t>Alternatively, you can also use the </a:t>
            </a:r>
            <a:r>
              <a:rPr lang="en-US" b="0" i="0" dirty="0" err="1">
                <a:solidFill>
                  <a:srgbClr val="61738E"/>
                </a:solidFill>
                <a:effectLst/>
                <a:latin typeface="__Source_Sans_Pro_fea366"/>
              </a:rPr>
              <a:t>TransactionTemplate</a:t>
            </a:r>
            <a:r>
              <a:rPr lang="en-US" b="0" i="0" dirty="0">
                <a:solidFill>
                  <a:srgbClr val="61738E"/>
                </a:solidFill>
                <a:effectLst/>
                <a:latin typeface="__Source_Sans_Pro_fea366"/>
              </a:rPr>
              <a:t> class provided by Spring to create a programmatic transaction. Here is an example:</a:t>
            </a:r>
          </a:p>
          <a:p>
            <a:pPr algn="l"/>
            <a:r>
              <a:rPr lang="en-US" b="0" i="0" dirty="0">
                <a:solidFill>
                  <a:srgbClr val="61738E"/>
                </a:solidFill>
                <a:effectLst/>
                <a:latin typeface="__Source_Sans_Pro_fea366"/>
              </a:rPr>
              <a:t>public void </a:t>
            </a:r>
            <a:r>
              <a:rPr lang="en-US" b="0" i="0" dirty="0" err="1">
                <a:solidFill>
                  <a:srgbClr val="61738E"/>
                </a:solidFill>
                <a:effectLst/>
                <a:latin typeface="__Source_Sans_Pro_fea366"/>
              </a:rPr>
              <a:t>updateUserData</a:t>
            </a:r>
            <a:r>
              <a:rPr lang="en-US" b="0" i="0" dirty="0">
                <a:solidFill>
                  <a:srgbClr val="61738E"/>
                </a:solidFill>
                <a:effectLst/>
                <a:latin typeface="__Source_Sans_Pro_fea366"/>
              </a:rPr>
              <a:t>(Long </a:t>
            </a:r>
            <a:r>
              <a:rPr lang="en-US" b="0" i="0" dirty="0" err="1">
                <a:solidFill>
                  <a:srgbClr val="61738E"/>
                </a:solidFill>
                <a:effectLst/>
                <a:latin typeface="__Source_Sans_Pro_fea366"/>
              </a:rPr>
              <a:t>userId</a:t>
            </a:r>
            <a:r>
              <a:rPr lang="en-US" b="0" i="0" dirty="0">
                <a:solidFill>
                  <a:srgbClr val="61738E"/>
                </a:solidFill>
                <a:effectLst/>
                <a:latin typeface="__Source_Sans_Pro_fea366"/>
              </a:rPr>
              <a:t>, String data) {</a:t>
            </a:r>
          </a:p>
          <a:p>
            <a:pPr algn="l"/>
            <a:r>
              <a:rPr lang="en-US" b="0" i="0" dirty="0">
                <a:solidFill>
                  <a:srgbClr val="61738E"/>
                </a:solidFill>
                <a:effectLst/>
                <a:latin typeface="__Source_Sans_Pro_fea366"/>
              </a:rPr>
              <a:t>    </a:t>
            </a:r>
            <a:r>
              <a:rPr lang="en-US" b="0" i="0" dirty="0" err="1">
                <a:solidFill>
                  <a:srgbClr val="61738E"/>
                </a:solidFill>
                <a:effectLst/>
                <a:latin typeface="__Source_Sans_Pro_fea366"/>
              </a:rPr>
              <a:t>transactionTemplate.execute</a:t>
            </a:r>
            <a:r>
              <a:rPr lang="en-US" b="0" i="0" dirty="0">
                <a:solidFill>
                  <a:srgbClr val="61738E"/>
                </a:solidFill>
                <a:effectLst/>
                <a:latin typeface="__Source_Sans_Pro_fea366"/>
              </a:rPr>
              <a:t>(new </a:t>
            </a:r>
            <a:r>
              <a:rPr lang="en-US" b="0" i="0" dirty="0" err="1">
                <a:solidFill>
                  <a:srgbClr val="61738E"/>
                </a:solidFill>
                <a:effectLst/>
                <a:latin typeface="__Source_Sans_Pro_fea366"/>
              </a:rPr>
              <a:t>TransactionCallbackWithoutResult</a:t>
            </a:r>
            <a:r>
              <a:rPr lang="en-US" b="0" i="0" dirty="0">
                <a:solidFill>
                  <a:srgbClr val="61738E"/>
                </a:solidFill>
                <a:effectLst/>
                <a:latin typeface="__Source_Sans_Pro_fea366"/>
              </a:rPr>
              <a:t>() {</a:t>
            </a:r>
          </a:p>
          <a:p>
            <a:pPr algn="l"/>
            <a:r>
              <a:rPr lang="en-US" b="0" i="0" dirty="0">
                <a:solidFill>
                  <a:srgbClr val="61738E"/>
                </a:solidFill>
                <a:effectLst/>
                <a:latin typeface="__Source_Sans_Pro_fea366"/>
              </a:rPr>
              <a:t>        @Override</a:t>
            </a:r>
          </a:p>
          <a:p>
            <a:pPr algn="l"/>
            <a:r>
              <a:rPr lang="en-US" b="0" i="0" dirty="0">
                <a:solidFill>
                  <a:srgbClr val="61738E"/>
                </a:solidFill>
                <a:effectLst/>
                <a:latin typeface="__Source_Sans_Pro_fea366"/>
              </a:rPr>
              <a:t>        protected void </a:t>
            </a:r>
            <a:r>
              <a:rPr lang="en-US" b="0" i="0" dirty="0" err="1">
                <a:solidFill>
                  <a:srgbClr val="61738E"/>
                </a:solidFill>
                <a:effectLst/>
                <a:latin typeface="__Source_Sans_Pro_fea366"/>
              </a:rPr>
              <a:t>doInTransactionWithoutResult</a:t>
            </a:r>
            <a:r>
              <a:rPr lang="en-US" b="0" i="0" dirty="0">
                <a:solidFill>
                  <a:srgbClr val="61738E"/>
                </a:solidFill>
                <a:effectLst/>
                <a:latin typeface="__Source_Sans_Pro_fea366"/>
              </a:rPr>
              <a:t>(</a:t>
            </a:r>
            <a:r>
              <a:rPr lang="en-US" b="0" i="0" dirty="0" err="1">
                <a:solidFill>
                  <a:srgbClr val="61738E"/>
                </a:solidFill>
                <a:effectLst/>
                <a:latin typeface="__Source_Sans_Pro_fea366"/>
              </a:rPr>
              <a:t>TransactionStatus</a:t>
            </a:r>
            <a:r>
              <a:rPr lang="en-US" b="0" i="0" dirty="0">
                <a:solidFill>
                  <a:srgbClr val="61738E"/>
                </a:solidFill>
                <a:effectLst/>
                <a:latin typeface="__Source_Sans_Pro_fea366"/>
              </a:rPr>
              <a:t> status) {</a:t>
            </a:r>
          </a:p>
          <a:p>
            <a:pPr algn="l"/>
            <a:r>
              <a:rPr lang="en-US" b="0" i="0" dirty="0">
                <a:solidFill>
                  <a:srgbClr val="61738E"/>
                </a:solidFill>
                <a:effectLst/>
                <a:latin typeface="__Source_Sans_Pro_fea366"/>
              </a:rPr>
              <a:t>            User </a:t>
            </a:r>
            <a:r>
              <a:rPr lang="en-US" b="0" i="0" dirty="0" err="1">
                <a:solidFill>
                  <a:srgbClr val="61738E"/>
                </a:solidFill>
                <a:effectLst/>
                <a:latin typeface="__Source_Sans_Pro_fea366"/>
              </a:rPr>
              <a:t>user</a:t>
            </a:r>
            <a:r>
              <a:rPr lang="en-US" b="0" i="0" dirty="0">
                <a:solidFill>
                  <a:srgbClr val="61738E"/>
                </a:solidFill>
                <a:effectLst/>
                <a:latin typeface="__Source_Sans_Pro_fea366"/>
              </a:rPr>
              <a:t> = </a:t>
            </a:r>
            <a:r>
              <a:rPr lang="en-US" b="0" i="0" dirty="0" err="1">
                <a:solidFill>
                  <a:srgbClr val="61738E"/>
                </a:solidFill>
                <a:effectLst/>
                <a:latin typeface="__Source_Sans_Pro_fea366"/>
              </a:rPr>
              <a:t>userRepository.findById</a:t>
            </a:r>
            <a:r>
              <a:rPr lang="en-US" b="0" i="0" dirty="0">
                <a:solidFill>
                  <a:srgbClr val="61738E"/>
                </a:solidFill>
                <a:effectLst/>
                <a:latin typeface="__Source_Sans_Pro_fea366"/>
              </a:rPr>
              <a:t>(</a:t>
            </a:r>
            <a:r>
              <a:rPr lang="en-US" b="0" i="0" dirty="0" err="1">
                <a:solidFill>
                  <a:srgbClr val="61738E"/>
                </a:solidFill>
                <a:effectLst/>
                <a:latin typeface="__Source_Sans_Pro_fea366"/>
              </a:rPr>
              <a:t>userId</a:t>
            </a:r>
            <a:r>
              <a:rPr lang="en-US" b="0" i="0" dirty="0">
                <a:solidFill>
                  <a:srgbClr val="61738E"/>
                </a:solidFill>
                <a:effectLst/>
                <a:latin typeface="__Source_Sans_Pro_fea366"/>
              </a:rPr>
              <a:t>);</a:t>
            </a:r>
          </a:p>
          <a:p>
            <a:pPr algn="l"/>
            <a:r>
              <a:rPr lang="en-US" b="0" i="0" dirty="0">
                <a:solidFill>
                  <a:srgbClr val="61738E"/>
                </a:solidFill>
                <a:effectLst/>
                <a:latin typeface="__Source_Sans_Pro_fea366"/>
              </a:rPr>
              <a:t>            </a:t>
            </a:r>
            <a:r>
              <a:rPr lang="en-US" b="0" i="0" dirty="0" err="1">
                <a:solidFill>
                  <a:srgbClr val="61738E"/>
                </a:solidFill>
                <a:effectLst/>
                <a:latin typeface="__Source_Sans_Pro_fea366"/>
              </a:rPr>
              <a:t>user.setData</a:t>
            </a:r>
            <a:r>
              <a:rPr lang="en-US" b="0" i="0" dirty="0">
                <a:solidFill>
                  <a:srgbClr val="61738E"/>
                </a:solidFill>
                <a:effectLst/>
                <a:latin typeface="__Source_Sans_Pro_fea366"/>
              </a:rPr>
              <a:t>(data);</a:t>
            </a:r>
          </a:p>
          <a:p>
            <a:pPr algn="l"/>
            <a:r>
              <a:rPr lang="en-US" b="0" i="0" dirty="0">
                <a:solidFill>
                  <a:srgbClr val="61738E"/>
                </a:solidFill>
                <a:effectLst/>
                <a:latin typeface="__Source_Sans_Pro_fea366"/>
              </a:rPr>
              <a:t>            </a:t>
            </a:r>
            <a:r>
              <a:rPr lang="en-US" b="0" i="0" dirty="0" err="1">
                <a:solidFill>
                  <a:srgbClr val="61738E"/>
                </a:solidFill>
                <a:effectLst/>
                <a:latin typeface="__Source_Sans_Pro_fea366"/>
              </a:rPr>
              <a:t>userRepository.save</a:t>
            </a:r>
            <a:r>
              <a:rPr lang="en-US" b="0" i="0" dirty="0">
                <a:solidFill>
                  <a:srgbClr val="61738E"/>
                </a:solidFill>
                <a:effectLst/>
                <a:latin typeface="__Source_Sans_Pro_fea366"/>
              </a:rPr>
              <a:t>(user);</a:t>
            </a:r>
          </a:p>
          <a:p>
            <a:pPr algn="l"/>
            <a:r>
              <a:rPr lang="en-US" b="0" i="0" dirty="0">
                <a:solidFill>
                  <a:srgbClr val="61738E"/>
                </a:solidFill>
                <a:effectLst/>
                <a:latin typeface="__Source_Sans_Pro_fea366"/>
              </a:rPr>
              <a:t>        }</a:t>
            </a:r>
          </a:p>
          <a:p>
            <a:pPr algn="l"/>
            <a:r>
              <a:rPr lang="en-US" b="0" i="0" dirty="0">
                <a:solidFill>
                  <a:srgbClr val="61738E"/>
                </a:solidFill>
                <a:effectLst/>
                <a:latin typeface="__Source_Sans_Pro_fea366"/>
              </a:rPr>
              <a:t>    });</a:t>
            </a:r>
          </a:p>
          <a:p>
            <a:pPr algn="l"/>
            <a:r>
              <a:rPr lang="en-US" b="0" i="0" dirty="0">
                <a:solidFill>
                  <a:srgbClr val="61738E"/>
                </a:solidFill>
                <a:effectLst/>
                <a:latin typeface="__Source_Sans_Pro_fea366"/>
              </a:rPr>
              <a:t>}</a:t>
            </a:r>
          </a:p>
        </p:txBody>
      </p:sp>
    </p:spTree>
    <p:extLst>
      <p:ext uri="{BB962C8B-B14F-4D97-AF65-F5344CB8AC3E}">
        <p14:creationId xmlns:p14="http://schemas.microsoft.com/office/powerpoint/2010/main" val="42588102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US" sz="2800" dirty="0"/>
              <a:t>Programmatic Transaction</a:t>
            </a:r>
            <a:endParaRPr lang="en-IN" sz="2800" dirty="0"/>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3"/>
            <a:ext cx="10328988" cy="5057192"/>
          </a:xfrm>
        </p:spPr>
        <p:txBody>
          <a:bodyPr>
            <a:normAutofit/>
          </a:bodyPr>
          <a:lstStyle/>
          <a:p>
            <a:pPr algn="l"/>
            <a:r>
              <a:rPr lang="en-US" b="0" i="0" dirty="0">
                <a:solidFill>
                  <a:srgbClr val="61738E"/>
                </a:solidFill>
                <a:effectLst/>
                <a:latin typeface="__Source_Sans_Pro_fea366"/>
              </a:rPr>
              <a:t>In this example, the </a:t>
            </a:r>
            <a:r>
              <a:rPr lang="en-US" b="0" i="0" dirty="0" err="1">
                <a:effectLst/>
                <a:latin typeface="__Source_Sans_Pro_fea366"/>
              </a:rPr>
              <a:t>TransactionTemplate</a:t>
            </a:r>
            <a:r>
              <a:rPr lang="en-US" b="0" i="0" dirty="0">
                <a:solidFill>
                  <a:srgbClr val="61738E"/>
                </a:solidFill>
                <a:effectLst/>
                <a:latin typeface="__Source_Sans_Pro_fea366"/>
              </a:rPr>
              <a:t> is used to execute the data update operation within a transaction. If any exceptions are thrown during the exec</a:t>
            </a:r>
          </a:p>
        </p:txBody>
      </p:sp>
    </p:spTree>
    <p:extLst>
      <p:ext uri="{BB962C8B-B14F-4D97-AF65-F5344CB8AC3E}">
        <p14:creationId xmlns:p14="http://schemas.microsoft.com/office/powerpoint/2010/main" val="2513885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US" sz="2800" dirty="0"/>
              <a:t>Spring Transaction Abstractions</a:t>
            </a:r>
            <a:endParaRPr lang="en-IN" sz="2800" dirty="0"/>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3"/>
            <a:ext cx="10328988" cy="5057192"/>
          </a:xfrm>
        </p:spPr>
        <p:txBody>
          <a:bodyPr>
            <a:normAutofit/>
          </a:bodyPr>
          <a:lstStyle/>
          <a:p>
            <a:pPr algn="l"/>
            <a:r>
              <a:rPr lang="en-US" b="0" i="0" dirty="0">
                <a:solidFill>
                  <a:srgbClr val="61738E"/>
                </a:solidFill>
                <a:effectLst/>
                <a:latin typeface="__Source_Sans_Pro_fea366"/>
              </a:rPr>
              <a:t>Spring Framework's declarative transaction support is enabled via AOP proxies. Whenever the caller invokes a method or class with @Transactional annotation, it first invokes a proxy that uses a </a:t>
            </a:r>
            <a:r>
              <a:rPr lang="en-US" b="0" i="0" dirty="0" err="1">
                <a:solidFill>
                  <a:srgbClr val="61738E"/>
                </a:solidFill>
                <a:effectLst/>
                <a:latin typeface="__Source_Sans_Pro_fea366"/>
              </a:rPr>
              <a:t>TransactionInterceptor</a:t>
            </a:r>
            <a:r>
              <a:rPr lang="en-US" b="0" i="0" dirty="0">
                <a:solidFill>
                  <a:srgbClr val="61738E"/>
                </a:solidFill>
                <a:effectLst/>
                <a:latin typeface="__Source_Sans_Pro_fea366"/>
              </a:rPr>
              <a:t> in conjunction with an appropriate </a:t>
            </a:r>
            <a:r>
              <a:rPr lang="en-US" b="0" i="0" dirty="0" err="1">
                <a:solidFill>
                  <a:srgbClr val="61738E"/>
                </a:solidFill>
                <a:effectLst/>
                <a:latin typeface="__Source_Sans_Pro_fea366"/>
              </a:rPr>
              <a:t>PlatformTransactionManager</a:t>
            </a:r>
            <a:r>
              <a:rPr lang="en-US" b="0" i="0" dirty="0">
                <a:solidFill>
                  <a:srgbClr val="61738E"/>
                </a:solidFill>
                <a:effectLst/>
                <a:latin typeface="__Source_Sans_Pro_fea366"/>
              </a:rPr>
              <a:t> implementation to drive transactions around method invocations.</a:t>
            </a:r>
          </a:p>
          <a:p>
            <a:pPr algn="l"/>
            <a:r>
              <a:rPr lang="en-US" b="0" i="0" dirty="0">
                <a:solidFill>
                  <a:srgbClr val="61738E"/>
                </a:solidFill>
                <a:effectLst/>
                <a:latin typeface="__Source_Sans_Pro_fea366"/>
              </a:rPr>
              <a:t>Conceptually, calling a method on a transactional proxy looks like this.</a:t>
            </a:r>
          </a:p>
          <a:p>
            <a:pPr algn="l"/>
            <a:endParaRPr lang="en-US" b="0" i="0" dirty="0">
              <a:solidFill>
                <a:srgbClr val="61738E"/>
              </a:solidFill>
              <a:effectLst/>
              <a:latin typeface="__Source_Sans_Pro_fea366"/>
            </a:endParaRPr>
          </a:p>
        </p:txBody>
      </p:sp>
      <p:pic>
        <p:nvPicPr>
          <p:cNvPr id="5" name="Picture 4">
            <a:extLst>
              <a:ext uri="{FF2B5EF4-FFF2-40B4-BE49-F238E27FC236}">
                <a16:creationId xmlns:a16="http://schemas.microsoft.com/office/drawing/2014/main" id="{87D190BA-0051-F690-B2C0-470F8C9891BA}"/>
              </a:ext>
            </a:extLst>
          </p:cNvPr>
          <p:cNvPicPr>
            <a:picLocks noChangeAspect="1"/>
          </p:cNvPicPr>
          <p:nvPr/>
        </p:nvPicPr>
        <p:blipFill>
          <a:blip r:embed="rId2"/>
          <a:stretch>
            <a:fillRect/>
          </a:stretch>
        </p:blipFill>
        <p:spPr>
          <a:xfrm>
            <a:off x="1134288" y="3429000"/>
            <a:ext cx="7254869" cy="2324301"/>
          </a:xfrm>
          <a:prstGeom prst="rect">
            <a:avLst/>
          </a:prstGeom>
        </p:spPr>
      </p:pic>
    </p:spTree>
    <p:extLst>
      <p:ext uri="{BB962C8B-B14F-4D97-AF65-F5344CB8AC3E}">
        <p14:creationId xmlns:p14="http://schemas.microsoft.com/office/powerpoint/2010/main" val="1637820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US" sz="2800" dirty="0"/>
              <a:t>Properties in @Transactional Annotation</a:t>
            </a:r>
            <a:endParaRPr lang="en-IN" sz="2800" dirty="0"/>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3"/>
            <a:ext cx="10328988" cy="5057192"/>
          </a:xfrm>
        </p:spPr>
        <p:txBody>
          <a:bodyPr>
            <a:normAutofit/>
          </a:bodyPr>
          <a:lstStyle/>
          <a:p>
            <a:pPr algn="l"/>
            <a:r>
              <a:rPr lang="en-US" b="0" i="0" dirty="0">
                <a:solidFill>
                  <a:srgbClr val="61738E"/>
                </a:solidFill>
                <a:effectLst/>
                <a:latin typeface="__Source_Sans_Pro_fea366"/>
              </a:rPr>
              <a:t>The following attributes are supported in the @Transactional annotation.</a:t>
            </a:r>
          </a:p>
          <a:p>
            <a:pPr algn="l"/>
            <a:endParaRPr lang="en-US" b="0" i="0" dirty="0">
              <a:solidFill>
                <a:srgbClr val="61738E"/>
              </a:solidFill>
              <a:effectLst/>
              <a:latin typeface="__Source_Sans_Pro_fea366"/>
            </a:endParaRPr>
          </a:p>
          <a:p>
            <a:pPr algn="l"/>
            <a:r>
              <a:rPr lang="en-US" b="0" i="0" dirty="0">
                <a:solidFill>
                  <a:srgbClr val="61738E"/>
                </a:solidFill>
                <a:effectLst/>
                <a:latin typeface="__Source_Sans_Pro_fea366"/>
              </a:rPr>
              <a:t>Propagation: Set transaction propagation from the </a:t>
            </a:r>
            <a:r>
              <a:rPr lang="en-US" b="0" i="0" dirty="0" err="1">
                <a:solidFill>
                  <a:srgbClr val="61738E"/>
                </a:solidFill>
                <a:effectLst/>
                <a:latin typeface="__Source_Sans_Pro_fea366"/>
              </a:rPr>
              <a:t>enum</a:t>
            </a:r>
            <a:r>
              <a:rPr lang="en-US" b="0" i="0" dirty="0">
                <a:solidFill>
                  <a:srgbClr val="61738E"/>
                </a:solidFill>
                <a:effectLst/>
                <a:latin typeface="__Source_Sans_Pro_fea366"/>
              </a:rPr>
              <a:t> Propagation.</a:t>
            </a:r>
          </a:p>
          <a:p>
            <a:pPr algn="l"/>
            <a:r>
              <a:rPr lang="en-US" b="0" i="0" dirty="0">
                <a:solidFill>
                  <a:srgbClr val="61738E"/>
                </a:solidFill>
                <a:effectLst/>
                <a:latin typeface="__Source_Sans_Pro_fea366"/>
              </a:rPr>
              <a:t>Isolation: Set isolation level from the </a:t>
            </a:r>
            <a:r>
              <a:rPr lang="en-US" b="0" i="0" dirty="0" err="1">
                <a:solidFill>
                  <a:srgbClr val="61738E"/>
                </a:solidFill>
                <a:effectLst/>
                <a:latin typeface="__Source_Sans_Pro_fea366"/>
              </a:rPr>
              <a:t>enum</a:t>
            </a:r>
            <a:r>
              <a:rPr lang="en-US" b="0" i="0" dirty="0">
                <a:solidFill>
                  <a:srgbClr val="61738E"/>
                </a:solidFill>
                <a:effectLst/>
                <a:latin typeface="__Source_Sans_Pro_fea366"/>
              </a:rPr>
              <a:t> Isolation.</a:t>
            </a:r>
          </a:p>
          <a:p>
            <a:pPr algn="l"/>
            <a:r>
              <a:rPr lang="en-US" b="0" i="0" dirty="0">
                <a:solidFill>
                  <a:srgbClr val="61738E"/>
                </a:solidFill>
                <a:effectLst/>
                <a:latin typeface="__Source_Sans_Pro_fea366"/>
              </a:rPr>
              <a:t>Timeout: Transaction timeout in seconds</a:t>
            </a:r>
          </a:p>
          <a:p>
            <a:pPr algn="l"/>
            <a:r>
              <a:rPr lang="en-US" b="0" i="0" dirty="0" err="1">
                <a:solidFill>
                  <a:srgbClr val="61738E"/>
                </a:solidFill>
                <a:effectLst/>
                <a:latin typeface="__Source_Sans_Pro_fea366"/>
              </a:rPr>
              <a:t>RollbackFor</a:t>
            </a:r>
            <a:r>
              <a:rPr lang="en-US" b="0" i="0" dirty="0">
                <a:solidFill>
                  <a:srgbClr val="61738E"/>
                </a:solidFill>
                <a:effectLst/>
                <a:latin typeface="__Source_Sans_Pro_fea366"/>
              </a:rPr>
              <a:t>: An optional array of names of exception classes that must cause a rollback.</a:t>
            </a:r>
          </a:p>
          <a:p>
            <a:pPr algn="l"/>
            <a:r>
              <a:rPr lang="en-US" b="0" i="0" dirty="0" err="1">
                <a:solidFill>
                  <a:srgbClr val="61738E"/>
                </a:solidFill>
                <a:effectLst/>
                <a:latin typeface="__Source_Sans_Pro_fea366"/>
              </a:rPr>
              <a:t>NoRollBackFor</a:t>
            </a:r>
            <a:r>
              <a:rPr lang="en-US" b="0" i="0" dirty="0">
                <a:solidFill>
                  <a:srgbClr val="61738E"/>
                </a:solidFill>
                <a:effectLst/>
                <a:latin typeface="__Source_Sans_Pro_fea366"/>
              </a:rPr>
              <a:t>: an optional array of exception classes that must not cause a rollback.</a:t>
            </a:r>
          </a:p>
          <a:p>
            <a:pPr algn="l"/>
            <a:r>
              <a:rPr lang="en-US" b="0" i="0" dirty="0" err="1">
                <a:solidFill>
                  <a:srgbClr val="61738E"/>
                </a:solidFill>
                <a:effectLst/>
                <a:latin typeface="__Source_Sans_Pro_fea366"/>
              </a:rPr>
              <a:t>readOnly</a:t>
            </a:r>
            <a:r>
              <a:rPr lang="en-US" b="0" i="0" dirty="0">
                <a:solidFill>
                  <a:srgbClr val="61738E"/>
                </a:solidFill>
                <a:effectLst/>
                <a:latin typeface="__Source_Sans_Pro_fea366"/>
              </a:rPr>
              <a:t>: Read or read/write transaction.</a:t>
            </a:r>
          </a:p>
        </p:txBody>
      </p:sp>
    </p:spTree>
    <p:extLst>
      <p:ext uri="{BB962C8B-B14F-4D97-AF65-F5344CB8AC3E}">
        <p14:creationId xmlns:p14="http://schemas.microsoft.com/office/powerpoint/2010/main" val="35612651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US" sz="2800" dirty="0"/>
              <a:t>What are @Transactional Propagation Levels Used for?</a:t>
            </a:r>
            <a:endParaRPr lang="en-IN" sz="2800" dirty="0"/>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186612" y="1268962"/>
            <a:ext cx="11103429" cy="5402425"/>
          </a:xfrm>
        </p:spPr>
        <p:txBody>
          <a:bodyPr>
            <a:normAutofit/>
          </a:bodyPr>
          <a:lstStyle/>
          <a:p>
            <a:pPr algn="l"/>
            <a:r>
              <a:rPr lang="en-US" b="1" i="0" dirty="0">
                <a:solidFill>
                  <a:srgbClr val="242424"/>
                </a:solidFill>
                <a:effectLst/>
                <a:latin typeface="sohne"/>
              </a:rPr>
              <a:t>What are Spring Transactions Propagation Levels?</a:t>
            </a:r>
          </a:p>
          <a:p>
            <a:pPr algn="l"/>
            <a:r>
              <a:rPr lang="en-US" b="0" i="0" dirty="0">
                <a:solidFill>
                  <a:srgbClr val="242424"/>
                </a:solidFill>
                <a:effectLst/>
                <a:latin typeface="source-serif-pro"/>
              </a:rPr>
              <a:t>Spring Transactions Propagation Levels define how transactions should be handled when multiple transactional methods are invoked within a single transactional context. These levels allow you to control the behavior of transactional methods, such as whether they should join an existing transaction or create a new one.</a:t>
            </a:r>
            <a:endParaRPr lang="en-US" b="1" i="0" dirty="0">
              <a:solidFill>
                <a:srgbClr val="242424"/>
              </a:solidFill>
              <a:effectLst/>
              <a:latin typeface="sohne"/>
            </a:endParaRPr>
          </a:p>
        </p:txBody>
      </p:sp>
    </p:spTree>
    <p:extLst>
      <p:ext uri="{BB962C8B-B14F-4D97-AF65-F5344CB8AC3E}">
        <p14:creationId xmlns:p14="http://schemas.microsoft.com/office/powerpoint/2010/main" val="866563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US" sz="2800" dirty="0"/>
              <a:t>REQUIRED(default)</a:t>
            </a:r>
            <a:endParaRPr lang="en-IN" sz="2800" dirty="0"/>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2"/>
            <a:ext cx="10328988" cy="5215813"/>
          </a:xfrm>
        </p:spPr>
        <p:txBody>
          <a:bodyPr>
            <a:normAutofit/>
          </a:bodyPr>
          <a:lstStyle/>
          <a:p>
            <a:pPr algn="l"/>
            <a:r>
              <a:rPr lang="en-US" b="0" i="0" dirty="0">
                <a:solidFill>
                  <a:srgbClr val="242424"/>
                </a:solidFill>
                <a:effectLst/>
                <a:latin typeface="source-serif-pro"/>
              </a:rPr>
              <a:t>PROPAGATION_REQUIRED is the default propagation level. When a method annotated with this level is invoked, it will join an existing transaction if available. If no transaction exists, a new one will be created. This level ensures that all transactional methods participate in a single transactional context.</a:t>
            </a:r>
          </a:p>
          <a:p>
            <a:pPr algn="l"/>
            <a:r>
              <a:rPr lang="en-IN" b="0" i="0" dirty="0">
                <a:solidFill>
                  <a:srgbClr val="643820"/>
                </a:solidFill>
                <a:effectLst/>
                <a:latin typeface="source-code-pro"/>
              </a:rPr>
              <a:t>@Transactional(propagation = </a:t>
            </a:r>
            <a:r>
              <a:rPr lang="en-IN" b="0" i="0" dirty="0" err="1">
                <a:solidFill>
                  <a:srgbClr val="643820"/>
                </a:solidFill>
                <a:effectLst/>
                <a:latin typeface="source-code-pro"/>
              </a:rPr>
              <a:t>Propagation.REQUIRED</a:t>
            </a:r>
            <a:r>
              <a:rPr lang="en-IN" b="0" i="0" dirty="0">
                <a:solidFill>
                  <a:srgbClr val="643820"/>
                </a:solidFill>
                <a:effectLst/>
                <a:latin typeface="source-code-pro"/>
              </a:rPr>
              <a:t>)</a:t>
            </a:r>
            <a:br>
              <a:rPr lang="en-IN" dirty="0"/>
            </a:br>
            <a:r>
              <a:rPr lang="en-IN" b="0" i="0" dirty="0">
                <a:solidFill>
                  <a:srgbClr val="AA0D91"/>
                </a:solidFill>
                <a:effectLst/>
                <a:latin typeface="source-code-pro"/>
              </a:rPr>
              <a:t>public</a:t>
            </a:r>
            <a:r>
              <a:rPr lang="en-IN" b="0" i="0" dirty="0">
                <a:solidFill>
                  <a:srgbClr val="242424"/>
                </a:solidFill>
                <a:effectLst/>
                <a:latin typeface="source-code-pro"/>
              </a:rPr>
              <a:t> </a:t>
            </a:r>
            <a:r>
              <a:rPr lang="en-IN" b="0" i="0" dirty="0">
                <a:solidFill>
                  <a:srgbClr val="AA0D91"/>
                </a:solidFill>
                <a:effectLst/>
                <a:latin typeface="source-code-pro"/>
              </a:rPr>
              <a:t>void</a:t>
            </a:r>
            <a:r>
              <a:rPr lang="en-IN" b="0" i="0" dirty="0">
                <a:solidFill>
                  <a:srgbClr val="242424"/>
                </a:solidFill>
                <a:effectLst/>
                <a:latin typeface="source-code-pro"/>
              </a:rPr>
              <a:t> </a:t>
            </a:r>
            <a:r>
              <a:rPr lang="en-IN" b="0" i="0" dirty="0" err="1">
                <a:solidFill>
                  <a:srgbClr val="242424"/>
                </a:solidFill>
                <a:effectLst/>
                <a:latin typeface="source-code-pro"/>
              </a:rPr>
              <a:t>updateCustomerInfo</a:t>
            </a:r>
            <a:r>
              <a:rPr lang="en-IN" b="0" i="0" dirty="0">
                <a:solidFill>
                  <a:srgbClr val="5C2699"/>
                </a:solidFill>
                <a:effectLst/>
                <a:latin typeface="source-code-pro"/>
              </a:rPr>
              <a:t>(Customer customer)</a:t>
            </a:r>
            <a:r>
              <a:rPr lang="en-IN" b="0" i="0" dirty="0">
                <a:solidFill>
                  <a:srgbClr val="242424"/>
                </a:solidFill>
                <a:effectLst/>
                <a:latin typeface="source-code-pro"/>
              </a:rPr>
              <a:t> {</a:t>
            </a:r>
            <a:br>
              <a:rPr lang="en-IN" dirty="0"/>
            </a:br>
            <a:r>
              <a:rPr lang="en-IN" b="0" i="0" dirty="0">
                <a:solidFill>
                  <a:srgbClr val="007400"/>
                </a:solidFill>
                <a:effectLst/>
                <a:latin typeface="source-code-pro"/>
              </a:rPr>
              <a:t>// Perform database updates</a:t>
            </a:r>
            <a:br>
              <a:rPr lang="en-IN" dirty="0"/>
            </a:br>
            <a:r>
              <a:rPr lang="en-IN" b="0" i="0" dirty="0">
                <a:solidFill>
                  <a:srgbClr val="242424"/>
                </a:solidFill>
                <a:effectLst/>
                <a:latin typeface="source-code-pro"/>
              </a:rPr>
              <a:t>}</a:t>
            </a:r>
            <a:endParaRPr lang="en-US" dirty="0">
              <a:solidFill>
                <a:srgbClr val="242424"/>
              </a:solidFill>
              <a:latin typeface="source-serif-pro"/>
            </a:endParaRPr>
          </a:p>
          <a:p>
            <a:pPr algn="l"/>
            <a:r>
              <a:rPr lang="en-IN" b="0" i="0" dirty="0">
                <a:solidFill>
                  <a:srgbClr val="643820"/>
                </a:solidFill>
                <a:effectLst/>
                <a:latin typeface="source-code-pro"/>
              </a:rPr>
              <a:t>@Transactional(propagation = </a:t>
            </a:r>
            <a:r>
              <a:rPr lang="en-IN" b="0" i="0" dirty="0" err="1">
                <a:solidFill>
                  <a:srgbClr val="643820"/>
                </a:solidFill>
                <a:effectLst/>
                <a:latin typeface="source-code-pro"/>
              </a:rPr>
              <a:t>Propagation.REQUIRED</a:t>
            </a:r>
            <a:r>
              <a:rPr lang="en-IN" b="0" i="0" dirty="0">
                <a:solidFill>
                  <a:srgbClr val="643820"/>
                </a:solidFill>
                <a:effectLst/>
                <a:latin typeface="source-code-pro"/>
              </a:rPr>
              <a:t>)</a:t>
            </a:r>
            <a:br>
              <a:rPr lang="en-IN" dirty="0"/>
            </a:br>
            <a:r>
              <a:rPr lang="en-IN" b="0" i="0" dirty="0">
                <a:solidFill>
                  <a:srgbClr val="AA0D91"/>
                </a:solidFill>
                <a:effectLst/>
                <a:latin typeface="source-code-pro"/>
              </a:rPr>
              <a:t>public</a:t>
            </a:r>
            <a:r>
              <a:rPr lang="en-IN" b="0" i="0" dirty="0">
                <a:solidFill>
                  <a:srgbClr val="242424"/>
                </a:solidFill>
                <a:effectLst/>
                <a:latin typeface="source-code-pro"/>
              </a:rPr>
              <a:t> </a:t>
            </a:r>
            <a:r>
              <a:rPr lang="en-IN" b="0" i="0" dirty="0">
                <a:solidFill>
                  <a:srgbClr val="AA0D91"/>
                </a:solidFill>
                <a:effectLst/>
                <a:latin typeface="source-code-pro"/>
              </a:rPr>
              <a:t>void</a:t>
            </a:r>
            <a:r>
              <a:rPr lang="en-IN" b="0" i="0" dirty="0">
                <a:solidFill>
                  <a:srgbClr val="242424"/>
                </a:solidFill>
                <a:effectLst/>
                <a:latin typeface="source-code-pro"/>
              </a:rPr>
              <a:t> </a:t>
            </a:r>
            <a:r>
              <a:rPr lang="en-IN" b="0" i="0" dirty="0" err="1">
                <a:solidFill>
                  <a:srgbClr val="242424"/>
                </a:solidFill>
                <a:effectLst/>
                <a:latin typeface="source-code-pro"/>
              </a:rPr>
              <a:t>processOrder</a:t>
            </a:r>
            <a:r>
              <a:rPr lang="en-IN" b="0" i="0" dirty="0">
                <a:solidFill>
                  <a:srgbClr val="5C2699"/>
                </a:solidFill>
                <a:effectLst/>
                <a:latin typeface="source-code-pro"/>
              </a:rPr>
              <a:t>(Order order)</a:t>
            </a:r>
            <a:r>
              <a:rPr lang="en-IN" b="0" i="0" dirty="0">
                <a:solidFill>
                  <a:srgbClr val="242424"/>
                </a:solidFill>
                <a:effectLst/>
                <a:latin typeface="source-code-pro"/>
              </a:rPr>
              <a:t> {</a:t>
            </a:r>
            <a:br>
              <a:rPr lang="en-IN" dirty="0"/>
            </a:br>
            <a:r>
              <a:rPr lang="en-IN" b="0" i="0" dirty="0">
                <a:solidFill>
                  <a:srgbClr val="007400"/>
                </a:solidFill>
                <a:effectLst/>
                <a:latin typeface="source-code-pro"/>
              </a:rPr>
              <a:t>// Perform order processing</a:t>
            </a:r>
            <a:br>
              <a:rPr lang="en-IN" dirty="0"/>
            </a:br>
            <a:r>
              <a:rPr lang="en-IN" b="0" i="0" dirty="0" err="1">
                <a:solidFill>
                  <a:srgbClr val="242424"/>
                </a:solidFill>
                <a:effectLst/>
                <a:latin typeface="source-code-pro"/>
              </a:rPr>
              <a:t>updateCustomerInfo</a:t>
            </a:r>
            <a:r>
              <a:rPr lang="en-IN" b="0" i="0" dirty="0">
                <a:solidFill>
                  <a:srgbClr val="242424"/>
                </a:solidFill>
                <a:effectLst/>
                <a:latin typeface="source-code-pro"/>
              </a:rPr>
              <a:t>(</a:t>
            </a:r>
            <a:r>
              <a:rPr lang="en-IN" b="0" i="0" dirty="0" err="1">
                <a:solidFill>
                  <a:srgbClr val="242424"/>
                </a:solidFill>
                <a:effectLst/>
                <a:latin typeface="source-code-pro"/>
              </a:rPr>
              <a:t>order.getCustomer</a:t>
            </a:r>
            <a:r>
              <a:rPr lang="en-IN" b="0" i="0" dirty="0">
                <a:solidFill>
                  <a:srgbClr val="242424"/>
                </a:solidFill>
                <a:effectLst/>
                <a:latin typeface="source-code-pro"/>
              </a:rPr>
              <a:t>());</a:t>
            </a:r>
            <a:br>
              <a:rPr lang="en-IN" dirty="0"/>
            </a:br>
            <a:r>
              <a:rPr lang="en-IN" b="0" i="0" dirty="0">
                <a:solidFill>
                  <a:srgbClr val="242424"/>
                </a:solidFill>
                <a:effectLst/>
                <a:latin typeface="source-code-pro"/>
              </a:rPr>
              <a:t>}</a:t>
            </a:r>
            <a:endParaRPr lang="en-US" b="0" i="0" dirty="0">
              <a:solidFill>
                <a:srgbClr val="61738E"/>
              </a:solidFill>
              <a:effectLst/>
              <a:latin typeface="__Source_Sans_Pro_fea366"/>
            </a:endParaRPr>
          </a:p>
        </p:txBody>
      </p:sp>
    </p:spTree>
    <p:extLst>
      <p:ext uri="{BB962C8B-B14F-4D97-AF65-F5344CB8AC3E}">
        <p14:creationId xmlns:p14="http://schemas.microsoft.com/office/powerpoint/2010/main" val="1967037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US" sz="2800" dirty="0"/>
              <a:t>REQUIRES_NEW</a:t>
            </a:r>
            <a:endParaRPr lang="en-IN" sz="2800" dirty="0"/>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2"/>
            <a:ext cx="10328988" cy="5215813"/>
          </a:xfrm>
        </p:spPr>
        <p:txBody>
          <a:bodyPr>
            <a:normAutofit/>
          </a:bodyPr>
          <a:lstStyle/>
          <a:p>
            <a:pPr algn="l"/>
            <a:r>
              <a:rPr lang="en-US" b="0" i="0" dirty="0">
                <a:solidFill>
                  <a:srgbClr val="242424"/>
                </a:solidFill>
                <a:effectLst/>
                <a:latin typeface="source-serif-pro"/>
              </a:rPr>
              <a:t>PROPAGATION_REQUIRES_NEW always creates a new transaction. If a transaction already exists, it will be suspended until the new transaction completes. This level ensures that each method operates in its independent transactional context.</a:t>
            </a:r>
          </a:p>
          <a:p>
            <a:pPr algn="l"/>
            <a:r>
              <a:rPr lang="en-US" b="0" i="0" dirty="0">
                <a:solidFill>
                  <a:srgbClr val="643820"/>
                </a:solidFill>
                <a:effectLst/>
                <a:latin typeface="source-code-pro"/>
              </a:rPr>
              <a:t>@Transactional(propagation = </a:t>
            </a:r>
            <a:r>
              <a:rPr lang="en-US" b="0" i="0" dirty="0" err="1">
                <a:solidFill>
                  <a:srgbClr val="643820"/>
                </a:solidFill>
                <a:effectLst/>
                <a:latin typeface="source-code-pro"/>
              </a:rPr>
              <a:t>Propagation.REQUIRES_NEW</a:t>
            </a:r>
            <a:r>
              <a:rPr lang="en-US" b="0" i="0" dirty="0">
                <a:solidFill>
                  <a:srgbClr val="643820"/>
                </a:solidFill>
                <a:effectLst/>
                <a:latin typeface="source-code-pro"/>
              </a:rPr>
              <a:t>)</a:t>
            </a:r>
            <a:br>
              <a:rPr lang="en-US" dirty="0"/>
            </a:br>
            <a:r>
              <a:rPr lang="en-US" b="0" i="0" dirty="0">
                <a:solidFill>
                  <a:srgbClr val="AA0D91"/>
                </a:solidFill>
                <a:effectLst/>
                <a:latin typeface="source-code-pro"/>
              </a:rPr>
              <a:t>public</a:t>
            </a:r>
            <a:r>
              <a:rPr lang="en-US" b="0" i="0" dirty="0">
                <a:solidFill>
                  <a:srgbClr val="242424"/>
                </a:solidFill>
                <a:effectLst/>
                <a:latin typeface="source-code-pro"/>
              </a:rPr>
              <a:t> </a:t>
            </a:r>
            <a:r>
              <a:rPr lang="en-US" b="0" i="0" dirty="0">
                <a:solidFill>
                  <a:srgbClr val="AA0D91"/>
                </a:solidFill>
                <a:effectLst/>
                <a:latin typeface="source-code-pro"/>
              </a:rPr>
              <a:t>void</a:t>
            </a:r>
            <a:r>
              <a:rPr lang="en-US" b="0" i="0" dirty="0">
                <a:solidFill>
                  <a:srgbClr val="242424"/>
                </a:solidFill>
                <a:effectLst/>
                <a:latin typeface="source-code-pro"/>
              </a:rPr>
              <a:t> </a:t>
            </a:r>
            <a:r>
              <a:rPr lang="en-US" b="0" i="0" dirty="0" err="1">
                <a:solidFill>
                  <a:srgbClr val="242424"/>
                </a:solidFill>
                <a:effectLst/>
                <a:latin typeface="source-code-pro"/>
              </a:rPr>
              <a:t>processOrder</a:t>
            </a:r>
            <a:r>
              <a:rPr lang="en-US" b="0" i="0" dirty="0">
                <a:solidFill>
                  <a:srgbClr val="5C2699"/>
                </a:solidFill>
                <a:effectLst/>
                <a:latin typeface="source-code-pro"/>
              </a:rPr>
              <a:t>(Order order)</a:t>
            </a:r>
            <a:r>
              <a:rPr lang="en-US" b="0" i="0" dirty="0">
                <a:solidFill>
                  <a:srgbClr val="242424"/>
                </a:solidFill>
                <a:effectLst/>
                <a:latin typeface="source-code-pro"/>
              </a:rPr>
              <a:t> {</a:t>
            </a:r>
            <a:br>
              <a:rPr lang="en-US" dirty="0"/>
            </a:br>
            <a:r>
              <a:rPr lang="en-US" b="0" i="0" dirty="0">
                <a:solidFill>
                  <a:srgbClr val="007400"/>
                </a:solidFill>
                <a:effectLst/>
                <a:latin typeface="source-code-pro"/>
              </a:rPr>
              <a:t>// Perform order processing</a:t>
            </a:r>
            <a:br>
              <a:rPr lang="en-US" dirty="0"/>
            </a:br>
            <a:r>
              <a:rPr lang="en-US" b="0" i="0" dirty="0">
                <a:solidFill>
                  <a:srgbClr val="242424"/>
                </a:solidFill>
                <a:effectLst/>
                <a:latin typeface="source-code-pro"/>
              </a:rPr>
              <a:t>}</a:t>
            </a:r>
            <a:endParaRPr lang="en-US" dirty="0">
              <a:solidFill>
                <a:srgbClr val="242424"/>
              </a:solidFill>
              <a:latin typeface="source-serif-pro"/>
            </a:endParaRPr>
          </a:p>
          <a:p>
            <a:pPr algn="l"/>
            <a:r>
              <a:rPr lang="en-IN" b="0" i="0" dirty="0">
                <a:solidFill>
                  <a:srgbClr val="643820"/>
                </a:solidFill>
                <a:effectLst/>
                <a:latin typeface="source-code-pro"/>
              </a:rPr>
              <a:t>@Transactional(propagation = </a:t>
            </a:r>
            <a:r>
              <a:rPr lang="en-IN" b="0" i="0" dirty="0" err="1">
                <a:solidFill>
                  <a:srgbClr val="643820"/>
                </a:solidFill>
                <a:effectLst/>
                <a:latin typeface="source-code-pro"/>
              </a:rPr>
              <a:t>Propagation.REQUIRES_NEW</a:t>
            </a:r>
            <a:r>
              <a:rPr lang="en-IN" b="0" i="0" dirty="0">
                <a:solidFill>
                  <a:srgbClr val="643820"/>
                </a:solidFill>
                <a:effectLst/>
                <a:latin typeface="source-code-pro"/>
              </a:rPr>
              <a:t>)</a:t>
            </a:r>
            <a:br>
              <a:rPr lang="en-IN" dirty="0"/>
            </a:br>
            <a:r>
              <a:rPr lang="en-IN" b="0" i="0" dirty="0">
                <a:solidFill>
                  <a:srgbClr val="AA0D91"/>
                </a:solidFill>
                <a:effectLst/>
                <a:latin typeface="source-code-pro"/>
              </a:rPr>
              <a:t>public</a:t>
            </a:r>
            <a:r>
              <a:rPr lang="en-IN" b="0" i="0" dirty="0">
                <a:solidFill>
                  <a:srgbClr val="242424"/>
                </a:solidFill>
                <a:effectLst/>
                <a:latin typeface="source-code-pro"/>
              </a:rPr>
              <a:t> </a:t>
            </a:r>
            <a:r>
              <a:rPr lang="en-IN" b="0" i="0" dirty="0">
                <a:solidFill>
                  <a:srgbClr val="AA0D91"/>
                </a:solidFill>
                <a:effectLst/>
                <a:latin typeface="source-code-pro"/>
              </a:rPr>
              <a:t>void</a:t>
            </a:r>
            <a:r>
              <a:rPr lang="en-IN" b="0" i="0" dirty="0">
                <a:solidFill>
                  <a:srgbClr val="242424"/>
                </a:solidFill>
                <a:effectLst/>
                <a:latin typeface="source-code-pro"/>
              </a:rPr>
              <a:t> </a:t>
            </a:r>
            <a:r>
              <a:rPr lang="en-IN" b="0" i="0" dirty="0" err="1">
                <a:solidFill>
                  <a:srgbClr val="242424"/>
                </a:solidFill>
                <a:effectLst/>
                <a:latin typeface="source-code-pro"/>
              </a:rPr>
              <a:t>updateInventory</a:t>
            </a:r>
            <a:r>
              <a:rPr lang="en-IN" b="0" i="0" dirty="0">
                <a:solidFill>
                  <a:srgbClr val="5C2699"/>
                </a:solidFill>
                <a:effectLst/>
                <a:latin typeface="source-code-pro"/>
              </a:rPr>
              <a:t>(Order order)</a:t>
            </a:r>
            <a:r>
              <a:rPr lang="en-IN" b="0" i="0" dirty="0">
                <a:solidFill>
                  <a:srgbClr val="242424"/>
                </a:solidFill>
                <a:effectLst/>
                <a:latin typeface="source-code-pro"/>
              </a:rPr>
              <a:t> {</a:t>
            </a:r>
            <a:br>
              <a:rPr lang="en-IN" dirty="0"/>
            </a:br>
            <a:r>
              <a:rPr lang="en-IN" b="0" i="0" dirty="0">
                <a:solidFill>
                  <a:srgbClr val="007400"/>
                </a:solidFill>
                <a:effectLst/>
                <a:latin typeface="source-code-pro"/>
              </a:rPr>
              <a:t>// Update inventory</a:t>
            </a:r>
            <a:br>
              <a:rPr lang="en-IN" dirty="0"/>
            </a:br>
            <a:r>
              <a:rPr lang="en-IN" b="0" i="0" dirty="0" err="1">
                <a:solidFill>
                  <a:srgbClr val="242424"/>
                </a:solidFill>
                <a:effectLst/>
                <a:latin typeface="source-code-pro"/>
              </a:rPr>
              <a:t>processOrder</a:t>
            </a:r>
            <a:r>
              <a:rPr lang="en-IN" b="0" i="0" dirty="0">
                <a:solidFill>
                  <a:srgbClr val="242424"/>
                </a:solidFill>
                <a:effectLst/>
                <a:latin typeface="source-code-pro"/>
              </a:rPr>
              <a:t>(order);</a:t>
            </a:r>
            <a:br>
              <a:rPr lang="en-IN" dirty="0"/>
            </a:br>
            <a:r>
              <a:rPr lang="en-IN" b="0" i="0" dirty="0">
                <a:solidFill>
                  <a:srgbClr val="242424"/>
                </a:solidFill>
                <a:effectLst/>
                <a:latin typeface="source-code-pro"/>
              </a:rPr>
              <a:t>}</a:t>
            </a:r>
            <a:endParaRPr lang="en-US" b="0" i="0" dirty="0">
              <a:solidFill>
                <a:srgbClr val="61738E"/>
              </a:solidFill>
              <a:effectLst/>
              <a:latin typeface="__Source_Sans_Pro_fea366"/>
            </a:endParaRPr>
          </a:p>
        </p:txBody>
      </p:sp>
    </p:spTree>
    <p:extLst>
      <p:ext uri="{BB962C8B-B14F-4D97-AF65-F5344CB8AC3E}">
        <p14:creationId xmlns:p14="http://schemas.microsoft.com/office/powerpoint/2010/main" val="2268555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US" sz="2800" dirty="0"/>
              <a:t>What are @Transactional Propagation Levels Used for?</a:t>
            </a:r>
            <a:endParaRPr lang="en-IN" sz="2800" dirty="0"/>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2"/>
            <a:ext cx="10328988" cy="5215813"/>
          </a:xfrm>
        </p:spPr>
        <p:txBody>
          <a:bodyPr>
            <a:normAutofit/>
          </a:bodyPr>
          <a:lstStyle/>
          <a:p>
            <a:pPr algn="l"/>
            <a:r>
              <a:rPr lang="en-US" b="0" i="0" dirty="0">
                <a:solidFill>
                  <a:srgbClr val="242424"/>
                </a:solidFill>
                <a:effectLst/>
                <a:latin typeface="source-serif-pro"/>
              </a:rPr>
              <a:t>PROPAGATION_SUPPORTS allows a method to participate in a transactional context if one exists. If no transaction is present, the method executes non-transactionally. It effectively says, "If there's a transaction, I'll participate; otherwise, I'll run as non-transactional.</a:t>
            </a:r>
          </a:p>
          <a:p>
            <a:pPr algn="l"/>
            <a:r>
              <a:rPr lang="en-IN" b="0" i="0" dirty="0">
                <a:solidFill>
                  <a:srgbClr val="643820"/>
                </a:solidFill>
                <a:effectLst/>
                <a:latin typeface="source-code-pro"/>
              </a:rPr>
              <a:t>@Transactional(propagation = </a:t>
            </a:r>
            <a:r>
              <a:rPr lang="en-IN" b="0" i="0" dirty="0" err="1">
                <a:solidFill>
                  <a:srgbClr val="643820"/>
                </a:solidFill>
                <a:effectLst/>
                <a:latin typeface="source-code-pro"/>
              </a:rPr>
              <a:t>Propagation.SUPPORTS</a:t>
            </a:r>
            <a:r>
              <a:rPr lang="en-IN" b="0" i="0" dirty="0">
                <a:solidFill>
                  <a:srgbClr val="643820"/>
                </a:solidFill>
                <a:effectLst/>
                <a:latin typeface="source-code-pro"/>
              </a:rPr>
              <a:t>)</a:t>
            </a:r>
            <a:br>
              <a:rPr lang="en-IN" dirty="0"/>
            </a:br>
            <a:r>
              <a:rPr lang="en-IN" b="0" i="0" dirty="0">
                <a:solidFill>
                  <a:srgbClr val="AA0D91"/>
                </a:solidFill>
                <a:effectLst/>
                <a:latin typeface="source-code-pro"/>
              </a:rPr>
              <a:t>public</a:t>
            </a:r>
            <a:r>
              <a:rPr lang="en-IN" b="0" i="0" dirty="0">
                <a:solidFill>
                  <a:srgbClr val="242424"/>
                </a:solidFill>
                <a:effectLst/>
                <a:latin typeface="source-code-pro"/>
              </a:rPr>
              <a:t> </a:t>
            </a:r>
            <a:r>
              <a:rPr lang="en-IN" b="0" i="0" dirty="0">
                <a:solidFill>
                  <a:srgbClr val="AA0D91"/>
                </a:solidFill>
                <a:effectLst/>
                <a:latin typeface="source-code-pro"/>
              </a:rPr>
              <a:t>void</a:t>
            </a:r>
            <a:r>
              <a:rPr lang="en-IN" b="0" i="0" dirty="0">
                <a:solidFill>
                  <a:srgbClr val="242424"/>
                </a:solidFill>
                <a:effectLst/>
                <a:latin typeface="source-code-pro"/>
              </a:rPr>
              <a:t> </a:t>
            </a:r>
            <a:r>
              <a:rPr lang="en-IN" b="0" i="0" dirty="0" err="1">
                <a:solidFill>
                  <a:srgbClr val="242424"/>
                </a:solidFill>
                <a:effectLst/>
                <a:latin typeface="source-code-pro"/>
              </a:rPr>
              <a:t>retrieveCustomerInfo</a:t>
            </a:r>
            <a:r>
              <a:rPr lang="en-IN" b="0" i="0" dirty="0">
                <a:solidFill>
                  <a:srgbClr val="5C2699"/>
                </a:solidFill>
                <a:effectLst/>
                <a:latin typeface="source-code-pro"/>
              </a:rPr>
              <a:t>(int </a:t>
            </a:r>
            <a:r>
              <a:rPr lang="en-IN" b="0" i="0" dirty="0" err="1">
                <a:solidFill>
                  <a:srgbClr val="5C2699"/>
                </a:solidFill>
                <a:effectLst/>
                <a:latin typeface="source-code-pro"/>
              </a:rPr>
              <a:t>customerId</a:t>
            </a:r>
            <a:r>
              <a:rPr lang="en-IN" b="0" i="0" dirty="0">
                <a:solidFill>
                  <a:srgbClr val="5C2699"/>
                </a:solidFill>
                <a:effectLst/>
                <a:latin typeface="source-code-pro"/>
              </a:rPr>
              <a:t>)</a:t>
            </a:r>
            <a:r>
              <a:rPr lang="en-IN" b="0" i="0" dirty="0">
                <a:solidFill>
                  <a:srgbClr val="242424"/>
                </a:solidFill>
                <a:effectLst/>
                <a:latin typeface="source-code-pro"/>
              </a:rPr>
              <a:t> {</a:t>
            </a:r>
            <a:br>
              <a:rPr lang="en-IN" dirty="0"/>
            </a:br>
            <a:r>
              <a:rPr lang="en-IN" b="0" i="0" dirty="0">
                <a:solidFill>
                  <a:srgbClr val="007400"/>
                </a:solidFill>
                <a:effectLst/>
                <a:latin typeface="source-code-pro"/>
              </a:rPr>
              <a:t>// Retrieve customer information</a:t>
            </a:r>
            <a:br>
              <a:rPr lang="en-IN" dirty="0"/>
            </a:br>
            <a:r>
              <a:rPr lang="en-IN" b="0" i="0" dirty="0">
                <a:solidFill>
                  <a:srgbClr val="242424"/>
                </a:solidFill>
                <a:effectLst/>
                <a:latin typeface="source-code-pro"/>
              </a:rPr>
              <a:t>}</a:t>
            </a:r>
          </a:p>
          <a:p>
            <a:pPr algn="l"/>
            <a:r>
              <a:rPr lang="en-US" b="0" i="0" dirty="0">
                <a:solidFill>
                  <a:srgbClr val="242424"/>
                </a:solidFill>
                <a:effectLst/>
                <a:latin typeface="source-serif-pro"/>
              </a:rPr>
              <a:t>PROPAGATION_NOT_SUPPORTED specifies that a method should execute non-transactionally, regardless of the presence of an active transaction. If a transaction is already active, it will be suspended for the duration of the method execution.</a:t>
            </a:r>
            <a:endParaRPr lang="en-US" b="0" i="0" dirty="0">
              <a:solidFill>
                <a:srgbClr val="61738E"/>
              </a:solidFill>
              <a:effectLst/>
              <a:latin typeface="__Source_Sans_Pro_fea366"/>
            </a:endParaRPr>
          </a:p>
        </p:txBody>
      </p:sp>
    </p:spTree>
    <p:extLst>
      <p:ext uri="{BB962C8B-B14F-4D97-AF65-F5344CB8AC3E}">
        <p14:creationId xmlns:p14="http://schemas.microsoft.com/office/powerpoint/2010/main" val="3729450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US" sz="2800" dirty="0"/>
              <a:t>What are @Transactional Propagation Levels Used for?</a:t>
            </a:r>
            <a:endParaRPr lang="en-IN" sz="2800" dirty="0"/>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2"/>
            <a:ext cx="10328988" cy="5215813"/>
          </a:xfrm>
        </p:spPr>
        <p:txBody>
          <a:bodyPr>
            <a:normAutofit/>
          </a:bodyPr>
          <a:lstStyle/>
          <a:p>
            <a:pPr algn="l"/>
            <a:r>
              <a:rPr lang="en-US" b="0" i="0" dirty="0">
                <a:solidFill>
                  <a:srgbClr val="61738E"/>
                </a:solidFill>
                <a:effectLst/>
                <a:latin typeface="__Source_Sans_Pro_fea366"/>
              </a:rPr>
              <a:t>MANDATORY</a:t>
            </a:r>
          </a:p>
          <a:p>
            <a:pPr algn="l"/>
            <a:r>
              <a:rPr lang="en-US" b="0" i="0" dirty="0">
                <a:solidFill>
                  <a:srgbClr val="61738E"/>
                </a:solidFill>
                <a:effectLst/>
                <a:latin typeface="__Source_Sans_Pro_fea366"/>
              </a:rPr>
              <a:t>PROPAGATION_MANDATORY specifies that a method must be executed within a transaction, otherwise an exception will be thrown. This is useful when you have a method that should always be called within the context of an existing transaction, and you want to ensure that it is not accidentally executed outside of that context.</a:t>
            </a:r>
          </a:p>
          <a:p>
            <a:pPr algn="l"/>
            <a:r>
              <a:rPr lang="en-US" b="0" i="0" dirty="0">
                <a:solidFill>
                  <a:srgbClr val="61738E"/>
                </a:solidFill>
                <a:effectLst/>
                <a:latin typeface="__Source_Sans_Pro_fea366"/>
              </a:rPr>
              <a:t>NEVER</a:t>
            </a:r>
          </a:p>
          <a:p>
            <a:pPr algn="l"/>
            <a:r>
              <a:rPr lang="en-US" b="0" i="0" dirty="0">
                <a:solidFill>
                  <a:srgbClr val="61738E"/>
                </a:solidFill>
                <a:effectLst/>
                <a:latin typeface="__Source_Sans_Pro_fea366"/>
              </a:rPr>
              <a:t>PROPAGATION_NEVER specifies that a transaction should not be created if one does not already exist. If a transaction is already in progress when a method annotated with PROPAGATION_NEVER is called, an exception is thrown.</a:t>
            </a:r>
          </a:p>
        </p:txBody>
      </p:sp>
    </p:spTree>
    <p:extLst>
      <p:ext uri="{BB962C8B-B14F-4D97-AF65-F5344CB8AC3E}">
        <p14:creationId xmlns:p14="http://schemas.microsoft.com/office/powerpoint/2010/main" val="6090959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US" sz="2800" dirty="0"/>
              <a:t>What are @Transactional Isolation Levels Used for?</a:t>
            </a:r>
            <a:endParaRPr lang="en-IN" sz="2800" dirty="0"/>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2"/>
            <a:ext cx="10328988" cy="5215813"/>
          </a:xfrm>
        </p:spPr>
        <p:txBody>
          <a:bodyPr>
            <a:normAutofit/>
          </a:bodyPr>
          <a:lstStyle/>
          <a:p>
            <a:pPr algn="l"/>
            <a:r>
              <a:rPr lang="en-US" b="1" i="0" dirty="0">
                <a:solidFill>
                  <a:srgbClr val="61738E"/>
                </a:solidFill>
                <a:effectLst/>
                <a:latin typeface="__Source_Sans_Pro_fea366"/>
              </a:rPr>
              <a:t>Transaction isolation</a:t>
            </a:r>
            <a:r>
              <a:rPr lang="en-US" b="0" i="0" dirty="0">
                <a:solidFill>
                  <a:srgbClr val="61738E"/>
                </a:solidFill>
                <a:effectLst/>
                <a:latin typeface="__Source_Sans_Pro_fea366"/>
              </a:rPr>
              <a:t> determines the level of isolation a transaction has from other transactions running concurrently. In other words, it determines how much a transaction can see and be affected by changes made by other concurrent transactions. In Spring Boot, transaction isolation is defined using the isolation attribute of the </a:t>
            </a:r>
            <a:r>
              <a:rPr lang="en-US" b="0" i="0" dirty="0">
                <a:effectLst/>
                <a:latin typeface="__Source_Sans_Pro_fea366"/>
              </a:rPr>
              <a:t>@Transactional</a:t>
            </a:r>
            <a:r>
              <a:rPr lang="en-US" b="0" i="0" dirty="0">
                <a:solidFill>
                  <a:srgbClr val="61738E"/>
                </a:solidFill>
                <a:effectLst/>
                <a:latin typeface="__Source_Sans_Pro_fea366"/>
              </a:rPr>
              <a:t> annotation.</a:t>
            </a:r>
          </a:p>
        </p:txBody>
      </p:sp>
    </p:spTree>
    <p:extLst>
      <p:ext uri="{BB962C8B-B14F-4D97-AF65-F5344CB8AC3E}">
        <p14:creationId xmlns:p14="http://schemas.microsoft.com/office/powerpoint/2010/main" val="457759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US" sz="2800" dirty="0"/>
              <a:t>What are @Transactional Isolation Levels Used for?</a:t>
            </a:r>
            <a:endParaRPr lang="en-IN" sz="2800" dirty="0"/>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2"/>
            <a:ext cx="10328988" cy="5215813"/>
          </a:xfrm>
        </p:spPr>
        <p:txBody>
          <a:bodyPr>
            <a:normAutofit/>
          </a:bodyPr>
          <a:lstStyle/>
          <a:p>
            <a:pPr algn="l"/>
            <a:r>
              <a:rPr lang="en-US" b="1" i="0" dirty="0">
                <a:solidFill>
                  <a:srgbClr val="61738E"/>
                </a:solidFill>
                <a:effectLst/>
                <a:latin typeface="__Source_Sans_Pro_fea366"/>
              </a:rPr>
              <a:t>There are several different isolation levels that you can use, each of which provides a different level of isolation:</a:t>
            </a:r>
          </a:p>
          <a:p>
            <a:pPr algn="l"/>
            <a:r>
              <a:rPr lang="en-US" b="0" i="0" dirty="0">
                <a:solidFill>
                  <a:srgbClr val="61738E"/>
                </a:solidFill>
                <a:effectLst/>
                <a:latin typeface="__Source_Sans_Pro_fea366"/>
              </a:rPr>
              <a:t>ISOLATION_DEFAULT:</a:t>
            </a:r>
          </a:p>
          <a:p>
            <a:pPr algn="l"/>
            <a:r>
              <a:rPr lang="en-US" b="0" i="0" dirty="0">
                <a:solidFill>
                  <a:srgbClr val="61738E"/>
                </a:solidFill>
                <a:effectLst/>
                <a:latin typeface="__Source_Sans_Pro_fea366"/>
              </a:rPr>
              <a:t>This is the default isolation level and it uses the default isolation level of the underlying database. This is typically equivalent to ISOLATION_READ_COMMITTED.</a:t>
            </a:r>
          </a:p>
          <a:p>
            <a:pPr algn="l"/>
            <a:endParaRPr lang="en-US" b="0" i="0" dirty="0">
              <a:solidFill>
                <a:srgbClr val="61738E"/>
              </a:solidFill>
              <a:effectLst/>
              <a:latin typeface="__Source_Sans_Pro_fea366"/>
            </a:endParaRPr>
          </a:p>
          <a:p>
            <a:pPr algn="l"/>
            <a:r>
              <a:rPr lang="en-US" b="0" i="0" dirty="0">
                <a:solidFill>
                  <a:srgbClr val="61738E"/>
                </a:solidFill>
                <a:effectLst/>
                <a:latin typeface="__Source_Sans_Pro_fea366"/>
              </a:rPr>
              <a:t>ISOLATION_READ_UNCOMMITTED:</a:t>
            </a:r>
          </a:p>
          <a:p>
            <a:pPr algn="l"/>
            <a:r>
              <a:rPr lang="en-US" b="0" i="0" dirty="0">
                <a:solidFill>
                  <a:srgbClr val="61738E"/>
                </a:solidFill>
                <a:effectLst/>
                <a:latin typeface="__Source_Sans_Pro_fea366"/>
              </a:rPr>
              <a:t>Allows dirty reads, meaning that changes made by one transaction can be read by other transactions before being committed.</a:t>
            </a:r>
          </a:p>
          <a:p>
            <a:pPr algn="l"/>
            <a:r>
              <a:rPr lang="en-US" b="0" i="0" dirty="0">
                <a:solidFill>
                  <a:srgbClr val="61738E"/>
                </a:solidFill>
                <a:effectLst/>
                <a:latin typeface="__Source_Sans_Pro_fea366"/>
              </a:rPr>
              <a:t>This level provides the highest performance but the lowest data consistency</a:t>
            </a:r>
          </a:p>
        </p:txBody>
      </p:sp>
    </p:spTree>
    <p:extLst>
      <p:ext uri="{BB962C8B-B14F-4D97-AF65-F5344CB8AC3E}">
        <p14:creationId xmlns:p14="http://schemas.microsoft.com/office/powerpoint/2010/main" val="2322604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US" sz="2800" dirty="0"/>
              <a:t>What are @Transactional Isolation Levels Used for?</a:t>
            </a:r>
            <a:endParaRPr lang="en-IN" sz="2800" dirty="0"/>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2"/>
            <a:ext cx="10328988" cy="5215813"/>
          </a:xfrm>
        </p:spPr>
        <p:txBody>
          <a:bodyPr>
            <a:normAutofit fontScale="92500" lnSpcReduction="10000"/>
          </a:bodyPr>
          <a:lstStyle/>
          <a:p>
            <a:pPr algn="l"/>
            <a:r>
              <a:rPr lang="en-US" b="1" i="0" dirty="0">
                <a:solidFill>
                  <a:srgbClr val="61738E"/>
                </a:solidFill>
                <a:effectLst/>
                <a:latin typeface="__Source_Sans_Pro_fea366"/>
              </a:rPr>
              <a:t>SOLATION_READ_COMMITTED:</a:t>
            </a:r>
          </a:p>
          <a:p>
            <a:pPr algn="l"/>
            <a:r>
              <a:rPr lang="en-US" b="1" i="0" dirty="0">
                <a:solidFill>
                  <a:srgbClr val="61738E"/>
                </a:solidFill>
                <a:effectLst/>
                <a:latin typeface="__Source_Sans_Pro_fea366"/>
              </a:rPr>
              <a:t>This isolation level ensures that a transaction can only read data that other transactions have committed. This prevents dirty reads but does not prevent non-repeatable reads or phantom reads.</a:t>
            </a:r>
          </a:p>
          <a:p>
            <a:pPr algn="l"/>
            <a:endParaRPr lang="en-US" b="1" i="0" dirty="0">
              <a:solidFill>
                <a:srgbClr val="61738E"/>
              </a:solidFill>
              <a:effectLst/>
              <a:latin typeface="__Source_Sans_Pro_fea366"/>
            </a:endParaRPr>
          </a:p>
          <a:p>
            <a:pPr algn="l"/>
            <a:r>
              <a:rPr lang="en-US" b="1" i="0" dirty="0">
                <a:solidFill>
                  <a:srgbClr val="61738E"/>
                </a:solidFill>
                <a:effectLst/>
                <a:latin typeface="__Source_Sans_Pro_fea366"/>
              </a:rPr>
              <a:t>ISOLATION_REPEATABLE_READ:</a:t>
            </a:r>
          </a:p>
          <a:p>
            <a:pPr algn="l"/>
            <a:r>
              <a:rPr lang="en-US" b="1" i="0" dirty="0">
                <a:solidFill>
                  <a:srgbClr val="61738E"/>
                </a:solidFill>
                <a:effectLst/>
                <a:latin typeface="__Source_Sans_Pro_fea366"/>
              </a:rPr>
              <a:t>Ensures that if a value is read multiple times within the same transaction, the result will always be the same, as long as the value hasn’t been changed by the same transaction. This prevents dirty reads and non-repeatable reads but does not prevent phantom reads.</a:t>
            </a:r>
          </a:p>
          <a:p>
            <a:pPr algn="l"/>
            <a:r>
              <a:rPr lang="en-US" b="0" i="0" dirty="0">
                <a:solidFill>
                  <a:srgbClr val="61738E"/>
                </a:solidFill>
                <a:effectLst/>
                <a:latin typeface="__Source_Sans_Pro_fea366"/>
              </a:rPr>
              <a:t>ISOLATION_SERIALIZABLE:</a:t>
            </a:r>
          </a:p>
          <a:p>
            <a:pPr algn="l"/>
            <a:r>
              <a:rPr lang="en-US" b="0" i="0" dirty="0">
                <a:solidFill>
                  <a:srgbClr val="61738E"/>
                </a:solidFill>
                <a:effectLst/>
                <a:latin typeface="__Source_Sans_Pro_fea366"/>
              </a:rPr>
              <a:t>If two transactions are executing concurrently then it is as if the transactions get executed serially </a:t>
            </a:r>
            <a:r>
              <a:rPr lang="en-US" b="0" i="0" dirty="0" err="1">
                <a:solidFill>
                  <a:srgbClr val="61738E"/>
                </a:solidFill>
                <a:effectLst/>
                <a:latin typeface="__Source_Sans_Pro_fea366"/>
              </a:rPr>
              <a:t>i.e</a:t>
            </a:r>
            <a:r>
              <a:rPr lang="en-US" b="0" i="0" dirty="0">
                <a:solidFill>
                  <a:srgbClr val="61738E"/>
                </a:solidFill>
                <a:effectLst/>
                <a:latin typeface="__Source_Sans_Pro_fea366"/>
              </a:rPr>
              <a:t> the first transaction gets committed only then the second transaction gets executed. This is total isolation. So a running transaction is never affected by other transactions. However this may cause issues as performance will be low and deadlock might occur.</a:t>
            </a:r>
          </a:p>
        </p:txBody>
      </p:sp>
    </p:spTree>
    <p:extLst>
      <p:ext uri="{BB962C8B-B14F-4D97-AF65-F5344CB8AC3E}">
        <p14:creationId xmlns:p14="http://schemas.microsoft.com/office/powerpoint/2010/main" val="16955315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US" sz="2800" dirty="0" err="1"/>
              <a:t>Readonly</a:t>
            </a:r>
            <a:r>
              <a:rPr lang="en-US" sz="2800" dirty="0"/>
              <a:t> vs Read-Write Transaction</a:t>
            </a:r>
            <a:endParaRPr lang="en-IN" sz="2800" dirty="0"/>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2"/>
            <a:ext cx="10328988" cy="5215813"/>
          </a:xfrm>
        </p:spPr>
        <p:txBody>
          <a:bodyPr>
            <a:normAutofit/>
          </a:bodyPr>
          <a:lstStyle/>
          <a:p>
            <a:pPr algn="l"/>
            <a:r>
              <a:rPr lang="en-US" b="1" i="0" dirty="0">
                <a:solidFill>
                  <a:srgbClr val="61738E"/>
                </a:solidFill>
                <a:effectLst/>
                <a:latin typeface="__Source_Sans_Pro_fea366"/>
              </a:rPr>
              <a:t>The </a:t>
            </a:r>
            <a:r>
              <a:rPr lang="en-US" b="1" i="0" dirty="0" err="1">
                <a:solidFill>
                  <a:srgbClr val="61738E"/>
                </a:solidFill>
                <a:effectLst/>
                <a:latin typeface="__Source_Sans_Pro_fea366"/>
              </a:rPr>
              <a:t>readOnly</a:t>
            </a:r>
            <a:r>
              <a:rPr lang="en-US" b="1" i="0" dirty="0">
                <a:solidFill>
                  <a:srgbClr val="61738E"/>
                </a:solidFill>
                <a:effectLst/>
                <a:latin typeface="__Source_Sans_Pro_fea366"/>
              </a:rPr>
              <a:t> attribute of the @Transactional annotation in Spring can indicate that a transaction should be read-only, meaning that it will not attempt to modify the database in any way. This can be useful for optimizing the performance of your application because read-only transactions can often be executed more quickly than transactions that modify the database.</a:t>
            </a:r>
          </a:p>
          <a:p>
            <a:pPr algn="l"/>
            <a:endParaRPr lang="en-US" b="1" i="0" dirty="0">
              <a:solidFill>
                <a:srgbClr val="61738E"/>
              </a:solidFill>
              <a:effectLst/>
              <a:latin typeface="__Source_Sans_Pro_fea366"/>
            </a:endParaRPr>
          </a:p>
          <a:p>
            <a:pPr algn="l"/>
            <a:r>
              <a:rPr lang="en-US" b="1" i="0" dirty="0">
                <a:solidFill>
                  <a:srgbClr val="61738E"/>
                </a:solidFill>
                <a:effectLst/>
                <a:latin typeface="__Source_Sans_Pro_fea366"/>
              </a:rPr>
              <a:t>To specify that a transaction should be read-only, you can set the </a:t>
            </a:r>
            <a:r>
              <a:rPr lang="en-US" b="1" i="0" dirty="0" err="1">
                <a:solidFill>
                  <a:srgbClr val="61738E"/>
                </a:solidFill>
                <a:effectLst/>
                <a:latin typeface="__Source_Sans_Pro_fea366"/>
              </a:rPr>
              <a:t>readOnly</a:t>
            </a:r>
            <a:r>
              <a:rPr lang="en-US" b="1" i="0" dirty="0">
                <a:solidFill>
                  <a:srgbClr val="61738E"/>
                </a:solidFill>
                <a:effectLst/>
                <a:latin typeface="__Source_Sans_Pro_fea366"/>
              </a:rPr>
              <a:t> attribute of the @Transactional annotation to true when you declare your transactional method.</a:t>
            </a:r>
            <a:endParaRPr lang="en-US" b="0" i="0" dirty="0">
              <a:solidFill>
                <a:srgbClr val="61738E"/>
              </a:solidFill>
              <a:effectLst/>
              <a:latin typeface="__Source_Sans_Pro_fea366"/>
            </a:endParaRPr>
          </a:p>
        </p:txBody>
      </p:sp>
    </p:spTree>
    <p:extLst>
      <p:ext uri="{BB962C8B-B14F-4D97-AF65-F5344CB8AC3E}">
        <p14:creationId xmlns:p14="http://schemas.microsoft.com/office/powerpoint/2010/main" val="5450216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endParaRPr lang="en-IN" sz="2800" dirty="0"/>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2"/>
            <a:ext cx="10328988" cy="5215813"/>
          </a:xfrm>
        </p:spPr>
        <p:txBody>
          <a:bodyPr>
            <a:normAutofit/>
          </a:bodyPr>
          <a:lstStyle/>
          <a:p>
            <a:pPr algn="l"/>
            <a:r>
              <a:rPr lang="en-US" b="0" i="0" dirty="0">
                <a:solidFill>
                  <a:srgbClr val="61738E"/>
                </a:solidFill>
                <a:effectLst/>
                <a:latin typeface="__Source_Sans_Pro_fea366"/>
              </a:rPr>
              <a:t>Transaction management is a critical aspect of any enterprise application, as it ensures the integrity and consistency of data by allowing groups of related operations to be executed as a single unit (a "transaction").</a:t>
            </a:r>
          </a:p>
          <a:p>
            <a:pPr algn="l"/>
            <a:r>
              <a:rPr lang="en-US" b="0" i="0" dirty="0">
                <a:solidFill>
                  <a:srgbClr val="61738E"/>
                </a:solidFill>
                <a:effectLst/>
                <a:latin typeface="__Source_Sans_Pro_fea366"/>
              </a:rPr>
              <a:t>Transaction management in Spring Boot using the @Transaction annotation allows you to specify the behavior of your transactions using a declarative approach.</a:t>
            </a:r>
          </a:p>
          <a:p>
            <a:pPr algn="l"/>
            <a:r>
              <a:rPr lang="en-US" b="0" i="0" dirty="0">
                <a:solidFill>
                  <a:srgbClr val="61738E"/>
                </a:solidFill>
                <a:effectLst/>
                <a:latin typeface="__Source_Sans_Pro_fea366"/>
              </a:rPr>
              <a:t>Spring boot declarative transactions can be applied using annotations or XML configuration rather than having to write explicit code to handle transactions in your application.</a:t>
            </a:r>
          </a:p>
          <a:p>
            <a:pPr algn="l"/>
            <a:r>
              <a:rPr lang="en-US" b="0" i="0" dirty="0">
                <a:solidFill>
                  <a:srgbClr val="61738E"/>
                </a:solidFill>
                <a:effectLst/>
                <a:latin typeface="__Source_Sans_Pro_fea366"/>
              </a:rPr>
              <a:t>@Transaction annotation accepts various customization options using annotation attributes like propagation, isolation, etc.</a:t>
            </a:r>
          </a:p>
        </p:txBody>
      </p:sp>
    </p:spTree>
    <p:extLst>
      <p:ext uri="{BB962C8B-B14F-4D97-AF65-F5344CB8AC3E}">
        <p14:creationId xmlns:p14="http://schemas.microsoft.com/office/powerpoint/2010/main" val="29840074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D186-D868-778A-A34C-B1C4F08212B0}"/>
              </a:ext>
            </a:extLst>
          </p:cNvPr>
          <p:cNvSpPr>
            <a:spLocks noGrp="1"/>
          </p:cNvSpPr>
          <p:nvPr>
            <p:ph type="title"/>
          </p:nvPr>
        </p:nvSpPr>
        <p:spPr/>
        <p:txBody>
          <a:bodyPr/>
          <a:lstStyle/>
          <a:p>
            <a:r>
              <a:rPr lang="en-IN" b="1" i="0" dirty="0">
                <a:solidFill>
                  <a:srgbClr val="6C0466"/>
                </a:solidFill>
                <a:effectLst/>
                <a:latin typeface="Avantgarde"/>
              </a:rPr>
              <a:t> Lost Update Problem</a:t>
            </a:r>
            <a:endParaRPr lang="en-IN" dirty="0"/>
          </a:p>
        </p:txBody>
      </p:sp>
      <p:sp>
        <p:nvSpPr>
          <p:cNvPr id="3" name="Content Placeholder 2">
            <a:extLst>
              <a:ext uri="{FF2B5EF4-FFF2-40B4-BE49-F238E27FC236}">
                <a16:creationId xmlns:a16="http://schemas.microsoft.com/office/drawing/2014/main" id="{A5D25DCF-A5CA-9B08-283A-F748EDEBF96D}"/>
              </a:ext>
            </a:extLst>
          </p:cNvPr>
          <p:cNvSpPr>
            <a:spLocks noGrp="1"/>
          </p:cNvSpPr>
          <p:nvPr>
            <p:ph idx="1"/>
          </p:nvPr>
        </p:nvSpPr>
        <p:spPr/>
        <p:txBody>
          <a:bodyPr/>
          <a:lstStyle/>
          <a:p>
            <a:r>
              <a:rPr lang="en-US" b="0" i="0" dirty="0">
                <a:solidFill>
                  <a:srgbClr val="333333"/>
                </a:solidFill>
                <a:effectLst/>
                <a:latin typeface="Avantgarde"/>
              </a:rPr>
              <a:t>In Transactions concurrency, if one transaction performs </a:t>
            </a:r>
            <a:r>
              <a:rPr lang="en-US" b="0" i="0" dirty="0" err="1">
                <a:solidFill>
                  <a:srgbClr val="333333"/>
                </a:solidFill>
                <a:effectLst/>
                <a:latin typeface="Avantgarde"/>
              </a:rPr>
              <a:t>updations</a:t>
            </a:r>
            <a:r>
              <a:rPr lang="en-US" b="0" i="0" dirty="0">
                <a:solidFill>
                  <a:srgbClr val="333333"/>
                </a:solidFill>
                <a:effectLst/>
                <a:latin typeface="Avantgarde"/>
              </a:rPr>
              <a:t> over the data without commit operation, meanwhile, other transactions perform </a:t>
            </a:r>
            <a:r>
              <a:rPr lang="en-US" b="0" i="0" dirty="0" err="1">
                <a:solidFill>
                  <a:srgbClr val="333333"/>
                </a:solidFill>
                <a:effectLst/>
                <a:latin typeface="Avantgarde"/>
              </a:rPr>
              <a:t>updations</a:t>
            </a:r>
            <a:r>
              <a:rPr lang="en-US" b="0" i="0" dirty="0">
                <a:solidFill>
                  <a:srgbClr val="333333"/>
                </a:solidFill>
                <a:effectLst/>
                <a:latin typeface="Avantgarde"/>
              </a:rPr>
              <a:t> with commit operation then the first transaction </a:t>
            </a:r>
            <a:r>
              <a:rPr lang="en-US" b="0" i="0" dirty="0" err="1">
                <a:solidFill>
                  <a:srgbClr val="333333"/>
                </a:solidFill>
                <a:effectLst/>
                <a:latin typeface="Avantgarde"/>
              </a:rPr>
              <a:t>updations</a:t>
            </a:r>
            <a:r>
              <a:rPr lang="en-US" b="0" i="0" dirty="0">
                <a:solidFill>
                  <a:srgbClr val="333333"/>
                </a:solidFill>
                <a:effectLst/>
                <a:latin typeface="Avantgarde"/>
              </a:rPr>
              <a:t> are lost, this data consistency problem is called as Lost Update problem.</a:t>
            </a:r>
            <a:endParaRPr lang="en-IN" dirty="0"/>
          </a:p>
        </p:txBody>
      </p:sp>
    </p:spTree>
    <p:extLst>
      <p:ext uri="{BB962C8B-B14F-4D97-AF65-F5344CB8AC3E}">
        <p14:creationId xmlns:p14="http://schemas.microsoft.com/office/powerpoint/2010/main" val="17127104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D186-D868-778A-A34C-B1C4F08212B0}"/>
              </a:ext>
            </a:extLst>
          </p:cNvPr>
          <p:cNvSpPr>
            <a:spLocks noGrp="1"/>
          </p:cNvSpPr>
          <p:nvPr>
            <p:ph type="title"/>
          </p:nvPr>
        </p:nvSpPr>
        <p:spPr/>
        <p:txBody>
          <a:bodyPr/>
          <a:lstStyle/>
          <a:p>
            <a:r>
              <a:rPr lang="en-IN" b="1" i="0" dirty="0">
                <a:solidFill>
                  <a:srgbClr val="6C0466"/>
                </a:solidFill>
                <a:effectLst/>
                <a:latin typeface="Avantgarde"/>
              </a:rPr>
              <a:t>Dirty Read Problem</a:t>
            </a:r>
            <a:endParaRPr lang="en-IN" dirty="0"/>
          </a:p>
        </p:txBody>
      </p:sp>
      <p:sp>
        <p:nvSpPr>
          <p:cNvPr id="3" name="Content Placeholder 2">
            <a:extLst>
              <a:ext uri="{FF2B5EF4-FFF2-40B4-BE49-F238E27FC236}">
                <a16:creationId xmlns:a16="http://schemas.microsoft.com/office/drawing/2014/main" id="{A5D25DCF-A5CA-9B08-283A-F748EDEBF96D}"/>
              </a:ext>
            </a:extLst>
          </p:cNvPr>
          <p:cNvSpPr>
            <a:spLocks noGrp="1"/>
          </p:cNvSpPr>
          <p:nvPr>
            <p:ph idx="1"/>
          </p:nvPr>
        </p:nvSpPr>
        <p:spPr/>
        <p:txBody>
          <a:bodyPr/>
          <a:lstStyle/>
          <a:p>
            <a:r>
              <a:rPr lang="en-US" b="0" i="0" dirty="0">
                <a:solidFill>
                  <a:srgbClr val="333333"/>
                </a:solidFill>
                <a:effectLst/>
                <a:latin typeface="Avantgarde"/>
              </a:rPr>
              <a:t>In Transactions concurrency, if one transaction perform </a:t>
            </a:r>
            <a:r>
              <a:rPr lang="en-US" b="0" i="0" dirty="0" err="1">
                <a:solidFill>
                  <a:srgbClr val="333333"/>
                </a:solidFill>
                <a:effectLst/>
                <a:latin typeface="Avantgarde"/>
              </a:rPr>
              <a:t>updations</a:t>
            </a:r>
            <a:r>
              <a:rPr lang="en-US" b="0" i="0" dirty="0">
                <a:solidFill>
                  <a:srgbClr val="333333"/>
                </a:solidFill>
                <a:effectLst/>
                <a:latin typeface="Avantgarde"/>
              </a:rPr>
              <a:t> over data without performing commit/rollback, meanwhile if other Transaction perform Read operation over the uncommitted data without performing commit/rollback operations, in this context, if first transaction perform Rollback operation then the read operation performed by second transaction is Dirty Read, this problem is called as Dirty Read problem.</a:t>
            </a:r>
            <a:endParaRPr lang="en-IN" dirty="0"/>
          </a:p>
        </p:txBody>
      </p:sp>
    </p:spTree>
    <p:extLst>
      <p:ext uri="{BB962C8B-B14F-4D97-AF65-F5344CB8AC3E}">
        <p14:creationId xmlns:p14="http://schemas.microsoft.com/office/powerpoint/2010/main" val="3969070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D186-D868-778A-A34C-B1C4F08212B0}"/>
              </a:ext>
            </a:extLst>
          </p:cNvPr>
          <p:cNvSpPr>
            <a:spLocks noGrp="1"/>
          </p:cNvSpPr>
          <p:nvPr>
            <p:ph type="title"/>
          </p:nvPr>
        </p:nvSpPr>
        <p:spPr/>
        <p:txBody>
          <a:bodyPr/>
          <a:lstStyle/>
          <a:p>
            <a:r>
              <a:rPr lang="en-IN" b="1" i="0" dirty="0">
                <a:solidFill>
                  <a:srgbClr val="6C0466"/>
                </a:solidFill>
                <a:effectLst/>
                <a:latin typeface="Avantgarde"/>
              </a:rPr>
              <a:t> Non-Repeatable Read Problem</a:t>
            </a:r>
            <a:endParaRPr lang="en-IN" dirty="0"/>
          </a:p>
        </p:txBody>
      </p:sp>
      <p:sp>
        <p:nvSpPr>
          <p:cNvPr id="3" name="Content Placeholder 2">
            <a:extLst>
              <a:ext uri="{FF2B5EF4-FFF2-40B4-BE49-F238E27FC236}">
                <a16:creationId xmlns:a16="http://schemas.microsoft.com/office/drawing/2014/main" id="{A5D25DCF-A5CA-9B08-283A-F748EDEBF96D}"/>
              </a:ext>
            </a:extLst>
          </p:cNvPr>
          <p:cNvSpPr>
            <a:spLocks noGrp="1"/>
          </p:cNvSpPr>
          <p:nvPr>
            <p:ph idx="1"/>
          </p:nvPr>
        </p:nvSpPr>
        <p:spPr/>
        <p:txBody>
          <a:bodyPr/>
          <a:lstStyle/>
          <a:p>
            <a:r>
              <a:rPr lang="en-US" b="0" i="0" dirty="0">
                <a:solidFill>
                  <a:srgbClr val="333333"/>
                </a:solidFill>
                <a:effectLst/>
                <a:latin typeface="Avantgarde"/>
              </a:rPr>
              <a:t>In Transactions concurrency, one transaction performs continuous read operations to get same results, meanwhile, between two read operations another transaction performs update operation over the same data, in this context, in the next read operation performed by first transaction may not get same repeatable results, this problem is called as Non-Repeatable Read Problem.</a:t>
            </a:r>
            <a:endParaRPr lang="en-IN" dirty="0"/>
          </a:p>
        </p:txBody>
      </p:sp>
    </p:spTree>
    <p:extLst>
      <p:ext uri="{BB962C8B-B14F-4D97-AF65-F5344CB8AC3E}">
        <p14:creationId xmlns:p14="http://schemas.microsoft.com/office/powerpoint/2010/main" val="3137474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D186-D868-778A-A34C-B1C4F08212B0}"/>
              </a:ext>
            </a:extLst>
          </p:cNvPr>
          <p:cNvSpPr>
            <a:spLocks noGrp="1"/>
          </p:cNvSpPr>
          <p:nvPr>
            <p:ph type="title"/>
          </p:nvPr>
        </p:nvSpPr>
        <p:spPr/>
        <p:txBody>
          <a:bodyPr/>
          <a:lstStyle/>
          <a:p>
            <a:r>
              <a:rPr lang="en-IN" b="1" i="0" dirty="0">
                <a:solidFill>
                  <a:srgbClr val="6C0466"/>
                </a:solidFill>
                <a:effectLst/>
                <a:latin typeface="Avantgarde"/>
              </a:rPr>
              <a:t>  Phantom Read Problem</a:t>
            </a:r>
            <a:endParaRPr lang="en-IN" dirty="0"/>
          </a:p>
        </p:txBody>
      </p:sp>
      <p:sp>
        <p:nvSpPr>
          <p:cNvPr id="3" name="Content Placeholder 2">
            <a:extLst>
              <a:ext uri="{FF2B5EF4-FFF2-40B4-BE49-F238E27FC236}">
                <a16:creationId xmlns:a16="http://schemas.microsoft.com/office/drawing/2014/main" id="{A5D25DCF-A5CA-9B08-283A-F748EDEBF96D}"/>
              </a:ext>
            </a:extLst>
          </p:cNvPr>
          <p:cNvSpPr>
            <a:spLocks noGrp="1"/>
          </p:cNvSpPr>
          <p:nvPr>
            <p:ph idx="1"/>
          </p:nvPr>
        </p:nvSpPr>
        <p:spPr/>
        <p:txBody>
          <a:bodyPr>
            <a:normAutofit lnSpcReduction="10000"/>
          </a:bodyPr>
          <a:lstStyle/>
          <a:p>
            <a:r>
              <a:rPr lang="en-US" b="0" i="0" dirty="0">
                <a:solidFill>
                  <a:srgbClr val="333333"/>
                </a:solidFill>
                <a:effectLst/>
                <a:latin typeface="Avantgarde"/>
              </a:rPr>
              <a:t>In Transactions concurrency, one transaction perform read operation continuously to get same no of results at each and every read operation , meanwhile, other transactions may perform insert operations between two read operations performed by first transactions, in this context, in the next read operation performed by first transaction may not generate the same no of results, this problem is called as “</a:t>
            </a:r>
            <a:r>
              <a:rPr lang="en-US" b="0" i="0" dirty="0" err="1">
                <a:solidFill>
                  <a:srgbClr val="333333"/>
                </a:solidFill>
                <a:effectLst/>
                <a:latin typeface="Avantgarde"/>
              </a:rPr>
              <a:t>Panthom</a:t>
            </a:r>
            <a:r>
              <a:rPr lang="en-US" b="0" i="0" dirty="0">
                <a:solidFill>
                  <a:srgbClr val="333333"/>
                </a:solidFill>
                <a:effectLst/>
                <a:latin typeface="Avantgarde"/>
              </a:rPr>
              <a:t> Read” Problem, here the extra records inserted by second transaction are called as “Phantom Records”.</a:t>
            </a:r>
          </a:p>
          <a:p>
            <a:endParaRPr lang="en-US" dirty="0">
              <a:solidFill>
                <a:srgbClr val="333333"/>
              </a:solidFill>
              <a:latin typeface="Avantgarde"/>
            </a:endParaRPr>
          </a:p>
          <a:p>
            <a:r>
              <a:rPr lang="en-IN">
                <a:hlinkClick r:id="rId2"/>
              </a:rPr>
              <a:t>https://www.metisdata.io/blog/transaction-isolation-levels-and-why-we-should-care</a:t>
            </a:r>
            <a:r>
              <a:rPr lang="en-IN"/>
              <a:t> </a:t>
            </a:r>
            <a:endParaRPr lang="en-IN" dirty="0"/>
          </a:p>
        </p:txBody>
      </p:sp>
    </p:spTree>
    <p:extLst>
      <p:ext uri="{BB962C8B-B14F-4D97-AF65-F5344CB8AC3E}">
        <p14:creationId xmlns:p14="http://schemas.microsoft.com/office/powerpoint/2010/main" val="9788298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D186-D868-778A-A34C-B1C4F08212B0}"/>
              </a:ext>
            </a:extLst>
          </p:cNvPr>
          <p:cNvSpPr>
            <a:spLocks noGrp="1"/>
          </p:cNvSpPr>
          <p:nvPr>
            <p:ph type="title"/>
          </p:nvPr>
        </p:nvSpPr>
        <p:spPr/>
        <p:txBody>
          <a:bodyPr>
            <a:normAutofit/>
          </a:bodyPr>
          <a:lstStyle/>
          <a:p>
            <a:r>
              <a:rPr lang="en-IN" b="1" i="0" dirty="0">
                <a:solidFill>
                  <a:srgbClr val="6C0466"/>
                </a:solidFill>
                <a:effectLst/>
                <a:latin typeface="Avantgarde"/>
              </a:rPr>
              <a:t>  transactional locks.</a:t>
            </a:r>
            <a:endParaRPr lang="en-IN" dirty="0"/>
          </a:p>
        </p:txBody>
      </p:sp>
      <p:sp>
        <p:nvSpPr>
          <p:cNvPr id="3" name="Content Placeholder 2">
            <a:extLst>
              <a:ext uri="{FF2B5EF4-FFF2-40B4-BE49-F238E27FC236}">
                <a16:creationId xmlns:a16="http://schemas.microsoft.com/office/drawing/2014/main" id="{A5D25DCF-A5CA-9B08-283A-F748EDEBF96D}"/>
              </a:ext>
            </a:extLst>
          </p:cNvPr>
          <p:cNvSpPr>
            <a:spLocks noGrp="1"/>
          </p:cNvSpPr>
          <p:nvPr>
            <p:ph idx="1"/>
          </p:nvPr>
        </p:nvSpPr>
        <p:spPr/>
        <p:txBody>
          <a:bodyPr/>
          <a:lstStyle/>
          <a:p>
            <a:r>
              <a:rPr lang="en-US" b="0" i="0" dirty="0">
                <a:solidFill>
                  <a:srgbClr val="333333"/>
                </a:solidFill>
                <a:effectLst/>
                <a:latin typeface="Avantgarde"/>
              </a:rPr>
              <a:t>there are two types of transactional locks.</a:t>
            </a:r>
          </a:p>
          <a:p>
            <a:endParaRPr lang="en-US" b="0" i="0" dirty="0">
              <a:solidFill>
                <a:srgbClr val="333333"/>
              </a:solidFill>
              <a:effectLst/>
              <a:latin typeface="Avantgarde"/>
            </a:endParaRPr>
          </a:p>
          <a:p>
            <a:r>
              <a:rPr lang="en-US" b="0" i="0" dirty="0">
                <a:solidFill>
                  <a:srgbClr val="333333"/>
                </a:solidFill>
                <a:effectLst/>
                <a:latin typeface="Avantgarde"/>
              </a:rPr>
              <a:t>Optimistic Locks</a:t>
            </a:r>
          </a:p>
          <a:p>
            <a:r>
              <a:rPr lang="en-US" b="0" i="0" dirty="0">
                <a:solidFill>
                  <a:srgbClr val="333333"/>
                </a:solidFill>
                <a:effectLst/>
                <a:latin typeface="Avantgarde"/>
              </a:rPr>
              <a:t>Pessimistic Locks</a:t>
            </a:r>
            <a:endParaRPr lang="en-IN" dirty="0"/>
          </a:p>
        </p:txBody>
      </p:sp>
    </p:spTree>
    <p:extLst>
      <p:ext uri="{BB962C8B-B14F-4D97-AF65-F5344CB8AC3E}">
        <p14:creationId xmlns:p14="http://schemas.microsoft.com/office/powerpoint/2010/main" val="10095544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D186-D868-778A-A34C-B1C4F08212B0}"/>
              </a:ext>
            </a:extLst>
          </p:cNvPr>
          <p:cNvSpPr>
            <a:spLocks noGrp="1"/>
          </p:cNvSpPr>
          <p:nvPr>
            <p:ph type="title"/>
          </p:nvPr>
        </p:nvSpPr>
        <p:spPr/>
        <p:txBody>
          <a:bodyPr>
            <a:normAutofit/>
          </a:bodyPr>
          <a:lstStyle/>
          <a:p>
            <a:r>
              <a:rPr lang="en-IN" b="1" i="0" dirty="0">
                <a:solidFill>
                  <a:srgbClr val="6C0466"/>
                </a:solidFill>
                <a:effectLst/>
                <a:latin typeface="Avantgarde"/>
              </a:rPr>
              <a:t>  Optimistic Locks</a:t>
            </a:r>
            <a:endParaRPr lang="en-IN" dirty="0"/>
          </a:p>
        </p:txBody>
      </p:sp>
      <p:sp>
        <p:nvSpPr>
          <p:cNvPr id="3" name="Content Placeholder 2">
            <a:extLst>
              <a:ext uri="{FF2B5EF4-FFF2-40B4-BE49-F238E27FC236}">
                <a16:creationId xmlns:a16="http://schemas.microsoft.com/office/drawing/2014/main" id="{A5D25DCF-A5CA-9B08-283A-F748EDEBF96D}"/>
              </a:ext>
            </a:extLst>
          </p:cNvPr>
          <p:cNvSpPr>
            <a:spLocks noGrp="1"/>
          </p:cNvSpPr>
          <p:nvPr>
            <p:ph idx="1"/>
          </p:nvPr>
        </p:nvSpPr>
        <p:spPr/>
        <p:txBody>
          <a:bodyPr/>
          <a:lstStyle/>
          <a:p>
            <a:r>
              <a:rPr lang="en-US" b="0" i="0" dirty="0">
                <a:solidFill>
                  <a:srgbClr val="333333"/>
                </a:solidFill>
                <a:effectLst/>
                <a:latin typeface="Avantgarde"/>
              </a:rPr>
              <a:t>This locking strategy is based on the concept that concurrent modifications to an entity can be resolved by comparing the version number of the entity. When an entity is retrieved from the database, Spring Data JPA keeps track of its version number. When the entity is modified and saved back to the database, Spring Data JPA checks the version number again. If the version number has changed in the meantime (i.e., another transaction has modified the same entity), Spring Data JPA throws an </a:t>
            </a:r>
            <a:r>
              <a:rPr lang="en-US" b="0" i="0" dirty="0" err="1">
                <a:solidFill>
                  <a:srgbClr val="333333"/>
                </a:solidFill>
                <a:effectLst/>
                <a:latin typeface="Avantgarde"/>
              </a:rPr>
              <a:t>OptimisticLockingFailureException</a:t>
            </a:r>
            <a:r>
              <a:rPr lang="en-US" b="0" i="0" dirty="0">
                <a:solidFill>
                  <a:srgbClr val="333333"/>
                </a:solidFill>
                <a:effectLst/>
                <a:latin typeface="Avantgarde"/>
              </a:rPr>
              <a:t>.</a:t>
            </a:r>
            <a:endParaRPr lang="en-IN" dirty="0"/>
          </a:p>
        </p:txBody>
      </p:sp>
    </p:spTree>
    <p:extLst>
      <p:ext uri="{BB962C8B-B14F-4D97-AF65-F5344CB8AC3E}">
        <p14:creationId xmlns:p14="http://schemas.microsoft.com/office/powerpoint/2010/main" val="30143869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D186-D868-778A-A34C-B1C4F08212B0}"/>
              </a:ext>
            </a:extLst>
          </p:cNvPr>
          <p:cNvSpPr>
            <a:spLocks noGrp="1"/>
          </p:cNvSpPr>
          <p:nvPr>
            <p:ph type="title"/>
          </p:nvPr>
        </p:nvSpPr>
        <p:spPr/>
        <p:txBody>
          <a:bodyPr>
            <a:normAutofit/>
          </a:bodyPr>
          <a:lstStyle/>
          <a:p>
            <a:r>
              <a:rPr lang="en-IN" b="1" i="0" dirty="0">
                <a:solidFill>
                  <a:srgbClr val="6C0466"/>
                </a:solidFill>
                <a:effectLst/>
                <a:latin typeface="Avantgarde"/>
              </a:rPr>
              <a:t>  Pessimistic Locks</a:t>
            </a:r>
            <a:endParaRPr lang="en-IN" dirty="0"/>
          </a:p>
        </p:txBody>
      </p:sp>
      <p:sp>
        <p:nvSpPr>
          <p:cNvPr id="3" name="Content Placeholder 2">
            <a:extLst>
              <a:ext uri="{FF2B5EF4-FFF2-40B4-BE49-F238E27FC236}">
                <a16:creationId xmlns:a16="http://schemas.microsoft.com/office/drawing/2014/main" id="{A5D25DCF-A5CA-9B08-283A-F748EDEBF96D}"/>
              </a:ext>
            </a:extLst>
          </p:cNvPr>
          <p:cNvSpPr>
            <a:spLocks noGrp="1"/>
          </p:cNvSpPr>
          <p:nvPr>
            <p:ph idx="1"/>
          </p:nvPr>
        </p:nvSpPr>
        <p:spPr/>
        <p:txBody>
          <a:bodyPr/>
          <a:lstStyle/>
          <a:p>
            <a:r>
              <a:rPr lang="en-US" b="0" i="0" dirty="0">
                <a:solidFill>
                  <a:srgbClr val="333333"/>
                </a:solidFill>
                <a:effectLst/>
                <a:latin typeface="Avantgarde"/>
              </a:rPr>
              <a:t>This locking strategy is more aggressive than optimistic locking, as it locks the entity or set of entities during the entire transaction. Pessimistic locking ensures that no other transaction can access or modify the entity until the lock is released, which can improve data consistency and integrity. However, this locking strategy can also cause performance issues in highly concurrent environments.</a:t>
            </a:r>
            <a:endParaRPr lang="en-IN" dirty="0"/>
          </a:p>
        </p:txBody>
      </p:sp>
    </p:spTree>
    <p:extLst>
      <p:ext uri="{BB962C8B-B14F-4D97-AF65-F5344CB8AC3E}">
        <p14:creationId xmlns:p14="http://schemas.microsoft.com/office/powerpoint/2010/main" val="34477106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F829D-9468-83D6-FCCC-FF4FE212F394}"/>
              </a:ext>
            </a:extLst>
          </p:cNvPr>
          <p:cNvSpPr>
            <a:spLocks noGrp="1"/>
          </p:cNvSpPr>
          <p:nvPr>
            <p:ph type="title"/>
          </p:nvPr>
        </p:nvSpPr>
        <p:spPr>
          <a:xfrm>
            <a:off x="698241" y="159754"/>
            <a:ext cx="10515600" cy="521283"/>
          </a:xfrm>
        </p:spPr>
        <p:txBody>
          <a:bodyPr>
            <a:normAutofit fontScale="90000"/>
          </a:bodyPr>
          <a:lstStyle/>
          <a:p>
            <a:r>
              <a:rPr lang="en-IN" sz="3600" b="1" dirty="0"/>
              <a:t>PROPAGATION.NESTED</a:t>
            </a:r>
          </a:p>
        </p:txBody>
      </p:sp>
      <p:sp>
        <p:nvSpPr>
          <p:cNvPr id="3" name="Content Placeholder 2">
            <a:extLst>
              <a:ext uri="{FF2B5EF4-FFF2-40B4-BE49-F238E27FC236}">
                <a16:creationId xmlns:a16="http://schemas.microsoft.com/office/drawing/2014/main" id="{4FBF3C02-0F6A-011F-8901-B233BCDB91F3}"/>
              </a:ext>
            </a:extLst>
          </p:cNvPr>
          <p:cNvSpPr>
            <a:spLocks noGrp="1"/>
          </p:cNvSpPr>
          <p:nvPr>
            <p:ph idx="1"/>
          </p:nvPr>
        </p:nvSpPr>
        <p:spPr>
          <a:xfrm>
            <a:off x="838200" y="961053"/>
            <a:ext cx="10515600" cy="5402522"/>
          </a:xfrm>
        </p:spPr>
        <p:txBody>
          <a:bodyPr>
            <a:normAutofit/>
          </a:bodyPr>
          <a:lstStyle/>
          <a:p>
            <a:pPr algn="l"/>
            <a:r>
              <a:rPr lang="en-US" b="0" i="0" dirty="0">
                <a:solidFill>
                  <a:srgbClr val="001D35"/>
                </a:solidFill>
                <a:effectLst/>
                <a:highlight>
                  <a:srgbClr val="FFFFFF"/>
                </a:highlight>
                <a:latin typeface="Google Sans"/>
              </a:rPr>
              <a:t>Propagation type nested is a transaction propagation type that allows you to create a nested transaction within an existing transaction. This can be useful if you need to isolate a particular piece of code from the rest of the transaction.</a:t>
            </a:r>
          </a:p>
          <a:p>
            <a:pPr algn="l"/>
            <a:r>
              <a:rPr lang="en-US" b="0" i="0" dirty="0">
                <a:solidFill>
                  <a:srgbClr val="001D35"/>
                </a:solidFill>
                <a:effectLst/>
                <a:highlight>
                  <a:srgbClr val="FFFFFF"/>
                </a:highlight>
                <a:latin typeface="Google Sans"/>
              </a:rPr>
              <a:t>When you use propagation type nested, Spring will create a </a:t>
            </a:r>
            <a:r>
              <a:rPr lang="en-US" b="0" i="0" dirty="0" err="1">
                <a:solidFill>
                  <a:srgbClr val="001D35"/>
                </a:solidFill>
                <a:effectLst/>
                <a:highlight>
                  <a:srgbClr val="FFFFFF"/>
                </a:highlight>
                <a:latin typeface="Google Sans"/>
              </a:rPr>
              <a:t>savepoint</a:t>
            </a:r>
            <a:r>
              <a:rPr lang="en-US" b="0" i="0" dirty="0">
                <a:solidFill>
                  <a:srgbClr val="001D35"/>
                </a:solidFill>
                <a:effectLst/>
                <a:highlight>
                  <a:srgbClr val="FFFFFF"/>
                </a:highlight>
                <a:latin typeface="Google Sans"/>
              </a:rPr>
              <a:t> before executing the nested transaction. If the nested transaction throws an exception, Spring will roll back the nested transaction to the </a:t>
            </a:r>
            <a:r>
              <a:rPr lang="en-US" b="0" i="0" dirty="0" err="1">
                <a:solidFill>
                  <a:srgbClr val="001D35"/>
                </a:solidFill>
                <a:effectLst/>
                <a:highlight>
                  <a:srgbClr val="FFFFFF"/>
                </a:highlight>
                <a:latin typeface="Google Sans"/>
              </a:rPr>
              <a:t>savepoint</a:t>
            </a:r>
            <a:r>
              <a:rPr lang="en-US" b="0" i="0" dirty="0">
                <a:solidFill>
                  <a:srgbClr val="001D35"/>
                </a:solidFill>
                <a:effectLst/>
                <a:highlight>
                  <a:srgbClr val="FFFFFF"/>
                </a:highlight>
                <a:latin typeface="Google Sans"/>
              </a:rPr>
              <a:t>. The outer transaction will continue to execute as if the nested transaction had never been started.</a:t>
            </a:r>
            <a:endParaRPr lang="en-IN" dirty="0">
              <a:hlinkClick r:id="rId2"/>
            </a:endParaRPr>
          </a:p>
          <a:p>
            <a:r>
              <a:rPr lang="en-IN" dirty="0">
                <a:hlinkClick r:id="rId2"/>
              </a:rPr>
              <a:t>https://mvpjava.com/spring-nested-transactions/</a:t>
            </a:r>
            <a:r>
              <a:rPr lang="en-IN" dirty="0"/>
              <a:t> </a:t>
            </a:r>
          </a:p>
          <a:p>
            <a:r>
              <a:rPr lang="en-IN" dirty="0">
                <a:hlinkClick r:id="rId3"/>
              </a:rPr>
              <a:t>https://www.youtube.com/watch?v=H2it0SI7cSo</a:t>
            </a:r>
            <a:r>
              <a:rPr lang="en-IN" dirty="0"/>
              <a:t> </a:t>
            </a:r>
          </a:p>
        </p:txBody>
      </p:sp>
    </p:spTree>
    <p:extLst>
      <p:ext uri="{BB962C8B-B14F-4D97-AF65-F5344CB8AC3E}">
        <p14:creationId xmlns:p14="http://schemas.microsoft.com/office/powerpoint/2010/main" val="10353521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3CD-FF4E-5C23-2B36-8388534BD051}"/>
              </a:ext>
            </a:extLst>
          </p:cNvPr>
          <p:cNvSpPr>
            <a:spLocks noGrp="1"/>
          </p:cNvSpPr>
          <p:nvPr>
            <p:ph type="ctrTitle"/>
          </p:nvPr>
        </p:nvSpPr>
        <p:spPr>
          <a:xfrm>
            <a:off x="1524000" y="886408"/>
            <a:ext cx="9144000" cy="382555"/>
          </a:xfrm>
        </p:spPr>
        <p:txBody>
          <a:bodyPr>
            <a:normAutofit fontScale="90000"/>
          </a:bodyPr>
          <a:lstStyle/>
          <a:p>
            <a:pPr algn="l"/>
            <a:r>
              <a:rPr lang="en-IN" sz="2800" dirty="0"/>
              <a:t>References</a:t>
            </a:r>
          </a:p>
        </p:txBody>
      </p:sp>
      <p:sp>
        <p:nvSpPr>
          <p:cNvPr id="3" name="Subtitle 2">
            <a:extLst>
              <a:ext uri="{FF2B5EF4-FFF2-40B4-BE49-F238E27FC236}">
                <a16:creationId xmlns:a16="http://schemas.microsoft.com/office/drawing/2014/main" id="{FA3A49E2-8126-60C8-B961-411CA59BD474}"/>
              </a:ext>
            </a:extLst>
          </p:cNvPr>
          <p:cNvSpPr>
            <a:spLocks noGrp="1"/>
          </p:cNvSpPr>
          <p:nvPr>
            <p:ph type="subTitle" idx="1"/>
          </p:nvPr>
        </p:nvSpPr>
        <p:spPr>
          <a:xfrm>
            <a:off x="625151" y="1268963"/>
            <a:ext cx="10328988" cy="3988837"/>
          </a:xfrm>
        </p:spPr>
        <p:txBody>
          <a:bodyPr/>
          <a:lstStyle/>
          <a:p>
            <a:pPr algn="l"/>
            <a:r>
              <a:rPr lang="en-US" dirty="0">
                <a:hlinkClick r:id="rId2"/>
              </a:rPr>
              <a:t>Transaction Management in Spring Boot - Scaler Topics</a:t>
            </a:r>
            <a:endParaRPr lang="en-US" dirty="0"/>
          </a:p>
          <a:p>
            <a:pPr algn="l"/>
            <a:r>
              <a:rPr lang="en-IN" dirty="0">
                <a:hlinkClick r:id="rId3"/>
              </a:rPr>
              <a:t>https://www.javainuse.com/spring/boot-transaction-propagation</a:t>
            </a:r>
            <a:r>
              <a:rPr lang="en-IN" dirty="0"/>
              <a:t> </a:t>
            </a:r>
            <a:endParaRPr lang="en-US" dirty="0"/>
          </a:p>
          <a:p>
            <a:pPr algn="l"/>
            <a:r>
              <a:rPr lang="en-US" dirty="0">
                <a:hlinkClick r:id="rId4"/>
              </a:rPr>
              <a:t>https://www.javacodegeeks.com/2016/05/understanding-transactional-annotation-spring.html</a:t>
            </a:r>
            <a:r>
              <a:rPr lang="en-US" dirty="0"/>
              <a:t> </a:t>
            </a:r>
          </a:p>
          <a:p>
            <a:pPr algn="l"/>
            <a:endParaRPr lang="en-US" dirty="0"/>
          </a:p>
          <a:p>
            <a:pPr algn="l"/>
            <a:r>
              <a:rPr lang="en-US">
                <a:hlinkClick r:id="rId5"/>
              </a:rPr>
              <a:t>https://www.javainuse.com/spring/boot-transaction-isolation</a:t>
            </a:r>
            <a:r>
              <a:rPr lang="en-US"/>
              <a:t> </a:t>
            </a:r>
            <a:endParaRPr lang="en-US" dirty="0"/>
          </a:p>
          <a:p>
            <a:pPr algn="l"/>
            <a:endParaRPr lang="en-US" dirty="0"/>
          </a:p>
          <a:p>
            <a:pPr algn="l"/>
            <a:endParaRPr lang="en-IN" dirty="0"/>
          </a:p>
        </p:txBody>
      </p:sp>
    </p:spTree>
    <p:extLst>
      <p:ext uri="{BB962C8B-B14F-4D97-AF65-F5344CB8AC3E}">
        <p14:creationId xmlns:p14="http://schemas.microsoft.com/office/powerpoint/2010/main" val="25055428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403</TotalTime>
  <Words>3491</Words>
  <Application>Microsoft Office PowerPoint</Application>
  <PresentationFormat>Widescreen</PresentationFormat>
  <Paragraphs>171</Paragraphs>
  <Slides>38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38</vt:i4>
      </vt:variant>
    </vt:vector>
  </HeadingPairs>
  <TitlesOfParts>
    <vt:vector size="50" baseType="lpstr">
      <vt:lpstr>__Source_Sans_Pro_fea366</vt:lpstr>
      <vt:lpstr>Arial</vt:lpstr>
      <vt:lpstr>Avantgarde</vt:lpstr>
      <vt:lpstr>Calibri</vt:lpstr>
      <vt:lpstr>Calibri Light</vt:lpstr>
      <vt:lpstr>Google Sans</vt:lpstr>
      <vt:lpstr>Open Sans</vt:lpstr>
      <vt:lpstr>Rubik</vt:lpstr>
      <vt:lpstr>sohne</vt:lpstr>
      <vt:lpstr>source-code-pro</vt:lpstr>
      <vt:lpstr>source-serif-pro</vt:lpstr>
      <vt:lpstr>Office Theme</vt:lpstr>
      <vt:lpstr>Transaction management</vt:lpstr>
      <vt:lpstr>Transaction management</vt:lpstr>
      <vt:lpstr>There are two types of Transactions</vt:lpstr>
      <vt:lpstr>Transaction management</vt:lpstr>
      <vt:lpstr>Understanding @Transactional annotation</vt:lpstr>
      <vt:lpstr>Transaction management</vt:lpstr>
      <vt:lpstr>Atomicity:</vt:lpstr>
      <vt:lpstr>Atomicity: Advantages</vt:lpstr>
      <vt:lpstr>Consistency:</vt:lpstr>
      <vt:lpstr>Isolation:</vt:lpstr>
      <vt:lpstr>Isolation:</vt:lpstr>
      <vt:lpstr>Durability:</vt:lpstr>
      <vt:lpstr>How to Perform Transaction Management in Spring Boot?</vt:lpstr>
      <vt:lpstr>Declarative Transaction</vt:lpstr>
      <vt:lpstr>Declarative Transaction</vt:lpstr>
      <vt:lpstr>Programmatic Transaction</vt:lpstr>
      <vt:lpstr>Programmatic Transaction</vt:lpstr>
      <vt:lpstr>Spring Transaction Abstractions</vt:lpstr>
      <vt:lpstr>Properties in @Transactional Annotation</vt:lpstr>
      <vt:lpstr>What are @Transactional Propagation Levels Used for?</vt:lpstr>
      <vt:lpstr>REQUIRED(default)</vt:lpstr>
      <vt:lpstr>REQUIRES_NEW</vt:lpstr>
      <vt:lpstr>What are @Transactional Propagation Levels Used for?</vt:lpstr>
      <vt:lpstr>What are @Transactional Propagation Levels Used for?</vt:lpstr>
      <vt:lpstr>What are @Transactional Isolation Levels Used for?</vt:lpstr>
      <vt:lpstr>What are @Transactional Isolation Levels Used for?</vt:lpstr>
      <vt:lpstr>What are @Transactional Isolation Levels Used for?</vt:lpstr>
      <vt:lpstr>Readonly vs Read-Write Transaction</vt:lpstr>
      <vt:lpstr>PowerPoint Presentation</vt:lpstr>
      <vt:lpstr> Lost Update Problem</vt:lpstr>
      <vt:lpstr>Dirty Read Problem</vt:lpstr>
      <vt:lpstr> Non-Repeatable Read Problem</vt:lpstr>
      <vt:lpstr>  Phantom Read Problem</vt:lpstr>
      <vt:lpstr>  transactional locks.</vt:lpstr>
      <vt:lpstr>  Optimistic Locks</vt:lpstr>
      <vt:lpstr>  Pessimistic Locks</vt:lpstr>
      <vt:lpstr>PROPAGATION.NESTED</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Transaction management</dc:title>
  <dc:creator>Arun Sunar</dc:creator>
  <cp:lastModifiedBy>Arun Sunar</cp:lastModifiedBy>
  <cp:revision>2</cp:revision>
  <dcterms:created xsi:type="dcterms:W3CDTF">2023-08-14T14:49:04Z</dcterms:created>
  <dcterms:modified xsi:type="dcterms:W3CDTF">2024-06-11T01:39:24Z</dcterms:modified>
</cp:coreProperties>
</file>