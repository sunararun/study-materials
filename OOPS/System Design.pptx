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48E76-A58F-4BBF-9880-D0BAE6B984EC}" v="10" dt="2023-11-03T06:53:55.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67748E76-A58F-4BBF-9880-D0BAE6B984EC}"/>
    <pc:docChg chg="undo redo custSel addSld delSld modSld sldOrd">
      <pc:chgData name="Arun Sunar" userId="3fa9774ca67c7ab5" providerId="LiveId" clId="{67748E76-A58F-4BBF-9880-D0BAE6B984EC}" dt="2023-11-03T07:07:11.130" v="174" actId="1076"/>
      <pc:docMkLst>
        <pc:docMk/>
      </pc:docMkLst>
      <pc:sldChg chg="addSp delSp modSp new mod">
        <pc:chgData name="Arun Sunar" userId="3fa9774ca67c7ab5" providerId="LiveId" clId="{67748E76-A58F-4BBF-9880-D0BAE6B984EC}" dt="2023-11-03T06:41:13.983" v="14" actId="14100"/>
        <pc:sldMkLst>
          <pc:docMk/>
          <pc:sldMk cId="2735324391" sldId="258"/>
        </pc:sldMkLst>
        <pc:spChg chg="mod">
          <ac:chgData name="Arun Sunar" userId="3fa9774ca67c7ab5" providerId="LiveId" clId="{67748E76-A58F-4BBF-9880-D0BAE6B984EC}" dt="2023-11-03T06:39:44.575" v="3" actId="255"/>
          <ac:spMkLst>
            <pc:docMk/>
            <pc:sldMk cId="2735324391" sldId="258"/>
            <ac:spMk id="2" creationId="{6509598E-DAA9-37C1-704B-9002B28E1A74}"/>
          </ac:spMkLst>
        </pc:spChg>
        <pc:spChg chg="add del">
          <ac:chgData name="Arun Sunar" userId="3fa9774ca67c7ab5" providerId="LiveId" clId="{67748E76-A58F-4BBF-9880-D0BAE6B984EC}" dt="2023-11-03T06:40:00.616" v="8"/>
          <ac:spMkLst>
            <pc:docMk/>
            <pc:sldMk cId="2735324391" sldId="258"/>
            <ac:spMk id="3" creationId="{18254078-1526-D99F-3F69-60F23D80A991}"/>
          </ac:spMkLst>
        </pc:spChg>
        <pc:spChg chg="add mod">
          <ac:chgData name="Arun Sunar" userId="3fa9774ca67c7ab5" providerId="LiveId" clId="{67748E76-A58F-4BBF-9880-D0BAE6B984EC}" dt="2023-11-03T06:41:06.308" v="13" actId="255"/>
          <ac:spMkLst>
            <pc:docMk/>
            <pc:sldMk cId="2735324391" sldId="258"/>
            <ac:spMk id="6" creationId="{5653CAF8-1A0A-5335-C111-95353EECA9EE}"/>
          </ac:spMkLst>
        </pc:spChg>
        <pc:picChg chg="add mod">
          <ac:chgData name="Arun Sunar" userId="3fa9774ca67c7ab5" providerId="LiveId" clId="{67748E76-A58F-4BBF-9880-D0BAE6B984EC}" dt="2023-11-03T06:41:13.983" v="14" actId="14100"/>
          <ac:picMkLst>
            <pc:docMk/>
            <pc:sldMk cId="2735324391" sldId="258"/>
            <ac:picMk id="4" creationId="{3361AF7D-2348-A244-0E57-7319B7B66A12}"/>
          </ac:picMkLst>
        </pc:picChg>
        <pc:picChg chg="add del mod">
          <ac:chgData name="Arun Sunar" userId="3fa9774ca67c7ab5" providerId="LiveId" clId="{67748E76-A58F-4BBF-9880-D0BAE6B984EC}" dt="2023-11-03T06:40:00.573" v="7"/>
          <ac:picMkLst>
            <pc:docMk/>
            <pc:sldMk cId="2735324391" sldId="258"/>
            <ac:picMk id="1026" creationId="{680C5004-5BDB-5D87-6DC1-3591DA7021E4}"/>
          </ac:picMkLst>
        </pc:picChg>
      </pc:sldChg>
      <pc:sldChg chg="modSp new mod">
        <pc:chgData name="Arun Sunar" userId="3fa9774ca67c7ab5" providerId="LiveId" clId="{67748E76-A58F-4BBF-9880-D0BAE6B984EC}" dt="2023-11-03T06:42:34.390" v="28" actId="27636"/>
        <pc:sldMkLst>
          <pc:docMk/>
          <pc:sldMk cId="376221365" sldId="259"/>
        </pc:sldMkLst>
        <pc:spChg chg="mod">
          <ac:chgData name="Arun Sunar" userId="3fa9774ca67c7ab5" providerId="LiveId" clId="{67748E76-A58F-4BBF-9880-D0BAE6B984EC}" dt="2023-11-03T06:42:13.622" v="23" actId="27636"/>
          <ac:spMkLst>
            <pc:docMk/>
            <pc:sldMk cId="376221365" sldId="259"/>
            <ac:spMk id="2" creationId="{B07769A1-A5AA-6ACA-F547-9D78B2B1682C}"/>
          </ac:spMkLst>
        </pc:spChg>
        <pc:spChg chg="mod">
          <ac:chgData name="Arun Sunar" userId="3fa9774ca67c7ab5" providerId="LiveId" clId="{67748E76-A58F-4BBF-9880-D0BAE6B984EC}" dt="2023-11-03T06:42:34.390" v="28" actId="27636"/>
          <ac:spMkLst>
            <pc:docMk/>
            <pc:sldMk cId="376221365" sldId="259"/>
            <ac:spMk id="3" creationId="{247A2677-A4AB-1F5D-7272-46ED71FA5897}"/>
          </ac:spMkLst>
        </pc:spChg>
      </pc:sldChg>
      <pc:sldChg chg="add del">
        <pc:chgData name="Arun Sunar" userId="3fa9774ca67c7ab5" providerId="LiveId" clId="{67748E76-A58F-4BBF-9880-D0BAE6B984EC}" dt="2023-11-03T06:41:58.805" v="16" actId="2890"/>
        <pc:sldMkLst>
          <pc:docMk/>
          <pc:sldMk cId="3595340142" sldId="259"/>
        </pc:sldMkLst>
      </pc:sldChg>
      <pc:sldChg chg="addSp delSp modSp add mod">
        <pc:chgData name="Arun Sunar" userId="3fa9774ca67c7ab5" providerId="LiveId" clId="{67748E76-A58F-4BBF-9880-D0BAE6B984EC}" dt="2023-11-03T06:43:07.382" v="34"/>
        <pc:sldMkLst>
          <pc:docMk/>
          <pc:sldMk cId="385076337" sldId="260"/>
        </pc:sldMkLst>
        <pc:spChg chg="del">
          <ac:chgData name="Arun Sunar" userId="3fa9774ca67c7ab5" providerId="LiveId" clId="{67748E76-A58F-4BBF-9880-D0BAE6B984EC}" dt="2023-11-03T06:42:48.312" v="32" actId="478"/>
          <ac:spMkLst>
            <pc:docMk/>
            <pc:sldMk cId="385076337" sldId="260"/>
            <ac:spMk id="3" creationId="{247A2677-A4AB-1F5D-7272-46ED71FA5897}"/>
          </ac:spMkLst>
        </pc:spChg>
        <pc:spChg chg="add del mod">
          <ac:chgData name="Arun Sunar" userId="3fa9774ca67c7ab5" providerId="LiveId" clId="{67748E76-A58F-4BBF-9880-D0BAE6B984EC}" dt="2023-11-03T06:42:51.632" v="33" actId="478"/>
          <ac:spMkLst>
            <pc:docMk/>
            <pc:sldMk cId="385076337" sldId="260"/>
            <ac:spMk id="5" creationId="{7BA42548-5EE2-0DD0-41F5-DA2031CF3028}"/>
          </ac:spMkLst>
        </pc:spChg>
        <pc:picChg chg="add">
          <ac:chgData name="Arun Sunar" userId="3fa9774ca67c7ab5" providerId="LiveId" clId="{67748E76-A58F-4BBF-9880-D0BAE6B984EC}" dt="2023-11-03T06:43:07.382" v="34"/>
          <ac:picMkLst>
            <pc:docMk/>
            <pc:sldMk cId="385076337" sldId="260"/>
            <ac:picMk id="2050" creationId="{E2C41E8A-A7B8-604E-60CA-FF33D59DA656}"/>
          </ac:picMkLst>
        </pc:picChg>
      </pc:sldChg>
      <pc:sldChg chg="new del">
        <pc:chgData name="Arun Sunar" userId="3fa9774ca67c7ab5" providerId="LiveId" clId="{67748E76-A58F-4BBF-9880-D0BAE6B984EC}" dt="2023-11-03T06:42:42.738" v="30" actId="680"/>
        <pc:sldMkLst>
          <pc:docMk/>
          <pc:sldMk cId="3488819793" sldId="260"/>
        </pc:sldMkLst>
      </pc:sldChg>
      <pc:sldChg chg="modSp add mod ord">
        <pc:chgData name="Arun Sunar" userId="3fa9774ca67c7ab5" providerId="LiveId" clId="{67748E76-A58F-4BBF-9880-D0BAE6B984EC}" dt="2023-11-03T06:43:56.242" v="50" actId="27636"/>
        <pc:sldMkLst>
          <pc:docMk/>
          <pc:sldMk cId="1742661081" sldId="261"/>
        </pc:sldMkLst>
        <pc:spChg chg="mod">
          <ac:chgData name="Arun Sunar" userId="3fa9774ca67c7ab5" providerId="LiveId" clId="{67748E76-A58F-4BBF-9880-D0BAE6B984EC}" dt="2023-11-03T06:43:45.160" v="46"/>
          <ac:spMkLst>
            <pc:docMk/>
            <pc:sldMk cId="1742661081" sldId="261"/>
            <ac:spMk id="2" creationId="{B07769A1-A5AA-6ACA-F547-9D78B2B1682C}"/>
          </ac:spMkLst>
        </pc:spChg>
        <pc:spChg chg="mod">
          <ac:chgData name="Arun Sunar" userId="3fa9774ca67c7ab5" providerId="LiveId" clId="{67748E76-A58F-4BBF-9880-D0BAE6B984EC}" dt="2023-11-03T06:43:56.242" v="50" actId="27636"/>
          <ac:spMkLst>
            <pc:docMk/>
            <pc:sldMk cId="1742661081" sldId="261"/>
            <ac:spMk id="3" creationId="{247A2677-A4AB-1F5D-7272-46ED71FA5897}"/>
          </ac:spMkLst>
        </pc:spChg>
      </pc:sldChg>
      <pc:sldChg chg="addSp delSp modSp add mod">
        <pc:chgData name="Arun Sunar" userId="3fa9774ca67c7ab5" providerId="LiveId" clId="{67748E76-A58F-4BBF-9880-D0BAE6B984EC}" dt="2023-11-03T06:44:13.954" v="53"/>
        <pc:sldMkLst>
          <pc:docMk/>
          <pc:sldMk cId="2330379520" sldId="262"/>
        </pc:sldMkLst>
        <pc:spChg chg="mod">
          <ac:chgData name="Arun Sunar" userId="3fa9774ca67c7ab5" providerId="LiveId" clId="{67748E76-A58F-4BBF-9880-D0BAE6B984EC}" dt="2023-11-03T06:44:13.954" v="53"/>
          <ac:spMkLst>
            <pc:docMk/>
            <pc:sldMk cId="2330379520" sldId="262"/>
            <ac:spMk id="2" creationId="{B07769A1-A5AA-6ACA-F547-9D78B2B1682C}"/>
          </ac:spMkLst>
        </pc:spChg>
        <pc:picChg chg="del">
          <ac:chgData name="Arun Sunar" userId="3fa9774ca67c7ab5" providerId="LiveId" clId="{67748E76-A58F-4BBF-9880-D0BAE6B984EC}" dt="2023-11-03T06:44:05.209" v="51" actId="478"/>
          <ac:picMkLst>
            <pc:docMk/>
            <pc:sldMk cId="2330379520" sldId="262"/>
            <ac:picMk id="2050" creationId="{E2C41E8A-A7B8-604E-60CA-FF33D59DA656}"/>
          </ac:picMkLst>
        </pc:picChg>
        <pc:picChg chg="add">
          <ac:chgData name="Arun Sunar" userId="3fa9774ca67c7ab5" providerId="LiveId" clId="{67748E76-A58F-4BBF-9880-D0BAE6B984EC}" dt="2023-11-03T06:44:05.904" v="52"/>
          <ac:picMkLst>
            <pc:docMk/>
            <pc:sldMk cId="2330379520" sldId="262"/>
            <ac:picMk id="3074" creationId="{3176AC65-2022-FF27-5024-F776D4AFB5D7}"/>
          </ac:picMkLst>
        </pc:picChg>
      </pc:sldChg>
      <pc:sldChg chg="modSp add mod ord">
        <pc:chgData name="Arun Sunar" userId="3fa9774ca67c7ab5" providerId="LiveId" clId="{67748E76-A58F-4BBF-9880-D0BAE6B984EC}" dt="2023-11-03T06:44:42.997" v="62" actId="27636"/>
        <pc:sldMkLst>
          <pc:docMk/>
          <pc:sldMk cId="2889883149" sldId="263"/>
        </pc:sldMkLst>
        <pc:spChg chg="mod">
          <ac:chgData name="Arun Sunar" userId="3fa9774ca67c7ab5" providerId="LiveId" clId="{67748E76-A58F-4BBF-9880-D0BAE6B984EC}" dt="2023-11-03T06:44:33.563" v="60"/>
          <ac:spMkLst>
            <pc:docMk/>
            <pc:sldMk cId="2889883149" sldId="263"/>
            <ac:spMk id="2" creationId="{B07769A1-A5AA-6ACA-F547-9D78B2B1682C}"/>
          </ac:spMkLst>
        </pc:spChg>
        <pc:spChg chg="mod">
          <ac:chgData name="Arun Sunar" userId="3fa9774ca67c7ab5" providerId="LiveId" clId="{67748E76-A58F-4BBF-9880-D0BAE6B984EC}" dt="2023-11-03T06:44:42.997" v="62" actId="27636"/>
          <ac:spMkLst>
            <pc:docMk/>
            <pc:sldMk cId="2889883149" sldId="263"/>
            <ac:spMk id="3" creationId="{247A2677-A4AB-1F5D-7272-46ED71FA5897}"/>
          </ac:spMkLst>
        </pc:spChg>
      </pc:sldChg>
      <pc:sldChg chg="modSp add mod">
        <pc:chgData name="Arun Sunar" userId="3fa9774ca67c7ab5" providerId="LiveId" clId="{67748E76-A58F-4BBF-9880-D0BAE6B984EC}" dt="2023-11-03T06:45:20.730" v="72"/>
        <pc:sldMkLst>
          <pc:docMk/>
          <pc:sldMk cId="2073331583" sldId="264"/>
        </pc:sldMkLst>
        <pc:spChg chg="mod">
          <ac:chgData name="Arun Sunar" userId="3fa9774ca67c7ab5" providerId="LiveId" clId="{67748E76-A58F-4BBF-9880-D0BAE6B984EC}" dt="2023-11-03T06:45:02.002" v="69"/>
          <ac:spMkLst>
            <pc:docMk/>
            <pc:sldMk cId="2073331583" sldId="264"/>
            <ac:spMk id="2" creationId="{B07769A1-A5AA-6ACA-F547-9D78B2B1682C}"/>
          </ac:spMkLst>
        </pc:spChg>
        <pc:spChg chg="mod">
          <ac:chgData name="Arun Sunar" userId="3fa9774ca67c7ab5" providerId="LiveId" clId="{67748E76-A58F-4BBF-9880-D0BAE6B984EC}" dt="2023-11-03T06:45:20.730" v="72"/>
          <ac:spMkLst>
            <pc:docMk/>
            <pc:sldMk cId="2073331583" sldId="264"/>
            <ac:spMk id="3" creationId="{247A2677-A4AB-1F5D-7272-46ED71FA5897}"/>
          </ac:spMkLst>
        </pc:spChg>
      </pc:sldChg>
      <pc:sldChg chg="addSp delSp modSp add mod ord">
        <pc:chgData name="Arun Sunar" userId="3fa9774ca67c7ab5" providerId="LiveId" clId="{67748E76-A58F-4BBF-9880-D0BAE6B984EC}" dt="2023-11-03T06:46:56.782" v="79" actId="478"/>
        <pc:sldMkLst>
          <pc:docMk/>
          <pc:sldMk cId="2487092498" sldId="265"/>
        </pc:sldMkLst>
        <pc:spChg chg="del">
          <ac:chgData name="Arun Sunar" userId="3fa9774ca67c7ab5" providerId="LiveId" clId="{67748E76-A58F-4BBF-9880-D0BAE6B984EC}" dt="2023-11-03T06:46:53.657" v="78" actId="478"/>
          <ac:spMkLst>
            <pc:docMk/>
            <pc:sldMk cId="2487092498" sldId="265"/>
            <ac:spMk id="2" creationId="{B07769A1-A5AA-6ACA-F547-9D78B2B1682C}"/>
          </ac:spMkLst>
        </pc:spChg>
        <pc:spChg chg="add del mod">
          <ac:chgData name="Arun Sunar" userId="3fa9774ca67c7ab5" providerId="LiveId" clId="{67748E76-A58F-4BBF-9880-D0BAE6B984EC}" dt="2023-11-03T06:46:56.782" v="79" actId="478"/>
          <ac:spMkLst>
            <pc:docMk/>
            <pc:sldMk cId="2487092498" sldId="265"/>
            <ac:spMk id="6" creationId="{8638386E-6E40-5D9F-6B57-A6ED5A90E313}"/>
          </ac:spMkLst>
        </pc:spChg>
        <pc:picChg chg="add">
          <ac:chgData name="Arun Sunar" userId="3fa9774ca67c7ab5" providerId="LiveId" clId="{67748E76-A58F-4BBF-9880-D0BAE6B984EC}" dt="2023-11-03T06:46:48.662" v="77" actId="22"/>
          <ac:picMkLst>
            <pc:docMk/>
            <pc:sldMk cId="2487092498" sldId="265"/>
            <ac:picMk id="4" creationId="{CE6095C5-F2A8-27B3-64F4-B9B8D64D5548}"/>
          </ac:picMkLst>
        </pc:picChg>
        <pc:picChg chg="del">
          <ac:chgData name="Arun Sunar" userId="3fa9774ca67c7ab5" providerId="LiveId" clId="{67748E76-A58F-4BBF-9880-D0BAE6B984EC}" dt="2023-11-03T06:46:48.028" v="76" actId="478"/>
          <ac:picMkLst>
            <pc:docMk/>
            <pc:sldMk cId="2487092498" sldId="265"/>
            <ac:picMk id="3074" creationId="{3176AC65-2022-FF27-5024-F776D4AFB5D7}"/>
          </ac:picMkLst>
        </pc:picChg>
      </pc:sldChg>
      <pc:sldChg chg="addSp delSp add mod">
        <pc:chgData name="Arun Sunar" userId="3fa9774ca67c7ab5" providerId="LiveId" clId="{67748E76-A58F-4BBF-9880-D0BAE6B984EC}" dt="2023-11-03T06:48:00.535" v="82" actId="22"/>
        <pc:sldMkLst>
          <pc:docMk/>
          <pc:sldMk cId="1047298813" sldId="266"/>
        </pc:sldMkLst>
        <pc:picChg chg="add">
          <ac:chgData name="Arun Sunar" userId="3fa9774ca67c7ab5" providerId="LiveId" clId="{67748E76-A58F-4BBF-9880-D0BAE6B984EC}" dt="2023-11-03T06:48:00.535" v="82" actId="22"/>
          <ac:picMkLst>
            <pc:docMk/>
            <pc:sldMk cId="1047298813" sldId="266"/>
            <ac:picMk id="3" creationId="{2AD54808-ECD1-A396-68DC-2922C66C95E2}"/>
          </ac:picMkLst>
        </pc:picChg>
        <pc:picChg chg="del">
          <ac:chgData name="Arun Sunar" userId="3fa9774ca67c7ab5" providerId="LiveId" clId="{67748E76-A58F-4BBF-9880-D0BAE6B984EC}" dt="2023-11-03T06:48:00.104" v="81" actId="478"/>
          <ac:picMkLst>
            <pc:docMk/>
            <pc:sldMk cId="1047298813" sldId="266"/>
            <ac:picMk id="4" creationId="{CE6095C5-F2A8-27B3-64F4-B9B8D64D5548}"/>
          </ac:picMkLst>
        </pc:picChg>
      </pc:sldChg>
      <pc:sldChg chg="addSp delSp modSp add mod">
        <pc:chgData name="Arun Sunar" userId="3fa9774ca67c7ab5" providerId="LiveId" clId="{67748E76-A58F-4BBF-9880-D0BAE6B984EC}" dt="2023-11-03T06:54:28.903" v="126" actId="20577"/>
        <pc:sldMkLst>
          <pc:docMk/>
          <pc:sldMk cId="3385374684" sldId="267"/>
        </pc:sldMkLst>
        <pc:spChg chg="add mod">
          <ac:chgData name="Arun Sunar" userId="3fa9774ca67c7ab5" providerId="LiveId" clId="{67748E76-A58F-4BBF-9880-D0BAE6B984EC}" dt="2023-11-03T06:54:28.903" v="126" actId="20577"/>
          <ac:spMkLst>
            <pc:docMk/>
            <pc:sldMk cId="3385374684" sldId="267"/>
            <ac:spMk id="5" creationId="{9CB59EED-F8AC-4CCF-D1E9-C0A33E2114B3}"/>
          </ac:spMkLst>
        </pc:spChg>
        <pc:picChg chg="del">
          <ac:chgData name="Arun Sunar" userId="3fa9774ca67c7ab5" providerId="LiveId" clId="{67748E76-A58F-4BBF-9880-D0BAE6B984EC}" dt="2023-11-03T06:53:38.317" v="84" actId="478"/>
          <ac:picMkLst>
            <pc:docMk/>
            <pc:sldMk cId="3385374684" sldId="267"/>
            <ac:picMk id="3" creationId="{2AD54808-ECD1-A396-68DC-2922C66C95E2}"/>
          </ac:picMkLst>
        </pc:picChg>
        <pc:picChg chg="add mod">
          <ac:chgData name="Arun Sunar" userId="3fa9774ca67c7ab5" providerId="LiveId" clId="{67748E76-A58F-4BBF-9880-D0BAE6B984EC}" dt="2023-11-03T06:54:07.653" v="91" actId="1076"/>
          <ac:picMkLst>
            <pc:docMk/>
            <pc:sldMk cId="3385374684" sldId="267"/>
            <ac:picMk id="4" creationId="{5673ABA7-89A5-59A6-8C39-4A373C63C5D3}"/>
          </ac:picMkLst>
        </pc:picChg>
      </pc:sldChg>
      <pc:sldChg chg="addSp delSp modSp add mod">
        <pc:chgData name="Arun Sunar" userId="3fa9774ca67c7ab5" providerId="LiveId" clId="{67748E76-A58F-4BBF-9880-D0BAE6B984EC}" dt="2023-11-03T06:55:30.312" v="137" actId="20577"/>
        <pc:sldMkLst>
          <pc:docMk/>
          <pc:sldMk cId="3199367371" sldId="268"/>
        </pc:sldMkLst>
        <pc:spChg chg="mod">
          <ac:chgData name="Arun Sunar" userId="3fa9774ca67c7ab5" providerId="LiveId" clId="{67748E76-A58F-4BBF-9880-D0BAE6B984EC}" dt="2023-11-03T06:55:30.312" v="137" actId="20577"/>
          <ac:spMkLst>
            <pc:docMk/>
            <pc:sldMk cId="3199367371" sldId="268"/>
            <ac:spMk id="5" creationId="{9CB59EED-F8AC-4CCF-D1E9-C0A33E2114B3}"/>
          </ac:spMkLst>
        </pc:spChg>
        <pc:picChg chg="add mod">
          <ac:chgData name="Arun Sunar" userId="3fa9774ca67c7ab5" providerId="LiveId" clId="{67748E76-A58F-4BBF-9880-D0BAE6B984EC}" dt="2023-11-03T06:55:25.085" v="130" actId="1076"/>
          <ac:picMkLst>
            <pc:docMk/>
            <pc:sldMk cId="3199367371" sldId="268"/>
            <ac:picMk id="3" creationId="{2739D060-3311-3B96-9783-8BCC82F2BB42}"/>
          </ac:picMkLst>
        </pc:picChg>
        <pc:picChg chg="del">
          <ac:chgData name="Arun Sunar" userId="3fa9774ca67c7ab5" providerId="LiveId" clId="{67748E76-A58F-4BBF-9880-D0BAE6B984EC}" dt="2023-11-03T06:55:21.047" v="128" actId="478"/>
          <ac:picMkLst>
            <pc:docMk/>
            <pc:sldMk cId="3199367371" sldId="268"/>
            <ac:picMk id="4" creationId="{5673ABA7-89A5-59A6-8C39-4A373C63C5D3}"/>
          </ac:picMkLst>
        </pc:picChg>
      </pc:sldChg>
      <pc:sldChg chg="addSp delSp modSp add mod">
        <pc:chgData name="Arun Sunar" userId="3fa9774ca67c7ab5" providerId="LiveId" clId="{67748E76-A58F-4BBF-9880-D0BAE6B984EC}" dt="2023-11-03T06:56:48.397" v="143" actId="1076"/>
        <pc:sldMkLst>
          <pc:docMk/>
          <pc:sldMk cId="105654415" sldId="269"/>
        </pc:sldMkLst>
        <pc:spChg chg="del">
          <ac:chgData name="Arun Sunar" userId="3fa9774ca67c7ab5" providerId="LiveId" clId="{67748E76-A58F-4BBF-9880-D0BAE6B984EC}" dt="2023-11-03T06:56:45.852" v="142" actId="478"/>
          <ac:spMkLst>
            <pc:docMk/>
            <pc:sldMk cId="105654415" sldId="269"/>
            <ac:spMk id="5" creationId="{9CB59EED-F8AC-4CCF-D1E9-C0A33E2114B3}"/>
          </ac:spMkLst>
        </pc:spChg>
        <pc:picChg chg="del">
          <ac:chgData name="Arun Sunar" userId="3fa9774ca67c7ab5" providerId="LiveId" clId="{67748E76-A58F-4BBF-9880-D0BAE6B984EC}" dt="2023-11-03T06:56:41.089" v="139" actId="478"/>
          <ac:picMkLst>
            <pc:docMk/>
            <pc:sldMk cId="105654415" sldId="269"/>
            <ac:picMk id="3" creationId="{2739D060-3311-3B96-9783-8BCC82F2BB42}"/>
          </ac:picMkLst>
        </pc:picChg>
        <pc:picChg chg="add mod">
          <ac:chgData name="Arun Sunar" userId="3fa9774ca67c7ab5" providerId="LiveId" clId="{67748E76-A58F-4BBF-9880-D0BAE6B984EC}" dt="2023-11-03T06:56:48.397" v="143" actId="1076"/>
          <ac:picMkLst>
            <pc:docMk/>
            <pc:sldMk cId="105654415" sldId="269"/>
            <ac:picMk id="4" creationId="{C7BD1DF8-F4FD-BF10-BA99-30F673AD8B54}"/>
          </ac:picMkLst>
        </pc:picChg>
      </pc:sldChg>
      <pc:sldChg chg="addSp delSp add mod">
        <pc:chgData name="Arun Sunar" userId="3fa9774ca67c7ab5" providerId="LiveId" clId="{67748E76-A58F-4BBF-9880-D0BAE6B984EC}" dt="2023-11-03T06:57:42.316" v="146" actId="22"/>
        <pc:sldMkLst>
          <pc:docMk/>
          <pc:sldMk cId="2672959270" sldId="270"/>
        </pc:sldMkLst>
        <pc:picChg chg="add">
          <ac:chgData name="Arun Sunar" userId="3fa9774ca67c7ab5" providerId="LiveId" clId="{67748E76-A58F-4BBF-9880-D0BAE6B984EC}" dt="2023-11-03T06:57:42.316" v="146" actId="22"/>
          <ac:picMkLst>
            <pc:docMk/>
            <pc:sldMk cId="2672959270" sldId="270"/>
            <ac:picMk id="3" creationId="{E8FED1F7-14FF-D9F6-56BF-A7F07A952B5A}"/>
          </ac:picMkLst>
        </pc:picChg>
        <pc:picChg chg="del">
          <ac:chgData name="Arun Sunar" userId="3fa9774ca67c7ab5" providerId="LiveId" clId="{67748E76-A58F-4BBF-9880-D0BAE6B984EC}" dt="2023-11-03T06:57:41.812" v="145" actId="478"/>
          <ac:picMkLst>
            <pc:docMk/>
            <pc:sldMk cId="2672959270" sldId="270"/>
            <ac:picMk id="4" creationId="{C7BD1DF8-F4FD-BF10-BA99-30F673AD8B54}"/>
          </ac:picMkLst>
        </pc:picChg>
      </pc:sldChg>
      <pc:sldChg chg="addSp delSp add mod">
        <pc:chgData name="Arun Sunar" userId="3fa9774ca67c7ab5" providerId="LiveId" clId="{67748E76-A58F-4BBF-9880-D0BAE6B984EC}" dt="2023-11-03T06:58:52.551" v="151" actId="22"/>
        <pc:sldMkLst>
          <pc:docMk/>
          <pc:sldMk cId="3502086220" sldId="271"/>
        </pc:sldMkLst>
        <pc:picChg chg="del">
          <ac:chgData name="Arun Sunar" userId="3fa9774ca67c7ab5" providerId="LiveId" clId="{67748E76-A58F-4BBF-9880-D0BAE6B984EC}" dt="2023-11-03T06:58:26.910" v="148" actId="478"/>
          <ac:picMkLst>
            <pc:docMk/>
            <pc:sldMk cId="3502086220" sldId="271"/>
            <ac:picMk id="3" creationId="{E8FED1F7-14FF-D9F6-56BF-A7F07A952B5A}"/>
          </ac:picMkLst>
        </pc:picChg>
        <pc:picChg chg="add del">
          <ac:chgData name="Arun Sunar" userId="3fa9774ca67c7ab5" providerId="LiveId" clId="{67748E76-A58F-4BBF-9880-D0BAE6B984EC}" dt="2023-11-03T06:58:52.132" v="150" actId="478"/>
          <ac:picMkLst>
            <pc:docMk/>
            <pc:sldMk cId="3502086220" sldId="271"/>
            <ac:picMk id="4" creationId="{DF08E1AB-6A39-CC96-048A-FB59ADE729B2}"/>
          </ac:picMkLst>
        </pc:picChg>
        <pc:picChg chg="add">
          <ac:chgData name="Arun Sunar" userId="3fa9774ca67c7ab5" providerId="LiveId" clId="{67748E76-A58F-4BBF-9880-D0BAE6B984EC}" dt="2023-11-03T06:58:52.551" v="151" actId="22"/>
          <ac:picMkLst>
            <pc:docMk/>
            <pc:sldMk cId="3502086220" sldId="271"/>
            <ac:picMk id="6" creationId="{2F295B10-82A9-62E2-2F79-1339E6C145E9}"/>
          </ac:picMkLst>
        </pc:picChg>
      </pc:sldChg>
      <pc:sldChg chg="addSp delSp add mod">
        <pc:chgData name="Arun Sunar" userId="3fa9774ca67c7ab5" providerId="LiveId" clId="{67748E76-A58F-4BBF-9880-D0BAE6B984EC}" dt="2023-11-03T06:59:29.823" v="154" actId="22"/>
        <pc:sldMkLst>
          <pc:docMk/>
          <pc:sldMk cId="3076343278" sldId="272"/>
        </pc:sldMkLst>
        <pc:picChg chg="add">
          <ac:chgData name="Arun Sunar" userId="3fa9774ca67c7ab5" providerId="LiveId" clId="{67748E76-A58F-4BBF-9880-D0BAE6B984EC}" dt="2023-11-03T06:59:29.823" v="154" actId="22"/>
          <ac:picMkLst>
            <pc:docMk/>
            <pc:sldMk cId="3076343278" sldId="272"/>
            <ac:picMk id="3" creationId="{A9C4C7E0-F6DF-F592-E793-F6135A3F58E5}"/>
          </ac:picMkLst>
        </pc:picChg>
        <pc:picChg chg="del">
          <ac:chgData name="Arun Sunar" userId="3fa9774ca67c7ab5" providerId="LiveId" clId="{67748E76-A58F-4BBF-9880-D0BAE6B984EC}" dt="2023-11-03T06:59:29.415" v="153" actId="478"/>
          <ac:picMkLst>
            <pc:docMk/>
            <pc:sldMk cId="3076343278" sldId="272"/>
            <ac:picMk id="6" creationId="{2F295B10-82A9-62E2-2F79-1339E6C145E9}"/>
          </ac:picMkLst>
        </pc:picChg>
      </pc:sldChg>
      <pc:sldChg chg="addSp delSp add mod">
        <pc:chgData name="Arun Sunar" userId="3fa9774ca67c7ab5" providerId="LiveId" clId="{67748E76-A58F-4BBF-9880-D0BAE6B984EC}" dt="2023-11-03T07:00:09.727" v="157" actId="22"/>
        <pc:sldMkLst>
          <pc:docMk/>
          <pc:sldMk cId="504836349" sldId="273"/>
        </pc:sldMkLst>
        <pc:picChg chg="del">
          <ac:chgData name="Arun Sunar" userId="3fa9774ca67c7ab5" providerId="LiveId" clId="{67748E76-A58F-4BBF-9880-D0BAE6B984EC}" dt="2023-11-03T07:00:09.287" v="156" actId="478"/>
          <ac:picMkLst>
            <pc:docMk/>
            <pc:sldMk cId="504836349" sldId="273"/>
            <ac:picMk id="3" creationId="{A9C4C7E0-F6DF-F592-E793-F6135A3F58E5}"/>
          </ac:picMkLst>
        </pc:picChg>
        <pc:picChg chg="add">
          <ac:chgData name="Arun Sunar" userId="3fa9774ca67c7ab5" providerId="LiveId" clId="{67748E76-A58F-4BBF-9880-D0BAE6B984EC}" dt="2023-11-03T07:00:09.727" v="157" actId="22"/>
          <ac:picMkLst>
            <pc:docMk/>
            <pc:sldMk cId="504836349" sldId="273"/>
            <ac:picMk id="4" creationId="{8CF6B57F-B9E8-798B-919C-C907056A4152}"/>
          </ac:picMkLst>
        </pc:picChg>
      </pc:sldChg>
      <pc:sldChg chg="addSp delSp add mod">
        <pc:chgData name="Arun Sunar" userId="3fa9774ca67c7ab5" providerId="LiveId" clId="{67748E76-A58F-4BBF-9880-D0BAE6B984EC}" dt="2023-11-03T07:01:01.591" v="160" actId="22"/>
        <pc:sldMkLst>
          <pc:docMk/>
          <pc:sldMk cId="1734173290" sldId="274"/>
        </pc:sldMkLst>
        <pc:picChg chg="add">
          <ac:chgData name="Arun Sunar" userId="3fa9774ca67c7ab5" providerId="LiveId" clId="{67748E76-A58F-4BBF-9880-D0BAE6B984EC}" dt="2023-11-03T07:01:01.591" v="160" actId="22"/>
          <ac:picMkLst>
            <pc:docMk/>
            <pc:sldMk cId="1734173290" sldId="274"/>
            <ac:picMk id="3" creationId="{68205992-8306-F88B-D287-0D58C8A2A3D8}"/>
          </ac:picMkLst>
        </pc:picChg>
        <pc:picChg chg="del">
          <ac:chgData name="Arun Sunar" userId="3fa9774ca67c7ab5" providerId="LiveId" clId="{67748E76-A58F-4BBF-9880-D0BAE6B984EC}" dt="2023-11-03T07:01:01.179" v="159" actId="478"/>
          <ac:picMkLst>
            <pc:docMk/>
            <pc:sldMk cId="1734173290" sldId="274"/>
            <ac:picMk id="4" creationId="{8CF6B57F-B9E8-798B-919C-C907056A4152}"/>
          </ac:picMkLst>
        </pc:picChg>
      </pc:sldChg>
      <pc:sldChg chg="addSp delSp add mod">
        <pc:chgData name="Arun Sunar" userId="3fa9774ca67c7ab5" providerId="LiveId" clId="{67748E76-A58F-4BBF-9880-D0BAE6B984EC}" dt="2023-11-03T07:02:04.852" v="163" actId="22"/>
        <pc:sldMkLst>
          <pc:docMk/>
          <pc:sldMk cId="3400131170" sldId="275"/>
        </pc:sldMkLst>
        <pc:picChg chg="del">
          <ac:chgData name="Arun Sunar" userId="3fa9774ca67c7ab5" providerId="LiveId" clId="{67748E76-A58F-4BBF-9880-D0BAE6B984EC}" dt="2023-11-03T07:02:04.347" v="162" actId="478"/>
          <ac:picMkLst>
            <pc:docMk/>
            <pc:sldMk cId="3400131170" sldId="275"/>
            <ac:picMk id="3" creationId="{68205992-8306-F88B-D287-0D58C8A2A3D8}"/>
          </ac:picMkLst>
        </pc:picChg>
        <pc:picChg chg="add">
          <ac:chgData name="Arun Sunar" userId="3fa9774ca67c7ab5" providerId="LiveId" clId="{67748E76-A58F-4BBF-9880-D0BAE6B984EC}" dt="2023-11-03T07:02:04.852" v="163" actId="22"/>
          <ac:picMkLst>
            <pc:docMk/>
            <pc:sldMk cId="3400131170" sldId="275"/>
            <ac:picMk id="4" creationId="{E4235ECD-E14F-3999-BD0F-A29DB8A270F9}"/>
          </ac:picMkLst>
        </pc:picChg>
      </pc:sldChg>
      <pc:sldChg chg="addSp delSp add mod">
        <pc:chgData name="Arun Sunar" userId="3fa9774ca67c7ab5" providerId="LiveId" clId="{67748E76-A58F-4BBF-9880-D0BAE6B984EC}" dt="2023-11-03T07:04:00.217" v="166" actId="22"/>
        <pc:sldMkLst>
          <pc:docMk/>
          <pc:sldMk cId="3120728144" sldId="276"/>
        </pc:sldMkLst>
        <pc:picChg chg="add">
          <ac:chgData name="Arun Sunar" userId="3fa9774ca67c7ab5" providerId="LiveId" clId="{67748E76-A58F-4BBF-9880-D0BAE6B984EC}" dt="2023-11-03T07:04:00.217" v="166" actId="22"/>
          <ac:picMkLst>
            <pc:docMk/>
            <pc:sldMk cId="3120728144" sldId="276"/>
            <ac:picMk id="3" creationId="{6E4EEBE2-8769-6821-EE51-067C49FDF19F}"/>
          </ac:picMkLst>
        </pc:picChg>
        <pc:picChg chg="del">
          <ac:chgData name="Arun Sunar" userId="3fa9774ca67c7ab5" providerId="LiveId" clId="{67748E76-A58F-4BBF-9880-D0BAE6B984EC}" dt="2023-11-03T07:03:59.818" v="165" actId="478"/>
          <ac:picMkLst>
            <pc:docMk/>
            <pc:sldMk cId="3120728144" sldId="276"/>
            <ac:picMk id="4" creationId="{E4235ECD-E14F-3999-BD0F-A29DB8A270F9}"/>
          </ac:picMkLst>
        </pc:picChg>
      </pc:sldChg>
      <pc:sldChg chg="addSp delSp modSp add mod">
        <pc:chgData name="Arun Sunar" userId="3fa9774ca67c7ab5" providerId="LiveId" clId="{67748E76-A58F-4BBF-9880-D0BAE6B984EC}" dt="2023-11-03T07:07:11.130" v="174" actId="1076"/>
        <pc:sldMkLst>
          <pc:docMk/>
          <pc:sldMk cId="1566190509" sldId="277"/>
        </pc:sldMkLst>
        <pc:picChg chg="del">
          <ac:chgData name="Arun Sunar" userId="3fa9774ca67c7ab5" providerId="LiveId" clId="{67748E76-A58F-4BBF-9880-D0BAE6B984EC}" dt="2023-11-03T07:06:19.478" v="168" actId="478"/>
          <ac:picMkLst>
            <pc:docMk/>
            <pc:sldMk cId="1566190509" sldId="277"/>
            <ac:picMk id="3" creationId="{6E4EEBE2-8769-6821-EE51-067C49FDF19F}"/>
          </ac:picMkLst>
        </pc:picChg>
        <pc:picChg chg="add mod">
          <ac:chgData name="Arun Sunar" userId="3fa9774ca67c7ab5" providerId="LiveId" clId="{67748E76-A58F-4BBF-9880-D0BAE6B984EC}" dt="2023-11-03T07:06:23.044" v="170" actId="1076"/>
          <ac:picMkLst>
            <pc:docMk/>
            <pc:sldMk cId="1566190509" sldId="277"/>
            <ac:picMk id="4" creationId="{7FEA85F9-498D-CE01-6744-B051D4980F43}"/>
          </ac:picMkLst>
        </pc:picChg>
        <pc:picChg chg="add mod">
          <ac:chgData name="Arun Sunar" userId="3fa9774ca67c7ab5" providerId="LiveId" clId="{67748E76-A58F-4BBF-9880-D0BAE6B984EC}" dt="2023-11-03T07:07:11.130" v="174" actId="1076"/>
          <ac:picMkLst>
            <pc:docMk/>
            <pc:sldMk cId="1566190509" sldId="277"/>
            <ac:picMk id="6" creationId="{903D7E32-837C-720B-C312-59F54AEBC55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4E9F-E67B-DEA4-CEDC-9E43D96BD9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FA4922-04E2-EF98-7635-6D03769AE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A8CBDA-4E8D-1E18-533E-484B8904EF31}"/>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5" name="Footer Placeholder 4">
            <a:extLst>
              <a:ext uri="{FF2B5EF4-FFF2-40B4-BE49-F238E27FC236}">
                <a16:creationId xmlns:a16="http://schemas.microsoft.com/office/drawing/2014/main" id="{76EAC264-0B34-08F0-5E25-7F4B8EEED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B4E186-4F6F-16D6-F571-20EE880E0CC6}"/>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1675785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F540-4A6F-B851-41CB-8A80FB46FC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2E53B9-0419-18C3-4B48-2A60CF3D47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6CDB2F-BDF3-0F36-9768-B6199352E21E}"/>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5" name="Footer Placeholder 4">
            <a:extLst>
              <a:ext uri="{FF2B5EF4-FFF2-40B4-BE49-F238E27FC236}">
                <a16:creationId xmlns:a16="http://schemas.microsoft.com/office/drawing/2014/main" id="{BF150ADC-04C8-ABBF-4540-3AB99ACBB6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F8CE04-9F91-7677-8243-57710C6CB9A6}"/>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3134830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01CC5-ECC2-A0D7-5057-8F21F376B0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E68494-52A0-39EA-9E2E-C1EB716323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A48E3A-DCBD-A9E5-1C6F-2E6566C6CED5}"/>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5" name="Footer Placeholder 4">
            <a:extLst>
              <a:ext uri="{FF2B5EF4-FFF2-40B4-BE49-F238E27FC236}">
                <a16:creationId xmlns:a16="http://schemas.microsoft.com/office/drawing/2014/main" id="{EB64D680-AB13-969B-A45F-D634322DBA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66211B-763F-33D6-618F-6FA869A66CF1}"/>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187448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F02BA-89A5-72A2-7193-40A6EFB7FE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BE054B-0DF9-5219-7AEC-D292A069DF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4BB077-5B81-8182-CE9D-A768260492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1292CC-8FD4-B1A2-8871-2A22924DFD18}"/>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6" name="Footer Placeholder 5">
            <a:extLst>
              <a:ext uri="{FF2B5EF4-FFF2-40B4-BE49-F238E27FC236}">
                <a16:creationId xmlns:a16="http://schemas.microsoft.com/office/drawing/2014/main" id="{CD797F6B-914A-2529-8EFA-4A67E8661A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EB654E-529D-5703-7C36-EB3F1152BA26}"/>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2271546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EF3D1-A338-8DDD-AC39-733EFF7BC2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98865D-7339-84C4-11BE-F4351DDD7F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CE047C-2547-7EEF-2C89-3C863C79D6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F09B6F-397C-B970-9348-5FC410B103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D62D5A-AE4A-A9BC-1C3B-52572D4494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4A496B-13B0-DBD2-9FE3-46461A8EC57F}"/>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8" name="Footer Placeholder 7">
            <a:extLst>
              <a:ext uri="{FF2B5EF4-FFF2-40B4-BE49-F238E27FC236}">
                <a16:creationId xmlns:a16="http://schemas.microsoft.com/office/drawing/2014/main" id="{D28D6435-2201-A983-7DD5-5EA2F4E97D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B164C2-4724-8B78-63FA-32183274BDC3}"/>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54669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5BD2-7ED3-915C-CFBE-B00BD11D14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6C1BAD-6B86-2144-6098-5CF5AF286124}"/>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4" name="Footer Placeholder 3">
            <a:extLst>
              <a:ext uri="{FF2B5EF4-FFF2-40B4-BE49-F238E27FC236}">
                <a16:creationId xmlns:a16="http://schemas.microsoft.com/office/drawing/2014/main" id="{7D177EF0-AACF-8241-9D2D-1EEEAE44E1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EBFC89-5185-0DD4-5AC3-965E3C2FB723}"/>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2853950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93861F-80B1-3B3E-5659-C7A72FB781CF}"/>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3" name="Footer Placeholder 2">
            <a:extLst>
              <a:ext uri="{FF2B5EF4-FFF2-40B4-BE49-F238E27FC236}">
                <a16:creationId xmlns:a16="http://schemas.microsoft.com/office/drawing/2014/main" id="{226CACE1-3922-5D8B-A979-32EAFC58BD0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AB88B6-91F0-847A-5CB8-251B9F638246}"/>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127364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C0E6-6DA0-BAEF-AF43-A783B466BE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000CD9-E7D4-109C-71CE-9468932CEC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3662312-C082-BC02-95A7-346DB78BE5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5D09C6-67D6-E293-62F7-7877CE61777C}"/>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6" name="Footer Placeholder 5">
            <a:extLst>
              <a:ext uri="{FF2B5EF4-FFF2-40B4-BE49-F238E27FC236}">
                <a16:creationId xmlns:a16="http://schemas.microsoft.com/office/drawing/2014/main" id="{5EE6561A-1AEB-69DF-5024-A659A91F84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23E3C1-47A8-B974-52BB-51AFAE03AD5D}"/>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3937201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DE541-8087-86E1-111B-07341C9064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D6E347E-87FE-8BA7-A17E-D463C37C1A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848F2C-5596-DD93-1271-4A6EE46E3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2E6E44-B9CA-F787-436B-2635AA4C7ACE}"/>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6" name="Footer Placeholder 5">
            <a:extLst>
              <a:ext uri="{FF2B5EF4-FFF2-40B4-BE49-F238E27FC236}">
                <a16:creationId xmlns:a16="http://schemas.microsoft.com/office/drawing/2014/main" id="{4DF05DB4-434A-E281-11A9-93605F1E25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ABF90F-5C70-E7C6-26AA-9FE2549443EA}"/>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1457055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BAD23-DF5A-4333-CA12-4D55856684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BCB417-74B7-84A7-F34C-A9F5530FDE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FCF7CB-FBA8-6ABA-ED05-C22AC46CD68C}"/>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5" name="Footer Placeholder 4">
            <a:extLst>
              <a:ext uri="{FF2B5EF4-FFF2-40B4-BE49-F238E27FC236}">
                <a16:creationId xmlns:a16="http://schemas.microsoft.com/office/drawing/2014/main" id="{64A1D249-EC38-03D6-3AFD-10FF47829A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7D1176-7655-806F-FD8F-280E091C36D7}"/>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620725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32DE48-B326-AA37-4215-2080E2067F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60B909-1611-77C7-4674-E3D49CD7E0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56DC7F-DA48-3D07-85AA-E7CDF7A60DDD}"/>
              </a:ext>
            </a:extLst>
          </p:cNvPr>
          <p:cNvSpPr>
            <a:spLocks noGrp="1"/>
          </p:cNvSpPr>
          <p:nvPr>
            <p:ph type="dt" sz="half" idx="10"/>
          </p:nvPr>
        </p:nvSpPr>
        <p:spPr/>
        <p:txBody>
          <a:bodyPr/>
          <a:lstStyle/>
          <a:p>
            <a:fld id="{78726B54-16F8-4810-A44E-A6E4EF6580B2}" type="datetimeFigureOut">
              <a:rPr lang="en-IN" smtClean="0"/>
              <a:t>03-11-2023</a:t>
            </a:fld>
            <a:endParaRPr lang="en-IN"/>
          </a:p>
        </p:txBody>
      </p:sp>
      <p:sp>
        <p:nvSpPr>
          <p:cNvPr id="5" name="Footer Placeholder 4">
            <a:extLst>
              <a:ext uri="{FF2B5EF4-FFF2-40B4-BE49-F238E27FC236}">
                <a16:creationId xmlns:a16="http://schemas.microsoft.com/office/drawing/2014/main" id="{2238D28A-85CF-1F88-2A1B-51660D79E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C9CADC-41E4-C84F-E6DB-F7394B32C10C}"/>
              </a:ext>
            </a:extLst>
          </p:cNvPr>
          <p:cNvSpPr>
            <a:spLocks noGrp="1"/>
          </p:cNvSpPr>
          <p:nvPr>
            <p:ph type="sldNum" sz="quarter" idx="12"/>
          </p:nvPr>
        </p:nvSpPr>
        <p:spPr/>
        <p:txBody>
          <a:bodyPr/>
          <a:lstStyle/>
          <a:p>
            <a:fld id="{870E341C-5B3B-4908-8D2A-C4F9BE17B638}" type="slidenum">
              <a:rPr lang="en-IN" smtClean="0"/>
              <a:t>‹#›</a:t>
            </a:fld>
            <a:endParaRPr lang="en-IN"/>
          </a:p>
        </p:txBody>
      </p:sp>
    </p:spTree>
    <p:extLst>
      <p:ext uri="{BB962C8B-B14F-4D97-AF65-F5344CB8AC3E}">
        <p14:creationId xmlns:p14="http://schemas.microsoft.com/office/powerpoint/2010/main" val="1853848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65AB60-4A92-554C-E7F6-679556D696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B87DE8-081C-29A5-25E0-F70FF453B4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28A36B-CF11-604E-A8C0-39CF804E09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726B54-16F8-4810-A44E-A6E4EF6580B2}" type="datetimeFigureOut">
              <a:rPr lang="en-IN" smtClean="0"/>
              <a:t>03-11-2023</a:t>
            </a:fld>
            <a:endParaRPr lang="en-IN"/>
          </a:p>
        </p:txBody>
      </p:sp>
      <p:sp>
        <p:nvSpPr>
          <p:cNvPr id="5" name="Footer Placeholder 4">
            <a:extLst>
              <a:ext uri="{FF2B5EF4-FFF2-40B4-BE49-F238E27FC236}">
                <a16:creationId xmlns:a16="http://schemas.microsoft.com/office/drawing/2014/main" id="{687CB4AE-FC27-46AA-3F6C-74E6A04E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0284EB0-1CB6-C52C-C366-FAB05BE3D4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0E341C-5B3B-4908-8D2A-C4F9BE17B638}" type="slidenum">
              <a:rPr lang="en-IN" smtClean="0"/>
              <a:t>‹#›</a:t>
            </a:fld>
            <a:endParaRPr lang="en-IN"/>
          </a:p>
        </p:txBody>
      </p:sp>
    </p:spTree>
    <p:extLst>
      <p:ext uri="{BB962C8B-B14F-4D97-AF65-F5344CB8AC3E}">
        <p14:creationId xmlns:p14="http://schemas.microsoft.com/office/powerpoint/2010/main" val="1782213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www.britannica.com/technology/hardware-computing" TargetMode="External"/><Relationship Id="rId3" Type="http://schemas.openxmlformats.org/officeDocument/2006/relationships/hyperlink" Target="https://www.britannica.com/dictionary/architecture" TargetMode="External"/><Relationship Id="rId7" Type="http://schemas.openxmlformats.org/officeDocument/2006/relationships/hyperlink" Target="https://www.britannica.com/technology/server"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www.britannica.com/technology/client" TargetMode="External"/><Relationship Id="rId11" Type="http://schemas.openxmlformats.org/officeDocument/2006/relationships/hyperlink" Target="https://www.britannica.com/technology/personal-computer" TargetMode="External"/><Relationship Id="rId5" Type="http://schemas.openxmlformats.org/officeDocument/2006/relationships/hyperlink" Target="https://www.britannica.com/technology/computer-network" TargetMode="External"/><Relationship Id="rId10" Type="http://schemas.openxmlformats.org/officeDocument/2006/relationships/hyperlink" Target="https://www.britannica.com/technology/workstation" TargetMode="External"/><Relationship Id="rId4" Type="http://schemas.openxmlformats.org/officeDocument/2006/relationships/hyperlink" Target="https://www.britannica.com/technology/computer" TargetMode="External"/><Relationship Id="rId9" Type="http://schemas.openxmlformats.org/officeDocument/2006/relationships/hyperlink" Target="https://www.britannica.com/technology/softwar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713EA4-DEA7-C3CC-ECB1-194876C39EA7}"/>
              </a:ext>
            </a:extLst>
          </p:cNvPr>
          <p:cNvSpPr/>
          <p:nvPr/>
        </p:nvSpPr>
        <p:spPr>
          <a:xfrm>
            <a:off x="3934192" y="2967335"/>
            <a:ext cx="4323620"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System Design</a:t>
            </a:r>
          </a:p>
        </p:txBody>
      </p:sp>
    </p:spTree>
    <p:extLst>
      <p:ext uri="{BB962C8B-B14F-4D97-AF65-F5344CB8AC3E}">
        <p14:creationId xmlns:p14="http://schemas.microsoft.com/office/powerpoint/2010/main" val="1908315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4C7AB5-18B0-CEE2-1A88-81052E41F91B}"/>
              </a:ext>
            </a:extLst>
          </p:cNvPr>
          <p:cNvPicPr>
            <a:picLocks noChangeAspect="1"/>
          </p:cNvPicPr>
          <p:nvPr/>
        </p:nvPicPr>
        <p:blipFill>
          <a:blip r:embed="rId2"/>
          <a:stretch>
            <a:fillRect/>
          </a:stretch>
        </p:blipFill>
        <p:spPr>
          <a:xfrm>
            <a:off x="5988721" y="0"/>
            <a:ext cx="5644974" cy="6718041"/>
          </a:xfrm>
          <a:prstGeom prst="rect">
            <a:avLst/>
          </a:prstGeom>
        </p:spPr>
      </p:pic>
      <p:sp>
        <p:nvSpPr>
          <p:cNvPr id="8" name="Rectangle 7">
            <a:extLst>
              <a:ext uri="{FF2B5EF4-FFF2-40B4-BE49-F238E27FC236}">
                <a16:creationId xmlns:a16="http://schemas.microsoft.com/office/drawing/2014/main" id="{4E4AE013-1EE3-0B41-1A83-5CDA77893EF3}"/>
              </a:ext>
            </a:extLst>
          </p:cNvPr>
          <p:cNvSpPr/>
          <p:nvPr/>
        </p:nvSpPr>
        <p:spPr>
          <a:xfrm>
            <a:off x="569312" y="1129205"/>
            <a:ext cx="4391330" cy="1754326"/>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Component of </a:t>
            </a:r>
            <a:br>
              <a:rPr lang="en-US" sz="5400" b="0" cap="none" spc="0" dirty="0">
                <a:ln w="0"/>
                <a:solidFill>
                  <a:schemeClr val="tx1"/>
                </a:solidFill>
                <a:effectLst>
                  <a:outerShdw blurRad="38100" dist="19050" dir="2700000" algn="tl" rotWithShape="0">
                    <a:schemeClr val="dk1">
                      <a:alpha val="40000"/>
                    </a:schemeClr>
                  </a:outerShdw>
                </a:effectLst>
              </a:rPr>
            </a:br>
            <a:r>
              <a:rPr lang="en-US" sz="5400" b="0" cap="none" spc="0" dirty="0">
                <a:ln w="0"/>
                <a:solidFill>
                  <a:schemeClr val="tx1"/>
                </a:solidFill>
                <a:effectLst>
                  <a:outerShdw blurRad="38100" dist="19050" dir="2700000" algn="tl" rotWithShape="0">
                    <a:schemeClr val="dk1">
                      <a:alpha val="40000"/>
                    </a:schemeClr>
                  </a:outerShdw>
                </a:effectLst>
              </a:rPr>
              <a:t>System Design </a:t>
            </a:r>
          </a:p>
        </p:txBody>
      </p:sp>
    </p:spTree>
    <p:extLst>
      <p:ext uri="{BB962C8B-B14F-4D97-AF65-F5344CB8AC3E}">
        <p14:creationId xmlns:p14="http://schemas.microsoft.com/office/powerpoint/2010/main" val="3243364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598E-DAA9-37C1-704B-9002B28E1A74}"/>
              </a:ext>
            </a:extLst>
          </p:cNvPr>
          <p:cNvSpPr>
            <a:spLocks noGrp="1"/>
          </p:cNvSpPr>
          <p:nvPr>
            <p:ph type="title"/>
          </p:nvPr>
        </p:nvSpPr>
        <p:spPr/>
        <p:txBody>
          <a:bodyPr>
            <a:normAutofit/>
          </a:bodyPr>
          <a:lstStyle/>
          <a:p>
            <a:r>
              <a:rPr lang="en-IN" sz="3200" b="1" i="0" dirty="0">
                <a:solidFill>
                  <a:srgbClr val="1A1A1A"/>
                </a:solidFill>
                <a:effectLst/>
                <a:latin typeface="var(--font-family-serif)"/>
              </a:rPr>
              <a:t>client-server architecture</a:t>
            </a:r>
            <a:endParaRPr lang="en-IN" sz="3200" dirty="0"/>
          </a:p>
        </p:txBody>
      </p:sp>
      <p:pic>
        <p:nvPicPr>
          <p:cNvPr id="4" name="Content Placeholder 3">
            <a:extLst>
              <a:ext uri="{FF2B5EF4-FFF2-40B4-BE49-F238E27FC236}">
                <a16:creationId xmlns:a16="http://schemas.microsoft.com/office/drawing/2014/main" id="{3361AF7D-2348-A244-0E57-7319B7B66A12}"/>
              </a:ext>
            </a:extLst>
          </p:cNvPr>
          <p:cNvPicPr>
            <a:picLocks noGrp="1" noChangeAspect="1"/>
          </p:cNvPicPr>
          <p:nvPr>
            <p:ph idx="1"/>
          </p:nvPr>
        </p:nvPicPr>
        <p:blipFill>
          <a:blip r:embed="rId2"/>
          <a:stretch>
            <a:fillRect/>
          </a:stretch>
        </p:blipFill>
        <p:spPr>
          <a:xfrm>
            <a:off x="6543091" y="2047875"/>
            <a:ext cx="5391734" cy="2762250"/>
          </a:xfrm>
          <a:prstGeom prst="rect">
            <a:avLst/>
          </a:prstGeom>
        </p:spPr>
      </p:pic>
      <p:sp>
        <p:nvSpPr>
          <p:cNvPr id="6" name="TextBox 5">
            <a:extLst>
              <a:ext uri="{FF2B5EF4-FFF2-40B4-BE49-F238E27FC236}">
                <a16:creationId xmlns:a16="http://schemas.microsoft.com/office/drawing/2014/main" id="{5653CAF8-1A0A-5335-C111-95353EECA9EE}"/>
              </a:ext>
            </a:extLst>
          </p:cNvPr>
          <p:cNvSpPr txBox="1"/>
          <p:nvPr/>
        </p:nvSpPr>
        <p:spPr>
          <a:xfrm>
            <a:off x="445537" y="1445302"/>
            <a:ext cx="6097554" cy="5016758"/>
          </a:xfrm>
          <a:prstGeom prst="rect">
            <a:avLst/>
          </a:prstGeom>
          <a:noFill/>
        </p:spPr>
        <p:txBody>
          <a:bodyPr wrap="square">
            <a:spAutoFit/>
          </a:bodyPr>
          <a:lstStyle/>
          <a:p>
            <a:r>
              <a:rPr lang="en-US" sz="2000" b="1" i="0" dirty="0">
                <a:solidFill>
                  <a:srgbClr val="1A1A1A"/>
                </a:solidFill>
                <a:effectLst/>
                <a:latin typeface="Georgia" panose="02040502050405020303" pitchFamily="18" charset="0"/>
              </a:rPr>
              <a:t>Client-server architecture</a:t>
            </a:r>
            <a:r>
              <a:rPr lang="en-US" sz="2000" b="0" i="0" dirty="0">
                <a:solidFill>
                  <a:srgbClr val="1A1A1A"/>
                </a:solidFill>
                <a:effectLst/>
                <a:latin typeface="Georgia" panose="02040502050405020303" pitchFamily="18" charset="0"/>
              </a:rPr>
              <a:t>, </a:t>
            </a:r>
            <a:r>
              <a:rPr lang="en-US" sz="2000" b="0" i="0" u="none" strike="noStrike" dirty="0">
                <a:effectLst/>
                <a:latin typeface="Georgia" panose="02040502050405020303" pitchFamily="18" charset="0"/>
                <a:hlinkClick r:id="rId3"/>
              </a:rPr>
              <a:t>architecture</a:t>
            </a:r>
            <a:r>
              <a:rPr lang="en-US" sz="2000" b="0" i="0" dirty="0">
                <a:solidFill>
                  <a:srgbClr val="1A1A1A"/>
                </a:solidFill>
                <a:effectLst/>
                <a:latin typeface="Georgia" panose="02040502050405020303" pitchFamily="18" charset="0"/>
              </a:rPr>
              <a:t> of a </a:t>
            </a:r>
            <a:r>
              <a:rPr lang="en-US" sz="2000" b="0" i="0" u="sng" dirty="0">
                <a:effectLst/>
                <a:latin typeface="Georgia" panose="02040502050405020303" pitchFamily="18" charset="0"/>
                <a:hlinkClick r:id="rId4"/>
              </a:rPr>
              <a:t>computer</a:t>
            </a:r>
            <a:r>
              <a:rPr lang="en-US" sz="2000" b="0" i="0" dirty="0">
                <a:solidFill>
                  <a:srgbClr val="1A1A1A"/>
                </a:solidFill>
                <a:effectLst/>
                <a:latin typeface="Georgia" panose="02040502050405020303" pitchFamily="18" charset="0"/>
              </a:rPr>
              <a:t> </a:t>
            </a:r>
            <a:r>
              <a:rPr lang="en-US" sz="2000" b="0" i="0" u="sng" dirty="0">
                <a:effectLst/>
                <a:latin typeface="Georgia" panose="02040502050405020303" pitchFamily="18" charset="0"/>
                <a:hlinkClick r:id="rId5"/>
              </a:rPr>
              <a:t>network</a:t>
            </a:r>
            <a:r>
              <a:rPr lang="en-US" sz="2000" b="0" i="0" dirty="0">
                <a:solidFill>
                  <a:srgbClr val="1A1A1A"/>
                </a:solidFill>
                <a:effectLst/>
                <a:latin typeface="Georgia" panose="02040502050405020303" pitchFamily="18" charset="0"/>
              </a:rPr>
              <a:t> in which many </a:t>
            </a:r>
            <a:r>
              <a:rPr lang="en-US" sz="2000" b="0" i="0" u="sng" dirty="0">
                <a:effectLst/>
                <a:latin typeface="Georgia" panose="02040502050405020303" pitchFamily="18" charset="0"/>
                <a:hlinkClick r:id="rId6"/>
              </a:rPr>
              <a:t>clients</a:t>
            </a:r>
            <a:r>
              <a:rPr lang="en-US" sz="2000" b="0" i="0" dirty="0">
                <a:solidFill>
                  <a:srgbClr val="1A1A1A"/>
                </a:solidFill>
                <a:effectLst/>
                <a:latin typeface="Georgia" panose="02040502050405020303" pitchFamily="18" charset="0"/>
              </a:rPr>
              <a:t> (remote processors) request and receive service from a centralized </a:t>
            </a:r>
            <a:r>
              <a:rPr lang="en-US" sz="2000" b="0" i="0" u="sng" dirty="0">
                <a:effectLst/>
                <a:latin typeface="Georgia" panose="02040502050405020303" pitchFamily="18" charset="0"/>
                <a:hlinkClick r:id="rId7"/>
              </a:rPr>
              <a:t>server</a:t>
            </a:r>
            <a:r>
              <a:rPr lang="en-US" sz="2000" b="0" i="0" dirty="0">
                <a:solidFill>
                  <a:srgbClr val="1A1A1A"/>
                </a:solidFill>
                <a:effectLst/>
                <a:latin typeface="Georgia" panose="02040502050405020303" pitchFamily="18" charset="0"/>
              </a:rPr>
              <a:t> (host computer). Client computers provide an interface to allow a computer user to request services of the server and to display the results the server returns. Servers wait for requests to arrive from clients and then respond to them. Ideally, a server provides a standardized transparent interface to clients so that clients need not be aware of the specifics of the system (i.e., the </a:t>
            </a:r>
            <a:r>
              <a:rPr lang="en-US" sz="2000" b="0" i="0" u="sng" dirty="0">
                <a:effectLst/>
                <a:latin typeface="Georgia" panose="02040502050405020303" pitchFamily="18" charset="0"/>
                <a:hlinkClick r:id="rId8"/>
              </a:rPr>
              <a:t>hardware</a:t>
            </a:r>
            <a:r>
              <a:rPr lang="en-US" sz="2000" b="0" i="0" dirty="0">
                <a:solidFill>
                  <a:srgbClr val="1A1A1A"/>
                </a:solidFill>
                <a:effectLst/>
                <a:latin typeface="Georgia" panose="02040502050405020303" pitchFamily="18" charset="0"/>
              </a:rPr>
              <a:t> and </a:t>
            </a:r>
            <a:r>
              <a:rPr lang="en-US" sz="2000" b="0" i="0" u="sng" dirty="0">
                <a:effectLst/>
                <a:latin typeface="Georgia" panose="02040502050405020303" pitchFamily="18" charset="0"/>
                <a:hlinkClick r:id="rId9"/>
              </a:rPr>
              <a:t>software</a:t>
            </a:r>
            <a:r>
              <a:rPr lang="en-US" sz="2000" b="0" i="0" dirty="0">
                <a:solidFill>
                  <a:srgbClr val="1A1A1A"/>
                </a:solidFill>
                <a:effectLst/>
                <a:latin typeface="Georgia" panose="02040502050405020303" pitchFamily="18" charset="0"/>
              </a:rPr>
              <a:t>) that is providing the service. Clients are often situated at </a:t>
            </a:r>
            <a:r>
              <a:rPr lang="en-US" sz="2000" b="0" i="0" u="sng" dirty="0">
                <a:effectLst/>
                <a:latin typeface="Georgia" panose="02040502050405020303" pitchFamily="18" charset="0"/>
                <a:hlinkClick r:id="rId10"/>
              </a:rPr>
              <a:t>workstations</a:t>
            </a:r>
            <a:r>
              <a:rPr lang="en-US" sz="2000" b="0" i="0" dirty="0">
                <a:solidFill>
                  <a:srgbClr val="1A1A1A"/>
                </a:solidFill>
                <a:effectLst/>
                <a:latin typeface="Georgia" panose="02040502050405020303" pitchFamily="18" charset="0"/>
              </a:rPr>
              <a:t> or on </a:t>
            </a:r>
            <a:r>
              <a:rPr lang="en-US" sz="2000" b="0" i="0" u="sng" dirty="0">
                <a:effectLst/>
                <a:latin typeface="Georgia" panose="02040502050405020303" pitchFamily="18" charset="0"/>
                <a:hlinkClick r:id="rId11"/>
              </a:rPr>
              <a:t>personal computers</a:t>
            </a:r>
            <a:r>
              <a:rPr lang="en-US" sz="2000" b="0" i="0" dirty="0">
                <a:solidFill>
                  <a:srgbClr val="1A1A1A"/>
                </a:solidFill>
                <a:effectLst/>
                <a:latin typeface="Georgia" panose="02040502050405020303" pitchFamily="18" charset="0"/>
              </a:rPr>
              <a:t>, while servers are located elsewhere on the network, usually on more powerful machines. </a:t>
            </a:r>
            <a:endParaRPr lang="en-IN" sz="2000" dirty="0"/>
          </a:p>
        </p:txBody>
      </p:sp>
    </p:spTree>
    <p:extLst>
      <p:ext uri="{BB962C8B-B14F-4D97-AF65-F5344CB8AC3E}">
        <p14:creationId xmlns:p14="http://schemas.microsoft.com/office/powerpoint/2010/main" val="2735324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9A1-A5AA-6ACA-F547-9D78B2B1682C}"/>
              </a:ext>
            </a:extLst>
          </p:cNvPr>
          <p:cNvSpPr>
            <a:spLocks noGrp="1"/>
          </p:cNvSpPr>
          <p:nvPr>
            <p:ph type="title"/>
          </p:nvPr>
        </p:nvSpPr>
        <p:spPr>
          <a:xfrm>
            <a:off x="838200" y="365125"/>
            <a:ext cx="10515600" cy="521283"/>
          </a:xfrm>
        </p:spPr>
        <p:txBody>
          <a:bodyPr>
            <a:normAutofit fontScale="90000"/>
          </a:bodyPr>
          <a:lstStyle/>
          <a:p>
            <a:r>
              <a:rPr lang="en-US" sz="3200" dirty="0"/>
              <a:t>How the Client-Server Model works ?</a:t>
            </a:r>
            <a:endParaRPr lang="en-IN" sz="3200" dirty="0"/>
          </a:p>
        </p:txBody>
      </p:sp>
      <p:sp>
        <p:nvSpPr>
          <p:cNvPr id="3" name="Content Placeholder 2">
            <a:extLst>
              <a:ext uri="{FF2B5EF4-FFF2-40B4-BE49-F238E27FC236}">
                <a16:creationId xmlns:a16="http://schemas.microsoft.com/office/drawing/2014/main" id="{247A2677-A4AB-1F5D-7272-46ED71FA5897}"/>
              </a:ext>
            </a:extLst>
          </p:cNvPr>
          <p:cNvSpPr>
            <a:spLocks noGrp="1"/>
          </p:cNvSpPr>
          <p:nvPr>
            <p:ph idx="1"/>
          </p:nvPr>
        </p:nvSpPr>
        <p:spPr>
          <a:xfrm>
            <a:off x="261257" y="1007706"/>
            <a:ext cx="11092543" cy="5654351"/>
          </a:xfrm>
        </p:spPr>
        <p:txBody>
          <a:bodyPr>
            <a:normAutofit lnSpcReduction="10000"/>
          </a:bodyPr>
          <a:lstStyle/>
          <a:p>
            <a:pPr algn="l" fontAlgn="base"/>
            <a:r>
              <a:rPr lang="en-US" b="0" i="0" dirty="0">
                <a:solidFill>
                  <a:srgbClr val="273239"/>
                </a:solidFill>
                <a:effectLst/>
                <a:latin typeface="Nunito" pitchFamily="2" charset="0"/>
              </a:rPr>
              <a:t>In this article we are going to take a dive into the </a:t>
            </a:r>
            <a:r>
              <a:rPr lang="en-US" b="1" i="0" dirty="0">
                <a:solidFill>
                  <a:srgbClr val="273239"/>
                </a:solidFill>
                <a:effectLst/>
                <a:latin typeface="Nunito" pitchFamily="2" charset="0"/>
              </a:rPr>
              <a:t>Client-Server</a:t>
            </a:r>
            <a:r>
              <a:rPr lang="en-US" b="0" i="0" dirty="0">
                <a:solidFill>
                  <a:srgbClr val="273239"/>
                </a:solidFill>
                <a:effectLst/>
                <a:latin typeface="Nunito" pitchFamily="2" charset="0"/>
              </a:rPr>
              <a:t> model and have a look at how the </a:t>
            </a:r>
            <a:r>
              <a:rPr lang="en-US" b="1" i="0" dirty="0">
                <a:solidFill>
                  <a:srgbClr val="273239"/>
                </a:solidFill>
                <a:effectLst/>
                <a:latin typeface="Nunito" pitchFamily="2" charset="0"/>
              </a:rPr>
              <a:t>Internet</a:t>
            </a:r>
            <a:r>
              <a:rPr lang="en-US" b="0" i="0" dirty="0">
                <a:solidFill>
                  <a:srgbClr val="273239"/>
                </a:solidFill>
                <a:effectLst/>
                <a:latin typeface="Nunito" pitchFamily="2" charset="0"/>
              </a:rPr>
              <a:t> works via, web browsers. This article will help us in having a solid foundation of the WEB and help in working with WEB technologies with ease.</a:t>
            </a:r>
          </a:p>
          <a:p>
            <a:pPr algn="l" fontAlgn="base">
              <a:buFont typeface="Arial" panose="020B0604020202020204" pitchFamily="34" charset="0"/>
              <a:buChar char="•"/>
            </a:pPr>
            <a:r>
              <a:rPr lang="en-US" b="1" i="0" dirty="0">
                <a:solidFill>
                  <a:srgbClr val="273239"/>
                </a:solidFill>
                <a:effectLst/>
                <a:latin typeface="Nunito" pitchFamily="2" charset="0"/>
              </a:rPr>
              <a:t>Client:</a:t>
            </a:r>
            <a:r>
              <a:rPr lang="en-US" b="0" i="0" dirty="0">
                <a:solidFill>
                  <a:srgbClr val="273239"/>
                </a:solidFill>
                <a:effectLst/>
                <a:latin typeface="Nunito" pitchFamily="2" charset="0"/>
              </a:rPr>
              <a:t> When we talk the word </a:t>
            </a:r>
            <a:r>
              <a:rPr lang="en-US" b="1" i="0" dirty="0">
                <a:solidFill>
                  <a:srgbClr val="273239"/>
                </a:solidFill>
                <a:effectLst/>
                <a:latin typeface="Nunito" pitchFamily="2" charset="0"/>
              </a:rPr>
              <a:t>Client</a:t>
            </a:r>
            <a:r>
              <a:rPr lang="en-US" b="0" i="0" dirty="0">
                <a:solidFill>
                  <a:srgbClr val="273239"/>
                </a:solidFill>
                <a:effectLst/>
                <a:latin typeface="Nunito" pitchFamily="2" charset="0"/>
              </a:rPr>
              <a:t>, it mean to talk of a person or an organization using a particular service. Similarly in the digital world a </a:t>
            </a:r>
            <a:r>
              <a:rPr lang="en-US" b="1" i="0" dirty="0">
                <a:solidFill>
                  <a:srgbClr val="273239"/>
                </a:solidFill>
                <a:effectLst/>
                <a:latin typeface="Nunito" pitchFamily="2" charset="0"/>
              </a:rPr>
              <a:t>Client</a:t>
            </a:r>
            <a:r>
              <a:rPr lang="en-US" b="0" i="0" dirty="0">
                <a:solidFill>
                  <a:srgbClr val="273239"/>
                </a:solidFill>
                <a:effectLst/>
                <a:latin typeface="Nunito" pitchFamily="2" charset="0"/>
              </a:rPr>
              <a:t> is a computer (</a:t>
            </a:r>
            <a:r>
              <a:rPr lang="en-US" b="1" i="0" dirty="0">
                <a:solidFill>
                  <a:srgbClr val="273239"/>
                </a:solidFill>
                <a:effectLst/>
                <a:latin typeface="Nunito" pitchFamily="2" charset="0"/>
              </a:rPr>
              <a:t>Host</a:t>
            </a:r>
            <a:r>
              <a:rPr lang="en-US" b="0" i="0" dirty="0">
                <a:solidFill>
                  <a:srgbClr val="273239"/>
                </a:solidFill>
                <a:effectLst/>
                <a:latin typeface="Nunito" pitchFamily="2" charset="0"/>
              </a:rPr>
              <a:t>) i.e. capable of receiving information or using a particular service from the service providers (</a:t>
            </a:r>
            <a:r>
              <a:rPr lang="en-US" b="1" i="0" dirty="0">
                <a:solidFill>
                  <a:srgbClr val="273239"/>
                </a:solidFill>
                <a:effectLst/>
                <a:latin typeface="Nunito" pitchFamily="2" charset="0"/>
              </a:rPr>
              <a:t>Servers</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Servers:</a:t>
            </a:r>
            <a:r>
              <a:rPr lang="en-US" b="0" i="0" dirty="0">
                <a:solidFill>
                  <a:srgbClr val="273239"/>
                </a:solidFill>
                <a:effectLst/>
                <a:latin typeface="Nunito" pitchFamily="2" charset="0"/>
              </a:rPr>
              <a:t> Similarly, when we talk the word </a:t>
            </a:r>
            <a:r>
              <a:rPr lang="en-US" b="1" i="0" dirty="0">
                <a:solidFill>
                  <a:srgbClr val="273239"/>
                </a:solidFill>
                <a:effectLst/>
                <a:latin typeface="Nunito" pitchFamily="2" charset="0"/>
              </a:rPr>
              <a:t>Servers</a:t>
            </a:r>
            <a:r>
              <a:rPr lang="en-US" b="0" i="0" dirty="0">
                <a:solidFill>
                  <a:srgbClr val="273239"/>
                </a:solidFill>
                <a:effectLst/>
                <a:latin typeface="Nunito" pitchFamily="2" charset="0"/>
              </a:rPr>
              <a:t>, It mean a person or medium that serves something. Similarly in this digital world a </a:t>
            </a:r>
            <a:r>
              <a:rPr lang="en-US" b="1" i="0" dirty="0">
                <a:solidFill>
                  <a:srgbClr val="273239"/>
                </a:solidFill>
                <a:effectLst/>
                <a:latin typeface="Nunito" pitchFamily="2" charset="0"/>
              </a:rPr>
              <a:t>Server</a:t>
            </a:r>
            <a:r>
              <a:rPr lang="en-US" b="0" i="0" dirty="0">
                <a:solidFill>
                  <a:srgbClr val="273239"/>
                </a:solidFill>
                <a:effectLst/>
                <a:latin typeface="Nunito" pitchFamily="2" charset="0"/>
              </a:rPr>
              <a:t> is a remote computer which provides information (data) or access to particular services.</a:t>
            </a:r>
          </a:p>
          <a:p>
            <a:pPr algn="l" fontAlgn="base"/>
            <a:r>
              <a:rPr lang="en-US" b="0" i="0" dirty="0">
                <a:solidFill>
                  <a:srgbClr val="273239"/>
                </a:solidFill>
                <a:effectLst/>
                <a:latin typeface="Nunito" pitchFamily="2" charset="0"/>
              </a:rPr>
              <a:t>So, its basically the </a:t>
            </a:r>
            <a:r>
              <a:rPr lang="en-US" b="1" i="0" dirty="0">
                <a:solidFill>
                  <a:srgbClr val="273239"/>
                </a:solidFill>
                <a:effectLst/>
                <a:latin typeface="Nunito" pitchFamily="2" charset="0"/>
              </a:rPr>
              <a:t>Client</a:t>
            </a:r>
            <a:r>
              <a:rPr lang="en-US" b="0" i="0" dirty="0">
                <a:solidFill>
                  <a:srgbClr val="273239"/>
                </a:solidFill>
                <a:effectLst/>
                <a:latin typeface="Nunito" pitchFamily="2" charset="0"/>
              </a:rPr>
              <a:t> requesting something and the </a:t>
            </a:r>
            <a:r>
              <a:rPr lang="en-US" b="1" i="0" dirty="0">
                <a:solidFill>
                  <a:srgbClr val="273239"/>
                </a:solidFill>
                <a:effectLst/>
                <a:latin typeface="Nunito" pitchFamily="2" charset="0"/>
              </a:rPr>
              <a:t>Server</a:t>
            </a:r>
            <a:r>
              <a:rPr lang="en-US" b="0" i="0" dirty="0">
                <a:solidFill>
                  <a:srgbClr val="273239"/>
                </a:solidFill>
                <a:effectLst/>
                <a:latin typeface="Nunito" pitchFamily="2" charset="0"/>
              </a:rPr>
              <a:t> serving it as long as its present in the database.</a:t>
            </a:r>
          </a:p>
          <a:p>
            <a:endParaRPr lang="en-IN" dirty="0"/>
          </a:p>
        </p:txBody>
      </p:sp>
    </p:spTree>
    <p:extLst>
      <p:ext uri="{BB962C8B-B14F-4D97-AF65-F5344CB8AC3E}">
        <p14:creationId xmlns:p14="http://schemas.microsoft.com/office/powerpoint/2010/main" val="376221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9A1-A5AA-6ACA-F547-9D78B2B1682C}"/>
              </a:ext>
            </a:extLst>
          </p:cNvPr>
          <p:cNvSpPr>
            <a:spLocks noGrp="1"/>
          </p:cNvSpPr>
          <p:nvPr>
            <p:ph type="title"/>
          </p:nvPr>
        </p:nvSpPr>
        <p:spPr>
          <a:xfrm>
            <a:off x="838200" y="365125"/>
            <a:ext cx="10515600" cy="521283"/>
          </a:xfrm>
        </p:spPr>
        <p:txBody>
          <a:bodyPr>
            <a:normAutofit fontScale="90000"/>
          </a:bodyPr>
          <a:lstStyle/>
          <a:p>
            <a:r>
              <a:rPr lang="en-US" sz="3200" dirty="0"/>
              <a:t>How the Client-Server Model works ?</a:t>
            </a:r>
            <a:endParaRPr lang="en-IN" sz="3200" dirty="0"/>
          </a:p>
        </p:txBody>
      </p:sp>
      <p:pic>
        <p:nvPicPr>
          <p:cNvPr id="2050" name="Picture 2">
            <a:extLst>
              <a:ext uri="{FF2B5EF4-FFF2-40B4-BE49-F238E27FC236}">
                <a16:creationId xmlns:a16="http://schemas.microsoft.com/office/drawing/2014/main" id="{E2C41E8A-A7B8-604E-60CA-FF33D59DA6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6588" y="2047875"/>
            <a:ext cx="5838825" cy="276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76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9A1-A5AA-6ACA-F547-9D78B2B1682C}"/>
              </a:ext>
            </a:extLst>
          </p:cNvPr>
          <p:cNvSpPr>
            <a:spLocks noGrp="1"/>
          </p:cNvSpPr>
          <p:nvPr>
            <p:ph type="title"/>
          </p:nvPr>
        </p:nvSpPr>
        <p:spPr>
          <a:xfrm>
            <a:off x="838200" y="365125"/>
            <a:ext cx="10515600" cy="521283"/>
          </a:xfrm>
        </p:spPr>
        <p:txBody>
          <a:bodyPr>
            <a:normAutofit fontScale="90000"/>
          </a:bodyPr>
          <a:lstStyle/>
          <a:p>
            <a:r>
              <a:rPr lang="en-US" sz="3200" dirty="0"/>
              <a:t>How the browser interacts with the servers ?</a:t>
            </a:r>
            <a:endParaRPr lang="en-IN" sz="3200" dirty="0"/>
          </a:p>
        </p:txBody>
      </p:sp>
      <p:sp>
        <p:nvSpPr>
          <p:cNvPr id="3" name="Content Placeholder 2">
            <a:extLst>
              <a:ext uri="{FF2B5EF4-FFF2-40B4-BE49-F238E27FC236}">
                <a16:creationId xmlns:a16="http://schemas.microsoft.com/office/drawing/2014/main" id="{247A2677-A4AB-1F5D-7272-46ED71FA5897}"/>
              </a:ext>
            </a:extLst>
          </p:cNvPr>
          <p:cNvSpPr>
            <a:spLocks noGrp="1"/>
          </p:cNvSpPr>
          <p:nvPr>
            <p:ph idx="1"/>
          </p:nvPr>
        </p:nvSpPr>
        <p:spPr>
          <a:xfrm>
            <a:off x="261257" y="1007706"/>
            <a:ext cx="11092543" cy="5654351"/>
          </a:xfrm>
        </p:spPr>
        <p:txBody>
          <a:bodyPr>
            <a:normAutofit fontScale="92500"/>
          </a:bodyPr>
          <a:lstStyle/>
          <a:p>
            <a:pPr algn="l" fontAlgn="base"/>
            <a:r>
              <a:rPr lang="en-US" b="0" i="0" dirty="0">
                <a:solidFill>
                  <a:srgbClr val="273239"/>
                </a:solidFill>
                <a:effectLst/>
                <a:latin typeface="Nunito" pitchFamily="2" charset="0"/>
              </a:rPr>
              <a:t>There are few steps to follow to interacts with the servers a client.</a:t>
            </a:r>
          </a:p>
          <a:p>
            <a:pPr algn="l" fontAlgn="base"/>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User enters the URL(Uniform Resource Locator) of the website or file. The Browser then requests the DNS(DOMAIN NAME SYSTEM) Server.</a:t>
            </a:r>
          </a:p>
          <a:p>
            <a:pPr algn="l" fontAlgn="base"/>
            <a:r>
              <a:rPr lang="en-US" b="0" i="0" dirty="0">
                <a:solidFill>
                  <a:srgbClr val="273239"/>
                </a:solidFill>
                <a:effectLst/>
                <a:latin typeface="Nunito" pitchFamily="2" charset="0"/>
              </a:rPr>
              <a:t>DNS Server lookup for the address of the WEB Server.</a:t>
            </a:r>
          </a:p>
          <a:p>
            <a:pPr algn="l" fontAlgn="base"/>
            <a:r>
              <a:rPr lang="en-US" b="0" i="0" dirty="0">
                <a:solidFill>
                  <a:srgbClr val="273239"/>
                </a:solidFill>
                <a:effectLst/>
                <a:latin typeface="Nunito" pitchFamily="2" charset="0"/>
              </a:rPr>
              <a:t>DNS Server responds with the IP address of the WEB Server.</a:t>
            </a:r>
          </a:p>
          <a:p>
            <a:pPr algn="l" fontAlgn="base"/>
            <a:r>
              <a:rPr lang="en-US" b="0" i="0" dirty="0">
                <a:solidFill>
                  <a:srgbClr val="273239"/>
                </a:solidFill>
                <a:effectLst/>
                <a:latin typeface="Nunito" pitchFamily="2" charset="0"/>
              </a:rPr>
              <a:t>Browser sends over an HTTP/HTTPS request to WEB Server’s IP (provided by DNS server).</a:t>
            </a:r>
          </a:p>
          <a:p>
            <a:pPr algn="l" fontAlgn="base"/>
            <a:r>
              <a:rPr lang="en-US" b="0" i="0" dirty="0">
                <a:solidFill>
                  <a:srgbClr val="273239"/>
                </a:solidFill>
                <a:effectLst/>
                <a:latin typeface="Nunito" pitchFamily="2" charset="0"/>
              </a:rPr>
              <a:t>Server sends over the necessary files of the website.</a:t>
            </a:r>
          </a:p>
          <a:p>
            <a:pPr algn="l" fontAlgn="base"/>
            <a:r>
              <a:rPr lang="en-US" b="0" i="0" dirty="0">
                <a:solidFill>
                  <a:srgbClr val="273239"/>
                </a:solidFill>
                <a:effectLst/>
                <a:latin typeface="Nunito" pitchFamily="2" charset="0"/>
              </a:rPr>
              <a:t>Browser then renders the files and the website is displayed. This rendering is done with the help of DOM (Document Object Model) interpreter, CSS interpreter and JS Engine collectively known as the JIT or (Just in Time) Compilers.</a:t>
            </a:r>
            <a:endParaRPr lang="en-IN" dirty="0"/>
          </a:p>
        </p:txBody>
      </p:sp>
    </p:spTree>
    <p:extLst>
      <p:ext uri="{BB962C8B-B14F-4D97-AF65-F5344CB8AC3E}">
        <p14:creationId xmlns:p14="http://schemas.microsoft.com/office/powerpoint/2010/main" val="1742661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9A1-A5AA-6ACA-F547-9D78B2B1682C}"/>
              </a:ext>
            </a:extLst>
          </p:cNvPr>
          <p:cNvSpPr>
            <a:spLocks noGrp="1"/>
          </p:cNvSpPr>
          <p:nvPr>
            <p:ph type="title"/>
          </p:nvPr>
        </p:nvSpPr>
        <p:spPr>
          <a:xfrm>
            <a:off x="838200" y="365125"/>
            <a:ext cx="10515600" cy="521283"/>
          </a:xfrm>
        </p:spPr>
        <p:txBody>
          <a:bodyPr>
            <a:normAutofit fontScale="90000"/>
          </a:bodyPr>
          <a:lstStyle/>
          <a:p>
            <a:r>
              <a:rPr lang="en-US" sz="3200" dirty="0"/>
              <a:t>How the browser interacts with the servers ?</a:t>
            </a:r>
            <a:endParaRPr lang="en-IN" sz="3200" dirty="0"/>
          </a:p>
        </p:txBody>
      </p:sp>
      <p:pic>
        <p:nvPicPr>
          <p:cNvPr id="3074" name="Picture 2">
            <a:extLst>
              <a:ext uri="{FF2B5EF4-FFF2-40B4-BE49-F238E27FC236}">
                <a16:creationId xmlns:a16="http://schemas.microsoft.com/office/drawing/2014/main" id="{3176AC65-2022-FF27-5024-F776D4AFB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6075" y="2005013"/>
            <a:ext cx="6419850"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379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9A1-A5AA-6ACA-F547-9D78B2B1682C}"/>
              </a:ext>
            </a:extLst>
          </p:cNvPr>
          <p:cNvSpPr>
            <a:spLocks noGrp="1"/>
          </p:cNvSpPr>
          <p:nvPr>
            <p:ph type="title"/>
          </p:nvPr>
        </p:nvSpPr>
        <p:spPr>
          <a:xfrm>
            <a:off x="838200" y="365125"/>
            <a:ext cx="10515600" cy="521283"/>
          </a:xfrm>
        </p:spPr>
        <p:txBody>
          <a:bodyPr>
            <a:normAutofit fontScale="90000"/>
          </a:bodyPr>
          <a:lstStyle/>
          <a:p>
            <a:r>
              <a:rPr lang="en-US" sz="3200" dirty="0"/>
              <a:t>Advantages of Client-Server model:</a:t>
            </a:r>
            <a:endParaRPr lang="en-IN" sz="3200" dirty="0"/>
          </a:p>
        </p:txBody>
      </p:sp>
      <p:sp>
        <p:nvSpPr>
          <p:cNvPr id="3" name="Content Placeholder 2">
            <a:extLst>
              <a:ext uri="{FF2B5EF4-FFF2-40B4-BE49-F238E27FC236}">
                <a16:creationId xmlns:a16="http://schemas.microsoft.com/office/drawing/2014/main" id="{247A2677-A4AB-1F5D-7272-46ED71FA5897}"/>
              </a:ext>
            </a:extLst>
          </p:cNvPr>
          <p:cNvSpPr>
            <a:spLocks noGrp="1"/>
          </p:cNvSpPr>
          <p:nvPr>
            <p:ph idx="1"/>
          </p:nvPr>
        </p:nvSpPr>
        <p:spPr>
          <a:xfrm>
            <a:off x="261257" y="1007706"/>
            <a:ext cx="11092543" cy="5654351"/>
          </a:xfrm>
        </p:spPr>
        <p:txBody>
          <a:bodyPr>
            <a:normAutofit/>
          </a:bodyPr>
          <a:lstStyle/>
          <a:p>
            <a:pPr algn="l" fontAlgn="base">
              <a:buFont typeface="Arial" panose="020B0604020202020204" pitchFamily="34" charset="0"/>
              <a:buChar char="•"/>
            </a:pPr>
            <a:r>
              <a:rPr lang="en-US" b="0" i="0" dirty="0">
                <a:solidFill>
                  <a:srgbClr val="273239"/>
                </a:solidFill>
                <a:effectLst/>
                <a:latin typeface="Nunito" pitchFamily="2" charset="0"/>
              </a:rPr>
              <a:t>Centralized system with all data in a single place.</a:t>
            </a:r>
          </a:p>
          <a:p>
            <a:pPr algn="l" fontAlgn="base">
              <a:buFont typeface="Arial" panose="020B0604020202020204" pitchFamily="34" charset="0"/>
              <a:buChar char="•"/>
            </a:pPr>
            <a:r>
              <a:rPr lang="en-US" b="0" i="0" dirty="0">
                <a:solidFill>
                  <a:srgbClr val="273239"/>
                </a:solidFill>
                <a:effectLst/>
                <a:latin typeface="Nunito" pitchFamily="2" charset="0"/>
              </a:rPr>
              <a:t>Cost efficient requires less maintenance cost and Data recovery is possible.</a:t>
            </a:r>
          </a:p>
          <a:p>
            <a:pPr algn="l" fontAlgn="base">
              <a:buFont typeface="Arial" panose="020B0604020202020204" pitchFamily="34" charset="0"/>
              <a:buChar char="•"/>
            </a:pPr>
            <a:r>
              <a:rPr lang="en-US" b="0" i="0" dirty="0">
                <a:solidFill>
                  <a:srgbClr val="273239"/>
                </a:solidFill>
                <a:effectLst/>
                <a:latin typeface="Nunito" pitchFamily="2" charset="0"/>
              </a:rPr>
              <a:t>The capacity of the Client and Servers can be changed separately.</a:t>
            </a:r>
          </a:p>
        </p:txBody>
      </p:sp>
    </p:spTree>
    <p:extLst>
      <p:ext uri="{BB962C8B-B14F-4D97-AF65-F5344CB8AC3E}">
        <p14:creationId xmlns:p14="http://schemas.microsoft.com/office/powerpoint/2010/main" val="2889883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9A1-A5AA-6ACA-F547-9D78B2B1682C}"/>
              </a:ext>
            </a:extLst>
          </p:cNvPr>
          <p:cNvSpPr>
            <a:spLocks noGrp="1"/>
          </p:cNvSpPr>
          <p:nvPr>
            <p:ph type="title"/>
          </p:nvPr>
        </p:nvSpPr>
        <p:spPr>
          <a:xfrm>
            <a:off x="838200" y="365125"/>
            <a:ext cx="10515600" cy="521283"/>
          </a:xfrm>
        </p:spPr>
        <p:txBody>
          <a:bodyPr>
            <a:normAutofit fontScale="90000"/>
          </a:bodyPr>
          <a:lstStyle/>
          <a:p>
            <a:r>
              <a:rPr lang="en-US" sz="3200" dirty="0"/>
              <a:t>Disadvantages of Client-Server model:</a:t>
            </a:r>
            <a:endParaRPr lang="en-IN" sz="3200" dirty="0"/>
          </a:p>
        </p:txBody>
      </p:sp>
      <p:sp>
        <p:nvSpPr>
          <p:cNvPr id="3" name="Content Placeholder 2">
            <a:extLst>
              <a:ext uri="{FF2B5EF4-FFF2-40B4-BE49-F238E27FC236}">
                <a16:creationId xmlns:a16="http://schemas.microsoft.com/office/drawing/2014/main" id="{247A2677-A4AB-1F5D-7272-46ED71FA5897}"/>
              </a:ext>
            </a:extLst>
          </p:cNvPr>
          <p:cNvSpPr>
            <a:spLocks noGrp="1"/>
          </p:cNvSpPr>
          <p:nvPr>
            <p:ph idx="1"/>
          </p:nvPr>
        </p:nvSpPr>
        <p:spPr>
          <a:xfrm>
            <a:off x="261257" y="1007706"/>
            <a:ext cx="11092543" cy="5654351"/>
          </a:xfrm>
        </p:spPr>
        <p:txBody>
          <a:bodyPr>
            <a:normAutofit/>
          </a:bodyPr>
          <a:lstStyle/>
          <a:p>
            <a:pPr algn="l" fontAlgn="base">
              <a:buFont typeface="Arial" panose="020B0604020202020204" pitchFamily="34" charset="0"/>
              <a:buChar char="•"/>
            </a:pPr>
            <a:r>
              <a:rPr lang="en-US" b="0" i="0" dirty="0">
                <a:solidFill>
                  <a:srgbClr val="273239"/>
                </a:solidFill>
                <a:effectLst/>
                <a:latin typeface="Nunito" pitchFamily="2" charset="0"/>
              </a:rPr>
              <a:t>Clients are prone to viruses, Trojans and worms if present in the Server or uploaded into the Server.</a:t>
            </a:r>
          </a:p>
          <a:p>
            <a:pPr algn="l" fontAlgn="base">
              <a:buFont typeface="Arial" panose="020B0604020202020204" pitchFamily="34" charset="0"/>
              <a:buChar char="•"/>
            </a:pPr>
            <a:r>
              <a:rPr lang="en-US" b="0" i="0" dirty="0">
                <a:solidFill>
                  <a:srgbClr val="273239"/>
                </a:solidFill>
                <a:effectLst/>
                <a:latin typeface="Nunito" pitchFamily="2" charset="0"/>
              </a:rPr>
              <a:t>Server are prone to Denial of Service (DOS) attacks.</a:t>
            </a:r>
          </a:p>
          <a:p>
            <a:pPr algn="l" fontAlgn="base">
              <a:buFont typeface="Arial" panose="020B0604020202020204" pitchFamily="34" charset="0"/>
              <a:buChar char="•"/>
            </a:pPr>
            <a:r>
              <a:rPr lang="en-US" b="0" i="0" dirty="0">
                <a:solidFill>
                  <a:srgbClr val="273239"/>
                </a:solidFill>
                <a:effectLst/>
                <a:latin typeface="Nunito" pitchFamily="2" charset="0"/>
              </a:rPr>
              <a:t>Data packets may be spoofed or modified during transmission.</a:t>
            </a:r>
          </a:p>
          <a:p>
            <a:pPr algn="l" fontAlgn="base">
              <a:buFont typeface="Arial" panose="020B0604020202020204" pitchFamily="34" charset="0"/>
              <a:buChar char="•"/>
            </a:pPr>
            <a:r>
              <a:rPr lang="en-US" b="0" i="0" dirty="0">
                <a:solidFill>
                  <a:srgbClr val="273239"/>
                </a:solidFill>
                <a:effectLst/>
                <a:latin typeface="Nunito" pitchFamily="2" charset="0"/>
              </a:rPr>
              <a:t>Phishing or capturing login credentials or other useful information of the user are common and MITM(Man in the Middle) attacks are common.</a:t>
            </a:r>
          </a:p>
        </p:txBody>
      </p:sp>
    </p:spTree>
    <p:extLst>
      <p:ext uri="{BB962C8B-B14F-4D97-AF65-F5344CB8AC3E}">
        <p14:creationId xmlns:p14="http://schemas.microsoft.com/office/powerpoint/2010/main" val="2073331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6095C5-F2A8-27B3-64F4-B9B8D64D5548}"/>
              </a:ext>
            </a:extLst>
          </p:cNvPr>
          <p:cNvPicPr>
            <a:picLocks noChangeAspect="1"/>
          </p:cNvPicPr>
          <p:nvPr/>
        </p:nvPicPr>
        <p:blipFill>
          <a:blip r:embed="rId2"/>
          <a:stretch>
            <a:fillRect/>
          </a:stretch>
        </p:blipFill>
        <p:spPr>
          <a:xfrm>
            <a:off x="1716163" y="0"/>
            <a:ext cx="8759673" cy="6858000"/>
          </a:xfrm>
          <a:prstGeom prst="rect">
            <a:avLst/>
          </a:prstGeom>
        </p:spPr>
      </p:pic>
    </p:spTree>
    <p:extLst>
      <p:ext uri="{BB962C8B-B14F-4D97-AF65-F5344CB8AC3E}">
        <p14:creationId xmlns:p14="http://schemas.microsoft.com/office/powerpoint/2010/main" val="2487092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D54808-ECD1-A396-68DC-2922C66C95E2}"/>
              </a:ext>
            </a:extLst>
          </p:cNvPr>
          <p:cNvPicPr>
            <a:picLocks noChangeAspect="1"/>
          </p:cNvPicPr>
          <p:nvPr/>
        </p:nvPicPr>
        <p:blipFill>
          <a:blip r:embed="rId2"/>
          <a:stretch>
            <a:fillRect/>
          </a:stretch>
        </p:blipFill>
        <p:spPr>
          <a:xfrm>
            <a:off x="3065162" y="0"/>
            <a:ext cx="6061675" cy="6858000"/>
          </a:xfrm>
          <a:prstGeom prst="rect">
            <a:avLst/>
          </a:prstGeom>
        </p:spPr>
      </p:pic>
    </p:spTree>
    <p:extLst>
      <p:ext uri="{BB962C8B-B14F-4D97-AF65-F5344CB8AC3E}">
        <p14:creationId xmlns:p14="http://schemas.microsoft.com/office/powerpoint/2010/main" val="1047298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73ABA7-89A5-59A6-8C39-4A373C63C5D3}"/>
              </a:ext>
            </a:extLst>
          </p:cNvPr>
          <p:cNvPicPr>
            <a:picLocks noChangeAspect="1"/>
          </p:cNvPicPr>
          <p:nvPr/>
        </p:nvPicPr>
        <p:blipFill>
          <a:blip r:embed="rId2"/>
          <a:stretch>
            <a:fillRect/>
          </a:stretch>
        </p:blipFill>
        <p:spPr>
          <a:xfrm>
            <a:off x="983840" y="2230217"/>
            <a:ext cx="8824725" cy="4442845"/>
          </a:xfrm>
          <a:prstGeom prst="rect">
            <a:avLst/>
          </a:prstGeom>
        </p:spPr>
      </p:pic>
      <p:sp>
        <p:nvSpPr>
          <p:cNvPr id="5" name="Rectangle 4">
            <a:extLst>
              <a:ext uri="{FF2B5EF4-FFF2-40B4-BE49-F238E27FC236}">
                <a16:creationId xmlns:a16="http://schemas.microsoft.com/office/drawing/2014/main" id="{9CB59EED-F8AC-4CCF-D1E9-C0A33E2114B3}"/>
              </a:ext>
            </a:extLst>
          </p:cNvPr>
          <p:cNvSpPr/>
          <p:nvPr/>
        </p:nvSpPr>
        <p:spPr>
          <a:xfrm>
            <a:off x="370238" y="184938"/>
            <a:ext cx="11572946" cy="923330"/>
          </a:xfrm>
          <a:prstGeom prst="rect">
            <a:avLst/>
          </a:prstGeom>
          <a:noFill/>
        </p:spPr>
        <p:txBody>
          <a:bodyPr wrap="square" lIns="91440" tIns="45720" rIns="91440" bIns="45720">
            <a:spAutoFit/>
          </a:bodyPr>
          <a:lstStyle/>
          <a:p>
            <a:pPr algn="ctr"/>
            <a:r>
              <a:rPr lang="en-US" sz="5400" b="0" cap="none" spc="0" dirty="0" err="1">
                <a:ln w="0"/>
                <a:solidFill>
                  <a:schemeClr val="tx1"/>
                </a:solidFill>
                <a:effectLst>
                  <a:outerShdw blurRad="38100" dist="19050" dir="2700000" algn="tl" rotWithShape="0">
                    <a:schemeClr val="dk1">
                      <a:alpha val="40000"/>
                    </a:schemeClr>
                  </a:outerShdw>
                </a:effectLst>
              </a:rPr>
              <a:t>ClientSide</a:t>
            </a:r>
            <a:r>
              <a:rPr lang="en-US" sz="5400" b="0" cap="none" spc="0" dirty="0">
                <a:ln w="0"/>
                <a:solidFill>
                  <a:schemeClr val="tx1"/>
                </a:solidFill>
                <a:effectLst>
                  <a:outerShdw blurRad="38100" dist="19050" dir="2700000" algn="tl" rotWithShape="0">
                    <a:schemeClr val="dk1">
                      <a:alpha val="40000"/>
                    </a:schemeClr>
                  </a:outerShdw>
                </a:effectLst>
              </a:rPr>
              <a:t> proxy is forward Proxy</a:t>
            </a:r>
          </a:p>
        </p:txBody>
      </p:sp>
    </p:spTree>
    <p:extLst>
      <p:ext uri="{BB962C8B-B14F-4D97-AF65-F5344CB8AC3E}">
        <p14:creationId xmlns:p14="http://schemas.microsoft.com/office/powerpoint/2010/main" val="338537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B59EED-F8AC-4CCF-D1E9-C0A33E2114B3}"/>
              </a:ext>
            </a:extLst>
          </p:cNvPr>
          <p:cNvSpPr/>
          <p:nvPr/>
        </p:nvSpPr>
        <p:spPr>
          <a:xfrm>
            <a:off x="370238" y="184938"/>
            <a:ext cx="11572946" cy="923330"/>
          </a:xfrm>
          <a:prstGeom prst="rect">
            <a:avLst/>
          </a:prstGeom>
          <a:noFill/>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Server Side proxy is forward Proxy</a:t>
            </a:r>
          </a:p>
        </p:txBody>
      </p:sp>
      <p:pic>
        <p:nvPicPr>
          <p:cNvPr id="3" name="Picture 2">
            <a:extLst>
              <a:ext uri="{FF2B5EF4-FFF2-40B4-BE49-F238E27FC236}">
                <a16:creationId xmlns:a16="http://schemas.microsoft.com/office/drawing/2014/main" id="{2739D060-3311-3B96-9783-8BCC82F2BB42}"/>
              </a:ext>
            </a:extLst>
          </p:cNvPr>
          <p:cNvPicPr>
            <a:picLocks noChangeAspect="1"/>
          </p:cNvPicPr>
          <p:nvPr/>
        </p:nvPicPr>
        <p:blipFill>
          <a:blip r:embed="rId2"/>
          <a:stretch>
            <a:fillRect/>
          </a:stretch>
        </p:blipFill>
        <p:spPr>
          <a:xfrm>
            <a:off x="1727745" y="1201775"/>
            <a:ext cx="8344623" cy="5555461"/>
          </a:xfrm>
          <a:prstGeom prst="rect">
            <a:avLst/>
          </a:prstGeom>
        </p:spPr>
      </p:pic>
    </p:spTree>
    <p:extLst>
      <p:ext uri="{BB962C8B-B14F-4D97-AF65-F5344CB8AC3E}">
        <p14:creationId xmlns:p14="http://schemas.microsoft.com/office/powerpoint/2010/main" val="319936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BD1DF8-F4FD-BF10-BA99-30F673AD8B54}"/>
              </a:ext>
            </a:extLst>
          </p:cNvPr>
          <p:cNvPicPr>
            <a:picLocks noChangeAspect="1"/>
          </p:cNvPicPr>
          <p:nvPr/>
        </p:nvPicPr>
        <p:blipFill>
          <a:blip r:embed="rId2"/>
          <a:stretch>
            <a:fillRect/>
          </a:stretch>
        </p:blipFill>
        <p:spPr>
          <a:xfrm>
            <a:off x="1641576" y="802659"/>
            <a:ext cx="8740897" cy="5532599"/>
          </a:xfrm>
          <a:prstGeom prst="rect">
            <a:avLst/>
          </a:prstGeom>
        </p:spPr>
      </p:pic>
    </p:spTree>
    <p:extLst>
      <p:ext uri="{BB962C8B-B14F-4D97-AF65-F5344CB8AC3E}">
        <p14:creationId xmlns:p14="http://schemas.microsoft.com/office/powerpoint/2010/main" val="10565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FED1F7-14FF-D9F6-56BF-A7F07A952B5A}"/>
              </a:ext>
            </a:extLst>
          </p:cNvPr>
          <p:cNvPicPr>
            <a:picLocks noChangeAspect="1"/>
          </p:cNvPicPr>
          <p:nvPr/>
        </p:nvPicPr>
        <p:blipFill>
          <a:blip r:embed="rId2"/>
          <a:stretch>
            <a:fillRect/>
          </a:stretch>
        </p:blipFill>
        <p:spPr>
          <a:xfrm>
            <a:off x="2424910" y="0"/>
            <a:ext cx="7342179" cy="6858000"/>
          </a:xfrm>
          <a:prstGeom prst="rect">
            <a:avLst/>
          </a:prstGeom>
        </p:spPr>
      </p:pic>
    </p:spTree>
    <p:extLst>
      <p:ext uri="{BB962C8B-B14F-4D97-AF65-F5344CB8AC3E}">
        <p14:creationId xmlns:p14="http://schemas.microsoft.com/office/powerpoint/2010/main" val="2672959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295B10-82A9-62E2-2F79-1339E6C145E9}"/>
              </a:ext>
            </a:extLst>
          </p:cNvPr>
          <p:cNvPicPr>
            <a:picLocks noChangeAspect="1"/>
          </p:cNvPicPr>
          <p:nvPr/>
        </p:nvPicPr>
        <p:blipFill>
          <a:blip r:embed="rId2"/>
          <a:stretch>
            <a:fillRect/>
          </a:stretch>
        </p:blipFill>
        <p:spPr>
          <a:xfrm>
            <a:off x="66646" y="0"/>
            <a:ext cx="12058708" cy="6858000"/>
          </a:xfrm>
          <a:prstGeom prst="rect">
            <a:avLst/>
          </a:prstGeom>
        </p:spPr>
      </p:pic>
    </p:spTree>
    <p:extLst>
      <p:ext uri="{BB962C8B-B14F-4D97-AF65-F5344CB8AC3E}">
        <p14:creationId xmlns:p14="http://schemas.microsoft.com/office/powerpoint/2010/main" val="3502086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C4C7E0-F6DF-F592-E793-F6135A3F58E5}"/>
              </a:ext>
            </a:extLst>
          </p:cNvPr>
          <p:cNvPicPr>
            <a:picLocks noChangeAspect="1"/>
          </p:cNvPicPr>
          <p:nvPr/>
        </p:nvPicPr>
        <p:blipFill>
          <a:blip r:embed="rId2"/>
          <a:stretch>
            <a:fillRect/>
          </a:stretch>
        </p:blipFill>
        <p:spPr>
          <a:xfrm>
            <a:off x="1908447" y="60668"/>
            <a:ext cx="8375106" cy="6736664"/>
          </a:xfrm>
          <a:prstGeom prst="rect">
            <a:avLst/>
          </a:prstGeom>
        </p:spPr>
      </p:pic>
    </p:spTree>
    <p:extLst>
      <p:ext uri="{BB962C8B-B14F-4D97-AF65-F5344CB8AC3E}">
        <p14:creationId xmlns:p14="http://schemas.microsoft.com/office/powerpoint/2010/main" val="3076343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F6B57F-B9E8-798B-919C-C907056A4152}"/>
              </a:ext>
            </a:extLst>
          </p:cNvPr>
          <p:cNvPicPr>
            <a:picLocks noChangeAspect="1"/>
          </p:cNvPicPr>
          <p:nvPr/>
        </p:nvPicPr>
        <p:blipFill>
          <a:blip r:embed="rId2"/>
          <a:stretch>
            <a:fillRect/>
          </a:stretch>
        </p:blipFill>
        <p:spPr>
          <a:xfrm>
            <a:off x="3099054" y="0"/>
            <a:ext cx="5993892" cy="6858000"/>
          </a:xfrm>
          <a:prstGeom prst="rect">
            <a:avLst/>
          </a:prstGeom>
        </p:spPr>
      </p:pic>
    </p:spTree>
    <p:extLst>
      <p:ext uri="{BB962C8B-B14F-4D97-AF65-F5344CB8AC3E}">
        <p14:creationId xmlns:p14="http://schemas.microsoft.com/office/powerpoint/2010/main" val="504836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205992-8306-F88B-D287-0D58C8A2A3D8}"/>
              </a:ext>
            </a:extLst>
          </p:cNvPr>
          <p:cNvPicPr>
            <a:picLocks noChangeAspect="1"/>
          </p:cNvPicPr>
          <p:nvPr/>
        </p:nvPicPr>
        <p:blipFill>
          <a:blip r:embed="rId2"/>
          <a:stretch>
            <a:fillRect/>
          </a:stretch>
        </p:blipFill>
        <p:spPr>
          <a:xfrm>
            <a:off x="3128727" y="0"/>
            <a:ext cx="5934546" cy="6858000"/>
          </a:xfrm>
          <a:prstGeom prst="rect">
            <a:avLst/>
          </a:prstGeom>
        </p:spPr>
      </p:pic>
    </p:spTree>
    <p:extLst>
      <p:ext uri="{BB962C8B-B14F-4D97-AF65-F5344CB8AC3E}">
        <p14:creationId xmlns:p14="http://schemas.microsoft.com/office/powerpoint/2010/main" val="1734173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235ECD-E14F-3999-BD0F-A29DB8A270F9}"/>
              </a:ext>
            </a:extLst>
          </p:cNvPr>
          <p:cNvPicPr>
            <a:picLocks noChangeAspect="1"/>
          </p:cNvPicPr>
          <p:nvPr/>
        </p:nvPicPr>
        <p:blipFill>
          <a:blip r:embed="rId2"/>
          <a:stretch>
            <a:fillRect/>
          </a:stretch>
        </p:blipFill>
        <p:spPr>
          <a:xfrm>
            <a:off x="2459282" y="0"/>
            <a:ext cx="7273436" cy="6858000"/>
          </a:xfrm>
          <a:prstGeom prst="rect">
            <a:avLst/>
          </a:prstGeom>
        </p:spPr>
      </p:pic>
    </p:spTree>
    <p:extLst>
      <p:ext uri="{BB962C8B-B14F-4D97-AF65-F5344CB8AC3E}">
        <p14:creationId xmlns:p14="http://schemas.microsoft.com/office/powerpoint/2010/main" val="3400131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4EEBE2-8769-6821-EE51-067C49FDF19F}"/>
              </a:ext>
            </a:extLst>
          </p:cNvPr>
          <p:cNvPicPr>
            <a:picLocks noChangeAspect="1"/>
          </p:cNvPicPr>
          <p:nvPr/>
        </p:nvPicPr>
        <p:blipFill>
          <a:blip r:embed="rId2"/>
          <a:stretch>
            <a:fillRect/>
          </a:stretch>
        </p:blipFill>
        <p:spPr>
          <a:xfrm>
            <a:off x="2788642" y="0"/>
            <a:ext cx="6614715" cy="6858000"/>
          </a:xfrm>
          <a:prstGeom prst="rect">
            <a:avLst/>
          </a:prstGeom>
        </p:spPr>
      </p:pic>
    </p:spTree>
    <p:extLst>
      <p:ext uri="{BB962C8B-B14F-4D97-AF65-F5344CB8AC3E}">
        <p14:creationId xmlns:p14="http://schemas.microsoft.com/office/powerpoint/2010/main" val="3120728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EA85F9-498D-CE01-6744-B051D4980F43}"/>
              </a:ext>
            </a:extLst>
          </p:cNvPr>
          <p:cNvPicPr>
            <a:picLocks noChangeAspect="1"/>
          </p:cNvPicPr>
          <p:nvPr/>
        </p:nvPicPr>
        <p:blipFill>
          <a:blip r:embed="rId2"/>
          <a:stretch>
            <a:fillRect/>
          </a:stretch>
        </p:blipFill>
        <p:spPr>
          <a:xfrm>
            <a:off x="235572" y="111967"/>
            <a:ext cx="7242161" cy="6858000"/>
          </a:xfrm>
          <a:prstGeom prst="rect">
            <a:avLst/>
          </a:prstGeom>
        </p:spPr>
      </p:pic>
      <p:pic>
        <p:nvPicPr>
          <p:cNvPr id="6" name="Picture 5">
            <a:extLst>
              <a:ext uri="{FF2B5EF4-FFF2-40B4-BE49-F238E27FC236}">
                <a16:creationId xmlns:a16="http://schemas.microsoft.com/office/drawing/2014/main" id="{903D7E32-837C-720B-C312-59F54AEBC55E}"/>
              </a:ext>
            </a:extLst>
          </p:cNvPr>
          <p:cNvPicPr>
            <a:picLocks noChangeAspect="1"/>
          </p:cNvPicPr>
          <p:nvPr/>
        </p:nvPicPr>
        <p:blipFill>
          <a:blip r:embed="rId3"/>
          <a:stretch>
            <a:fillRect/>
          </a:stretch>
        </p:blipFill>
        <p:spPr>
          <a:xfrm>
            <a:off x="5627303" y="247374"/>
            <a:ext cx="6329125" cy="6363251"/>
          </a:xfrm>
          <a:prstGeom prst="rect">
            <a:avLst/>
          </a:prstGeom>
        </p:spPr>
      </p:pic>
    </p:spTree>
    <p:extLst>
      <p:ext uri="{BB962C8B-B14F-4D97-AF65-F5344CB8AC3E}">
        <p14:creationId xmlns:p14="http://schemas.microsoft.com/office/powerpoint/2010/main" val="1566190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605</Words>
  <Application>Microsoft Office PowerPoint</Application>
  <PresentationFormat>Widescreen</PresentationFormat>
  <Paragraphs>31</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Georgia</vt:lpstr>
      <vt:lpstr>Nunito</vt:lpstr>
      <vt:lpstr>var(--font-family-serif)</vt:lpstr>
      <vt:lpstr>Office Theme</vt:lpstr>
      <vt:lpstr>PowerPoint Presentation</vt:lpstr>
      <vt:lpstr>PowerPoint Presentation</vt:lpstr>
      <vt:lpstr>client-server architecture</vt:lpstr>
      <vt:lpstr>How the Client-Server Model works ?</vt:lpstr>
      <vt:lpstr>How the Client-Server Model works ?</vt:lpstr>
      <vt:lpstr>How the browser interacts with the servers ?</vt:lpstr>
      <vt:lpstr>How the browser interacts with the servers ?</vt:lpstr>
      <vt:lpstr>Advantages of Client-Server model:</vt:lpstr>
      <vt:lpstr>Disadvantages of 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2023-11-03T06:09:38Z</dcterms:created>
  <dcterms:modified xsi:type="dcterms:W3CDTF">2023-11-03T07:07:11Z</dcterms:modified>
</cp:coreProperties>
</file>