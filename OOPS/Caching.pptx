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3" r:id="rId5"/>
    <p:sldId id="258" r:id="rId6"/>
    <p:sldId id="275" r:id="rId7"/>
    <p:sldId id="276" r:id="rId8"/>
    <p:sldId id="259" r:id="rId9"/>
    <p:sldId id="260" r:id="rId10"/>
    <p:sldId id="262" r:id="rId11"/>
    <p:sldId id="263" r:id="rId12"/>
    <p:sldId id="264" r:id="rId13"/>
    <p:sldId id="265" r:id="rId14"/>
    <p:sldId id="266" r:id="rId15"/>
    <p:sldId id="267" r:id="rId16"/>
    <p:sldId id="268" r:id="rId17"/>
    <p:sldId id="269" r:id="rId18"/>
    <p:sldId id="270" r:id="rId19"/>
    <p:sldId id="261"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E5F0E8-0FB0-4BA7-9D6B-03336D052D2B}" v="2" dt="2024-05-14T03:48:28.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6EE5F0E8-0FB0-4BA7-9D6B-03336D052D2B}"/>
    <pc:docChg chg="undo custSel addSld delSld modSld">
      <pc:chgData name="Arun Sunar" userId="3fa9774ca67c7ab5" providerId="LiveId" clId="{6EE5F0E8-0FB0-4BA7-9D6B-03336D052D2B}" dt="2024-05-14T03:49:50.057" v="25"/>
      <pc:docMkLst>
        <pc:docMk/>
      </pc:docMkLst>
      <pc:sldChg chg="addSp modSp mod">
        <pc:chgData name="Arun Sunar" userId="3fa9774ca67c7ab5" providerId="LiveId" clId="{6EE5F0E8-0FB0-4BA7-9D6B-03336D052D2B}" dt="2024-05-14T03:49:50.057" v="25"/>
        <pc:sldMkLst>
          <pc:docMk/>
          <pc:sldMk cId="2028140549" sldId="259"/>
        </pc:sldMkLst>
        <pc:spChg chg="mod">
          <ac:chgData name="Arun Sunar" userId="3fa9774ca67c7ab5" providerId="LiveId" clId="{6EE5F0E8-0FB0-4BA7-9D6B-03336D052D2B}" dt="2024-05-14T03:49:50.057" v="25"/>
          <ac:spMkLst>
            <pc:docMk/>
            <pc:sldMk cId="2028140549" sldId="259"/>
            <ac:spMk id="3" creationId="{78A7764D-010E-314B-C1B1-322F2B791677}"/>
          </ac:spMkLst>
        </pc:spChg>
        <pc:spChg chg="add">
          <ac:chgData name="Arun Sunar" userId="3fa9774ca67c7ab5" providerId="LiveId" clId="{6EE5F0E8-0FB0-4BA7-9D6B-03336D052D2B}" dt="2024-05-14T03:48:15.067" v="24"/>
          <ac:spMkLst>
            <pc:docMk/>
            <pc:sldMk cId="2028140549" sldId="259"/>
            <ac:spMk id="4" creationId="{7E2C3F0C-256C-1FF0-D87D-AA08B350AF7D}"/>
          </ac:spMkLst>
        </pc:spChg>
        <pc:picChg chg="add">
          <ac:chgData name="Arun Sunar" userId="3fa9774ca67c7ab5" providerId="LiveId" clId="{6EE5F0E8-0FB0-4BA7-9D6B-03336D052D2B}" dt="2024-05-14T03:48:15.067" v="24"/>
          <ac:picMkLst>
            <pc:docMk/>
            <pc:sldMk cId="2028140549" sldId="259"/>
            <ac:picMk id="1026" creationId="{7F33C3C6-F6D0-BB4B-28EC-7160561DED78}"/>
          </ac:picMkLst>
        </pc:picChg>
        <pc:picChg chg="add">
          <ac:chgData name="Arun Sunar" userId="3fa9774ca67c7ab5" providerId="LiveId" clId="{6EE5F0E8-0FB0-4BA7-9D6B-03336D052D2B}" dt="2024-05-14T03:48:15.067" v="24"/>
          <ac:picMkLst>
            <pc:docMk/>
            <pc:sldMk cId="2028140549" sldId="259"/>
            <ac:picMk id="1027" creationId="{58DD34A9-F598-B51F-4568-E50CA346CB3F}"/>
          </ac:picMkLst>
        </pc:picChg>
        <pc:picChg chg="add">
          <ac:chgData name="Arun Sunar" userId="3fa9774ca67c7ab5" providerId="LiveId" clId="{6EE5F0E8-0FB0-4BA7-9D6B-03336D052D2B}" dt="2024-05-14T03:48:15.067" v="24"/>
          <ac:picMkLst>
            <pc:docMk/>
            <pc:sldMk cId="2028140549" sldId="259"/>
            <ac:picMk id="1028" creationId="{E934DA4E-12BB-12A7-B953-97F08D52FAE1}"/>
          </ac:picMkLst>
        </pc:picChg>
      </pc:sldChg>
      <pc:sldChg chg="del">
        <pc:chgData name="Arun Sunar" userId="3fa9774ca67c7ab5" providerId="LiveId" clId="{6EE5F0E8-0FB0-4BA7-9D6B-03336D052D2B}" dt="2024-05-14T03:46:45.834" v="23" actId="2696"/>
        <pc:sldMkLst>
          <pc:docMk/>
          <pc:sldMk cId="1377608558" sldId="272"/>
        </pc:sldMkLst>
      </pc:sldChg>
      <pc:sldChg chg="modSp add mod">
        <pc:chgData name="Arun Sunar" userId="3fa9774ca67c7ab5" providerId="LiveId" clId="{6EE5F0E8-0FB0-4BA7-9D6B-03336D052D2B}" dt="2024-05-14T03:44:17.278" v="5"/>
        <pc:sldMkLst>
          <pc:docMk/>
          <pc:sldMk cId="951748916" sldId="275"/>
        </pc:sldMkLst>
        <pc:spChg chg="mod">
          <ac:chgData name="Arun Sunar" userId="3fa9774ca67c7ab5" providerId="LiveId" clId="{6EE5F0E8-0FB0-4BA7-9D6B-03336D052D2B}" dt="2024-05-14T03:44:17.278" v="5"/>
          <ac:spMkLst>
            <pc:docMk/>
            <pc:sldMk cId="951748916" sldId="275"/>
            <ac:spMk id="3" creationId="{78A7764D-010E-314B-C1B1-322F2B791677}"/>
          </ac:spMkLst>
        </pc:spChg>
      </pc:sldChg>
      <pc:sldChg chg="addSp delSp modSp add mod">
        <pc:chgData name="Arun Sunar" userId="3fa9774ca67c7ab5" providerId="LiveId" clId="{6EE5F0E8-0FB0-4BA7-9D6B-03336D052D2B}" dt="2024-05-14T03:45:32.338" v="22" actId="27636"/>
        <pc:sldMkLst>
          <pc:docMk/>
          <pc:sldMk cId="3776661356" sldId="276"/>
        </pc:sldMkLst>
        <pc:spChg chg="del">
          <ac:chgData name="Arun Sunar" userId="3fa9774ca67c7ab5" providerId="LiveId" clId="{6EE5F0E8-0FB0-4BA7-9D6B-03336D052D2B}" dt="2024-05-14T03:45:09.092" v="14" actId="478"/>
          <ac:spMkLst>
            <pc:docMk/>
            <pc:sldMk cId="3776661356" sldId="276"/>
            <ac:spMk id="2" creationId="{FF87C792-5C89-4D73-CC0E-E472133870D3}"/>
          </ac:spMkLst>
        </pc:spChg>
        <pc:spChg chg="mod">
          <ac:chgData name="Arun Sunar" userId="3fa9774ca67c7ab5" providerId="LiveId" clId="{6EE5F0E8-0FB0-4BA7-9D6B-03336D052D2B}" dt="2024-05-14T03:45:32.338" v="22" actId="27636"/>
          <ac:spMkLst>
            <pc:docMk/>
            <pc:sldMk cId="3776661356" sldId="276"/>
            <ac:spMk id="3" creationId="{78A7764D-010E-314B-C1B1-322F2B791677}"/>
          </ac:spMkLst>
        </pc:spChg>
        <pc:spChg chg="add del mod">
          <ac:chgData name="Arun Sunar" userId="3fa9774ca67c7ab5" providerId="LiveId" clId="{6EE5F0E8-0FB0-4BA7-9D6B-03336D052D2B}" dt="2024-05-14T03:45:11.552" v="15" actId="478"/>
          <ac:spMkLst>
            <pc:docMk/>
            <pc:sldMk cId="3776661356" sldId="276"/>
            <ac:spMk id="5" creationId="{11E83366-87DF-B6E8-AB86-9A0CDD4A6DC6}"/>
          </ac:spMkLst>
        </pc:spChg>
      </pc:sldChg>
    </pc:docChg>
  </pc:docChgLst>
  <pc:docChgLst>
    <pc:chgData name="Arun Sunar" userId="3fa9774ca67c7ab5" providerId="LiveId" clId="{B2311559-FEAD-40DD-A275-B25F713A071C}"/>
    <pc:docChg chg="undo redo custSel addSld modSld sldOrd">
      <pc:chgData name="Arun Sunar" userId="3fa9774ca67c7ab5" providerId="LiveId" clId="{B2311559-FEAD-40DD-A275-B25F713A071C}" dt="2023-08-16T05:03:06.181" v="172" actId="27636"/>
      <pc:docMkLst>
        <pc:docMk/>
      </pc:docMkLst>
      <pc:sldChg chg="modSp mod">
        <pc:chgData name="Arun Sunar" userId="3fa9774ca67c7ab5" providerId="LiveId" clId="{B2311559-FEAD-40DD-A275-B25F713A071C}" dt="2023-08-14T16:29:35.363" v="86"/>
        <pc:sldMkLst>
          <pc:docMk/>
          <pc:sldMk cId="1221101178" sldId="256"/>
        </pc:sldMkLst>
        <pc:spChg chg="mod">
          <ac:chgData name="Arun Sunar" userId="3fa9774ca67c7ab5" providerId="LiveId" clId="{B2311559-FEAD-40DD-A275-B25F713A071C}" dt="2023-08-14T16:29:35.363" v="86"/>
          <ac:spMkLst>
            <pc:docMk/>
            <pc:sldMk cId="1221101178" sldId="256"/>
            <ac:spMk id="3" creationId="{78A7764D-010E-314B-C1B1-322F2B791677}"/>
          </ac:spMkLst>
        </pc:spChg>
      </pc:sldChg>
      <pc:sldChg chg="modSp mod">
        <pc:chgData name="Arun Sunar" userId="3fa9774ca67c7ab5" providerId="LiveId" clId="{B2311559-FEAD-40DD-A275-B25F713A071C}" dt="2023-08-14T16:30:12.434" v="93" actId="27636"/>
        <pc:sldMkLst>
          <pc:docMk/>
          <pc:sldMk cId="2119052892" sldId="257"/>
        </pc:sldMkLst>
        <pc:spChg chg="mod">
          <ac:chgData name="Arun Sunar" userId="3fa9774ca67c7ab5" providerId="LiveId" clId="{B2311559-FEAD-40DD-A275-B25F713A071C}" dt="2023-08-14T16:29:52.536" v="89"/>
          <ac:spMkLst>
            <pc:docMk/>
            <pc:sldMk cId="2119052892" sldId="257"/>
            <ac:spMk id="2" creationId="{FF87C792-5C89-4D73-CC0E-E472133870D3}"/>
          </ac:spMkLst>
        </pc:spChg>
        <pc:spChg chg="mod">
          <ac:chgData name="Arun Sunar" userId="3fa9774ca67c7ab5" providerId="LiveId" clId="{B2311559-FEAD-40DD-A275-B25F713A071C}" dt="2023-08-14T16:30:12.434" v="93" actId="27636"/>
          <ac:spMkLst>
            <pc:docMk/>
            <pc:sldMk cId="2119052892" sldId="257"/>
            <ac:spMk id="3" creationId="{78A7764D-010E-314B-C1B1-322F2B791677}"/>
          </ac:spMkLst>
        </pc:spChg>
      </pc:sldChg>
      <pc:sldChg chg="modSp add mod">
        <pc:chgData name="Arun Sunar" userId="3fa9774ca67c7ab5" providerId="LiveId" clId="{B2311559-FEAD-40DD-A275-B25F713A071C}" dt="2023-08-16T04:36:18.346" v="127" actId="27636"/>
        <pc:sldMkLst>
          <pc:docMk/>
          <pc:sldMk cId="1821742413" sldId="258"/>
        </pc:sldMkLst>
        <pc:spChg chg="mod">
          <ac:chgData name="Arun Sunar" userId="3fa9774ca67c7ab5" providerId="LiveId" clId="{B2311559-FEAD-40DD-A275-B25F713A071C}" dt="2023-08-16T04:36:18.346" v="127" actId="27636"/>
          <ac:spMkLst>
            <pc:docMk/>
            <pc:sldMk cId="1821742413" sldId="258"/>
            <ac:spMk id="3" creationId="{78A7764D-010E-314B-C1B1-322F2B791677}"/>
          </ac:spMkLst>
        </pc:spChg>
      </pc:sldChg>
      <pc:sldChg chg="modSp add mod">
        <pc:chgData name="Arun Sunar" userId="3fa9774ca67c7ab5" providerId="LiveId" clId="{B2311559-FEAD-40DD-A275-B25F713A071C}" dt="2023-08-16T05:03:06.181" v="172" actId="27636"/>
        <pc:sldMkLst>
          <pc:docMk/>
          <pc:sldMk cId="2028140549" sldId="259"/>
        </pc:sldMkLst>
        <pc:spChg chg="mod">
          <ac:chgData name="Arun Sunar" userId="3fa9774ca67c7ab5" providerId="LiveId" clId="{B2311559-FEAD-40DD-A275-B25F713A071C}" dt="2023-08-16T05:03:06.181" v="172" actId="27636"/>
          <ac:spMkLst>
            <pc:docMk/>
            <pc:sldMk cId="2028140549" sldId="259"/>
            <ac:spMk id="3" creationId="{78A7764D-010E-314B-C1B1-322F2B791677}"/>
          </ac:spMkLst>
        </pc:spChg>
      </pc:sldChg>
      <pc:sldChg chg="addSp delSp modSp add mod">
        <pc:chgData name="Arun Sunar" userId="3fa9774ca67c7ab5" providerId="LiveId" clId="{B2311559-FEAD-40DD-A275-B25F713A071C}" dt="2023-08-14T16:23:43.431" v="33" actId="1076"/>
        <pc:sldMkLst>
          <pc:docMk/>
          <pc:sldMk cId="3732674704" sldId="260"/>
        </pc:sldMkLst>
        <pc:spChg chg="del mod">
          <ac:chgData name="Arun Sunar" userId="3fa9774ca67c7ab5" providerId="LiveId" clId="{B2311559-FEAD-40DD-A275-B25F713A071C}" dt="2023-08-14T16:23:40.835" v="31" actId="478"/>
          <ac:spMkLst>
            <pc:docMk/>
            <pc:sldMk cId="3732674704" sldId="260"/>
            <ac:spMk id="3" creationId="{78A7764D-010E-314B-C1B1-322F2B791677}"/>
          </ac:spMkLst>
        </pc:spChg>
        <pc:picChg chg="add mod">
          <ac:chgData name="Arun Sunar" userId="3fa9774ca67c7ab5" providerId="LiveId" clId="{B2311559-FEAD-40DD-A275-B25F713A071C}" dt="2023-08-14T16:23:43.431" v="33" actId="1076"/>
          <ac:picMkLst>
            <pc:docMk/>
            <pc:sldMk cId="3732674704" sldId="260"/>
            <ac:picMk id="5" creationId="{B2235686-EE20-284D-E384-B00C9F84E1CF}"/>
          </ac:picMkLst>
        </pc:picChg>
      </pc:sldChg>
      <pc:sldChg chg="modSp new mod">
        <pc:chgData name="Arun Sunar" userId="3fa9774ca67c7ab5" providerId="LiveId" clId="{B2311559-FEAD-40DD-A275-B25F713A071C}" dt="2023-08-16T04:59:27.841" v="162"/>
        <pc:sldMkLst>
          <pc:docMk/>
          <pc:sldMk cId="2863483951" sldId="261"/>
        </pc:sldMkLst>
        <pc:spChg chg="mod">
          <ac:chgData name="Arun Sunar" userId="3fa9774ca67c7ab5" providerId="LiveId" clId="{B2311559-FEAD-40DD-A275-B25F713A071C}" dt="2023-08-14T16:23:11.160" v="25" actId="20577"/>
          <ac:spMkLst>
            <pc:docMk/>
            <pc:sldMk cId="2863483951" sldId="261"/>
            <ac:spMk id="2" creationId="{98D9F26D-813E-A4B5-12D2-FD29C4DAB930}"/>
          </ac:spMkLst>
        </pc:spChg>
        <pc:spChg chg="mod">
          <ac:chgData name="Arun Sunar" userId="3fa9774ca67c7ab5" providerId="LiveId" clId="{B2311559-FEAD-40DD-A275-B25F713A071C}" dt="2023-08-16T04:59:27.841" v="162"/>
          <ac:spMkLst>
            <pc:docMk/>
            <pc:sldMk cId="2863483951" sldId="261"/>
            <ac:spMk id="3" creationId="{1C07ACC1-2787-057A-1008-707DD8FFCFE1}"/>
          </ac:spMkLst>
        </pc:spChg>
      </pc:sldChg>
      <pc:sldChg chg="modSp add mod ord">
        <pc:chgData name="Arun Sunar" userId="3fa9774ca67c7ab5" providerId="LiveId" clId="{B2311559-FEAD-40DD-A275-B25F713A071C}" dt="2023-08-14T16:24:00.882" v="38" actId="27636"/>
        <pc:sldMkLst>
          <pc:docMk/>
          <pc:sldMk cId="2614154535" sldId="262"/>
        </pc:sldMkLst>
        <pc:spChg chg="mod">
          <ac:chgData name="Arun Sunar" userId="3fa9774ca67c7ab5" providerId="LiveId" clId="{B2311559-FEAD-40DD-A275-B25F713A071C}" dt="2023-08-14T16:24:00.882" v="38" actId="27636"/>
          <ac:spMkLst>
            <pc:docMk/>
            <pc:sldMk cId="2614154535" sldId="262"/>
            <ac:spMk id="3" creationId="{78A7764D-010E-314B-C1B1-322F2B791677}"/>
          </ac:spMkLst>
        </pc:spChg>
      </pc:sldChg>
      <pc:sldChg chg="addSp delSp modSp add mod">
        <pc:chgData name="Arun Sunar" userId="3fa9774ca67c7ab5" providerId="LiveId" clId="{B2311559-FEAD-40DD-A275-B25F713A071C}" dt="2023-08-14T16:25:16.714" v="48" actId="27636"/>
        <pc:sldMkLst>
          <pc:docMk/>
          <pc:sldMk cId="2042272990" sldId="263"/>
        </pc:sldMkLst>
        <pc:spChg chg="del">
          <ac:chgData name="Arun Sunar" userId="3fa9774ca67c7ab5" providerId="LiveId" clId="{B2311559-FEAD-40DD-A275-B25F713A071C}" dt="2023-08-14T16:25:09.936" v="45" actId="478"/>
          <ac:spMkLst>
            <pc:docMk/>
            <pc:sldMk cId="2042272990" sldId="263"/>
            <ac:spMk id="2" creationId="{FF87C792-5C89-4D73-CC0E-E472133870D3}"/>
          </ac:spMkLst>
        </pc:spChg>
        <pc:spChg chg="mod">
          <ac:chgData name="Arun Sunar" userId="3fa9774ca67c7ab5" providerId="LiveId" clId="{B2311559-FEAD-40DD-A275-B25F713A071C}" dt="2023-08-14T16:25:16.714" v="48" actId="27636"/>
          <ac:spMkLst>
            <pc:docMk/>
            <pc:sldMk cId="2042272990" sldId="263"/>
            <ac:spMk id="3" creationId="{78A7764D-010E-314B-C1B1-322F2B791677}"/>
          </ac:spMkLst>
        </pc:spChg>
        <pc:spChg chg="add del">
          <ac:chgData name="Arun Sunar" userId="3fa9774ca67c7ab5" providerId="LiveId" clId="{B2311559-FEAD-40DD-A275-B25F713A071C}" dt="2023-08-14T16:25:03.822" v="41"/>
          <ac:spMkLst>
            <pc:docMk/>
            <pc:sldMk cId="2042272990" sldId="263"/>
            <ac:spMk id="4" creationId="{3DE13CE3-25AA-4FC5-D1B5-9360C59059C4}"/>
          </ac:spMkLst>
        </pc:spChg>
        <pc:spChg chg="add del mod">
          <ac:chgData name="Arun Sunar" userId="3fa9774ca67c7ab5" providerId="LiveId" clId="{B2311559-FEAD-40DD-A275-B25F713A071C}" dt="2023-08-14T16:25:12.853" v="46" actId="478"/>
          <ac:spMkLst>
            <pc:docMk/>
            <pc:sldMk cId="2042272990" sldId="263"/>
            <ac:spMk id="6" creationId="{1737A67C-9C05-6F03-9A9C-81A672E33CE1}"/>
          </ac:spMkLst>
        </pc:spChg>
      </pc:sldChg>
      <pc:sldChg chg="addSp delSp modSp new mod">
        <pc:chgData name="Arun Sunar" userId="3fa9774ca67c7ab5" providerId="LiveId" clId="{B2311559-FEAD-40DD-A275-B25F713A071C}" dt="2023-08-14T16:25:49.130" v="55"/>
        <pc:sldMkLst>
          <pc:docMk/>
          <pc:sldMk cId="3072191558" sldId="264"/>
        </pc:sldMkLst>
        <pc:spChg chg="mod">
          <ac:chgData name="Arun Sunar" userId="3fa9774ca67c7ab5" providerId="LiveId" clId="{B2311559-FEAD-40DD-A275-B25F713A071C}" dt="2023-08-14T16:25:36.862" v="51" actId="20577"/>
          <ac:spMkLst>
            <pc:docMk/>
            <pc:sldMk cId="3072191558" sldId="264"/>
            <ac:spMk id="2" creationId="{F0725495-2569-3323-3609-CAEA1A80F604}"/>
          </ac:spMkLst>
        </pc:spChg>
        <pc:spChg chg="add del mod">
          <ac:chgData name="Arun Sunar" userId="3fa9774ca67c7ab5" providerId="LiveId" clId="{B2311559-FEAD-40DD-A275-B25F713A071C}" dt="2023-08-14T16:25:49.130" v="55"/>
          <ac:spMkLst>
            <pc:docMk/>
            <pc:sldMk cId="3072191558" sldId="264"/>
            <ac:spMk id="3" creationId="{61980D13-1CDF-99FE-C9C8-44A13CB65ADD}"/>
          </ac:spMkLst>
        </pc:spChg>
        <pc:spChg chg="add del mod">
          <ac:chgData name="Arun Sunar" userId="3fa9774ca67c7ab5" providerId="LiveId" clId="{B2311559-FEAD-40DD-A275-B25F713A071C}" dt="2023-08-14T16:25:49.114" v="53"/>
          <ac:spMkLst>
            <pc:docMk/>
            <pc:sldMk cId="3072191558" sldId="264"/>
            <ac:spMk id="4" creationId="{96C537D5-07E5-F9CE-BEC5-8BCE9B7BDBA3}"/>
          </ac:spMkLst>
        </pc:spChg>
      </pc:sldChg>
      <pc:sldChg chg="modSp add mod">
        <pc:chgData name="Arun Sunar" userId="3fa9774ca67c7ab5" providerId="LiveId" clId="{B2311559-FEAD-40DD-A275-B25F713A071C}" dt="2023-08-14T16:26:22.325" v="58" actId="27636"/>
        <pc:sldMkLst>
          <pc:docMk/>
          <pc:sldMk cId="973365030" sldId="265"/>
        </pc:sldMkLst>
        <pc:spChg chg="mod">
          <ac:chgData name="Arun Sunar" userId="3fa9774ca67c7ab5" providerId="LiveId" clId="{B2311559-FEAD-40DD-A275-B25F713A071C}" dt="2023-08-14T16:26:22.325" v="58" actId="27636"/>
          <ac:spMkLst>
            <pc:docMk/>
            <pc:sldMk cId="973365030" sldId="265"/>
            <ac:spMk id="3" creationId="{61980D13-1CDF-99FE-C9C8-44A13CB65ADD}"/>
          </ac:spMkLst>
        </pc:spChg>
      </pc:sldChg>
      <pc:sldChg chg="addSp delSp modSp add mod">
        <pc:chgData name="Arun Sunar" userId="3fa9774ca67c7ab5" providerId="LiveId" clId="{B2311559-FEAD-40DD-A275-B25F713A071C}" dt="2023-08-14T16:27:07.789" v="67" actId="27636"/>
        <pc:sldMkLst>
          <pc:docMk/>
          <pc:sldMk cId="3615242387" sldId="266"/>
        </pc:sldMkLst>
        <pc:spChg chg="del">
          <ac:chgData name="Arun Sunar" userId="3fa9774ca67c7ab5" providerId="LiveId" clId="{B2311559-FEAD-40DD-A275-B25F713A071C}" dt="2023-08-14T16:27:00.883" v="62" actId="478"/>
          <ac:spMkLst>
            <pc:docMk/>
            <pc:sldMk cId="3615242387" sldId="266"/>
            <ac:spMk id="2" creationId="{F0725495-2569-3323-3609-CAEA1A80F604}"/>
          </ac:spMkLst>
        </pc:spChg>
        <pc:spChg chg="mod">
          <ac:chgData name="Arun Sunar" userId="3fa9774ca67c7ab5" providerId="LiveId" clId="{B2311559-FEAD-40DD-A275-B25F713A071C}" dt="2023-08-14T16:27:07.789" v="67" actId="27636"/>
          <ac:spMkLst>
            <pc:docMk/>
            <pc:sldMk cId="3615242387" sldId="266"/>
            <ac:spMk id="3" creationId="{61980D13-1CDF-99FE-C9C8-44A13CB65ADD}"/>
          </ac:spMkLst>
        </pc:spChg>
        <pc:spChg chg="add del">
          <ac:chgData name="Arun Sunar" userId="3fa9774ca67c7ab5" providerId="LiveId" clId="{B2311559-FEAD-40DD-A275-B25F713A071C}" dt="2023-08-14T16:26:49.038" v="61"/>
          <ac:spMkLst>
            <pc:docMk/>
            <pc:sldMk cId="3615242387" sldId="266"/>
            <ac:spMk id="4" creationId="{4CD01B30-69F5-8D83-C102-7F9EB792734E}"/>
          </ac:spMkLst>
        </pc:spChg>
        <pc:spChg chg="add del mod">
          <ac:chgData name="Arun Sunar" userId="3fa9774ca67c7ab5" providerId="LiveId" clId="{B2311559-FEAD-40DD-A275-B25F713A071C}" dt="2023-08-14T16:27:03.437" v="63" actId="478"/>
          <ac:spMkLst>
            <pc:docMk/>
            <pc:sldMk cId="3615242387" sldId="266"/>
            <ac:spMk id="6" creationId="{FA376736-654B-EB55-F80B-5A20B268AA23}"/>
          </ac:spMkLst>
        </pc:spChg>
      </pc:sldChg>
      <pc:sldChg chg="modSp add mod">
        <pc:chgData name="Arun Sunar" userId="3fa9774ca67c7ab5" providerId="LiveId" clId="{B2311559-FEAD-40DD-A275-B25F713A071C}" dt="2023-08-14T16:27:40.161" v="70" actId="27636"/>
        <pc:sldMkLst>
          <pc:docMk/>
          <pc:sldMk cId="1032970" sldId="267"/>
        </pc:sldMkLst>
        <pc:spChg chg="mod">
          <ac:chgData name="Arun Sunar" userId="3fa9774ca67c7ab5" providerId="LiveId" clId="{B2311559-FEAD-40DD-A275-B25F713A071C}" dt="2023-08-14T16:27:40.161" v="70" actId="27636"/>
          <ac:spMkLst>
            <pc:docMk/>
            <pc:sldMk cId="1032970" sldId="267"/>
            <ac:spMk id="3" creationId="{61980D13-1CDF-99FE-C9C8-44A13CB65ADD}"/>
          </ac:spMkLst>
        </pc:spChg>
      </pc:sldChg>
      <pc:sldChg chg="modSp add mod">
        <pc:chgData name="Arun Sunar" userId="3fa9774ca67c7ab5" providerId="LiveId" clId="{B2311559-FEAD-40DD-A275-B25F713A071C}" dt="2023-08-14T16:28:05.717" v="73" actId="27636"/>
        <pc:sldMkLst>
          <pc:docMk/>
          <pc:sldMk cId="285420595" sldId="268"/>
        </pc:sldMkLst>
        <pc:spChg chg="mod">
          <ac:chgData name="Arun Sunar" userId="3fa9774ca67c7ab5" providerId="LiveId" clId="{B2311559-FEAD-40DD-A275-B25F713A071C}" dt="2023-08-14T16:28:05.717" v="73" actId="27636"/>
          <ac:spMkLst>
            <pc:docMk/>
            <pc:sldMk cId="285420595" sldId="268"/>
            <ac:spMk id="3" creationId="{61980D13-1CDF-99FE-C9C8-44A13CB65ADD}"/>
          </ac:spMkLst>
        </pc:spChg>
      </pc:sldChg>
      <pc:sldChg chg="addSp delSp modSp add mod">
        <pc:chgData name="Arun Sunar" userId="3fa9774ca67c7ab5" providerId="LiveId" clId="{B2311559-FEAD-40DD-A275-B25F713A071C}" dt="2023-08-14T16:28:27.688" v="78" actId="27636"/>
        <pc:sldMkLst>
          <pc:docMk/>
          <pc:sldMk cId="3910279311" sldId="269"/>
        </pc:sldMkLst>
        <pc:spChg chg="add del">
          <ac:chgData name="Arun Sunar" userId="3fa9774ca67c7ab5" providerId="LiveId" clId="{B2311559-FEAD-40DD-A275-B25F713A071C}" dt="2023-08-14T16:28:20.540" v="76"/>
          <ac:spMkLst>
            <pc:docMk/>
            <pc:sldMk cId="3910279311" sldId="269"/>
            <ac:spMk id="2" creationId="{34B28B7D-9E34-434B-F660-23FD6F39FB22}"/>
          </ac:spMkLst>
        </pc:spChg>
        <pc:spChg chg="mod">
          <ac:chgData name="Arun Sunar" userId="3fa9774ca67c7ab5" providerId="LiveId" clId="{B2311559-FEAD-40DD-A275-B25F713A071C}" dt="2023-08-14T16:28:27.688" v="78" actId="27636"/>
          <ac:spMkLst>
            <pc:docMk/>
            <pc:sldMk cId="3910279311" sldId="269"/>
            <ac:spMk id="3" creationId="{61980D13-1CDF-99FE-C9C8-44A13CB65ADD}"/>
          </ac:spMkLst>
        </pc:spChg>
      </pc:sldChg>
      <pc:sldChg chg="modSp add mod">
        <pc:chgData name="Arun Sunar" userId="3fa9774ca67c7ab5" providerId="LiveId" clId="{B2311559-FEAD-40DD-A275-B25F713A071C}" dt="2023-08-14T16:28:47.630" v="82" actId="27636"/>
        <pc:sldMkLst>
          <pc:docMk/>
          <pc:sldMk cId="3794525382" sldId="270"/>
        </pc:sldMkLst>
        <pc:spChg chg="mod">
          <ac:chgData name="Arun Sunar" userId="3fa9774ca67c7ab5" providerId="LiveId" clId="{B2311559-FEAD-40DD-A275-B25F713A071C}" dt="2023-08-14T16:28:47.630" v="82" actId="27636"/>
          <ac:spMkLst>
            <pc:docMk/>
            <pc:sldMk cId="3794525382" sldId="270"/>
            <ac:spMk id="3" creationId="{61980D13-1CDF-99FE-C9C8-44A13CB65ADD}"/>
          </ac:spMkLst>
        </pc:spChg>
      </pc:sldChg>
      <pc:sldChg chg="addSp delSp modSp add mod">
        <pc:chgData name="Arun Sunar" userId="3fa9774ca67c7ab5" providerId="LiveId" clId="{B2311559-FEAD-40DD-A275-B25F713A071C}" dt="2023-08-14T16:30:50.691" v="101"/>
        <pc:sldMkLst>
          <pc:docMk/>
          <pc:sldMk cId="2255402633" sldId="271"/>
        </pc:sldMkLst>
        <pc:spChg chg="del">
          <ac:chgData name="Arun Sunar" userId="3fa9774ca67c7ab5" providerId="LiveId" clId="{B2311559-FEAD-40DD-A275-B25F713A071C}" dt="2023-08-14T16:30:41.583" v="96" actId="478"/>
          <ac:spMkLst>
            <pc:docMk/>
            <pc:sldMk cId="2255402633" sldId="271"/>
            <ac:spMk id="2" creationId="{FF87C792-5C89-4D73-CC0E-E472133870D3}"/>
          </ac:spMkLst>
        </pc:spChg>
        <pc:spChg chg="del">
          <ac:chgData name="Arun Sunar" userId="3fa9774ca67c7ab5" providerId="LiveId" clId="{B2311559-FEAD-40DD-A275-B25F713A071C}" dt="2023-08-14T16:30:39.756" v="95" actId="478"/>
          <ac:spMkLst>
            <pc:docMk/>
            <pc:sldMk cId="2255402633" sldId="271"/>
            <ac:spMk id="3" creationId="{78A7764D-010E-314B-C1B1-322F2B791677}"/>
          </ac:spMkLst>
        </pc:spChg>
        <pc:spChg chg="add del mod">
          <ac:chgData name="Arun Sunar" userId="3fa9774ca67c7ab5" providerId="LiveId" clId="{B2311559-FEAD-40DD-A275-B25F713A071C}" dt="2023-08-14T16:30:45.328" v="98" actId="478"/>
          <ac:spMkLst>
            <pc:docMk/>
            <pc:sldMk cId="2255402633" sldId="271"/>
            <ac:spMk id="5" creationId="{4B844289-594B-C66A-1386-0D2B1E1733D4}"/>
          </ac:spMkLst>
        </pc:spChg>
        <pc:spChg chg="add del mod">
          <ac:chgData name="Arun Sunar" userId="3fa9774ca67c7ab5" providerId="LiveId" clId="{B2311559-FEAD-40DD-A275-B25F713A071C}" dt="2023-08-14T16:30:43.558" v="97" actId="478"/>
          <ac:spMkLst>
            <pc:docMk/>
            <pc:sldMk cId="2255402633" sldId="271"/>
            <ac:spMk id="7" creationId="{D13089C0-2465-8BC8-4C2E-B8FFAC3A9C81}"/>
          </ac:spMkLst>
        </pc:spChg>
        <pc:spChg chg="add del">
          <ac:chgData name="Arun Sunar" userId="3fa9774ca67c7ab5" providerId="LiveId" clId="{B2311559-FEAD-40DD-A275-B25F713A071C}" dt="2023-08-14T16:30:50.673" v="100"/>
          <ac:spMkLst>
            <pc:docMk/>
            <pc:sldMk cId="2255402633" sldId="271"/>
            <ac:spMk id="8" creationId="{56738B1A-0C2B-D294-D5F1-13DCF4FF6BB5}"/>
          </ac:spMkLst>
        </pc:spChg>
        <pc:picChg chg="add">
          <ac:chgData name="Arun Sunar" userId="3fa9774ca67c7ab5" providerId="LiveId" clId="{B2311559-FEAD-40DD-A275-B25F713A071C}" dt="2023-08-14T16:30:50.691" v="101"/>
          <ac:picMkLst>
            <pc:docMk/>
            <pc:sldMk cId="2255402633" sldId="271"/>
            <ac:picMk id="9" creationId="{BE0F9BA8-123D-FFC8-D74A-257B516728DB}"/>
          </ac:picMkLst>
        </pc:picChg>
      </pc:sldChg>
      <pc:sldChg chg="modSp add mod">
        <pc:chgData name="Arun Sunar" userId="3fa9774ca67c7ab5" providerId="LiveId" clId="{B2311559-FEAD-40DD-A275-B25F713A071C}" dt="2023-08-16T04:35:24.374" v="119" actId="20577"/>
        <pc:sldMkLst>
          <pc:docMk/>
          <pc:sldMk cId="1377608558" sldId="272"/>
        </pc:sldMkLst>
        <pc:spChg chg="mod">
          <ac:chgData name="Arun Sunar" userId="3fa9774ca67c7ab5" providerId="LiveId" clId="{B2311559-FEAD-40DD-A275-B25F713A071C}" dt="2023-08-16T04:35:24.374" v="119" actId="20577"/>
          <ac:spMkLst>
            <pc:docMk/>
            <pc:sldMk cId="1377608558" sldId="272"/>
            <ac:spMk id="3" creationId="{78A7764D-010E-314B-C1B1-322F2B791677}"/>
          </ac:spMkLst>
        </pc:spChg>
      </pc:sldChg>
      <pc:sldChg chg="addSp delSp modSp add mod modClrScheme chgLayout">
        <pc:chgData name="Arun Sunar" userId="3fa9774ca67c7ab5" providerId="LiveId" clId="{B2311559-FEAD-40DD-A275-B25F713A071C}" dt="2023-08-16T04:57:27.972" v="160" actId="20577"/>
        <pc:sldMkLst>
          <pc:docMk/>
          <pc:sldMk cId="3889864738" sldId="273"/>
        </pc:sldMkLst>
        <pc:spChg chg="add del mod">
          <ac:chgData name="Arun Sunar" userId="3fa9774ca67c7ab5" providerId="LiveId" clId="{B2311559-FEAD-40DD-A275-B25F713A071C}" dt="2023-08-16T04:57:03.100" v="136" actId="22"/>
          <ac:spMkLst>
            <pc:docMk/>
            <pc:sldMk cId="3889864738" sldId="273"/>
            <ac:spMk id="3" creationId="{A5E66C1E-77C6-42A1-6A20-6CCD71CC8124}"/>
          </ac:spMkLst>
        </pc:spChg>
        <pc:spChg chg="add mod">
          <ac:chgData name="Arun Sunar" userId="3fa9774ca67c7ab5" providerId="LiveId" clId="{B2311559-FEAD-40DD-A275-B25F713A071C}" dt="2023-08-16T04:57:27.972" v="160" actId="20577"/>
          <ac:spMkLst>
            <pc:docMk/>
            <pc:sldMk cId="3889864738" sldId="273"/>
            <ac:spMk id="4" creationId="{5EABFD5C-39ED-BE27-66F2-A141330AD93C}"/>
          </ac:spMkLst>
        </pc:spChg>
        <pc:spChg chg="add mod">
          <ac:chgData name="Arun Sunar" userId="3fa9774ca67c7ab5" providerId="LiveId" clId="{B2311559-FEAD-40DD-A275-B25F713A071C}" dt="2023-08-16T04:57:15.035" v="144" actId="27636"/>
          <ac:spMkLst>
            <pc:docMk/>
            <pc:sldMk cId="3889864738" sldId="273"/>
            <ac:spMk id="5" creationId="{AD893B6E-CBA4-14F0-E41F-54824E82936F}"/>
          </ac:spMkLst>
        </pc:spChg>
        <pc:picChg chg="del">
          <ac:chgData name="Arun Sunar" userId="3fa9774ca67c7ab5" providerId="LiveId" clId="{B2311559-FEAD-40DD-A275-B25F713A071C}" dt="2023-08-16T04:56:28.382" v="129" actId="478"/>
          <ac:picMkLst>
            <pc:docMk/>
            <pc:sldMk cId="3889864738" sldId="273"/>
            <ac:picMk id="9" creationId="{BE0F9BA8-123D-FFC8-D74A-257B516728DB}"/>
          </ac:picMkLst>
        </pc:picChg>
      </pc:sldChg>
    </pc:docChg>
  </pc:docChgLst>
  <pc:docChgLst>
    <pc:chgData name="Arun Sunar" userId="3fa9774ca67c7ab5" providerId="LiveId" clId="{4DF37571-9E3B-41E0-992B-DA33005BB435}"/>
    <pc:docChg chg="undo redo custSel addSld modSld">
      <pc:chgData name="Arun Sunar" userId="3fa9774ca67c7ab5" providerId="LiveId" clId="{4DF37571-9E3B-41E0-992B-DA33005BB435}" dt="2024-02-05T11:57:34.120" v="22" actId="255"/>
      <pc:docMkLst>
        <pc:docMk/>
      </pc:docMkLst>
      <pc:sldChg chg="modSp mod">
        <pc:chgData name="Arun Sunar" userId="3fa9774ca67c7ab5" providerId="LiveId" clId="{4DF37571-9E3B-41E0-992B-DA33005BB435}" dt="2024-02-05T11:51:29.889" v="9"/>
        <pc:sldMkLst>
          <pc:docMk/>
          <pc:sldMk cId="2863483951" sldId="261"/>
        </pc:sldMkLst>
        <pc:spChg chg="mod">
          <ac:chgData name="Arun Sunar" userId="3fa9774ca67c7ab5" providerId="LiveId" clId="{4DF37571-9E3B-41E0-992B-DA33005BB435}" dt="2024-02-05T11:51:29.889" v="9"/>
          <ac:spMkLst>
            <pc:docMk/>
            <pc:sldMk cId="2863483951" sldId="261"/>
            <ac:spMk id="3" creationId="{1C07ACC1-2787-057A-1008-707DD8FFCFE1}"/>
          </ac:spMkLst>
        </pc:spChg>
      </pc:sldChg>
      <pc:sldChg chg="addSp delSp modSp new mod">
        <pc:chgData name="Arun Sunar" userId="3fa9774ca67c7ab5" providerId="LiveId" clId="{4DF37571-9E3B-41E0-992B-DA33005BB435}" dt="2024-02-05T11:57:34.120" v="22" actId="255"/>
        <pc:sldMkLst>
          <pc:docMk/>
          <pc:sldMk cId="2554084539" sldId="274"/>
        </pc:sldMkLst>
        <pc:spChg chg="mod">
          <ac:chgData name="Arun Sunar" userId="3fa9774ca67c7ab5" providerId="LiveId" clId="{4DF37571-9E3B-41E0-992B-DA33005BB435}" dt="2024-02-05T11:57:15.472" v="17" actId="14100"/>
          <ac:spMkLst>
            <pc:docMk/>
            <pc:sldMk cId="2554084539" sldId="274"/>
            <ac:spMk id="2" creationId="{1F0F8FEE-D09D-9F88-76E6-4936F2828FF8}"/>
          </ac:spMkLst>
        </pc:spChg>
        <pc:spChg chg="add del mod">
          <ac:chgData name="Arun Sunar" userId="3fa9774ca67c7ab5" providerId="LiveId" clId="{4DF37571-9E3B-41E0-992B-DA33005BB435}" dt="2024-02-05T11:57:34.120" v="22" actId="255"/>
          <ac:spMkLst>
            <pc:docMk/>
            <pc:sldMk cId="2554084539" sldId="274"/>
            <ac:spMk id="3" creationId="{B8446EA3-000B-F46D-1A19-7695DF010222}"/>
          </ac:spMkLst>
        </pc:spChg>
        <pc:spChg chg="add mod">
          <ac:chgData name="Arun Sunar" userId="3fa9774ca67c7ab5" providerId="LiveId" clId="{4DF37571-9E3B-41E0-992B-DA33005BB435}" dt="2024-02-05T11:57:26.217" v="19"/>
          <ac:spMkLst>
            <pc:docMk/>
            <pc:sldMk cId="2554084539" sldId="274"/>
            <ac:spMk id="4" creationId="{BBD90554-618A-BF83-0AA7-45606166AD6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C2D1-9B83-2C05-C3CB-B3346B2C55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F8ADD-743F-9BB1-3467-8B2946EC5D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8D2E64-0033-8D9C-68E1-803D6E9D8AAC}"/>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5" name="Footer Placeholder 4">
            <a:extLst>
              <a:ext uri="{FF2B5EF4-FFF2-40B4-BE49-F238E27FC236}">
                <a16:creationId xmlns:a16="http://schemas.microsoft.com/office/drawing/2014/main" id="{410C365D-84BC-0F38-7355-8E7572ACA6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F8CE41-4CEE-8453-2113-7B48041E5C1C}"/>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3888652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45958-7EB6-1975-1CA6-311C06EF6F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41DF96-FC3B-29C2-538B-240E51DA53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EB0F06-483E-F4B5-FBA2-89D7F1A3F83A}"/>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5" name="Footer Placeholder 4">
            <a:extLst>
              <a:ext uri="{FF2B5EF4-FFF2-40B4-BE49-F238E27FC236}">
                <a16:creationId xmlns:a16="http://schemas.microsoft.com/office/drawing/2014/main" id="{D2C60490-A645-9455-7071-9A268A59BE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9CCA43-9256-5392-D409-B279503FFDC8}"/>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400706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F612-A95F-76CC-5599-59CBF79275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C7CDB1-659B-42F2-AAC8-877D4DFE5C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3A1B52-C823-4060-5F58-65E344493A1F}"/>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5" name="Footer Placeholder 4">
            <a:extLst>
              <a:ext uri="{FF2B5EF4-FFF2-40B4-BE49-F238E27FC236}">
                <a16:creationId xmlns:a16="http://schemas.microsoft.com/office/drawing/2014/main" id="{6FCC8EBC-663F-56DA-140E-BB5FEF73B6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3B7A2E-494F-778D-B776-13DBFF9F0452}"/>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140120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BE608-5809-FA14-3C0C-D2D3482B0A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D83C01-2A90-3923-7FD5-0F6296E9A0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0EBCB45-364B-2E32-AE47-DE926AB2A6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EBFFCB-018D-0211-E012-1344783B7E06}"/>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6" name="Footer Placeholder 5">
            <a:extLst>
              <a:ext uri="{FF2B5EF4-FFF2-40B4-BE49-F238E27FC236}">
                <a16:creationId xmlns:a16="http://schemas.microsoft.com/office/drawing/2014/main" id="{23688FF0-E0AF-2E2E-7436-182239D703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442653-B8BC-AED5-30C9-25388808C430}"/>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4049633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FA8DA-001C-3F3E-E4DF-EA1D99E041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6D0CAA-AC5C-1B68-FFEC-3BE95FA24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57036A-09AB-6D83-0AE4-E985E13565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7D2DCE-683C-C983-58A9-EB24F0A248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2F420D-A716-28D6-F0AF-48429C8999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46E0BA-5418-F114-6D05-57CDA1969C03}"/>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8" name="Footer Placeholder 7">
            <a:extLst>
              <a:ext uri="{FF2B5EF4-FFF2-40B4-BE49-F238E27FC236}">
                <a16:creationId xmlns:a16="http://schemas.microsoft.com/office/drawing/2014/main" id="{ACFBBCB2-635B-6875-C76B-A704840CB6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7B9EA5-5431-19B3-A4C8-135105D66E3F}"/>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486690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D0D9-4A3B-41C9-DA6A-C9AA1AFED9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C6C82D-6E6E-D0E2-9320-596A987E5880}"/>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4" name="Footer Placeholder 3">
            <a:extLst>
              <a:ext uri="{FF2B5EF4-FFF2-40B4-BE49-F238E27FC236}">
                <a16:creationId xmlns:a16="http://schemas.microsoft.com/office/drawing/2014/main" id="{6AC39479-A8C5-171D-7241-37937F6030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A9EE88-CFC0-8D26-C845-F2D084DD50DB}"/>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2855068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D52E1B-F352-EF2A-3B10-9872E618A6E2}"/>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3" name="Footer Placeholder 2">
            <a:extLst>
              <a:ext uri="{FF2B5EF4-FFF2-40B4-BE49-F238E27FC236}">
                <a16:creationId xmlns:a16="http://schemas.microsoft.com/office/drawing/2014/main" id="{58D4EFCB-DDF5-84DA-9911-B82C7468B2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7632BD-378C-B29D-4283-F47B04020026}"/>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87249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6DFEF-E9A1-4105-6E49-DB5BFFE0D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A2D6DC-6B26-765B-80F8-C0B16D6C53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8D5F06-FBDB-4F34-C3F7-D611D14B4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9A1BF6-AED2-7D23-E0EB-BD60741EF302}"/>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6" name="Footer Placeholder 5">
            <a:extLst>
              <a:ext uri="{FF2B5EF4-FFF2-40B4-BE49-F238E27FC236}">
                <a16:creationId xmlns:a16="http://schemas.microsoft.com/office/drawing/2014/main" id="{17F159F9-D6F6-1BC3-5301-FE15707816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D8413F-9BE1-EB37-CE7A-11AA86F691F9}"/>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3813117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89048-2261-D2BE-5DA0-7990A01ACD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7A07D9-2C4C-0E93-DB34-1CBAE27A25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B4AF5A-0CB7-6B45-A1FD-5A8FEADCB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349168-B0C9-66C1-F5DA-72218BC90C9C}"/>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6" name="Footer Placeholder 5">
            <a:extLst>
              <a:ext uri="{FF2B5EF4-FFF2-40B4-BE49-F238E27FC236}">
                <a16:creationId xmlns:a16="http://schemas.microsoft.com/office/drawing/2014/main" id="{985CFE29-B49F-D874-5D8B-AFE5E14FF2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FC31D8-DE64-0442-FAD4-81432AAC8B3B}"/>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4136248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0D33E-7C31-63B4-0A02-BC6D85321EA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1FBA0B-CDCA-3994-CDEF-E3A794A2D6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6373F9-01DA-15F3-92B9-6EF193D9BD14}"/>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5" name="Footer Placeholder 4">
            <a:extLst>
              <a:ext uri="{FF2B5EF4-FFF2-40B4-BE49-F238E27FC236}">
                <a16:creationId xmlns:a16="http://schemas.microsoft.com/office/drawing/2014/main" id="{26BAE199-C9AD-B382-2222-6B7C16A4E9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707570-5752-2E6E-06B1-A10541C0EF4A}"/>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2526248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3D8F8A-9A9C-CC56-2926-3623924B7B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9A01FE-FEF0-8679-418B-4FFE31A538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65FFF7-8D69-8407-7A0F-67259965EBA4}"/>
              </a:ext>
            </a:extLst>
          </p:cNvPr>
          <p:cNvSpPr>
            <a:spLocks noGrp="1"/>
          </p:cNvSpPr>
          <p:nvPr>
            <p:ph type="dt" sz="half" idx="10"/>
          </p:nvPr>
        </p:nvSpPr>
        <p:spPr/>
        <p:txBody>
          <a:bodyPr/>
          <a:lstStyle/>
          <a:p>
            <a:fld id="{A9BAEAAC-880E-43F2-8632-D7AB9B9B4981}" type="datetimeFigureOut">
              <a:rPr lang="en-IN" smtClean="0"/>
              <a:t>14-05-2024</a:t>
            </a:fld>
            <a:endParaRPr lang="en-IN"/>
          </a:p>
        </p:txBody>
      </p:sp>
      <p:sp>
        <p:nvSpPr>
          <p:cNvPr id="5" name="Footer Placeholder 4">
            <a:extLst>
              <a:ext uri="{FF2B5EF4-FFF2-40B4-BE49-F238E27FC236}">
                <a16:creationId xmlns:a16="http://schemas.microsoft.com/office/drawing/2014/main" id="{C17652D4-3D57-C0F5-38BC-D336F98B6C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65155E-E229-B10A-972D-0C40D7BC3528}"/>
              </a:ext>
            </a:extLst>
          </p:cNvPr>
          <p:cNvSpPr>
            <a:spLocks noGrp="1"/>
          </p:cNvSpPr>
          <p:nvPr>
            <p:ph type="sldNum" sz="quarter" idx="12"/>
          </p:nvPr>
        </p:nvSpPr>
        <p:spPr/>
        <p:txBody>
          <a:bodyPr/>
          <a:lstStyle/>
          <a:p>
            <a:fld id="{29C5F135-4BCD-4A6D-A291-CFA3D66B8F8A}" type="slidenum">
              <a:rPr lang="en-IN" smtClean="0"/>
              <a:t>‹#›</a:t>
            </a:fld>
            <a:endParaRPr lang="en-IN"/>
          </a:p>
        </p:txBody>
      </p:sp>
    </p:spTree>
    <p:extLst>
      <p:ext uri="{BB962C8B-B14F-4D97-AF65-F5344CB8AC3E}">
        <p14:creationId xmlns:p14="http://schemas.microsoft.com/office/powerpoint/2010/main" val="1486397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CA938D-6AC8-9044-F256-F0AE01F4D5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F95CB8-DAFB-AD95-EA7E-27F17FFFF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E3C647-EE0C-BD2A-726F-CBF3DBEF11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BAEAAC-880E-43F2-8632-D7AB9B9B4981}" type="datetimeFigureOut">
              <a:rPr lang="en-IN" smtClean="0"/>
              <a:t>14-05-2024</a:t>
            </a:fld>
            <a:endParaRPr lang="en-IN"/>
          </a:p>
        </p:txBody>
      </p:sp>
      <p:sp>
        <p:nvSpPr>
          <p:cNvPr id="5" name="Footer Placeholder 4">
            <a:extLst>
              <a:ext uri="{FF2B5EF4-FFF2-40B4-BE49-F238E27FC236}">
                <a16:creationId xmlns:a16="http://schemas.microsoft.com/office/drawing/2014/main" id="{65B711A2-BF39-D217-89D0-85DCBB545B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386300-9BE2-4D53-889A-C99CB7F7EE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C5F135-4BCD-4A6D-A291-CFA3D66B8F8A}" type="slidenum">
              <a:rPr lang="en-IN" smtClean="0"/>
              <a:t>‹#›</a:t>
            </a:fld>
            <a:endParaRPr lang="en-IN"/>
          </a:p>
        </p:txBody>
      </p:sp>
    </p:spTree>
    <p:extLst>
      <p:ext uri="{BB962C8B-B14F-4D97-AF65-F5344CB8AC3E}">
        <p14:creationId xmlns:p14="http://schemas.microsoft.com/office/powerpoint/2010/main" val="3614252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javadeveloperzone.com/spring-boot/spring-boot-database-cache-example/" TargetMode="External"/><Relationship Id="rId2" Type="http://schemas.openxmlformats.org/officeDocument/2006/relationships/hyperlink" Target="https://www.javatpoint.com/spring-boot-caching" TargetMode="External"/><Relationship Id="rId1" Type="http://schemas.openxmlformats.org/officeDocument/2006/relationships/slideLayout" Target="../slideLayouts/slideLayout2.xml"/><Relationship Id="rId5" Type="http://schemas.openxmlformats.org/officeDocument/2006/relationships/hyperlink" Target="https://bootcamptoprod.com/spring-boot-caching/" TargetMode="External"/><Relationship Id="rId4" Type="http://schemas.openxmlformats.org/officeDocument/2006/relationships/hyperlink" Target="https://reflectoring.io/spring-boot-cach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C792-5C89-4D73-CC0E-E472133870D3}"/>
              </a:ext>
            </a:extLst>
          </p:cNvPr>
          <p:cNvSpPr>
            <a:spLocks noGrp="1"/>
          </p:cNvSpPr>
          <p:nvPr>
            <p:ph type="ctrTitle"/>
          </p:nvPr>
        </p:nvSpPr>
        <p:spPr>
          <a:xfrm>
            <a:off x="646922" y="226624"/>
            <a:ext cx="9144000" cy="883719"/>
          </a:xfrm>
        </p:spPr>
        <p:txBody>
          <a:bodyPr>
            <a:normAutofit/>
          </a:bodyPr>
          <a:lstStyle/>
          <a:p>
            <a:pPr algn="l"/>
            <a:r>
              <a:rPr lang="en-IN" sz="2800" dirty="0"/>
              <a:t>Caching</a:t>
            </a:r>
          </a:p>
        </p:txBody>
      </p:sp>
      <p:sp>
        <p:nvSpPr>
          <p:cNvPr id="3" name="Subtitle 2">
            <a:extLst>
              <a:ext uri="{FF2B5EF4-FFF2-40B4-BE49-F238E27FC236}">
                <a16:creationId xmlns:a16="http://schemas.microsoft.com/office/drawing/2014/main" id="{78A7764D-010E-314B-C1B1-322F2B791677}"/>
              </a:ext>
            </a:extLst>
          </p:cNvPr>
          <p:cNvSpPr>
            <a:spLocks noGrp="1"/>
          </p:cNvSpPr>
          <p:nvPr>
            <p:ph type="subTitle" idx="1"/>
          </p:nvPr>
        </p:nvSpPr>
        <p:spPr>
          <a:xfrm>
            <a:off x="382555" y="1287624"/>
            <a:ext cx="10285445" cy="4711960"/>
          </a:xfrm>
        </p:spPr>
        <p:txBody>
          <a:bodyPr/>
          <a:lstStyle/>
          <a:p>
            <a:pPr algn="l"/>
            <a:r>
              <a:rPr lang="en-US" dirty="0"/>
              <a:t>Caching is a way for improving application performance. It is a type of temporary memory that sits between the application and the persistent database. Cache memory store previously </a:t>
            </a:r>
            <a:r>
              <a:rPr lang="en-US" dirty="0" err="1"/>
              <a:t>utilised</a:t>
            </a:r>
            <a:r>
              <a:rPr lang="en-US" dirty="0"/>
              <a:t> data items in order to </a:t>
            </a:r>
            <a:r>
              <a:rPr lang="en-US" dirty="0" err="1"/>
              <a:t>minimise</a:t>
            </a:r>
            <a:r>
              <a:rPr lang="en-US" dirty="0"/>
              <a:t> database calls as much as feasible.</a:t>
            </a:r>
          </a:p>
          <a:p>
            <a:pPr algn="l"/>
            <a:r>
              <a:rPr lang="en-US" b="0" i="0" dirty="0">
                <a:solidFill>
                  <a:srgbClr val="333333"/>
                </a:solidFill>
                <a:effectLst/>
                <a:latin typeface="inter-regular"/>
              </a:rPr>
              <a:t>The primary reason for using cache is to make data access faster and less expensive. When the highly requested resource is requested multiple times, it is often beneficial for the developer to cache resources so that it can give responses quickly. Using cache in an application enhances the performance of the application. Data access from memory is always faster in comparison to fetching data from the database. It reduces both monetary cost and opportunity cost.</a:t>
            </a:r>
            <a:endParaRPr lang="en-IN" dirty="0"/>
          </a:p>
        </p:txBody>
      </p:sp>
    </p:spTree>
    <p:extLst>
      <p:ext uri="{BB962C8B-B14F-4D97-AF65-F5344CB8AC3E}">
        <p14:creationId xmlns:p14="http://schemas.microsoft.com/office/powerpoint/2010/main" val="1221101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C792-5C89-4D73-CC0E-E472133870D3}"/>
              </a:ext>
            </a:extLst>
          </p:cNvPr>
          <p:cNvSpPr>
            <a:spLocks noGrp="1"/>
          </p:cNvSpPr>
          <p:nvPr>
            <p:ph type="ctrTitle"/>
          </p:nvPr>
        </p:nvSpPr>
        <p:spPr>
          <a:xfrm>
            <a:off x="646922" y="226624"/>
            <a:ext cx="9144000" cy="883719"/>
          </a:xfrm>
        </p:spPr>
        <p:txBody>
          <a:bodyPr>
            <a:normAutofit/>
          </a:bodyPr>
          <a:lstStyle/>
          <a:p>
            <a:pPr algn="l"/>
            <a:r>
              <a:rPr lang="en-IN" sz="2800" dirty="0"/>
              <a:t>Benefits of Caching</a:t>
            </a:r>
          </a:p>
        </p:txBody>
      </p:sp>
      <p:sp>
        <p:nvSpPr>
          <p:cNvPr id="3" name="Subtitle 2">
            <a:extLst>
              <a:ext uri="{FF2B5EF4-FFF2-40B4-BE49-F238E27FC236}">
                <a16:creationId xmlns:a16="http://schemas.microsoft.com/office/drawing/2014/main" id="{78A7764D-010E-314B-C1B1-322F2B791677}"/>
              </a:ext>
            </a:extLst>
          </p:cNvPr>
          <p:cNvSpPr>
            <a:spLocks noGrp="1"/>
          </p:cNvSpPr>
          <p:nvPr>
            <p:ph type="subTitle" idx="1"/>
          </p:nvPr>
        </p:nvSpPr>
        <p:spPr>
          <a:xfrm>
            <a:off x="382555" y="1287624"/>
            <a:ext cx="10285445" cy="4711960"/>
          </a:xfrm>
        </p:spPr>
        <p:txBody>
          <a:bodyPr>
            <a:normAutofit lnSpcReduction="10000"/>
          </a:bodyPr>
          <a:lstStyle/>
          <a:p>
            <a:pPr algn="l"/>
            <a:r>
              <a:rPr lang="en-US" b="0" i="1" dirty="0">
                <a:solidFill>
                  <a:srgbClr val="000000"/>
                </a:solidFill>
                <a:effectLst/>
                <a:latin typeface="-apple-system"/>
              </a:rPr>
              <a:t>Caching of commonly reused data in an application is an useful technique for improving application speed. We cache such frequently requested data in memory to prevent calling the costly backends every time the user wants the data. Data access from memory is indeed faster than data access from storage such as a database, file system, or other service calls.</a:t>
            </a:r>
          </a:p>
          <a:p>
            <a:pPr algn="l"/>
            <a:r>
              <a:rPr lang="en-US" dirty="0"/>
              <a:t>Types of Caching</a:t>
            </a:r>
          </a:p>
          <a:p>
            <a:pPr algn="l"/>
            <a:r>
              <a:rPr lang="en-US" dirty="0"/>
              <a:t>There are four types of caching are as follows:</a:t>
            </a:r>
          </a:p>
          <a:p>
            <a:pPr algn="l"/>
            <a:endParaRPr lang="en-US" dirty="0"/>
          </a:p>
          <a:p>
            <a:pPr algn="l"/>
            <a:r>
              <a:rPr lang="en-US" dirty="0"/>
              <a:t>In-memory Caching</a:t>
            </a:r>
          </a:p>
          <a:p>
            <a:pPr algn="l"/>
            <a:r>
              <a:rPr lang="en-US" dirty="0"/>
              <a:t>Database Caching</a:t>
            </a:r>
          </a:p>
          <a:p>
            <a:pPr algn="l"/>
            <a:r>
              <a:rPr lang="en-US" dirty="0"/>
              <a:t>Web server Caching</a:t>
            </a:r>
          </a:p>
          <a:p>
            <a:pPr algn="l"/>
            <a:r>
              <a:rPr lang="en-US" dirty="0"/>
              <a:t>CDN Caching</a:t>
            </a:r>
            <a:endParaRPr lang="en-IN" dirty="0"/>
          </a:p>
        </p:txBody>
      </p:sp>
    </p:spTree>
    <p:extLst>
      <p:ext uri="{BB962C8B-B14F-4D97-AF65-F5344CB8AC3E}">
        <p14:creationId xmlns:p14="http://schemas.microsoft.com/office/powerpoint/2010/main" val="211905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0F9BA8-123D-FFC8-D74A-257B516728DB}"/>
              </a:ext>
            </a:extLst>
          </p:cNvPr>
          <p:cNvPicPr>
            <a:picLocks noChangeAspect="1"/>
          </p:cNvPicPr>
          <p:nvPr/>
        </p:nvPicPr>
        <p:blipFill>
          <a:blip r:embed="rId2"/>
          <a:stretch>
            <a:fillRect/>
          </a:stretch>
        </p:blipFill>
        <p:spPr>
          <a:xfrm>
            <a:off x="1828800" y="1343025"/>
            <a:ext cx="8534400" cy="4171950"/>
          </a:xfrm>
          <a:prstGeom prst="rect">
            <a:avLst/>
          </a:prstGeom>
        </p:spPr>
      </p:pic>
    </p:spTree>
    <p:extLst>
      <p:ext uri="{BB962C8B-B14F-4D97-AF65-F5344CB8AC3E}">
        <p14:creationId xmlns:p14="http://schemas.microsoft.com/office/powerpoint/2010/main" val="2255402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ABFD5C-39ED-BE27-66F2-A141330AD93C}"/>
              </a:ext>
            </a:extLst>
          </p:cNvPr>
          <p:cNvSpPr>
            <a:spLocks noGrp="1"/>
          </p:cNvSpPr>
          <p:nvPr>
            <p:ph type="title"/>
          </p:nvPr>
        </p:nvSpPr>
        <p:spPr/>
        <p:txBody>
          <a:bodyPr/>
          <a:lstStyle/>
          <a:p>
            <a:r>
              <a:rPr lang="en-IN" dirty="0"/>
              <a:t>Cache Provider</a:t>
            </a:r>
          </a:p>
        </p:txBody>
      </p:sp>
      <p:sp>
        <p:nvSpPr>
          <p:cNvPr id="5" name="Content Placeholder 4">
            <a:extLst>
              <a:ext uri="{FF2B5EF4-FFF2-40B4-BE49-F238E27FC236}">
                <a16:creationId xmlns:a16="http://schemas.microsoft.com/office/drawing/2014/main" id="{AD893B6E-CBA4-14F0-E41F-54824E82936F}"/>
              </a:ext>
            </a:extLst>
          </p:cNvPr>
          <p:cNvSpPr>
            <a:spLocks noGrp="1"/>
          </p:cNvSpPr>
          <p:nvPr>
            <p:ph idx="1"/>
          </p:nvPr>
        </p:nvSpPr>
        <p:spPr/>
        <p:txBody>
          <a:bodyPr>
            <a:normAutofit fontScale="92500" lnSpcReduction="20000"/>
          </a:bodyPr>
          <a:lstStyle/>
          <a:p>
            <a:r>
              <a:rPr lang="en-IN" dirty="0"/>
              <a:t>Generic</a:t>
            </a:r>
          </a:p>
          <a:p>
            <a:r>
              <a:rPr lang="en-IN" dirty="0" err="1"/>
              <a:t>JCache</a:t>
            </a:r>
            <a:r>
              <a:rPr lang="en-IN" dirty="0"/>
              <a:t> (JSR-107)</a:t>
            </a:r>
          </a:p>
          <a:p>
            <a:r>
              <a:rPr lang="en-IN" dirty="0" err="1"/>
              <a:t>EhCache</a:t>
            </a:r>
            <a:r>
              <a:rPr lang="en-IN" dirty="0"/>
              <a:t> 2.x</a:t>
            </a:r>
          </a:p>
          <a:p>
            <a:r>
              <a:rPr lang="en-IN" dirty="0" err="1"/>
              <a:t>Hazelcast</a:t>
            </a:r>
            <a:endParaRPr lang="en-IN" dirty="0"/>
          </a:p>
          <a:p>
            <a:r>
              <a:rPr lang="en-IN" dirty="0"/>
              <a:t>Guava</a:t>
            </a:r>
          </a:p>
          <a:p>
            <a:r>
              <a:rPr lang="en-IN" dirty="0" err="1"/>
              <a:t>Infinispan</a:t>
            </a:r>
            <a:endParaRPr lang="en-IN" dirty="0"/>
          </a:p>
          <a:p>
            <a:r>
              <a:rPr lang="en-IN" dirty="0"/>
              <a:t>Couchbase</a:t>
            </a:r>
          </a:p>
          <a:p>
            <a:r>
              <a:rPr lang="en-IN" dirty="0"/>
              <a:t>Redis</a:t>
            </a:r>
          </a:p>
          <a:p>
            <a:r>
              <a:rPr lang="en-IN" dirty="0"/>
              <a:t>Caffeine</a:t>
            </a:r>
          </a:p>
          <a:p>
            <a:r>
              <a:rPr lang="en-IN" dirty="0"/>
              <a:t>Simple</a:t>
            </a:r>
          </a:p>
        </p:txBody>
      </p:sp>
    </p:spTree>
    <p:extLst>
      <p:ext uri="{BB962C8B-B14F-4D97-AF65-F5344CB8AC3E}">
        <p14:creationId xmlns:p14="http://schemas.microsoft.com/office/powerpoint/2010/main" val="3889864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C792-5C89-4D73-CC0E-E472133870D3}"/>
              </a:ext>
            </a:extLst>
          </p:cNvPr>
          <p:cNvSpPr>
            <a:spLocks noGrp="1"/>
          </p:cNvSpPr>
          <p:nvPr>
            <p:ph type="ctrTitle"/>
          </p:nvPr>
        </p:nvSpPr>
        <p:spPr>
          <a:xfrm>
            <a:off x="646922" y="226624"/>
            <a:ext cx="9144000" cy="883719"/>
          </a:xfrm>
        </p:spPr>
        <p:txBody>
          <a:bodyPr>
            <a:normAutofit/>
          </a:bodyPr>
          <a:lstStyle/>
          <a:p>
            <a:pPr algn="l"/>
            <a:r>
              <a:rPr lang="en-IN" sz="2800" dirty="0"/>
              <a:t>Caching</a:t>
            </a:r>
          </a:p>
        </p:txBody>
      </p:sp>
      <p:sp>
        <p:nvSpPr>
          <p:cNvPr id="3" name="Subtitle 2">
            <a:extLst>
              <a:ext uri="{FF2B5EF4-FFF2-40B4-BE49-F238E27FC236}">
                <a16:creationId xmlns:a16="http://schemas.microsoft.com/office/drawing/2014/main" id="{78A7764D-010E-314B-C1B1-322F2B791677}"/>
              </a:ext>
            </a:extLst>
          </p:cNvPr>
          <p:cNvSpPr>
            <a:spLocks noGrp="1"/>
          </p:cNvSpPr>
          <p:nvPr>
            <p:ph type="subTitle" idx="1"/>
          </p:nvPr>
        </p:nvSpPr>
        <p:spPr>
          <a:xfrm>
            <a:off x="382555" y="1287624"/>
            <a:ext cx="10285445" cy="4711960"/>
          </a:xfrm>
        </p:spPr>
        <p:txBody>
          <a:bodyPr>
            <a:normAutofit lnSpcReduction="10000"/>
          </a:bodyPr>
          <a:lstStyle/>
          <a:p>
            <a:pPr algn="l"/>
            <a:r>
              <a:rPr lang="en-US" dirty="0"/>
              <a:t>In-memory Caching</a:t>
            </a:r>
          </a:p>
          <a:p>
            <a:pPr algn="l"/>
            <a:r>
              <a:rPr lang="en-US" dirty="0"/>
              <a:t>In-memory caching is a technique which is widely used. In this type of caching, data is stored in RAM. </a:t>
            </a:r>
            <a:r>
              <a:rPr lang="en-US" b="0" i="0" dirty="0">
                <a:solidFill>
                  <a:srgbClr val="333333"/>
                </a:solidFill>
                <a:effectLst/>
                <a:latin typeface="inter-regular"/>
              </a:rPr>
              <a:t>It stores key-value between application and database . </a:t>
            </a:r>
            <a:r>
              <a:rPr lang="en-US" dirty="0"/>
              <a:t>Memcached and Redis are examples of in-memory caching.</a:t>
            </a:r>
            <a:r>
              <a:rPr lang="en-US" b="0" i="0" dirty="0">
                <a:solidFill>
                  <a:srgbClr val="333333"/>
                </a:solidFill>
                <a:effectLst/>
                <a:latin typeface="inter-regular"/>
              </a:rPr>
              <a:t> </a:t>
            </a:r>
          </a:p>
          <a:p>
            <a:pPr algn="l"/>
            <a:r>
              <a:rPr lang="en-US" dirty="0"/>
              <a:t>Redis is an in-memory key-value data structure store that can be used as a database, cache, and message broker</a:t>
            </a:r>
          </a:p>
          <a:p>
            <a:pPr algn="l"/>
            <a:endParaRPr lang="en-US" dirty="0"/>
          </a:p>
          <a:p>
            <a:pPr algn="l"/>
            <a:r>
              <a:rPr lang="en-US" dirty="0"/>
              <a:t>Database Caching</a:t>
            </a:r>
          </a:p>
          <a:p>
            <a:pPr algn="l"/>
            <a:r>
              <a:rPr lang="en-US" dirty="0"/>
              <a:t>Database caching is a mechanism that generates web pages on-demand (dynamically) by fetching the data from the database. It is used in a multi-tier environment that involved clients, web-application server, and database. It improves scalability and performance by distributing a query workload. The most popular database caching is the first level cache of Hibernate.</a:t>
            </a:r>
            <a:endParaRPr lang="en-IN" dirty="0"/>
          </a:p>
        </p:txBody>
      </p:sp>
    </p:spTree>
    <p:extLst>
      <p:ext uri="{BB962C8B-B14F-4D97-AF65-F5344CB8AC3E}">
        <p14:creationId xmlns:p14="http://schemas.microsoft.com/office/powerpoint/2010/main" val="1821742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C792-5C89-4D73-CC0E-E472133870D3}"/>
              </a:ext>
            </a:extLst>
          </p:cNvPr>
          <p:cNvSpPr>
            <a:spLocks noGrp="1"/>
          </p:cNvSpPr>
          <p:nvPr>
            <p:ph type="ctrTitle"/>
          </p:nvPr>
        </p:nvSpPr>
        <p:spPr>
          <a:xfrm>
            <a:off x="646922" y="226624"/>
            <a:ext cx="9144000" cy="883719"/>
          </a:xfrm>
        </p:spPr>
        <p:txBody>
          <a:bodyPr>
            <a:normAutofit/>
          </a:bodyPr>
          <a:lstStyle/>
          <a:p>
            <a:pPr algn="l"/>
            <a:r>
              <a:rPr lang="en-IN" sz="2800" dirty="0"/>
              <a:t>Caching</a:t>
            </a:r>
          </a:p>
        </p:txBody>
      </p:sp>
      <p:sp>
        <p:nvSpPr>
          <p:cNvPr id="3" name="Subtitle 2">
            <a:extLst>
              <a:ext uri="{FF2B5EF4-FFF2-40B4-BE49-F238E27FC236}">
                <a16:creationId xmlns:a16="http://schemas.microsoft.com/office/drawing/2014/main" id="{78A7764D-010E-314B-C1B1-322F2B791677}"/>
              </a:ext>
            </a:extLst>
          </p:cNvPr>
          <p:cNvSpPr>
            <a:spLocks noGrp="1"/>
          </p:cNvSpPr>
          <p:nvPr>
            <p:ph type="subTitle" idx="1"/>
          </p:nvPr>
        </p:nvSpPr>
        <p:spPr>
          <a:xfrm>
            <a:off x="382555" y="1287624"/>
            <a:ext cx="10285445" cy="4711960"/>
          </a:xfrm>
        </p:spPr>
        <p:txBody>
          <a:bodyPr>
            <a:normAutofit/>
          </a:bodyPr>
          <a:lstStyle/>
          <a:p>
            <a:pPr algn="l"/>
            <a:endParaRPr lang="en-US" dirty="0"/>
          </a:p>
          <a:p>
            <a:pPr algn="l"/>
            <a:r>
              <a:rPr lang="en-US" dirty="0"/>
              <a:t>Database Caching</a:t>
            </a:r>
          </a:p>
          <a:p>
            <a:pPr algn="l"/>
            <a:r>
              <a:rPr lang="en-US" dirty="0"/>
              <a:t>Database caching is a technique used to improve the speed of web applications by temporarily storing copies of data or result sets. By keeping this data in a cache, future requests for the same data can be served faster since they can be retrieved from the cache rather than requiring a new database lookup. This process significantly reduces the load on the database and shortens the data retrieval time, enhancing overall application performance.</a:t>
            </a:r>
            <a:endParaRPr lang="en-IN" dirty="0"/>
          </a:p>
        </p:txBody>
      </p:sp>
    </p:spTree>
    <p:extLst>
      <p:ext uri="{BB962C8B-B14F-4D97-AF65-F5344CB8AC3E}">
        <p14:creationId xmlns:p14="http://schemas.microsoft.com/office/powerpoint/2010/main" val="951748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8A7764D-010E-314B-C1B1-322F2B791677}"/>
              </a:ext>
            </a:extLst>
          </p:cNvPr>
          <p:cNvSpPr>
            <a:spLocks noGrp="1"/>
          </p:cNvSpPr>
          <p:nvPr>
            <p:ph type="subTitle" idx="1"/>
          </p:nvPr>
        </p:nvSpPr>
        <p:spPr>
          <a:xfrm>
            <a:off x="382555" y="401217"/>
            <a:ext cx="10285445" cy="6102220"/>
          </a:xfrm>
        </p:spPr>
        <p:txBody>
          <a:bodyPr>
            <a:normAutofit fontScale="92500" lnSpcReduction="10000"/>
          </a:bodyPr>
          <a:lstStyle/>
          <a:p>
            <a:pPr algn="l"/>
            <a:r>
              <a:rPr lang="en-US" dirty="0"/>
              <a:t>Types of Database Caching</a:t>
            </a:r>
          </a:p>
          <a:p>
            <a:pPr algn="l"/>
            <a:r>
              <a:rPr lang="en-US" dirty="0"/>
              <a:t>In-Memory Caching</a:t>
            </a:r>
          </a:p>
          <a:p>
            <a:pPr algn="l"/>
            <a:r>
              <a:rPr lang="en-US" dirty="0"/>
              <a:t>In-memory caching involves storing data in the RAM of the server. It's incredibly fast because accessing RAM is much quicker than disk storage or external data fetches. Redis and Memcached are popular choices for in-memory caching solutions.</a:t>
            </a:r>
          </a:p>
          <a:p>
            <a:pPr algn="l"/>
            <a:endParaRPr lang="en-US" dirty="0"/>
          </a:p>
          <a:p>
            <a:pPr algn="l"/>
            <a:r>
              <a:rPr lang="en-US" dirty="0"/>
              <a:t>Query Caching</a:t>
            </a:r>
          </a:p>
          <a:p>
            <a:pPr algn="l"/>
            <a:r>
              <a:rPr lang="en-US" dirty="0"/>
              <a:t>Query caching stores the result set of a query. When an identical query is received, the cache can serve the results without re-executing the query against the database. However, this strategy is less effective when data changes frequently, as the cache must be invalidated and refreshed often.</a:t>
            </a:r>
          </a:p>
          <a:p>
            <a:pPr algn="l"/>
            <a:endParaRPr lang="en-US" dirty="0"/>
          </a:p>
          <a:p>
            <a:pPr algn="l"/>
            <a:r>
              <a:rPr lang="en-US" dirty="0"/>
              <a:t>Distributed Caching</a:t>
            </a:r>
          </a:p>
          <a:p>
            <a:pPr algn="l"/>
            <a:r>
              <a:rPr lang="en-US" dirty="0"/>
              <a:t>Distributed caching spreads the cache across multiple machines or nodes, allowing for greater scale and resilience. This type is particularly useful for high-traffic applications that require large amounts of cache storage or need to maintain cache availability even if one or more nodes fail.</a:t>
            </a:r>
            <a:endParaRPr lang="en-IN" dirty="0"/>
          </a:p>
        </p:txBody>
      </p:sp>
    </p:spTree>
    <p:extLst>
      <p:ext uri="{BB962C8B-B14F-4D97-AF65-F5344CB8AC3E}">
        <p14:creationId xmlns:p14="http://schemas.microsoft.com/office/powerpoint/2010/main" val="3776661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C792-5C89-4D73-CC0E-E472133870D3}"/>
              </a:ext>
            </a:extLst>
          </p:cNvPr>
          <p:cNvSpPr>
            <a:spLocks noGrp="1"/>
          </p:cNvSpPr>
          <p:nvPr>
            <p:ph type="ctrTitle"/>
          </p:nvPr>
        </p:nvSpPr>
        <p:spPr>
          <a:xfrm>
            <a:off x="646922" y="226624"/>
            <a:ext cx="9144000" cy="883719"/>
          </a:xfrm>
        </p:spPr>
        <p:txBody>
          <a:bodyPr>
            <a:normAutofit/>
          </a:bodyPr>
          <a:lstStyle/>
          <a:p>
            <a:pPr algn="l"/>
            <a:r>
              <a:rPr lang="en-IN" sz="2800" dirty="0"/>
              <a:t>Caching</a:t>
            </a:r>
          </a:p>
        </p:txBody>
      </p:sp>
      <p:sp>
        <p:nvSpPr>
          <p:cNvPr id="3" name="Subtitle 2">
            <a:extLst>
              <a:ext uri="{FF2B5EF4-FFF2-40B4-BE49-F238E27FC236}">
                <a16:creationId xmlns:a16="http://schemas.microsoft.com/office/drawing/2014/main" id="{78A7764D-010E-314B-C1B1-322F2B791677}"/>
              </a:ext>
            </a:extLst>
          </p:cNvPr>
          <p:cNvSpPr>
            <a:spLocks noGrp="1"/>
          </p:cNvSpPr>
          <p:nvPr>
            <p:ph type="subTitle" idx="1"/>
          </p:nvPr>
        </p:nvSpPr>
        <p:spPr>
          <a:xfrm>
            <a:off x="382555" y="1287624"/>
            <a:ext cx="10285445" cy="4711960"/>
          </a:xfrm>
        </p:spPr>
        <p:txBody>
          <a:bodyPr>
            <a:normAutofit lnSpcReduction="10000"/>
          </a:bodyPr>
          <a:lstStyle/>
          <a:p>
            <a:pPr algn="l"/>
            <a:r>
              <a:rPr lang="en-US" dirty="0"/>
              <a:t>Web Server Caching</a:t>
            </a:r>
          </a:p>
          <a:p>
            <a:pPr algn="l"/>
            <a:r>
              <a:rPr lang="en-US" dirty="0"/>
              <a:t>Web server caching is the process of storing data for reuse, like a copy of a web page, on the server itself. When a user visits a page, the browser downloads data to display it. To shorten page load times, the browser caches most of the content on the device's hard drive. </a:t>
            </a:r>
            <a:r>
              <a:rPr lang="en-US"/>
              <a:t>The next time the user loads the page, most of the content is already stored locally and the page will load much more quickly. </a:t>
            </a:r>
          </a:p>
          <a:p>
            <a:pPr algn="l"/>
            <a:r>
              <a:rPr lang="en-US"/>
              <a:t>CDN </a:t>
            </a:r>
            <a:r>
              <a:rPr lang="en-US" dirty="0"/>
              <a:t>Caching</a:t>
            </a:r>
          </a:p>
          <a:p>
            <a:pPr algn="l"/>
            <a:r>
              <a:rPr lang="en-US" dirty="0"/>
              <a:t>A content delivery network (CDN) is a group of distributed servers that speed up the delivery of web content by bringing it closer to where users are. Data centers across the globe use caching, to deliver internet content to a web-enabled device or browser more quickly through a server near you, reducing the load on an application origin and improving the user experience. CDNs cache content like web pages, images, and video in proxy servers near your physical location.</a:t>
            </a:r>
            <a:endParaRPr lang="en-IN" dirty="0"/>
          </a:p>
        </p:txBody>
      </p:sp>
    </p:spTree>
    <p:extLst>
      <p:ext uri="{BB962C8B-B14F-4D97-AF65-F5344CB8AC3E}">
        <p14:creationId xmlns:p14="http://schemas.microsoft.com/office/powerpoint/2010/main" val="2028140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C792-5C89-4D73-CC0E-E472133870D3}"/>
              </a:ext>
            </a:extLst>
          </p:cNvPr>
          <p:cNvSpPr>
            <a:spLocks noGrp="1"/>
          </p:cNvSpPr>
          <p:nvPr>
            <p:ph type="ctrTitle"/>
          </p:nvPr>
        </p:nvSpPr>
        <p:spPr>
          <a:xfrm>
            <a:off x="646922" y="226624"/>
            <a:ext cx="9144000" cy="883719"/>
          </a:xfrm>
        </p:spPr>
        <p:txBody>
          <a:bodyPr>
            <a:normAutofit/>
          </a:bodyPr>
          <a:lstStyle/>
          <a:p>
            <a:pPr algn="l"/>
            <a:r>
              <a:rPr lang="en-IN" sz="2800" dirty="0"/>
              <a:t>Caching</a:t>
            </a:r>
          </a:p>
        </p:txBody>
      </p:sp>
      <p:pic>
        <p:nvPicPr>
          <p:cNvPr id="5" name="Picture 4">
            <a:extLst>
              <a:ext uri="{FF2B5EF4-FFF2-40B4-BE49-F238E27FC236}">
                <a16:creationId xmlns:a16="http://schemas.microsoft.com/office/drawing/2014/main" id="{B2235686-EE20-284D-E384-B00C9F84E1CF}"/>
              </a:ext>
            </a:extLst>
          </p:cNvPr>
          <p:cNvPicPr>
            <a:picLocks noChangeAspect="1"/>
          </p:cNvPicPr>
          <p:nvPr/>
        </p:nvPicPr>
        <p:blipFill>
          <a:blip r:embed="rId2"/>
          <a:stretch>
            <a:fillRect/>
          </a:stretch>
        </p:blipFill>
        <p:spPr>
          <a:xfrm>
            <a:off x="975331" y="1691489"/>
            <a:ext cx="7834039" cy="3475021"/>
          </a:xfrm>
          <a:prstGeom prst="rect">
            <a:avLst/>
          </a:prstGeom>
        </p:spPr>
      </p:pic>
    </p:spTree>
    <p:extLst>
      <p:ext uri="{BB962C8B-B14F-4D97-AF65-F5344CB8AC3E}">
        <p14:creationId xmlns:p14="http://schemas.microsoft.com/office/powerpoint/2010/main" val="3732674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C792-5C89-4D73-CC0E-E472133870D3}"/>
              </a:ext>
            </a:extLst>
          </p:cNvPr>
          <p:cNvSpPr>
            <a:spLocks noGrp="1"/>
          </p:cNvSpPr>
          <p:nvPr>
            <p:ph type="ctrTitle"/>
          </p:nvPr>
        </p:nvSpPr>
        <p:spPr>
          <a:xfrm>
            <a:off x="646922" y="226624"/>
            <a:ext cx="9144000" cy="883719"/>
          </a:xfrm>
        </p:spPr>
        <p:txBody>
          <a:bodyPr>
            <a:normAutofit/>
          </a:bodyPr>
          <a:lstStyle/>
          <a:p>
            <a:pPr algn="l"/>
            <a:r>
              <a:rPr lang="en-IN" sz="2800" dirty="0"/>
              <a:t>Caching</a:t>
            </a:r>
          </a:p>
        </p:txBody>
      </p:sp>
      <p:sp>
        <p:nvSpPr>
          <p:cNvPr id="3" name="Subtitle 2">
            <a:extLst>
              <a:ext uri="{FF2B5EF4-FFF2-40B4-BE49-F238E27FC236}">
                <a16:creationId xmlns:a16="http://schemas.microsoft.com/office/drawing/2014/main" id="{78A7764D-010E-314B-C1B1-322F2B791677}"/>
              </a:ext>
            </a:extLst>
          </p:cNvPr>
          <p:cNvSpPr>
            <a:spLocks noGrp="1"/>
          </p:cNvSpPr>
          <p:nvPr>
            <p:ph type="subTitle" idx="1"/>
          </p:nvPr>
        </p:nvSpPr>
        <p:spPr>
          <a:xfrm>
            <a:off x="382555" y="1287624"/>
            <a:ext cx="10285445" cy="4711960"/>
          </a:xfrm>
        </p:spPr>
        <p:txBody>
          <a:bodyPr>
            <a:normAutofit/>
          </a:bodyPr>
          <a:lstStyle/>
          <a:p>
            <a:pPr algn="just"/>
            <a:r>
              <a:rPr lang="en-US" b="0" i="0" dirty="0">
                <a:solidFill>
                  <a:srgbClr val="610B4B"/>
                </a:solidFill>
                <a:effectLst/>
                <a:latin typeface="erdana"/>
              </a:rPr>
              <a:t>Spring Boot Cache Annotations</a:t>
            </a:r>
          </a:p>
          <a:p>
            <a:pPr algn="just"/>
            <a:r>
              <a:rPr lang="en-US" b="0" i="0" dirty="0">
                <a:solidFill>
                  <a:srgbClr val="610B4B"/>
                </a:solidFill>
                <a:effectLst/>
                <a:latin typeface="erdana"/>
              </a:rPr>
              <a:t>@EnableCaching</a:t>
            </a:r>
          </a:p>
          <a:p>
            <a:pPr algn="just"/>
            <a:r>
              <a:rPr lang="en-US" b="0" i="0" dirty="0">
                <a:solidFill>
                  <a:srgbClr val="333333"/>
                </a:solidFill>
                <a:effectLst/>
                <a:latin typeface="inter-regular"/>
              </a:rPr>
              <a:t>It is a class-level annotation. We can enable caching in the Spring Boot application by using the annotation </a:t>
            </a:r>
            <a:r>
              <a:rPr lang="en-US" b="1" i="0" dirty="0">
                <a:solidFill>
                  <a:srgbClr val="333333"/>
                </a:solidFill>
                <a:effectLst/>
                <a:latin typeface="inter-bold"/>
              </a:rPr>
              <a:t>@EnableCaching.</a:t>
            </a:r>
            <a:r>
              <a:rPr lang="en-US" b="0" i="0" dirty="0">
                <a:solidFill>
                  <a:srgbClr val="333333"/>
                </a:solidFill>
                <a:effectLst/>
                <a:latin typeface="inter-regular"/>
              </a:rPr>
              <a:t> It is defined in </a:t>
            </a:r>
            <a:r>
              <a:rPr lang="en-US" b="1" i="0" dirty="0" err="1">
                <a:solidFill>
                  <a:srgbClr val="333333"/>
                </a:solidFill>
                <a:effectLst/>
                <a:latin typeface="inter-bold"/>
              </a:rPr>
              <a:t>org.springframework.cache.annotation</a:t>
            </a:r>
            <a:r>
              <a:rPr lang="en-US" b="1" i="0" dirty="0">
                <a:solidFill>
                  <a:srgbClr val="333333"/>
                </a:solidFill>
                <a:effectLst/>
                <a:latin typeface="inter-bold"/>
              </a:rPr>
              <a:t> </a:t>
            </a:r>
            <a:r>
              <a:rPr lang="en-US" b="0" i="0" dirty="0">
                <a:solidFill>
                  <a:srgbClr val="333333"/>
                </a:solidFill>
                <a:effectLst/>
                <a:latin typeface="inter-regular"/>
              </a:rPr>
              <a:t>package. It is used together with </a:t>
            </a:r>
            <a:r>
              <a:rPr lang="en-US" b="1" i="0" dirty="0">
                <a:solidFill>
                  <a:srgbClr val="333333"/>
                </a:solidFill>
                <a:effectLst/>
                <a:latin typeface="inter-bold"/>
              </a:rPr>
              <a:t>@Configuration </a:t>
            </a:r>
            <a:r>
              <a:rPr lang="en-US" b="0" i="0" dirty="0">
                <a:solidFill>
                  <a:srgbClr val="333333"/>
                </a:solidFill>
                <a:effectLst/>
                <a:latin typeface="inter-regular"/>
              </a:rPr>
              <a:t>class.</a:t>
            </a:r>
          </a:p>
          <a:p>
            <a:pPr algn="just"/>
            <a:r>
              <a:rPr lang="en-US" b="0" i="0" dirty="0">
                <a:solidFill>
                  <a:srgbClr val="333333"/>
                </a:solidFill>
                <a:effectLst/>
                <a:latin typeface="inter-regular"/>
              </a:rPr>
              <a:t>The auto-configuration enables caching and setup a </a:t>
            </a:r>
            <a:r>
              <a:rPr lang="en-US" b="1" i="0" dirty="0" err="1">
                <a:solidFill>
                  <a:srgbClr val="333333"/>
                </a:solidFill>
                <a:effectLst/>
                <a:latin typeface="inter-bold"/>
              </a:rPr>
              <a:t>CacheManager</a:t>
            </a:r>
            <a:r>
              <a:rPr lang="en-US" b="1" i="0" dirty="0">
                <a:solidFill>
                  <a:srgbClr val="333333"/>
                </a:solidFill>
                <a:effectLst/>
                <a:latin typeface="inter-bold"/>
              </a:rPr>
              <a:t>,</a:t>
            </a:r>
            <a:r>
              <a:rPr lang="en-US" b="0" i="0" dirty="0">
                <a:solidFill>
                  <a:srgbClr val="333333"/>
                </a:solidFill>
                <a:effectLst/>
                <a:latin typeface="inter-regular"/>
              </a:rPr>
              <a:t> if there is no already defined instance of </a:t>
            </a:r>
            <a:r>
              <a:rPr lang="en-US" b="0" i="0" dirty="0" err="1">
                <a:solidFill>
                  <a:srgbClr val="333333"/>
                </a:solidFill>
                <a:effectLst/>
                <a:latin typeface="inter-regular"/>
              </a:rPr>
              <a:t>CacheManager</a:t>
            </a:r>
            <a:r>
              <a:rPr lang="en-US" b="0" i="0" dirty="0">
                <a:solidFill>
                  <a:srgbClr val="333333"/>
                </a:solidFill>
                <a:effectLst/>
                <a:latin typeface="inter-regular"/>
              </a:rPr>
              <a:t>. It scans for a specific provider, and when it does not find, it creates an in-memory cache using concurrent </a:t>
            </a:r>
            <a:r>
              <a:rPr lang="en-US" b="1" i="0" dirty="0">
                <a:solidFill>
                  <a:srgbClr val="333333"/>
                </a:solidFill>
                <a:effectLst/>
                <a:latin typeface="inter-bold"/>
              </a:rPr>
              <a:t>HashMap.</a:t>
            </a:r>
            <a:endParaRPr lang="en-US" b="0" i="0" dirty="0">
              <a:solidFill>
                <a:srgbClr val="333333"/>
              </a:solidFill>
              <a:effectLst/>
              <a:latin typeface="inter-regular"/>
            </a:endParaRPr>
          </a:p>
        </p:txBody>
      </p:sp>
    </p:spTree>
    <p:extLst>
      <p:ext uri="{BB962C8B-B14F-4D97-AF65-F5344CB8AC3E}">
        <p14:creationId xmlns:p14="http://schemas.microsoft.com/office/powerpoint/2010/main" val="2614154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8A7764D-010E-314B-C1B1-322F2B791677}"/>
              </a:ext>
            </a:extLst>
          </p:cNvPr>
          <p:cNvSpPr>
            <a:spLocks noGrp="1"/>
          </p:cNvSpPr>
          <p:nvPr>
            <p:ph type="subTitle" idx="1"/>
          </p:nvPr>
        </p:nvSpPr>
        <p:spPr>
          <a:xfrm>
            <a:off x="382555" y="307910"/>
            <a:ext cx="10285445" cy="5691674"/>
          </a:xfrm>
        </p:spPr>
        <p:txBody>
          <a:bodyPr>
            <a:normAutofit/>
          </a:bodyPr>
          <a:lstStyle/>
          <a:p>
            <a:pPr algn="just"/>
            <a:r>
              <a:rPr lang="en-US" b="0" i="0" dirty="0">
                <a:solidFill>
                  <a:srgbClr val="610B4B"/>
                </a:solidFill>
                <a:effectLst/>
                <a:latin typeface="erdana"/>
              </a:rPr>
              <a:t>Spring boot needs an underlying cache provider that can store and manage the cached objects and support lookups. Spring boot autoconfigures one of these providers with default options if it is present in the </a:t>
            </a:r>
            <a:r>
              <a:rPr lang="en-US" b="0" i="0" dirty="0" err="1">
                <a:solidFill>
                  <a:srgbClr val="610B4B"/>
                </a:solidFill>
                <a:effectLst/>
                <a:latin typeface="erdana"/>
              </a:rPr>
              <a:t>classpath</a:t>
            </a:r>
            <a:r>
              <a:rPr lang="en-US" b="0" i="0" dirty="0">
                <a:solidFill>
                  <a:srgbClr val="610B4B"/>
                </a:solidFill>
                <a:effectLst/>
                <a:latin typeface="erdana"/>
              </a:rPr>
              <a:t> and we have enabled cache by @EnableCaching.</a:t>
            </a:r>
          </a:p>
          <a:p>
            <a:pPr algn="just"/>
            <a:endParaRPr lang="en-US" b="0" i="0" dirty="0">
              <a:solidFill>
                <a:srgbClr val="610B4B"/>
              </a:solidFill>
              <a:effectLst/>
              <a:latin typeface="erdana"/>
            </a:endParaRPr>
          </a:p>
          <a:p>
            <a:pPr algn="just"/>
            <a:r>
              <a:rPr lang="en-US" b="0" i="0" dirty="0" err="1">
                <a:solidFill>
                  <a:srgbClr val="610B4B"/>
                </a:solidFill>
                <a:effectLst/>
                <a:latin typeface="erdana"/>
              </a:rPr>
              <a:t>JCache</a:t>
            </a:r>
            <a:r>
              <a:rPr lang="en-US" b="0" i="0" dirty="0">
                <a:solidFill>
                  <a:srgbClr val="610B4B"/>
                </a:solidFill>
                <a:effectLst/>
                <a:latin typeface="erdana"/>
              </a:rPr>
              <a:t> (JSR-107) (</a:t>
            </a:r>
            <a:r>
              <a:rPr lang="en-US" b="0" i="0" dirty="0" err="1">
                <a:solidFill>
                  <a:srgbClr val="610B4B"/>
                </a:solidFill>
                <a:effectLst/>
                <a:latin typeface="erdana"/>
              </a:rPr>
              <a:t>EhCache</a:t>
            </a:r>
            <a:r>
              <a:rPr lang="en-US" b="0" i="0" dirty="0">
                <a:solidFill>
                  <a:srgbClr val="610B4B"/>
                </a:solidFill>
                <a:effectLst/>
                <a:latin typeface="erdana"/>
              </a:rPr>
              <a:t> 3, </a:t>
            </a:r>
            <a:r>
              <a:rPr lang="en-US" b="0" i="0" dirty="0" err="1">
                <a:solidFill>
                  <a:srgbClr val="610B4B"/>
                </a:solidFill>
                <a:effectLst/>
                <a:latin typeface="erdana"/>
              </a:rPr>
              <a:t>Hazelcast</a:t>
            </a:r>
            <a:r>
              <a:rPr lang="en-US" b="0" i="0" dirty="0">
                <a:solidFill>
                  <a:srgbClr val="610B4B"/>
                </a:solidFill>
                <a:effectLst/>
                <a:latin typeface="erdana"/>
              </a:rPr>
              <a:t>, </a:t>
            </a:r>
            <a:r>
              <a:rPr lang="en-US" b="0" i="0" dirty="0" err="1">
                <a:solidFill>
                  <a:srgbClr val="610B4B"/>
                </a:solidFill>
                <a:effectLst/>
                <a:latin typeface="erdana"/>
              </a:rPr>
              <a:t>Infinispan</a:t>
            </a:r>
            <a:r>
              <a:rPr lang="en-US" b="0" i="0" dirty="0">
                <a:solidFill>
                  <a:srgbClr val="610B4B"/>
                </a:solidFill>
                <a:effectLst/>
                <a:latin typeface="erdana"/>
              </a:rPr>
              <a:t>, and others)</a:t>
            </a:r>
          </a:p>
          <a:p>
            <a:pPr algn="just"/>
            <a:r>
              <a:rPr lang="en-US" b="0" i="0" dirty="0" err="1">
                <a:solidFill>
                  <a:srgbClr val="610B4B"/>
                </a:solidFill>
                <a:effectLst/>
                <a:latin typeface="erdana"/>
              </a:rPr>
              <a:t>EhCache</a:t>
            </a:r>
            <a:r>
              <a:rPr lang="en-US" b="0" i="0" dirty="0">
                <a:solidFill>
                  <a:srgbClr val="610B4B"/>
                </a:solidFill>
                <a:effectLst/>
                <a:latin typeface="erdana"/>
              </a:rPr>
              <a:t> (example)</a:t>
            </a:r>
          </a:p>
          <a:p>
            <a:pPr algn="just"/>
            <a:r>
              <a:rPr lang="en-US" b="0" i="0" dirty="0" err="1">
                <a:solidFill>
                  <a:srgbClr val="610B4B"/>
                </a:solidFill>
                <a:effectLst/>
                <a:latin typeface="erdana"/>
              </a:rPr>
              <a:t>Hazelcast</a:t>
            </a:r>
            <a:endParaRPr lang="en-US" b="0" i="0" dirty="0">
              <a:solidFill>
                <a:srgbClr val="610B4B"/>
              </a:solidFill>
              <a:effectLst/>
              <a:latin typeface="erdana"/>
            </a:endParaRPr>
          </a:p>
          <a:p>
            <a:pPr algn="just"/>
            <a:r>
              <a:rPr lang="en-US" b="0" i="0" dirty="0" err="1">
                <a:solidFill>
                  <a:srgbClr val="610B4B"/>
                </a:solidFill>
                <a:effectLst/>
                <a:latin typeface="erdana"/>
              </a:rPr>
              <a:t>Infinispan</a:t>
            </a:r>
            <a:endParaRPr lang="en-US" b="0" i="0" dirty="0">
              <a:solidFill>
                <a:srgbClr val="610B4B"/>
              </a:solidFill>
              <a:effectLst/>
              <a:latin typeface="erdana"/>
            </a:endParaRPr>
          </a:p>
          <a:p>
            <a:pPr algn="just"/>
            <a:r>
              <a:rPr lang="en-US" b="0" i="0" dirty="0">
                <a:solidFill>
                  <a:srgbClr val="610B4B"/>
                </a:solidFill>
                <a:effectLst/>
                <a:latin typeface="erdana"/>
              </a:rPr>
              <a:t>Couchbase</a:t>
            </a:r>
          </a:p>
          <a:p>
            <a:pPr algn="just"/>
            <a:r>
              <a:rPr lang="en-US" b="0" i="0" dirty="0">
                <a:solidFill>
                  <a:srgbClr val="610B4B"/>
                </a:solidFill>
                <a:effectLst/>
                <a:latin typeface="erdana"/>
              </a:rPr>
              <a:t>Redis</a:t>
            </a:r>
          </a:p>
          <a:p>
            <a:pPr algn="just"/>
            <a:r>
              <a:rPr lang="en-US" b="0" i="0" dirty="0">
                <a:solidFill>
                  <a:srgbClr val="610B4B"/>
                </a:solidFill>
                <a:effectLst/>
                <a:latin typeface="erdana"/>
              </a:rPr>
              <a:t>Caffeine (example)</a:t>
            </a:r>
          </a:p>
          <a:p>
            <a:pPr algn="just"/>
            <a:r>
              <a:rPr lang="en-US" b="0" i="0" dirty="0">
                <a:solidFill>
                  <a:srgbClr val="610B4B"/>
                </a:solidFill>
                <a:effectLst/>
                <a:latin typeface="erdana"/>
              </a:rPr>
              <a:t>Simple </a:t>
            </a:r>
            <a:r>
              <a:rPr lang="en-US" b="0" i="0" dirty="0" err="1">
                <a:solidFill>
                  <a:srgbClr val="610B4B"/>
                </a:solidFill>
                <a:effectLst/>
                <a:latin typeface="erdana"/>
              </a:rPr>
              <a:t>cache</a:t>
            </a:r>
            <a:r>
              <a:rPr lang="en-US" b="0" i="0" dirty="0" err="1">
                <a:solidFill>
                  <a:srgbClr val="333333"/>
                </a:solidFill>
                <a:effectLst/>
                <a:latin typeface="inter-regular"/>
              </a:rPr>
              <a:t>concurrent</a:t>
            </a:r>
            <a:r>
              <a:rPr lang="en-US" b="0" i="0" dirty="0">
                <a:solidFill>
                  <a:srgbClr val="333333"/>
                </a:solidFill>
                <a:effectLst/>
                <a:latin typeface="inter-regular"/>
              </a:rPr>
              <a:t> </a:t>
            </a:r>
            <a:r>
              <a:rPr lang="en-US" b="1" i="0" dirty="0">
                <a:solidFill>
                  <a:srgbClr val="333333"/>
                </a:solidFill>
                <a:effectLst/>
                <a:latin typeface="inter-bold"/>
              </a:rPr>
              <a:t>HashMap.</a:t>
            </a:r>
            <a:endParaRPr lang="en-US" b="0" i="0" dirty="0">
              <a:solidFill>
                <a:srgbClr val="333333"/>
              </a:solidFill>
              <a:effectLst/>
              <a:latin typeface="inter-regular"/>
            </a:endParaRPr>
          </a:p>
        </p:txBody>
      </p:sp>
    </p:spTree>
    <p:extLst>
      <p:ext uri="{BB962C8B-B14F-4D97-AF65-F5344CB8AC3E}">
        <p14:creationId xmlns:p14="http://schemas.microsoft.com/office/powerpoint/2010/main" val="2042272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25495-2569-3323-3609-CAEA1A80F604}"/>
              </a:ext>
            </a:extLst>
          </p:cNvPr>
          <p:cNvSpPr>
            <a:spLocks noGrp="1"/>
          </p:cNvSpPr>
          <p:nvPr>
            <p:ph type="title"/>
          </p:nvPr>
        </p:nvSpPr>
        <p:spPr/>
        <p:txBody>
          <a:bodyPr/>
          <a:lstStyle/>
          <a:p>
            <a:r>
              <a:rPr lang="en-IN" b="1" i="0" dirty="0">
                <a:solidFill>
                  <a:srgbClr val="333333"/>
                </a:solidFill>
                <a:effectLst/>
                <a:latin typeface="-apple-system"/>
              </a:rPr>
              <a:t>Spring Cache Annotations</a:t>
            </a:r>
            <a:endParaRPr lang="en-IN" dirty="0"/>
          </a:p>
        </p:txBody>
      </p:sp>
      <p:sp>
        <p:nvSpPr>
          <p:cNvPr id="3" name="Content Placeholder 2">
            <a:extLst>
              <a:ext uri="{FF2B5EF4-FFF2-40B4-BE49-F238E27FC236}">
                <a16:creationId xmlns:a16="http://schemas.microsoft.com/office/drawing/2014/main" id="{61980D13-1CDF-99FE-C9C8-44A13CB65ADD}"/>
              </a:ext>
            </a:extLst>
          </p:cNvPr>
          <p:cNvSpPr>
            <a:spLocks noGrp="1"/>
          </p:cNvSpPr>
          <p:nvPr>
            <p:ph idx="1"/>
          </p:nvPr>
        </p:nvSpPr>
        <p:spPr/>
        <p:txBody>
          <a:bodyPr/>
          <a:lstStyle/>
          <a:p>
            <a:r>
              <a:rPr lang="en-US" dirty="0"/>
              <a:t>@Cacheable: Triggers cache population.</a:t>
            </a:r>
          </a:p>
          <a:p>
            <a:r>
              <a:rPr lang="en-US" dirty="0"/>
              <a:t>@CacheEvict: Triggers cache eviction.</a:t>
            </a:r>
          </a:p>
          <a:p>
            <a:r>
              <a:rPr lang="en-US" dirty="0"/>
              <a:t>@CachePut: Updates the cache without interfering with the method execution.</a:t>
            </a:r>
          </a:p>
          <a:p>
            <a:r>
              <a:rPr lang="en-US" dirty="0"/>
              <a:t>@Caching: Regroups multiple cache operations to be applied on a method.</a:t>
            </a:r>
          </a:p>
          <a:p>
            <a:r>
              <a:rPr lang="en-US" dirty="0"/>
              <a:t>@CacheConfig: Shares some standard cache-related settings at the class level.</a:t>
            </a:r>
            <a:endParaRPr lang="en-IN" dirty="0"/>
          </a:p>
        </p:txBody>
      </p:sp>
    </p:spTree>
    <p:extLst>
      <p:ext uri="{BB962C8B-B14F-4D97-AF65-F5344CB8AC3E}">
        <p14:creationId xmlns:p14="http://schemas.microsoft.com/office/powerpoint/2010/main" val="3072191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25495-2569-3323-3609-CAEA1A80F604}"/>
              </a:ext>
            </a:extLst>
          </p:cNvPr>
          <p:cNvSpPr>
            <a:spLocks noGrp="1"/>
          </p:cNvSpPr>
          <p:nvPr>
            <p:ph type="title"/>
          </p:nvPr>
        </p:nvSpPr>
        <p:spPr/>
        <p:txBody>
          <a:bodyPr/>
          <a:lstStyle/>
          <a:p>
            <a:r>
              <a:rPr lang="en-IN" b="1" i="0" dirty="0">
                <a:solidFill>
                  <a:srgbClr val="333333"/>
                </a:solidFill>
                <a:effectLst/>
                <a:latin typeface="-apple-system"/>
              </a:rPr>
              <a:t>Spring Cache Annotations</a:t>
            </a:r>
            <a:endParaRPr lang="en-IN" dirty="0"/>
          </a:p>
        </p:txBody>
      </p:sp>
      <p:sp>
        <p:nvSpPr>
          <p:cNvPr id="3" name="Content Placeholder 2">
            <a:extLst>
              <a:ext uri="{FF2B5EF4-FFF2-40B4-BE49-F238E27FC236}">
                <a16:creationId xmlns:a16="http://schemas.microsoft.com/office/drawing/2014/main" id="{61980D13-1CDF-99FE-C9C8-44A13CB65ADD}"/>
              </a:ext>
            </a:extLst>
          </p:cNvPr>
          <p:cNvSpPr>
            <a:spLocks noGrp="1"/>
          </p:cNvSpPr>
          <p:nvPr>
            <p:ph idx="1"/>
          </p:nvPr>
        </p:nvSpPr>
        <p:spPr/>
        <p:txBody>
          <a:bodyPr>
            <a:normAutofit lnSpcReduction="10000"/>
          </a:bodyPr>
          <a:lstStyle/>
          <a:p>
            <a:r>
              <a:rPr lang="en-US" dirty="0"/>
              <a:t>@Cacheable</a:t>
            </a:r>
          </a:p>
          <a:p>
            <a:r>
              <a:rPr lang="en-US" dirty="0"/>
              <a:t>It is used on the method level to let spring know that the response of the method is cacheable. Spring intercepts the request/response of this method and stores the response in the cache by the name specified in the annotation attribute e.g. @Cacheable(“employees”).</a:t>
            </a:r>
          </a:p>
          <a:p>
            <a:endParaRPr lang="en-US" dirty="0"/>
          </a:p>
          <a:p>
            <a:r>
              <a:rPr lang="en-US" dirty="0"/>
              <a:t>@Cacheable("employees")</a:t>
            </a:r>
          </a:p>
          <a:p>
            <a:r>
              <a:rPr lang="en-US" dirty="0"/>
              <a:t>public Optional&lt;Employee&gt; </a:t>
            </a:r>
            <a:r>
              <a:rPr lang="en-US" dirty="0" err="1"/>
              <a:t>getEmployeeById</a:t>
            </a:r>
            <a:r>
              <a:rPr lang="en-US" dirty="0"/>
              <a:t>(Long id) {</a:t>
            </a:r>
          </a:p>
          <a:p>
            <a:r>
              <a:rPr lang="en-US" dirty="0"/>
              <a:t>  return </a:t>
            </a:r>
            <a:r>
              <a:rPr lang="en-US" dirty="0" err="1"/>
              <a:t>repository.findById</a:t>
            </a:r>
            <a:r>
              <a:rPr lang="en-US" dirty="0"/>
              <a:t>(id);</a:t>
            </a:r>
          </a:p>
          <a:p>
            <a:r>
              <a:rPr lang="en-US" dirty="0"/>
              <a:t>}</a:t>
            </a:r>
            <a:endParaRPr lang="en-IN" dirty="0"/>
          </a:p>
        </p:txBody>
      </p:sp>
    </p:spTree>
    <p:extLst>
      <p:ext uri="{BB962C8B-B14F-4D97-AF65-F5344CB8AC3E}">
        <p14:creationId xmlns:p14="http://schemas.microsoft.com/office/powerpoint/2010/main" val="973365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80D13-1CDF-99FE-C9C8-44A13CB65ADD}"/>
              </a:ext>
            </a:extLst>
          </p:cNvPr>
          <p:cNvSpPr>
            <a:spLocks noGrp="1"/>
          </p:cNvSpPr>
          <p:nvPr>
            <p:ph idx="1"/>
          </p:nvPr>
        </p:nvSpPr>
        <p:spPr>
          <a:xfrm>
            <a:off x="838200" y="438539"/>
            <a:ext cx="10515600" cy="5738424"/>
          </a:xfrm>
        </p:spPr>
        <p:txBody>
          <a:bodyPr>
            <a:normAutofit fontScale="85000" lnSpcReduction="20000"/>
          </a:bodyPr>
          <a:lstStyle/>
          <a:p>
            <a:r>
              <a:rPr lang="en-US" dirty="0"/>
              <a:t>Since caches are essentially key-value stores, each invocation of a cached method needs to be translated into a suitable key for cache access. By default, Spring uses the method parameters to form the cache keys as follows:</a:t>
            </a:r>
          </a:p>
          <a:p>
            <a:endParaRPr lang="en-US" dirty="0"/>
          </a:p>
          <a:p>
            <a:r>
              <a:rPr lang="en-US" dirty="0"/>
              <a:t>If no params are given, return </a:t>
            </a:r>
            <a:r>
              <a:rPr lang="en-US" dirty="0" err="1"/>
              <a:t>SimpleKey.EMPTY</a:t>
            </a:r>
            <a:r>
              <a:rPr lang="en-US" dirty="0"/>
              <a:t>.</a:t>
            </a:r>
          </a:p>
          <a:p>
            <a:r>
              <a:rPr lang="en-US" dirty="0"/>
              <a:t>If only one param is given, return that instance.</a:t>
            </a:r>
          </a:p>
          <a:p>
            <a:r>
              <a:rPr lang="en-US" dirty="0"/>
              <a:t>If more than one param is given, return a </a:t>
            </a:r>
            <a:r>
              <a:rPr lang="en-US" dirty="0" err="1"/>
              <a:t>SimpleKey</a:t>
            </a:r>
            <a:r>
              <a:rPr lang="en-US" dirty="0"/>
              <a:t> that contains all parameters.</a:t>
            </a:r>
          </a:p>
          <a:p>
            <a:r>
              <a:rPr lang="en-US" dirty="0"/>
              <a:t>It is very necessary to understand that keys must implement valid </a:t>
            </a:r>
            <a:r>
              <a:rPr lang="en-US" dirty="0" err="1"/>
              <a:t>hashCode</a:t>
            </a:r>
            <a:r>
              <a:rPr lang="en-US" dirty="0"/>
              <a:t>() and equals() methods contract for correct lookups.</a:t>
            </a:r>
          </a:p>
          <a:p>
            <a:endParaRPr lang="en-US" dirty="0"/>
          </a:p>
          <a:p>
            <a:r>
              <a:rPr lang="en-US" dirty="0"/>
              <a:t>@Cacheable(value = "employees", key = "#id")</a:t>
            </a:r>
          </a:p>
          <a:p>
            <a:r>
              <a:rPr lang="en-US" dirty="0"/>
              <a:t>public Optional&lt;Employee&gt; </a:t>
            </a:r>
            <a:r>
              <a:rPr lang="en-US" dirty="0" err="1"/>
              <a:t>getEmployeeById</a:t>
            </a:r>
            <a:r>
              <a:rPr lang="en-US" dirty="0"/>
              <a:t>(Long id) {...}</a:t>
            </a:r>
          </a:p>
          <a:p>
            <a:endParaRPr lang="en-US" dirty="0"/>
          </a:p>
          <a:p>
            <a:r>
              <a:rPr lang="en-US" dirty="0"/>
              <a:t>@Cacheable(value = "employees", key = "#department.id")</a:t>
            </a:r>
          </a:p>
          <a:p>
            <a:r>
              <a:rPr lang="en-US" dirty="0"/>
              <a:t>public List&lt;Employee&gt; </a:t>
            </a:r>
            <a:r>
              <a:rPr lang="en-US" dirty="0" err="1"/>
              <a:t>getEmployeesByDepartmentId</a:t>
            </a:r>
            <a:r>
              <a:rPr lang="en-US" dirty="0"/>
              <a:t>(Department department) {...}</a:t>
            </a:r>
            <a:endParaRPr lang="en-IN" dirty="0"/>
          </a:p>
        </p:txBody>
      </p:sp>
    </p:spTree>
    <p:extLst>
      <p:ext uri="{BB962C8B-B14F-4D97-AF65-F5344CB8AC3E}">
        <p14:creationId xmlns:p14="http://schemas.microsoft.com/office/powerpoint/2010/main" val="3615242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80D13-1CDF-99FE-C9C8-44A13CB65ADD}"/>
              </a:ext>
            </a:extLst>
          </p:cNvPr>
          <p:cNvSpPr>
            <a:spLocks noGrp="1"/>
          </p:cNvSpPr>
          <p:nvPr>
            <p:ph idx="1"/>
          </p:nvPr>
        </p:nvSpPr>
        <p:spPr>
          <a:xfrm>
            <a:off x="838200" y="438539"/>
            <a:ext cx="10515600" cy="5738424"/>
          </a:xfrm>
        </p:spPr>
        <p:txBody>
          <a:bodyPr>
            <a:normAutofit/>
          </a:bodyPr>
          <a:lstStyle/>
          <a:p>
            <a:r>
              <a:rPr lang="en-US" dirty="0"/>
              <a:t>@CachePut</a:t>
            </a:r>
          </a:p>
          <a:p>
            <a:r>
              <a:rPr lang="en-US" dirty="0"/>
              <a:t>The @CachePut annotation is very similar to the @Cacheable annotation except the annotated method is always executed irrespective of whether the cache key is present in the cache or not. It supports the same options as @Cacheable.</a:t>
            </a:r>
          </a:p>
          <a:p>
            <a:endParaRPr lang="en-US" dirty="0"/>
          </a:p>
          <a:p>
            <a:r>
              <a:rPr lang="en-US" dirty="0"/>
              <a:t>@CachePut(cacheNames = "employees", key = "#employee.id")</a:t>
            </a:r>
          </a:p>
          <a:p>
            <a:r>
              <a:rPr lang="en-US" dirty="0"/>
              <a:t>public Employee </a:t>
            </a:r>
            <a:r>
              <a:rPr lang="en-US" dirty="0" err="1"/>
              <a:t>updateEmployee</a:t>
            </a:r>
            <a:r>
              <a:rPr lang="en-US" dirty="0"/>
              <a:t>(Employee employee) {...}</a:t>
            </a:r>
            <a:endParaRPr lang="en-IN" dirty="0"/>
          </a:p>
        </p:txBody>
      </p:sp>
    </p:spTree>
    <p:extLst>
      <p:ext uri="{BB962C8B-B14F-4D97-AF65-F5344CB8AC3E}">
        <p14:creationId xmlns:p14="http://schemas.microsoft.com/office/powerpoint/2010/main" val="1032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80D13-1CDF-99FE-C9C8-44A13CB65ADD}"/>
              </a:ext>
            </a:extLst>
          </p:cNvPr>
          <p:cNvSpPr>
            <a:spLocks noGrp="1"/>
          </p:cNvSpPr>
          <p:nvPr>
            <p:ph idx="1"/>
          </p:nvPr>
        </p:nvSpPr>
        <p:spPr>
          <a:xfrm>
            <a:off x="838200" y="438539"/>
            <a:ext cx="10515600" cy="5738424"/>
          </a:xfrm>
        </p:spPr>
        <p:txBody>
          <a:bodyPr>
            <a:normAutofit fontScale="92500" lnSpcReduction="10000"/>
          </a:bodyPr>
          <a:lstStyle/>
          <a:p>
            <a:r>
              <a:rPr lang="en-US" dirty="0"/>
              <a:t>@CacheEvict</a:t>
            </a:r>
          </a:p>
          <a:p>
            <a:r>
              <a:rPr lang="en-US" dirty="0"/>
              <a:t>This annotation is helpful in evicting (removing) the cache previously loaded. When @CacheEvict annotated methods will be executed, it will clear the cache matched with a cache name, cache key or a condition to be specified.</a:t>
            </a:r>
          </a:p>
          <a:p>
            <a:endParaRPr lang="en-US" dirty="0"/>
          </a:p>
          <a:p>
            <a:r>
              <a:rPr lang="en-US" dirty="0"/>
              <a:t>@CacheEvict(cacheNames="employees", key="#id") </a:t>
            </a:r>
          </a:p>
          <a:p>
            <a:r>
              <a:rPr lang="en-US" dirty="0"/>
              <a:t>public void </a:t>
            </a:r>
            <a:r>
              <a:rPr lang="en-US" dirty="0" err="1"/>
              <a:t>deleteEmployee</a:t>
            </a:r>
            <a:r>
              <a:rPr lang="en-US" dirty="0"/>
              <a:t>(Long id) {...}</a:t>
            </a:r>
          </a:p>
          <a:p>
            <a:endParaRPr lang="en-US" dirty="0"/>
          </a:p>
          <a:p>
            <a:r>
              <a:rPr lang="en-US" dirty="0"/>
              <a:t>The @CacheEvict annotation offers an extra parameter ‘</a:t>
            </a:r>
            <a:r>
              <a:rPr lang="en-US" dirty="0" err="1"/>
              <a:t>allEntries</a:t>
            </a:r>
            <a:r>
              <a:rPr lang="en-US" dirty="0"/>
              <a:t>’ for evicting the whole specified cache, rather than a key in the cache.</a:t>
            </a:r>
          </a:p>
          <a:p>
            <a:endParaRPr lang="en-US" dirty="0"/>
          </a:p>
          <a:p>
            <a:r>
              <a:rPr lang="en-US" dirty="0"/>
              <a:t>@CacheEvict(cacheNames="employees", </a:t>
            </a:r>
            <a:r>
              <a:rPr lang="en-US" dirty="0" err="1"/>
              <a:t>allEntries</a:t>
            </a:r>
            <a:r>
              <a:rPr lang="en-US" dirty="0"/>
              <a:t>=true) </a:t>
            </a:r>
          </a:p>
          <a:p>
            <a:r>
              <a:rPr lang="en-US" dirty="0"/>
              <a:t>public void </a:t>
            </a:r>
            <a:r>
              <a:rPr lang="en-US" dirty="0" err="1"/>
              <a:t>deleteAllEmployees</a:t>
            </a:r>
            <a:r>
              <a:rPr lang="en-US" dirty="0"/>
              <a:t>() {...}</a:t>
            </a:r>
            <a:endParaRPr lang="en-IN" dirty="0"/>
          </a:p>
        </p:txBody>
      </p:sp>
    </p:spTree>
    <p:extLst>
      <p:ext uri="{BB962C8B-B14F-4D97-AF65-F5344CB8AC3E}">
        <p14:creationId xmlns:p14="http://schemas.microsoft.com/office/powerpoint/2010/main" val="285420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80D13-1CDF-99FE-C9C8-44A13CB65ADD}"/>
              </a:ext>
            </a:extLst>
          </p:cNvPr>
          <p:cNvSpPr>
            <a:spLocks noGrp="1"/>
          </p:cNvSpPr>
          <p:nvPr>
            <p:ph idx="1"/>
          </p:nvPr>
        </p:nvSpPr>
        <p:spPr>
          <a:xfrm>
            <a:off x="838200" y="438539"/>
            <a:ext cx="10515600" cy="5738424"/>
          </a:xfrm>
        </p:spPr>
        <p:txBody>
          <a:bodyPr>
            <a:normAutofit/>
          </a:bodyPr>
          <a:lstStyle/>
          <a:p>
            <a:r>
              <a:rPr lang="en-US" dirty="0"/>
              <a:t> @Caching</a:t>
            </a:r>
          </a:p>
          <a:p>
            <a:r>
              <a:rPr lang="en-US" dirty="0"/>
              <a:t>The @Caching annotation is needed to group multiple annotations when we need to use multiple cache annotations in a single method. In the following example, we are using the @CacheEvict annotation, twice.</a:t>
            </a:r>
          </a:p>
          <a:p>
            <a:endParaRPr lang="en-US" dirty="0"/>
          </a:p>
          <a:p>
            <a:r>
              <a:rPr lang="en-US" dirty="0"/>
              <a:t>@Caching(evict = {</a:t>
            </a:r>
          </a:p>
          <a:p>
            <a:r>
              <a:rPr lang="en-US" dirty="0"/>
              <a:t>    @CacheEvict(cacheNames = "departments", </a:t>
            </a:r>
            <a:r>
              <a:rPr lang="en-US" dirty="0" err="1"/>
              <a:t>allEntries</a:t>
            </a:r>
            <a:r>
              <a:rPr lang="en-US" dirty="0"/>
              <a:t> = true), </a:t>
            </a:r>
          </a:p>
          <a:p>
            <a:r>
              <a:rPr lang="en-US" dirty="0"/>
              <a:t>    @CacheEvict(cacheNames = "employees", key = "...")})</a:t>
            </a:r>
          </a:p>
          <a:p>
            <a:r>
              <a:rPr lang="en-US" dirty="0"/>
              <a:t>public </a:t>
            </a:r>
            <a:r>
              <a:rPr lang="en-US" dirty="0" err="1"/>
              <a:t>boolean</a:t>
            </a:r>
            <a:r>
              <a:rPr lang="en-US" dirty="0"/>
              <a:t> </a:t>
            </a:r>
            <a:r>
              <a:rPr lang="en-US" dirty="0" err="1"/>
              <a:t>importEmployees</a:t>
            </a:r>
            <a:r>
              <a:rPr lang="en-US" dirty="0"/>
              <a:t>(List&lt;Employee&gt; data) { ... }</a:t>
            </a:r>
            <a:endParaRPr lang="en-IN" dirty="0"/>
          </a:p>
        </p:txBody>
      </p:sp>
    </p:spTree>
    <p:extLst>
      <p:ext uri="{BB962C8B-B14F-4D97-AF65-F5344CB8AC3E}">
        <p14:creationId xmlns:p14="http://schemas.microsoft.com/office/powerpoint/2010/main" val="3910279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80D13-1CDF-99FE-C9C8-44A13CB65ADD}"/>
              </a:ext>
            </a:extLst>
          </p:cNvPr>
          <p:cNvSpPr>
            <a:spLocks noGrp="1"/>
          </p:cNvSpPr>
          <p:nvPr>
            <p:ph idx="1"/>
          </p:nvPr>
        </p:nvSpPr>
        <p:spPr>
          <a:xfrm>
            <a:off x="838200" y="438539"/>
            <a:ext cx="10515600" cy="5738424"/>
          </a:xfrm>
        </p:spPr>
        <p:txBody>
          <a:bodyPr>
            <a:normAutofit fontScale="77500" lnSpcReduction="20000"/>
          </a:bodyPr>
          <a:lstStyle/>
          <a:p>
            <a:r>
              <a:rPr lang="en-US" dirty="0"/>
              <a:t> @CacheConfig</a:t>
            </a:r>
          </a:p>
          <a:p>
            <a:r>
              <a:rPr lang="en-US" dirty="0"/>
              <a:t>This annotation allows us to specify some of the cache configurations at the class level, so we do not have to repeat them multiple times over each method.</a:t>
            </a:r>
          </a:p>
          <a:p>
            <a:endParaRPr lang="en-US" dirty="0"/>
          </a:p>
          <a:p>
            <a:r>
              <a:rPr lang="en-US" dirty="0"/>
              <a:t>@Service</a:t>
            </a:r>
          </a:p>
          <a:p>
            <a:r>
              <a:rPr lang="en-US" dirty="0"/>
              <a:t>@CacheConfig(cacheNames={"employees"})</a:t>
            </a:r>
          </a:p>
          <a:p>
            <a:r>
              <a:rPr lang="en-US" dirty="0"/>
              <a:t>public class </a:t>
            </a:r>
            <a:r>
              <a:rPr lang="en-US" dirty="0" err="1"/>
              <a:t>EmployeeService</a:t>
            </a:r>
            <a:r>
              <a:rPr lang="en-US" dirty="0"/>
              <a:t> {</a:t>
            </a:r>
          </a:p>
          <a:p>
            <a:endParaRPr lang="en-US" dirty="0"/>
          </a:p>
          <a:p>
            <a:r>
              <a:rPr lang="en-US" dirty="0"/>
              <a:t>  @Autowired</a:t>
            </a:r>
          </a:p>
          <a:p>
            <a:r>
              <a:rPr lang="en-US" dirty="0"/>
              <a:t>  </a:t>
            </a:r>
            <a:r>
              <a:rPr lang="en-US" dirty="0" err="1"/>
              <a:t>EmployeeRepository</a:t>
            </a:r>
            <a:r>
              <a:rPr lang="en-US" dirty="0"/>
              <a:t> repository;</a:t>
            </a:r>
          </a:p>
          <a:p>
            <a:endParaRPr lang="en-US" dirty="0"/>
          </a:p>
          <a:p>
            <a:r>
              <a:rPr lang="en-US" dirty="0"/>
              <a:t>  @Cacheable(key = "#id")</a:t>
            </a:r>
          </a:p>
          <a:p>
            <a:r>
              <a:rPr lang="en-US" dirty="0"/>
              <a:t>  public Optional&lt;Employee&gt; </a:t>
            </a:r>
            <a:r>
              <a:rPr lang="en-US" dirty="0" err="1"/>
              <a:t>getEmployeeById</a:t>
            </a:r>
            <a:r>
              <a:rPr lang="en-US" dirty="0"/>
              <a:t>(Long id) { ... }</a:t>
            </a:r>
          </a:p>
          <a:p>
            <a:endParaRPr lang="en-US" dirty="0"/>
          </a:p>
          <a:p>
            <a:r>
              <a:rPr lang="en-US" dirty="0"/>
              <a:t>  @CachePut(key = "#employee.id")</a:t>
            </a:r>
          </a:p>
          <a:p>
            <a:r>
              <a:rPr lang="en-US" dirty="0"/>
              <a:t>  public Employee </a:t>
            </a:r>
            <a:r>
              <a:rPr lang="en-US" dirty="0" err="1"/>
              <a:t>updateEmployee</a:t>
            </a:r>
            <a:r>
              <a:rPr lang="en-US" dirty="0"/>
              <a:t>(Employee employee) { ... }</a:t>
            </a:r>
            <a:endParaRPr lang="en-IN" dirty="0"/>
          </a:p>
        </p:txBody>
      </p:sp>
    </p:spTree>
    <p:extLst>
      <p:ext uri="{BB962C8B-B14F-4D97-AF65-F5344CB8AC3E}">
        <p14:creationId xmlns:p14="http://schemas.microsoft.com/office/powerpoint/2010/main" val="3794525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9F26D-813E-A4B5-12D2-FD29C4DAB930}"/>
              </a:ext>
            </a:extLst>
          </p:cNvPr>
          <p:cNvSpPr>
            <a:spLocks noGrp="1"/>
          </p:cNvSpPr>
          <p:nvPr>
            <p:ph type="title"/>
          </p:nvPr>
        </p:nvSpPr>
        <p:spPr/>
        <p:txBody>
          <a:bodyPr/>
          <a:lstStyle/>
          <a:p>
            <a:r>
              <a:rPr lang="en-IN" dirty="0" err="1"/>
              <a:t>Refereneces</a:t>
            </a:r>
            <a:endParaRPr lang="en-IN" dirty="0"/>
          </a:p>
        </p:txBody>
      </p:sp>
      <p:sp>
        <p:nvSpPr>
          <p:cNvPr id="3" name="Content Placeholder 2">
            <a:extLst>
              <a:ext uri="{FF2B5EF4-FFF2-40B4-BE49-F238E27FC236}">
                <a16:creationId xmlns:a16="http://schemas.microsoft.com/office/drawing/2014/main" id="{1C07ACC1-2787-057A-1008-707DD8FFCFE1}"/>
              </a:ext>
            </a:extLst>
          </p:cNvPr>
          <p:cNvSpPr>
            <a:spLocks noGrp="1"/>
          </p:cNvSpPr>
          <p:nvPr>
            <p:ph idx="1"/>
          </p:nvPr>
        </p:nvSpPr>
        <p:spPr/>
        <p:txBody>
          <a:bodyPr/>
          <a:lstStyle/>
          <a:p>
            <a:r>
              <a:rPr lang="en-IN" dirty="0">
                <a:hlinkClick r:id="rId2"/>
              </a:rPr>
              <a:t>Spring Boot Caching – </a:t>
            </a:r>
            <a:r>
              <a:rPr lang="en-IN" dirty="0" err="1">
                <a:hlinkClick r:id="rId2"/>
              </a:rPr>
              <a:t>javatpoint</a:t>
            </a:r>
            <a:endParaRPr lang="en-IN" dirty="0"/>
          </a:p>
          <a:p>
            <a:r>
              <a:rPr lang="en-IN" dirty="0">
                <a:hlinkClick r:id="rId3"/>
              </a:rPr>
              <a:t>Spring boot database cache example - Java Developer Zone</a:t>
            </a:r>
            <a:endParaRPr lang="en-IN" dirty="0"/>
          </a:p>
          <a:p>
            <a:endParaRPr lang="en-IN" dirty="0"/>
          </a:p>
          <a:p>
            <a:r>
              <a:rPr lang="en-IN" dirty="0">
                <a:hlinkClick r:id="rId4"/>
              </a:rPr>
              <a:t>https://reflectoring.io/spring-boot-cache/</a:t>
            </a:r>
            <a:r>
              <a:rPr lang="en-IN" dirty="0"/>
              <a:t> </a:t>
            </a:r>
          </a:p>
          <a:p>
            <a:r>
              <a:rPr lang="en-IN" dirty="0">
                <a:hlinkClick r:id="rId5"/>
              </a:rPr>
              <a:t>https://bootcamptoprod.com/spring-boot-caching/</a:t>
            </a:r>
            <a:r>
              <a:rPr lang="en-IN" dirty="0"/>
              <a:t> </a:t>
            </a:r>
          </a:p>
          <a:p>
            <a:endParaRPr lang="en-IN" dirty="0"/>
          </a:p>
          <a:p>
            <a:endParaRPr lang="en-IN" dirty="0"/>
          </a:p>
        </p:txBody>
      </p:sp>
    </p:spTree>
    <p:extLst>
      <p:ext uri="{BB962C8B-B14F-4D97-AF65-F5344CB8AC3E}">
        <p14:creationId xmlns:p14="http://schemas.microsoft.com/office/powerpoint/2010/main" val="2863483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8FEE-D09D-9F88-76E6-4936F2828FF8}"/>
              </a:ext>
            </a:extLst>
          </p:cNvPr>
          <p:cNvSpPr>
            <a:spLocks noGrp="1"/>
          </p:cNvSpPr>
          <p:nvPr>
            <p:ph type="title"/>
          </p:nvPr>
        </p:nvSpPr>
        <p:spPr>
          <a:xfrm>
            <a:off x="838200" y="365126"/>
            <a:ext cx="10515600" cy="866516"/>
          </a:xfrm>
        </p:spPr>
        <p:txBody>
          <a:bodyPr/>
          <a:lstStyle/>
          <a:p>
            <a:r>
              <a:rPr lang="en-US" dirty="0"/>
              <a:t>How Spring Caching mechanism works</a:t>
            </a:r>
            <a:endParaRPr lang="en-IN" dirty="0"/>
          </a:p>
        </p:txBody>
      </p:sp>
      <p:sp>
        <p:nvSpPr>
          <p:cNvPr id="3" name="Content Placeholder 2">
            <a:extLst>
              <a:ext uri="{FF2B5EF4-FFF2-40B4-BE49-F238E27FC236}">
                <a16:creationId xmlns:a16="http://schemas.microsoft.com/office/drawing/2014/main" id="{B8446EA3-000B-F46D-1A19-7695DF010222}"/>
              </a:ext>
            </a:extLst>
          </p:cNvPr>
          <p:cNvSpPr>
            <a:spLocks noGrp="1"/>
          </p:cNvSpPr>
          <p:nvPr>
            <p:ph idx="1"/>
          </p:nvPr>
        </p:nvSpPr>
        <p:spPr/>
        <p:txBody>
          <a:bodyPr/>
          <a:lstStyle/>
          <a:p>
            <a:r>
              <a:rPr lang="en-US" sz="2000" dirty="0"/>
              <a:t>Server receives requests from user.</a:t>
            </a:r>
          </a:p>
          <a:p>
            <a:endParaRPr lang="en-US" sz="2000" dirty="0"/>
          </a:p>
          <a:p>
            <a:r>
              <a:rPr lang="en-US" sz="2000" dirty="0"/>
              <a:t>Spring Created Proxy is created, and intercept these requests. It will check whether information that user need whether is in Data Cache. If found, use it. If not, jump to step 3.</a:t>
            </a:r>
          </a:p>
          <a:p>
            <a:endParaRPr lang="en-US" sz="2000" dirty="0"/>
          </a:p>
          <a:p>
            <a:r>
              <a:rPr lang="en-US" sz="2000" dirty="0"/>
              <a:t>Go to the function that manage this request from controller.</a:t>
            </a:r>
          </a:p>
          <a:p>
            <a:endParaRPr lang="en-US" sz="2000" dirty="0"/>
          </a:p>
          <a:p>
            <a:r>
              <a:rPr lang="en-US" sz="2000" dirty="0"/>
              <a:t>Finally, Spring Created Proxy will add their result into Data Cache</a:t>
            </a:r>
            <a:r>
              <a:rPr lang="en-US" dirty="0"/>
              <a:t>.</a:t>
            </a:r>
            <a:endParaRPr lang="en-IN" dirty="0"/>
          </a:p>
        </p:txBody>
      </p:sp>
    </p:spTree>
    <p:extLst>
      <p:ext uri="{BB962C8B-B14F-4D97-AF65-F5344CB8AC3E}">
        <p14:creationId xmlns:p14="http://schemas.microsoft.com/office/powerpoint/2010/main" val="2554084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1692</Words>
  <Application>Microsoft Office PowerPoint</Application>
  <PresentationFormat>Widescreen</PresentationFormat>
  <Paragraphs>141</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-apple-system</vt:lpstr>
      <vt:lpstr>Arial</vt:lpstr>
      <vt:lpstr>Calibri</vt:lpstr>
      <vt:lpstr>Calibri Light</vt:lpstr>
      <vt:lpstr>erdana</vt:lpstr>
      <vt:lpstr>inter-bold</vt:lpstr>
      <vt:lpstr>inter-regular</vt:lpstr>
      <vt:lpstr>Office Theme</vt:lpstr>
      <vt:lpstr>Caching</vt:lpstr>
      <vt:lpstr>Benefits of Caching</vt:lpstr>
      <vt:lpstr>PowerPoint Presentation</vt:lpstr>
      <vt:lpstr>Cache Provider</vt:lpstr>
      <vt:lpstr>Caching</vt:lpstr>
      <vt:lpstr>Caching</vt:lpstr>
      <vt:lpstr>PowerPoint Presentation</vt:lpstr>
      <vt:lpstr>Caching</vt:lpstr>
      <vt:lpstr>Caching</vt:lpstr>
      <vt:lpstr>Caching</vt:lpstr>
      <vt:lpstr>PowerPoint Presentation</vt:lpstr>
      <vt:lpstr>Spring Cache Annotations</vt:lpstr>
      <vt:lpstr>Spring Cache Annotations</vt:lpstr>
      <vt:lpstr>PowerPoint Presentation</vt:lpstr>
      <vt:lpstr>PowerPoint Presentation</vt:lpstr>
      <vt:lpstr>PowerPoint Presentation</vt:lpstr>
      <vt:lpstr>PowerPoint Presentation</vt:lpstr>
      <vt:lpstr>PowerPoint Presentation</vt:lpstr>
      <vt:lpstr>Refereneces</vt:lpstr>
      <vt:lpstr>How Spring Caching mechanism 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Caching</dc:title>
  <dc:creator>Arun Sunar</dc:creator>
  <cp:lastModifiedBy>Arun Sunar</cp:lastModifiedBy>
  <cp:revision>1</cp:revision>
  <dcterms:created xsi:type="dcterms:W3CDTF">2023-08-14T16:21:19Z</dcterms:created>
  <dcterms:modified xsi:type="dcterms:W3CDTF">2024-05-14T03:49:58Z</dcterms:modified>
</cp:coreProperties>
</file>