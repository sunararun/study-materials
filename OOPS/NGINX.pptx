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79A99C-22DA-4123-9D7B-5EC49780D18F}" v="1" dt="2023-08-11T11:11:37.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3779A99C-22DA-4123-9D7B-5EC49780D18F}"/>
    <pc:docChg chg="undo custSel addSld modSld sldOrd">
      <pc:chgData name="Arun Sunar" userId="3fa9774ca67c7ab5" providerId="LiveId" clId="{3779A99C-22DA-4123-9D7B-5EC49780D18F}" dt="2023-08-11T11:12:59.947" v="71"/>
      <pc:docMkLst>
        <pc:docMk/>
      </pc:docMkLst>
      <pc:sldChg chg="modSp new mod">
        <pc:chgData name="Arun Sunar" userId="3fa9774ca67c7ab5" providerId="LiveId" clId="{3779A99C-22DA-4123-9D7B-5EC49780D18F}" dt="2023-08-11T10:46:55.488" v="4" actId="27636"/>
        <pc:sldMkLst>
          <pc:docMk/>
          <pc:sldMk cId="2510260930" sldId="257"/>
        </pc:sldMkLst>
        <pc:spChg chg="mod">
          <ac:chgData name="Arun Sunar" userId="3fa9774ca67c7ab5" providerId="LiveId" clId="{3779A99C-22DA-4123-9D7B-5EC49780D18F}" dt="2023-08-11T10:46:44.171" v="2" actId="20577"/>
          <ac:spMkLst>
            <pc:docMk/>
            <pc:sldMk cId="2510260930" sldId="257"/>
            <ac:spMk id="2" creationId="{3AAC2E3C-BA71-C60F-AD70-9FD95DEEFDDA}"/>
          </ac:spMkLst>
        </pc:spChg>
        <pc:spChg chg="mod">
          <ac:chgData name="Arun Sunar" userId="3fa9774ca67c7ab5" providerId="LiveId" clId="{3779A99C-22DA-4123-9D7B-5EC49780D18F}" dt="2023-08-11T10:46:55.488" v="4" actId="27636"/>
          <ac:spMkLst>
            <pc:docMk/>
            <pc:sldMk cId="2510260930" sldId="257"/>
            <ac:spMk id="3" creationId="{A7FC9EF8-191F-0FAF-E1E0-81BB07D184BE}"/>
          </ac:spMkLst>
        </pc:spChg>
      </pc:sldChg>
      <pc:sldChg chg="modSp add mod">
        <pc:chgData name="Arun Sunar" userId="3fa9774ca67c7ab5" providerId="LiveId" clId="{3779A99C-22DA-4123-9D7B-5EC49780D18F}" dt="2023-08-11T10:47:20.254" v="8" actId="27636"/>
        <pc:sldMkLst>
          <pc:docMk/>
          <pc:sldMk cId="2564558101" sldId="258"/>
        </pc:sldMkLst>
        <pc:spChg chg="mod">
          <ac:chgData name="Arun Sunar" userId="3fa9774ca67c7ab5" providerId="LiveId" clId="{3779A99C-22DA-4123-9D7B-5EC49780D18F}" dt="2023-08-11T10:47:10.124" v="6"/>
          <ac:spMkLst>
            <pc:docMk/>
            <pc:sldMk cId="2564558101" sldId="258"/>
            <ac:spMk id="2" creationId="{3AAC2E3C-BA71-C60F-AD70-9FD95DEEFDDA}"/>
          </ac:spMkLst>
        </pc:spChg>
        <pc:spChg chg="mod">
          <ac:chgData name="Arun Sunar" userId="3fa9774ca67c7ab5" providerId="LiveId" clId="{3779A99C-22DA-4123-9D7B-5EC49780D18F}" dt="2023-08-11T10:47:20.254" v="8" actId="27636"/>
          <ac:spMkLst>
            <pc:docMk/>
            <pc:sldMk cId="2564558101" sldId="258"/>
            <ac:spMk id="3" creationId="{A7FC9EF8-191F-0FAF-E1E0-81BB07D184BE}"/>
          </ac:spMkLst>
        </pc:spChg>
      </pc:sldChg>
      <pc:sldChg chg="modSp add mod">
        <pc:chgData name="Arun Sunar" userId="3fa9774ca67c7ab5" providerId="LiveId" clId="{3779A99C-22DA-4123-9D7B-5EC49780D18F}" dt="2023-08-11T10:47:53.935" v="12" actId="27636"/>
        <pc:sldMkLst>
          <pc:docMk/>
          <pc:sldMk cId="1287029963" sldId="259"/>
        </pc:sldMkLst>
        <pc:spChg chg="mod">
          <ac:chgData name="Arun Sunar" userId="3fa9774ca67c7ab5" providerId="LiveId" clId="{3779A99C-22DA-4123-9D7B-5EC49780D18F}" dt="2023-08-11T10:47:39.451" v="10"/>
          <ac:spMkLst>
            <pc:docMk/>
            <pc:sldMk cId="1287029963" sldId="259"/>
            <ac:spMk id="2" creationId="{3AAC2E3C-BA71-C60F-AD70-9FD95DEEFDDA}"/>
          </ac:spMkLst>
        </pc:spChg>
        <pc:spChg chg="mod">
          <ac:chgData name="Arun Sunar" userId="3fa9774ca67c7ab5" providerId="LiveId" clId="{3779A99C-22DA-4123-9D7B-5EC49780D18F}" dt="2023-08-11T10:47:53.935" v="12" actId="27636"/>
          <ac:spMkLst>
            <pc:docMk/>
            <pc:sldMk cId="1287029963" sldId="259"/>
            <ac:spMk id="3" creationId="{A7FC9EF8-191F-0FAF-E1E0-81BB07D184BE}"/>
          </ac:spMkLst>
        </pc:spChg>
      </pc:sldChg>
      <pc:sldChg chg="addSp delSp modSp add mod ord">
        <pc:chgData name="Arun Sunar" userId="3fa9774ca67c7ab5" providerId="LiveId" clId="{3779A99C-22DA-4123-9D7B-5EC49780D18F}" dt="2023-08-11T10:52:02.330" v="21" actId="22"/>
        <pc:sldMkLst>
          <pc:docMk/>
          <pc:sldMk cId="3607005857" sldId="260"/>
        </pc:sldMkLst>
        <pc:spChg chg="del">
          <ac:chgData name="Arun Sunar" userId="3fa9774ca67c7ab5" providerId="LiveId" clId="{3779A99C-22DA-4123-9D7B-5EC49780D18F}" dt="2023-08-11T10:51:57.554" v="18" actId="478"/>
          <ac:spMkLst>
            <pc:docMk/>
            <pc:sldMk cId="3607005857" sldId="260"/>
            <ac:spMk id="2" creationId="{876E577A-75A2-415C-5E22-919CE8FDAED2}"/>
          </ac:spMkLst>
        </pc:spChg>
        <pc:spChg chg="del">
          <ac:chgData name="Arun Sunar" userId="3fa9774ca67c7ab5" providerId="LiveId" clId="{3779A99C-22DA-4123-9D7B-5EC49780D18F}" dt="2023-08-11T10:51:54.569" v="17" actId="478"/>
          <ac:spMkLst>
            <pc:docMk/>
            <pc:sldMk cId="3607005857" sldId="260"/>
            <ac:spMk id="3" creationId="{000CB27E-288B-FA04-63B4-5C59D54DF8B5}"/>
          </ac:spMkLst>
        </pc:spChg>
        <pc:spChg chg="add del mod">
          <ac:chgData name="Arun Sunar" userId="3fa9774ca67c7ab5" providerId="LiveId" clId="{3779A99C-22DA-4123-9D7B-5EC49780D18F}" dt="2023-08-11T10:52:00.870" v="20" actId="478"/>
          <ac:spMkLst>
            <pc:docMk/>
            <pc:sldMk cId="3607005857" sldId="260"/>
            <ac:spMk id="5" creationId="{C32D3BF2-99C4-5079-5634-F2432F0BC51F}"/>
          </ac:spMkLst>
        </pc:spChg>
        <pc:spChg chg="add del mod">
          <ac:chgData name="Arun Sunar" userId="3fa9774ca67c7ab5" providerId="LiveId" clId="{3779A99C-22DA-4123-9D7B-5EC49780D18F}" dt="2023-08-11T10:51:59.446" v="19" actId="478"/>
          <ac:spMkLst>
            <pc:docMk/>
            <pc:sldMk cId="3607005857" sldId="260"/>
            <ac:spMk id="8" creationId="{C5AE6049-7C72-9403-E6A8-D51CA3942616}"/>
          </ac:spMkLst>
        </pc:spChg>
        <pc:picChg chg="del">
          <ac:chgData name="Arun Sunar" userId="3fa9774ca67c7ab5" providerId="LiveId" clId="{3779A99C-22DA-4123-9D7B-5EC49780D18F}" dt="2023-08-11T10:51:50.848" v="16" actId="478"/>
          <ac:picMkLst>
            <pc:docMk/>
            <pc:sldMk cId="3607005857" sldId="260"/>
            <ac:picMk id="7" creationId="{501687C4-99A9-0F1F-3038-DF8EEB930E62}"/>
          </ac:picMkLst>
        </pc:picChg>
        <pc:picChg chg="add">
          <ac:chgData name="Arun Sunar" userId="3fa9774ca67c7ab5" providerId="LiveId" clId="{3779A99C-22DA-4123-9D7B-5EC49780D18F}" dt="2023-08-11T10:52:02.330" v="21" actId="22"/>
          <ac:picMkLst>
            <pc:docMk/>
            <pc:sldMk cId="3607005857" sldId="260"/>
            <ac:picMk id="10" creationId="{95F6D286-C1C8-E9F1-DAC2-75B1642232D0}"/>
          </ac:picMkLst>
        </pc:picChg>
      </pc:sldChg>
      <pc:sldChg chg="addSp delSp modSp add mod">
        <pc:chgData name="Arun Sunar" userId="3fa9774ca67c7ab5" providerId="LiveId" clId="{3779A99C-22DA-4123-9D7B-5EC49780D18F}" dt="2023-08-11T10:56:53.693" v="43" actId="1076"/>
        <pc:sldMkLst>
          <pc:docMk/>
          <pc:sldMk cId="1419503292" sldId="261"/>
        </pc:sldMkLst>
        <pc:picChg chg="add mod">
          <ac:chgData name="Arun Sunar" userId="3fa9774ca67c7ab5" providerId="LiveId" clId="{3779A99C-22DA-4123-9D7B-5EC49780D18F}" dt="2023-08-11T10:56:53.693" v="43" actId="1076"/>
          <ac:picMkLst>
            <pc:docMk/>
            <pc:sldMk cId="1419503292" sldId="261"/>
            <ac:picMk id="3" creationId="{D9E5C4F9-E73D-A60D-60B1-ED666336E0D5}"/>
          </ac:picMkLst>
        </pc:picChg>
        <pc:picChg chg="del">
          <ac:chgData name="Arun Sunar" userId="3fa9774ca67c7ab5" providerId="LiveId" clId="{3779A99C-22DA-4123-9D7B-5EC49780D18F}" dt="2023-08-11T10:56:51.355" v="42" actId="478"/>
          <ac:picMkLst>
            <pc:docMk/>
            <pc:sldMk cId="1419503292" sldId="261"/>
            <ac:picMk id="10" creationId="{95F6D286-C1C8-E9F1-DAC2-75B1642232D0}"/>
          </ac:picMkLst>
        </pc:picChg>
      </pc:sldChg>
      <pc:sldChg chg="addSp delSp modSp add mod">
        <pc:chgData name="Arun Sunar" userId="3fa9774ca67c7ab5" providerId="LiveId" clId="{3779A99C-22DA-4123-9D7B-5EC49780D18F}" dt="2023-08-11T10:56:46.566" v="40" actId="1076"/>
        <pc:sldMkLst>
          <pc:docMk/>
          <pc:sldMk cId="1035064864" sldId="262"/>
        </pc:sldMkLst>
        <pc:picChg chg="del">
          <ac:chgData name="Arun Sunar" userId="3fa9774ca67c7ab5" providerId="LiveId" clId="{3779A99C-22DA-4123-9D7B-5EC49780D18F}" dt="2023-08-11T10:56:43.932" v="38" actId="478"/>
          <ac:picMkLst>
            <pc:docMk/>
            <pc:sldMk cId="1035064864" sldId="262"/>
            <ac:picMk id="3" creationId="{D9E5C4F9-E73D-A60D-60B1-ED666336E0D5}"/>
          </ac:picMkLst>
        </pc:picChg>
        <pc:picChg chg="add mod">
          <ac:chgData name="Arun Sunar" userId="3fa9774ca67c7ab5" providerId="LiveId" clId="{3779A99C-22DA-4123-9D7B-5EC49780D18F}" dt="2023-08-11T10:56:46.566" v="40" actId="1076"/>
          <ac:picMkLst>
            <pc:docMk/>
            <pc:sldMk cId="1035064864" sldId="262"/>
            <ac:picMk id="4" creationId="{12769F9D-35B8-A632-EE57-767FE43039F1}"/>
          </ac:picMkLst>
        </pc:picChg>
        <pc:picChg chg="del">
          <ac:chgData name="Arun Sunar" userId="3fa9774ca67c7ab5" providerId="LiveId" clId="{3779A99C-22DA-4123-9D7B-5EC49780D18F}" dt="2023-08-11T10:56:44.998" v="39" actId="478"/>
          <ac:picMkLst>
            <pc:docMk/>
            <pc:sldMk cId="1035064864" sldId="262"/>
            <ac:picMk id="10" creationId="{95F6D286-C1C8-E9F1-DAC2-75B1642232D0}"/>
          </ac:picMkLst>
        </pc:picChg>
      </pc:sldChg>
      <pc:sldChg chg="addSp delSp modSp add mod">
        <pc:chgData name="Arun Sunar" userId="3fa9774ca67c7ab5" providerId="LiveId" clId="{3779A99C-22DA-4123-9D7B-5EC49780D18F}" dt="2023-08-11T10:56:56.629" v="45" actId="1076"/>
        <pc:sldMkLst>
          <pc:docMk/>
          <pc:sldMk cId="4136497629" sldId="263"/>
        </pc:sldMkLst>
        <pc:picChg chg="add del">
          <ac:chgData name="Arun Sunar" userId="3fa9774ca67c7ab5" providerId="LiveId" clId="{3779A99C-22DA-4123-9D7B-5EC49780D18F}" dt="2023-08-11T10:56:31.169" v="34" actId="478"/>
          <ac:picMkLst>
            <pc:docMk/>
            <pc:sldMk cId="4136497629" sldId="263"/>
            <ac:picMk id="3" creationId="{D9E5C4F9-E73D-A60D-60B1-ED666336E0D5}"/>
          </ac:picMkLst>
        </pc:picChg>
        <pc:picChg chg="add del">
          <ac:chgData name="Arun Sunar" userId="3fa9774ca67c7ab5" providerId="LiveId" clId="{3779A99C-22DA-4123-9D7B-5EC49780D18F}" dt="2023-08-11T10:56:15.773" v="33" actId="478"/>
          <ac:picMkLst>
            <pc:docMk/>
            <pc:sldMk cId="4136497629" sldId="263"/>
            <ac:picMk id="4" creationId="{12769F9D-35B8-A632-EE57-767FE43039F1}"/>
          </ac:picMkLst>
        </pc:picChg>
        <pc:picChg chg="add del">
          <ac:chgData name="Arun Sunar" userId="3fa9774ca67c7ab5" providerId="LiveId" clId="{3779A99C-22DA-4123-9D7B-5EC49780D18F}" dt="2023-08-11T10:56:04.162" v="29" actId="22"/>
          <ac:picMkLst>
            <pc:docMk/>
            <pc:sldMk cId="4136497629" sldId="263"/>
            <ac:picMk id="5" creationId="{4A590254-7448-BE23-527B-04609EB39C92}"/>
          </ac:picMkLst>
        </pc:picChg>
        <pc:picChg chg="add mod">
          <ac:chgData name="Arun Sunar" userId="3fa9774ca67c7ab5" providerId="LiveId" clId="{3779A99C-22DA-4123-9D7B-5EC49780D18F}" dt="2023-08-11T10:56:56.629" v="45" actId="1076"/>
          <ac:picMkLst>
            <pc:docMk/>
            <pc:sldMk cId="4136497629" sldId="263"/>
            <ac:picMk id="7" creationId="{E7B39842-7A17-C17F-237C-9AEC06789DBA}"/>
          </ac:picMkLst>
        </pc:picChg>
        <pc:picChg chg="del">
          <ac:chgData name="Arun Sunar" userId="3fa9774ca67c7ab5" providerId="LiveId" clId="{3779A99C-22DA-4123-9D7B-5EC49780D18F}" dt="2023-08-11T10:56:33.357" v="35" actId="478"/>
          <ac:picMkLst>
            <pc:docMk/>
            <pc:sldMk cId="4136497629" sldId="263"/>
            <ac:picMk id="10" creationId="{95F6D286-C1C8-E9F1-DAC2-75B1642232D0}"/>
          </ac:picMkLst>
        </pc:picChg>
      </pc:sldChg>
      <pc:sldChg chg="addSp delSp modSp add mod chgLayout">
        <pc:chgData name="Arun Sunar" userId="3fa9774ca67c7ab5" providerId="LiveId" clId="{3779A99C-22DA-4123-9D7B-5EC49780D18F}" dt="2023-08-11T11:12:59.947" v="71"/>
        <pc:sldMkLst>
          <pc:docMk/>
          <pc:sldMk cId="3247657688" sldId="264"/>
        </pc:sldMkLst>
        <pc:spChg chg="add mod">
          <ac:chgData name="Arun Sunar" userId="3fa9774ca67c7ab5" providerId="LiveId" clId="{3779A99C-22DA-4123-9D7B-5EC49780D18F}" dt="2023-08-11T11:11:19.860" v="62" actId="20577"/>
          <ac:spMkLst>
            <pc:docMk/>
            <pc:sldMk cId="3247657688" sldId="264"/>
            <ac:spMk id="2" creationId="{47657FBC-D9B2-9CBE-5A4F-41348CCD8B8A}"/>
          </ac:spMkLst>
        </pc:spChg>
        <pc:spChg chg="add mod">
          <ac:chgData name="Arun Sunar" userId="3fa9774ca67c7ab5" providerId="LiveId" clId="{3779A99C-22DA-4123-9D7B-5EC49780D18F}" dt="2023-08-11T11:12:59.947" v="71"/>
          <ac:spMkLst>
            <pc:docMk/>
            <pc:sldMk cId="3247657688" sldId="264"/>
            <ac:spMk id="3" creationId="{B811D35B-0191-4D7F-75D5-9DBB82083ADA}"/>
          </ac:spMkLst>
        </pc:spChg>
        <pc:picChg chg="del">
          <ac:chgData name="Arun Sunar" userId="3fa9774ca67c7ab5" providerId="LiveId" clId="{3779A99C-22DA-4123-9D7B-5EC49780D18F}" dt="2023-08-11T11:10:58.882" v="47" actId="478"/>
          <ac:picMkLst>
            <pc:docMk/>
            <pc:sldMk cId="3247657688" sldId="264"/>
            <ac:picMk id="7" creationId="{E7B39842-7A17-C17F-237C-9AEC06789DB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650D-CC7E-94AD-44CA-AD62EE813B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7890E0-174E-00B2-4703-9C58C6228E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788B59-29E9-8277-C926-74022FE04C05}"/>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4B53F9AD-6C0E-1B06-4E12-B9487CDE7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DB43DA-95D4-0CD5-1A6C-79DEBEE74560}"/>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3832774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AFC2-51B8-8EDE-EE07-772192314F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FD1CC4-2F8A-DF98-3F94-B630F8FB6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21A2B9-B820-6918-35DC-435A954F2792}"/>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F51012B8-9DF7-981E-7B99-52CB0E2351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4FB570-6C5E-0A99-4FE1-1F9F24D9FD68}"/>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2364809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4901-D4EC-E6CF-E7C8-BE9CE229A1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A5F749-F1A1-BF42-F0C6-49474A781D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14DD67-A4C6-2E90-1D40-E71627FF7080}"/>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D78BF71D-163A-F341-E7FC-307F6C49EE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71276E-60BD-8A1E-406B-988BDF096ED8}"/>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3004375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459D-17AF-FE3A-8CB2-D2587F058D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3F3380-426E-FCBA-16E0-1B4D082FAD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025600-1D12-0061-3CCB-0C6FFCCA8D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863BE1-8971-08D2-7EFB-5F15B0EE05AF}"/>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6" name="Footer Placeholder 5">
            <a:extLst>
              <a:ext uri="{FF2B5EF4-FFF2-40B4-BE49-F238E27FC236}">
                <a16:creationId xmlns:a16="http://schemas.microsoft.com/office/drawing/2014/main" id="{B3649877-3586-2754-2C00-6F07EA6924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A21086-57D5-3951-BADE-E2FE599CAD31}"/>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4058816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4757-AA03-77CD-B7A5-86EB3D55FD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F746F2-9676-9CA5-E9BA-FB9677296C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023F4A-4534-9A24-3798-A5A7F8FB54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23D84B-AE49-6628-C7B1-037CA63F5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115B72-DAD9-476D-C8B0-D72392D88D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1B16C9-CC00-E533-28A9-7275967C8863}"/>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8" name="Footer Placeholder 7">
            <a:extLst>
              <a:ext uri="{FF2B5EF4-FFF2-40B4-BE49-F238E27FC236}">
                <a16:creationId xmlns:a16="http://schemas.microsoft.com/office/drawing/2014/main" id="{5EB37060-05A1-DCA6-B507-3C9FBAEBE3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94A6FB-50A6-484C-9BBA-526F486A1279}"/>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1024335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611A-DCCB-F6A7-1EE7-2EA227F2B6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646AF9-8DB4-BA9A-7DFC-C9497C9AC862}"/>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4" name="Footer Placeholder 3">
            <a:extLst>
              <a:ext uri="{FF2B5EF4-FFF2-40B4-BE49-F238E27FC236}">
                <a16:creationId xmlns:a16="http://schemas.microsoft.com/office/drawing/2014/main" id="{9E7F6AD9-79DA-7E21-FE70-1E8E306925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F2DB5E-FC6F-5A94-D7FE-A89820898822}"/>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1839248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EFFE2E-5390-E7BD-87C7-5928FDDE3908}"/>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3" name="Footer Placeholder 2">
            <a:extLst>
              <a:ext uri="{FF2B5EF4-FFF2-40B4-BE49-F238E27FC236}">
                <a16:creationId xmlns:a16="http://schemas.microsoft.com/office/drawing/2014/main" id="{02F0E609-1C5A-D9BB-F5F8-C3CC1C76F5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63D857-CE79-B901-14E9-4159FC802AA5}"/>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3852141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D31D-DC56-E1F8-1CD0-0F2DF8A815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D27CB7-8BCD-2882-2C84-32ACAA9F6A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8BDC80-4C3E-B204-E7F4-B56F4F15B5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0528C-7D0B-831D-975E-D481B480B1DB}"/>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6" name="Footer Placeholder 5">
            <a:extLst>
              <a:ext uri="{FF2B5EF4-FFF2-40B4-BE49-F238E27FC236}">
                <a16:creationId xmlns:a16="http://schemas.microsoft.com/office/drawing/2014/main" id="{1C32D59B-2C5F-5C6F-0171-D46E43051F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E1611-96DA-9479-1968-5AF682B97B3E}"/>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1303693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CA86-094B-2F1B-4539-BB0A107B9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5E76BE-B4EA-0152-6DAA-ADAA41B590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99FF2B-B0A8-AC89-2485-61784C21F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0AFDCA-53C7-93FD-6A4A-24F6C2072EBC}"/>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6" name="Footer Placeholder 5">
            <a:extLst>
              <a:ext uri="{FF2B5EF4-FFF2-40B4-BE49-F238E27FC236}">
                <a16:creationId xmlns:a16="http://schemas.microsoft.com/office/drawing/2014/main" id="{26ED5989-A046-BBBD-9643-68840EF70E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62A441-9A7B-F775-13CF-A0AE592D8AE9}"/>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211643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D508-5AFE-AE74-D7F2-FE8BEEE744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01149B-ACA4-0E3F-4325-F94F2366B5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A7641F-6CA0-BC48-2E3E-D700C2C31950}"/>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22D781D0-C832-DEFD-042C-66CC16F33F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D214F4-FEF9-49CD-49F9-4C5E8B4014EB}"/>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801787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753B2A-282F-612A-AC63-784D670E2F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B8ED75-EA4E-126D-2159-E09CFEAC0D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1A1B8-6F02-6CED-7FCD-603BAC0D4DBC}"/>
              </a:ext>
            </a:extLst>
          </p:cNvPr>
          <p:cNvSpPr>
            <a:spLocks noGrp="1"/>
          </p:cNvSpPr>
          <p:nvPr>
            <p:ph type="dt" sz="half" idx="10"/>
          </p:nvPr>
        </p:nvSpPr>
        <p:spPr/>
        <p:txBody>
          <a:body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AFB96BDC-DFD5-0AB8-A906-CDAC01D89A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13C42-5E12-88C2-062F-99A7B782D117}"/>
              </a:ext>
            </a:extLst>
          </p:cNvPr>
          <p:cNvSpPr>
            <a:spLocks noGrp="1"/>
          </p:cNvSpPr>
          <p:nvPr>
            <p:ph type="sldNum" sz="quarter" idx="12"/>
          </p:nvPr>
        </p:nvSpPr>
        <p:spPr/>
        <p:txBody>
          <a:bodyPr/>
          <a:lstStyle/>
          <a:p>
            <a:fld id="{B263D257-6903-49B9-B800-29FC57AFDD15}" type="slidenum">
              <a:rPr lang="en-IN" smtClean="0"/>
              <a:t>‹#›</a:t>
            </a:fld>
            <a:endParaRPr lang="en-IN"/>
          </a:p>
        </p:txBody>
      </p:sp>
    </p:spTree>
    <p:extLst>
      <p:ext uri="{BB962C8B-B14F-4D97-AF65-F5344CB8AC3E}">
        <p14:creationId xmlns:p14="http://schemas.microsoft.com/office/powerpoint/2010/main" val="1355541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9ABAA-27D1-010D-983E-98100DF514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5F5492-97BB-39C5-EC59-16CEFBC1C3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84536E-3449-9A46-0AFB-B0E5E4547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C5E7B-E9F1-4009-9ED5-A4D4FA97E466}" type="datetimeFigureOut">
              <a:rPr lang="en-IN" smtClean="0"/>
              <a:t>11-08-2023</a:t>
            </a:fld>
            <a:endParaRPr lang="en-IN"/>
          </a:p>
        </p:txBody>
      </p:sp>
      <p:sp>
        <p:nvSpPr>
          <p:cNvPr id="5" name="Footer Placeholder 4">
            <a:extLst>
              <a:ext uri="{FF2B5EF4-FFF2-40B4-BE49-F238E27FC236}">
                <a16:creationId xmlns:a16="http://schemas.microsoft.com/office/drawing/2014/main" id="{324F4A67-C454-D878-2C04-215CDC9D76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695BC7-D95A-63F3-19F1-B64128D0F5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3D257-6903-49B9-B800-29FC57AFDD15}" type="slidenum">
              <a:rPr lang="en-IN" smtClean="0"/>
              <a:t>‹#›</a:t>
            </a:fld>
            <a:endParaRPr lang="en-IN"/>
          </a:p>
        </p:txBody>
      </p:sp>
    </p:spTree>
    <p:extLst>
      <p:ext uri="{BB962C8B-B14F-4D97-AF65-F5344CB8AC3E}">
        <p14:creationId xmlns:p14="http://schemas.microsoft.com/office/powerpoint/2010/main" val="337862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ginx.com/blog/building-microservices-using-an-api-gatewa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digitalocean.com/community/tutorials/nginx-reverse-proxy-node-angular" TargetMode="External"/><Relationship Id="rId2" Type="http://schemas.openxmlformats.org/officeDocument/2006/relationships/hyperlink" Target="https://dev.to/danielkun/nginx-everything-about-proxypass-2ona"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E577A-75A2-415C-5E22-919CE8FDAED2}"/>
              </a:ext>
            </a:extLst>
          </p:cNvPr>
          <p:cNvSpPr>
            <a:spLocks noGrp="1"/>
          </p:cNvSpPr>
          <p:nvPr>
            <p:ph type="ctrTitle"/>
          </p:nvPr>
        </p:nvSpPr>
        <p:spPr>
          <a:xfrm>
            <a:off x="1225420" y="263947"/>
            <a:ext cx="9144000" cy="762421"/>
          </a:xfrm>
        </p:spPr>
        <p:txBody>
          <a:bodyPr>
            <a:normAutofit fontScale="90000"/>
          </a:bodyPr>
          <a:lstStyle/>
          <a:p>
            <a:r>
              <a:rPr lang="en-IN" dirty="0"/>
              <a:t>API </a:t>
            </a:r>
            <a:r>
              <a:rPr lang="en-IN" dirty="0" err="1"/>
              <a:t>GateWay</a:t>
            </a:r>
            <a:endParaRPr lang="en-IN" dirty="0"/>
          </a:p>
        </p:txBody>
      </p:sp>
      <p:sp>
        <p:nvSpPr>
          <p:cNvPr id="3" name="Subtitle 2">
            <a:extLst>
              <a:ext uri="{FF2B5EF4-FFF2-40B4-BE49-F238E27FC236}">
                <a16:creationId xmlns:a16="http://schemas.microsoft.com/office/drawing/2014/main" id="{000CB27E-288B-FA04-63B4-5C59D54DF8B5}"/>
              </a:ext>
            </a:extLst>
          </p:cNvPr>
          <p:cNvSpPr>
            <a:spLocks noGrp="1"/>
          </p:cNvSpPr>
          <p:nvPr>
            <p:ph type="subTitle" idx="1"/>
          </p:nvPr>
        </p:nvSpPr>
        <p:spPr>
          <a:xfrm>
            <a:off x="845975" y="1026368"/>
            <a:ext cx="9902890" cy="625151"/>
          </a:xfrm>
        </p:spPr>
        <p:txBody>
          <a:bodyPr/>
          <a:lstStyle/>
          <a:p>
            <a:pPr algn="r"/>
            <a:r>
              <a:rPr lang="en-IN" dirty="0"/>
              <a:t>Api Gateway is an Api tools which sits in between client and backend services </a:t>
            </a:r>
          </a:p>
        </p:txBody>
      </p:sp>
      <p:pic>
        <p:nvPicPr>
          <p:cNvPr id="7" name="Picture 6">
            <a:extLst>
              <a:ext uri="{FF2B5EF4-FFF2-40B4-BE49-F238E27FC236}">
                <a16:creationId xmlns:a16="http://schemas.microsoft.com/office/drawing/2014/main" id="{501687C4-99A9-0F1F-3038-DF8EEB930E62}"/>
              </a:ext>
            </a:extLst>
          </p:cNvPr>
          <p:cNvPicPr>
            <a:picLocks noChangeAspect="1"/>
          </p:cNvPicPr>
          <p:nvPr/>
        </p:nvPicPr>
        <p:blipFill>
          <a:blip r:embed="rId2"/>
          <a:stretch>
            <a:fillRect/>
          </a:stretch>
        </p:blipFill>
        <p:spPr>
          <a:xfrm>
            <a:off x="703008" y="1821446"/>
            <a:ext cx="10188823" cy="5159187"/>
          </a:xfrm>
          <a:prstGeom prst="rect">
            <a:avLst/>
          </a:prstGeom>
        </p:spPr>
      </p:pic>
    </p:spTree>
    <p:extLst>
      <p:ext uri="{BB962C8B-B14F-4D97-AF65-F5344CB8AC3E}">
        <p14:creationId xmlns:p14="http://schemas.microsoft.com/office/powerpoint/2010/main" val="126116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2E3C-BA71-C60F-AD70-9FD95DEEFDDA}"/>
              </a:ext>
            </a:extLst>
          </p:cNvPr>
          <p:cNvSpPr>
            <a:spLocks noGrp="1"/>
          </p:cNvSpPr>
          <p:nvPr>
            <p:ph type="title"/>
          </p:nvPr>
        </p:nvSpPr>
        <p:spPr/>
        <p:txBody>
          <a:bodyPr/>
          <a:lstStyle/>
          <a:p>
            <a:r>
              <a:rPr lang="en-IN" b="1" i="0" dirty="0">
                <a:solidFill>
                  <a:srgbClr val="222222"/>
                </a:solidFill>
                <a:effectLst/>
                <a:latin typeface="NeusaNextProWideBold"/>
              </a:rPr>
              <a:t>API Gateway Capabilities</a:t>
            </a:r>
            <a:endParaRPr lang="en-IN" dirty="0"/>
          </a:p>
        </p:txBody>
      </p:sp>
      <p:sp>
        <p:nvSpPr>
          <p:cNvPr id="3" name="Content Placeholder 2">
            <a:extLst>
              <a:ext uri="{FF2B5EF4-FFF2-40B4-BE49-F238E27FC236}">
                <a16:creationId xmlns:a16="http://schemas.microsoft.com/office/drawing/2014/main" id="{A7FC9EF8-191F-0FAF-E1E0-81BB07D184BE}"/>
              </a:ext>
            </a:extLst>
          </p:cNvPr>
          <p:cNvSpPr>
            <a:spLocks noGrp="1"/>
          </p:cNvSpPr>
          <p:nvPr>
            <p:ph idx="1"/>
          </p:nvPr>
        </p:nvSpPr>
        <p:spPr/>
        <p:txBody>
          <a:bodyPr>
            <a:normAutofit fontScale="92500"/>
          </a:bodyPr>
          <a:lstStyle/>
          <a:p>
            <a:pPr algn="l" fontAlgn="base"/>
            <a:r>
              <a:rPr lang="en-US" b="0" i="0" dirty="0">
                <a:solidFill>
                  <a:srgbClr val="343434"/>
                </a:solidFill>
                <a:effectLst/>
                <a:latin typeface="Proxima"/>
              </a:rPr>
              <a:t>API gateways commonly implement capabilities that include:</a:t>
            </a:r>
          </a:p>
          <a:p>
            <a:pPr algn="l" fontAlgn="base">
              <a:buFont typeface="Arial" panose="020B0604020202020204" pitchFamily="34" charset="0"/>
              <a:buChar char="•"/>
            </a:pPr>
            <a:r>
              <a:rPr lang="en-US" b="1" i="0" dirty="0">
                <a:solidFill>
                  <a:srgbClr val="343434"/>
                </a:solidFill>
                <a:effectLst/>
                <a:latin typeface="inherit"/>
              </a:rPr>
              <a:t>Security policy</a:t>
            </a:r>
            <a:r>
              <a:rPr lang="en-US" b="0" i="0" dirty="0">
                <a:solidFill>
                  <a:srgbClr val="343434"/>
                </a:solidFill>
                <a:effectLst/>
                <a:latin typeface="inherit"/>
              </a:rPr>
              <a:t> – Authentication, authorization, access control, and encryption</a:t>
            </a:r>
          </a:p>
          <a:p>
            <a:pPr algn="l" fontAlgn="base">
              <a:buFont typeface="Arial" panose="020B0604020202020204" pitchFamily="34" charset="0"/>
              <a:buChar char="•"/>
            </a:pPr>
            <a:r>
              <a:rPr lang="en-US" b="1" i="0" dirty="0">
                <a:solidFill>
                  <a:srgbClr val="343434"/>
                </a:solidFill>
                <a:effectLst/>
                <a:latin typeface="inherit"/>
              </a:rPr>
              <a:t>Routing policy</a:t>
            </a:r>
            <a:r>
              <a:rPr lang="en-US" b="0" i="0" dirty="0">
                <a:solidFill>
                  <a:srgbClr val="343434"/>
                </a:solidFill>
                <a:effectLst/>
                <a:latin typeface="inherit"/>
              </a:rPr>
              <a:t> – Routing, rate limiting, request/response manipulation, circuit breaker, blue-green and canary deployments, A/B testing, load balancing, health checks, and custom error handling</a:t>
            </a:r>
          </a:p>
          <a:p>
            <a:pPr algn="l" fontAlgn="base">
              <a:buFont typeface="Arial" panose="020B0604020202020204" pitchFamily="34" charset="0"/>
              <a:buChar char="•"/>
            </a:pPr>
            <a:r>
              <a:rPr lang="en-US" b="1" i="0" dirty="0">
                <a:solidFill>
                  <a:srgbClr val="343434"/>
                </a:solidFill>
                <a:effectLst/>
                <a:latin typeface="inherit"/>
              </a:rPr>
              <a:t>Observability policy</a:t>
            </a:r>
            <a:r>
              <a:rPr lang="en-US" b="0" i="0" dirty="0">
                <a:solidFill>
                  <a:srgbClr val="343434"/>
                </a:solidFill>
                <a:effectLst/>
                <a:latin typeface="inherit"/>
              </a:rPr>
              <a:t> – Real-time and historical metrics, logging, and tracing</a:t>
            </a:r>
          </a:p>
          <a:p>
            <a:pPr algn="l" fontAlgn="base"/>
            <a:r>
              <a:rPr lang="en-US" b="0" i="0" dirty="0">
                <a:solidFill>
                  <a:srgbClr val="343434"/>
                </a:solidFill>
                <a:effectLst/>
                <a:latin typeface="Proxima"/>
              </a:rPr>
              <a:t>For additional app- and API-level security, API gateways can be augmented with web application firewall (WAF) and denial of service (DoS) protection.</a:t>
            </a:r>
          </a:p>
          <a:p>
            <a:endParaRPr lang="en-IN" dirty="0"/>
          </a:p>
        </p:txBody>
      </p:sp>
    </p:spTree>
    <p:extLst>
      <p:ext uri="{BB962C8B-B14F-4D97-AF65-F5344CB8AC3E}">
        <p14:creationId xmlns:p14="http://schemas.microsoft.com/office/powerpoint/2010/main" val="2510260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2E3C-BA71-C60F-AD70-9FD95DEEFDDA}"/>
              </a:ext>
            </a:extLst>
          </p:cNvPr>
          <p:cNvSpPr>
            <a:spLocks noGrp="1"/>
          </p:cNvSpPr>
          <p:nvPr>
            <p:ph type="title"/>
          </p:nvPr>
        </p:nvSpPr>
        <p:spPr/>
        <p:txBody>
          <a:bodyPr/>
          <a:lstStyle/>
          <a:p>
            <a:pPr algn="l" fontAlgn="base"/>
            <a:r>
              <a:rPr lang="en-IN" b="1" i="0" dirty="0">
                <a:solidFill>
                  <a:srgbClr val="222222"/>
                </a:solidFill>
                <a:effectLst/>
                <a:latin typeface="NeusaNextProWideBold"/>
              </a:rPr>
              <a:t>API Gateway Benefits</a:t>
            </a:r>
          </a:p>
        </p:txBody>
      </p:sp>
      <p:sp>
        <p:nvSpPr>
          <p:cNvPr id="3" name="Content Placeholder 2">
            <a:extLst>
              <a:ext uri="{FF2B5EF4-FFF2-40B4-BE49-F238E27FC236}">
                <a16:creationId xmlns:a16="http://schemas.microsoft.com/office/drawing/2014/main" id="{A7FC9EF8-191F-0FAF-E1E0-81BB07D184BE}"/>
              </a:ext>
            </a:extLst>
          </p:cNvPr>
          <p:cNvSpPr>
            <a:spLocks noGrp="1"/>
          </p:cNvSpPr>
          <p:nvPr>
            <p:ph idx="1"/>
          </p:nvPr>
        </p:nvSpPr>
        <p:spPr/>
        <p:txBody>
          <a:bodyPr>
            <a:normAutofit/>
          </a:bodyPr>
          <a:lstStyle/>
          <a:p>
            <a:pPr algn="l" fontAlgn="base"/>
            <a:r>
              <a:rPr lang="en-US" b="0" i="0" dirty="0">
                <a:solidFill>
                  <a:srgbClr val="343434"/>
                </a:solidFill>
                <a:effectLst/>
                <a:latin typeface="Proxima"/>
              </a:rPr>
              <a:t>Deploying an API gateway for app delivery can help:</a:t>
            </a:r>
          </a:p>
          <a:p>
            <a:pPr algn="l" fontAlgn="base">
              <a:buFont typeface="Arial" panose="020B0604020202020204" pitchFamily="34" charset="0"/>
              <a:buChar char="•"/>
            </a:pPr>
            <a:r>
              <a:rPr lang="en-US" b="1" i="0" dirty="0">
                <a:solidFill>
                  <a:srgbClr val="343434"/>
                </a:solidFill>
                <a:effectLst/>
                <a:latin typeface="inherit"/>
              </a:rPr>
              <a:t>Reduce complexity and speed up app releases</a:t>
            </a:r>
            <a:r>
              <a:rPr lang="en-US" b="0" i="0" dirty="0">
                <a:solidFill>
                  <a:srgbClr val="343434"/>
                </a:solidFill>
                <a:effectLst/>
                <a:latin typeface="inherit"/>
              </a:rPr>
              <a:t> by encapsulating the internal application architecture and providing APIs tailored for each client type</a:t>
            </a:r>
          </a:p>
          <a:p>
            <a:pPr algn="l" fontAlgn="base">
              <a:buFont typeface="Arial" panose="020B0604020202020204" pitchFamily="34" charset="0"/>
              <a:buChar char="•"/>
            </a:pPr>
            <a:r>
              <a:rPr lang="en-US" b="1" i="0" dirty="0">
                <a:solidFill>
                  <a:srgbClr val="343434"/>
                </a:solidFill>
                <a:effectLst/>
                <a:latin typeface="inherit"/>
              </a:rPr>
              <a:t>Streamline and simplify request processing and policy enforcement</a:t>
            </a:r>
            <a:r>
              <a:rPr lang="en-US" b="0" i="0" dirty="0">
                <a:solidFill>
                  <a:srgbClr val="343434"/>
                </a:solidFill>
                <a:effectLst/>
                <a:latin typeface="inherit"/>
              </a:rPr>
              <a:t> by centralizing the point of control and offloading non-functional requirements to the infrastructure layer</a:t>
            </a:r>
          </a:p>
          <a:p>
            <a:pPr algn="l" fontAlgn="base">
              <a:buFont typeface="Arial" panose="020B0604020202020204" pitchFamily="34" charset="0"/>
              <a:buChar char="•"/>
            </a:pPr>
            <a:r>
              <a:rPr lang="en-US" b="1" i="0" dirty="0">
                <a:solidFill>
                  <a:srgbClr val="343434"/>
                </a:solidFill>
                <a:effectLst/>
                <a:latin typeface="inherit"/>
              </a:rPr>
              <a:t>Simplify troubleshooting</a:t>
            </a:r>
            <a:r>
              <a:rPr lang="en-US" b="0" i="0" dirty="0">
                <a:solidFill>
                  <a:srgbClr val="343434"/>
                </a:solidFill>
                <a:effectLst/>
                <a:latin typeface="inherit"/>
              </a:rPr>
              <a:t> with granular real-time and historical metrics and dashboards</a:t>
            </a:r>
          </a:p>
          <a:p>
            <a:endParaRPr lang="en-IN" dirty="0"/>
          </a:p>
        </p:txBody>
      </p:sp>
    </p:spTree>
    <p:extLst>
      <p:ext uri="{BB962C8B-B14F-4D97-AF65-F5344CB8AC3E}">
        <p14:creationId xmlns:p14="http://schemas.microsoft.com/office/powerpoint/2010/main" val="2564558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2E3C-BA71-C60F-AD70-9FD95DEEFDDA}"/>
              </a:ext>
            </a:extLst>
          </p:cNvPr>
          <p:cNvSpPr>
            <a:spLocks noGrp="1"/>
          </p:cNvSpPr>
          <p:nvPr>
            <p:ph type="title"/>
          </p:nvPr>
        </p:nvSpPr>
        <p:spPr/>
        <p:txBody>
          <a:bodyPr/>
          <a:lstStyle/>
          <a:p>
            <a:pPr algn="l" fontAlgn="base"/>
            <a:r>
              <a:rPr lang="en-US" b="1" i="0" dirty="0">
                <a:solidFill>
                  <a:srgbClr val="222222"/>
                </a:solidFill>
                <a:effectLst/>
                <a:latin typeface="NeusaNextProWideBold"/>
              </a:rPr>
              <a:t>API Gateway and Microservices Architecture</a:t>
            </a:r>
          </a:p>
        </p:txBody>
      </p:sp>
      <p:sp>
        <p:nvSpPr>
          <p:cNvPr id="3" name="Content Placeholder 2">
            <a:extLst>
              <a:ext uri="{FF2B5EF4-FFF2-40B4-BE49-F238E27FC236}">
                <a16:creationId xmlns:a16="http://schemas.microsoft.com/office/drawing/2014/main" id="{A7FC9EF8-191F-0FAF-E1E0-81BB07D184BE}"/>
              </a:ext>
            </a:extLst>
          </p:cNvPr>
          <p:cNvSpPr>
            <a:spLocks noGrp="1"/>
          </p:cNvSpPr>
          <p:nvPr>
            <p:ph idx="1"/>
          </p:nvPr>
        </p:nvSpPr>
        <p:spPr/>
        <p:txBody>
          <a:bodyPr>
            <a:normAutofit fontScale="85000" lnSpcReduction="20000"/>
          </a:bodyPr>
          <a:lstStyle/>
          <a:p>
            <a:pPr algn="l" fontAlgn="base"/>
            <a:r>
              <a:rPr lang="en-US" b="0" i="0" dirty="0">
                <a:solidFill>
                  <a:srgbClr val="343434"/>
                </a:solidFill>
                <a:effectLst/>
                <a:latin typeface="Proxima"/>
              </a:rPr>
              <a:t>For microservices‑based applications, an API gateway acts as a single point of entry into the system. It sits in front of the microservices and simplifies both the client implementations and the microservices app by decoupling the complexity of an app from its clients.</a:t>
            </a:r>
          </a:p>
          <a:p>
            <a:pPr algn="l" fontAlgn="base"/>
            <a:r>
              <a:rPr lang="en-US" b="0" i="0" dirty="0">
                <a:solidFill>
                  <a:srgbClr val="343434"/>
                </a:solidFill>
                <a:effectLst/>
                <a:latin typeface="Proxima"/>
              </a:rPr>
              <a:t>In a microservices architecture, the API gateway is responsible for request routing, composition, and policy enforcement. It handles some requests by simply routing them to the appropriate backend service, and handles others by invoking multiple backend services and aggregating the results.</a:t>
            </a:r>
          </a:p>
          <a:p>
            <a:pPr algn="l" fontAlgn="base"/>
            <a:r>
              <a:rPr lang="en-US" b="0" i="0" dirty="0">
                <a:solidFill>
                  <a:srgbClr val="343434"/>
                </a:solidFill>
                <a:effectLst/>
                <a:latin typeface="Proxima"/>
              </a:rPr>
              <a:t>An API gateway might provide other capabilities for microservices such as authentication, authorization, monitoring, load balancing, and response handling, offloading implementation of non-functional requirements to the infrastructure layer and helping developers to focus on core business logic, speeding up app releases.</a:t>
            </a:r>
          </a:p>
          <a:p>
            <a:pPr algn="l" fontAlgn="base"/>
            <a:r>
              <a:rPr lang="en-US" b="0" i="0" dirty="0">
                <a:solidFill>
                  <a:srgbClr val="343434"/>
                </a:solidFill>
                <a:effectLst/>
                <a:latin typeface="Proxima"/>
              </a:rPr>
              <a:t>Learn more about </a:t>
            </a:r>
            <a:r>
              <a:rPr lang="en-US" b="1" i="0" u="none" strike="noStrike" dirty="0">
                <a:solidFill>
                  <a:srgbClr val="0E6EB9"/>
                </a:solidFill>
                <a:effectLst/>
                <a:latin typeface="inherit"/>
                <a:hlinkClick r:id="rId2"/>
              </a:rPr>
              <a:t>Building Microservices Using an API Gateway</a:t>
            </a:r>
            <a:r>
              <a:rPr lang="en-US" b="0" i="0" dirty="0">
                <a:solidFill>
                  <a:srgbClr val="343434"/>
                </a:solidFill>
                <a:effectLst/>
                <a:latin typeface="Proxima"/>
              </a:rPr>
              <a:t> on our blog.</a:t>
            </a:r>
          </a:p>
          <a:p>
            <a:endParaRPr lang="en-IN" dirty="0"/>
          </a:p>
        </p:txBody>
      </p:sp>
    </p:spTree>
    <p:extLst>
      <p:ext uri="{BB962C8B-B14F-4D97-AF65-F5344CB8AC3E}">
        <p14:creationId xmlns:p14="http://schemas.microsoft.com/office/powerpoint/2010/main" val="128702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5F6D286-C1C8-E9F1-DAC2-75B1642232D0}"/>
              </a:ext>
            </a:extLst>
          </p:cNvPr>
          <p:cNvPicPr>
            <a:picLocks noChangeAspect="1"/>
          </p:cNvPicPr>
          <p:nvPr/>
        </p:nvPicPr>
        <p:blipFill>
          <a:blip r:embed="rId2"/>
          <a:stretch>
            <a:fillRect/>
          </a:stretch>
        </p:blipFill>
        <p:spPr>
          <a:xfrm>
            <a:off x="2819116" y="1382852"/>
            <a:ext cx="6553768" cy="4092295"/>
          </a:xfrm>
          <a:prstGeom prst="rect">
            <a:avLst/>
          </a:prstGeom>
        </p:spPr>
      </p:pic>
    </p:spTree>
    <p:extLst>
      <p:ext uri="{BB962C8B-B14F-4D97-AF65-F5344CB8AC3E}">
        <p14:creationId xmlns:p14="http://schemas.microsoft.com/office/powerpoint/2010/main" val="3607005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E5C4F9-E73D-A60D-60B1-ED666336E0D5}"/>
              </a:ext>
            </a:extLst>
          </p:cNvPr>
          <p:cNvPicPr>
            <a:picLocks noChangeAspect="1"/>
          </p:cNvPicPr>
          <p:nvPr/>
        </p:nvPicPr>
        <p:blipFill>
          <a:blip r:embed="rId2"/>
          <a:stretch>
            <a:fillRect/>
          </a:stretch>
        </p:blipFill>
        <p:spPr>
          <a:xfrm>
            <a:off x="1963151" y="2093150"/>
            <a:ext cx="7407282" cy="3977985"/>
          </a:xfrm>
          <a:prstGeom prst="rect">
            <a:avLst/>
          </a:prstGeom>
        </p:spPr>
      </p:pic>
    </p:spTree>
    <p:extLst>
      <p:ext uri="{BB962C8B-B14F-4D97-AF65-F5344CB8AC3E}">
        <p14:creationId xmlns:p14="http://schemas.microsoft.com/office/powerpoint/2010/main" val="141950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769F9D-35B8-A632-EE57-767FE43039F1}"/>
              </a:ext>
            </a:extLst>
          </p:cNvPr>
          <p:cNvPicPr>
            <a:picLocks noChangeAspect="1"/>
          </p:cNvPicPr>
          <p:nvPr/>
        </p:nvPicPr>
        <p:blipFill>
          <a:blip r:embed="rId2"/>
          <a:stretch>
            <a:fillRect/>
          </a:stretch>
        </p:blipFill>
        <p:spPr>
          <a:xfrm>
            <a:off x="1801758" y="1193886"/>
            <a:ext cx="8588484" cy="4054191"/>
          </a:xfrm>
          <a:prstGeom prst="rect">
            <a:avLst/>
          </a:prstGeom>
        </p:spPr>
      </p:pic>
    </p:spTree>
    <p:extLst>
      <p:ext uri="{BB962C8B-B14F-4D97-AF65-F5344CB8AC3E}">
        <p14:creationId xmlns:p14="http://schemas.microsoft.com/office/powerpoint/2010/main" val="1035064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B39842-7A17-C17F-237C-9AEC06789DBA}"/>
              </a:ext>
            </a:extLst>
          </p:cNvPr>
          <p:cNvPicPr>
            <a:picLocks noChangeAspect="1"/>
          </p:cNvPicPr>
          <p:nvPr/>
        </p:nvPicPr>
        <p:blipFill>
          <a:blip r:embed="rId2"/>
          <a:stretch>
            <a:fillRect/>
          </a:stretch>
        </p:blipFill>
        <p:spPr>
          <a:xfrm>
            <a:off x="2927272" y="569168"/>
            <a:ext cx="6561389" cy="4099915"/>
          </a:xfrm>
          <a:prstGeom prst="rect">
            <a:avLst/>
          </a:prstGeom>
        </p:spPr>
      </p:pic>
    </p:spTree>
    <p:extLst>
      <p:ext uri="{BB962C8B-B14F-4D97-AF65-F5344CB8AC3E}">
        <p14:creationId xmlns:p14="http://schemas.microsoft.com/office/powerpoint/2010/main" val="4136497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57FBC-D9B2-9CBE-5A4F-41348CCD8B8A}"/>
              </a:ext>
            </a:extLst>
          </p:cNvPr>
          <p:cNvSpPr>
            <a:spLocks noGrp="1"/>
          </p:cNvSpPr>
          <p:nvPr>
            <p:ph type="ctrTitle"/>
          </p:nvPr>
        </p:nvSpPr>
        <p:spPr>
          <a:xfrm>
            <a:off x="1524000" y="737119"/>
            <a:ext cx="9144000" cy="863082"/>
          </a:xfrm>
        </p:spPr>
        <p:txBody>
          <a:bodyPr>
            <a:normAutofit fontScale="90000"/>
          </a:bodyPr>
          <a:lstStyle/>
          <a:p>
            <a:r>
              <a:rPr lang="en-IN" dirty="0" err="1"/>
              <a:t>ReFerences</a:t>
            </a:r>
            <a:endParaRPr lang="en-IN" dirty="0"/>
          </a:p>
        </p:txBody>
      </p:sp>
      <p:sp>
        <p:nvSpPr>
          <p:cNvPr id="3" name="Subtitle 2">
            <a:extLst>
              <a:ext uri="{FF2B5EF4-FFF2-40B4-BE49-F238E27FC236}">
                <a16:creationId xmlns:a16="http://schemas.microsoft.com/office/drawing/2014/main" id="{B811D35B-0191-4D7F-75D5-9DBB82083ADA}"/>
              </a:ext>
            </a:extLst>
          </p:cNvPr>
          <p:cNvSpPr>
            <a:spLocks noGrp="1"/>
          </p:cNvSpPr>
          <p:nvPr>
            <p:ph type="subTitle" idx="1"/>
          </p:nvPr>
        </p:nvSpPr>
        <p:spPr>
          <a:xfrm>
            <a:off x="1524000" y="1707502"/>
            <a:ext cx="9144000" cy="2351314"/>
          </a:xfrm>
        </p:spPr>
        <p:txBody>
          <a:bodyPr/>
          <a:lstStyle/>
          <a:p>
            <a:endParaRPr lang="en-US" dirty="0"/>
          </a:p>
          <a:p>
            <a:r>
              <a:rPr lang="en-US" dirty="0">
                <a:hlinkClick r:id="rId2"/>
              </a:rPr>
              <a:t>https://dev.to/danielkun/nginx-everything-about-proxypass-2ona</a:t>
            </a:r>
            <a:endParaRPr lang="en-US" dirty="0"/>
          </a:p>
          <a:p>
            <a:r>
              <a:rPr lang="en-US" dirty="0">
                <a:hlinkClick r:id="rId3"/>
              </a:rPr>
              <a:t>NGINX as Reverse Proxy for Node or Angular application | </a:t>
            </a:r>
            <a:r>
              <a:rPr lang="en-US" dirty="0" err="1">
                <a:hlinkClick r:id="rId3"/>
              </a:rPr>
              <a:t>DigitalOcean</a:t>
            </a:r>
            <a:endParaRPr lang="en-US" dirty="0"/>
          </a:p>
          <a:p>
            <a:endParaRPr lang="en-IN" dirty="0"/>
          </a:p>
        </p:txBody>
      </p:sp>
    </p:spTree>
    <p:extLst>
      <p:ext uri="{BB962C8B-B14F-4D97-AF65-F5344CB8AC3E}">
        <p14:creationId xmlns:p14="http://schemas.microsoft.com/office/powerpoint/2010/main" val="3247657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363</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inherit</vt:lpstr>
      <vt:lpstr>NeusaNextProWideBold</vt:lpstr>
      <vt:lpstr>Proxima</vt:lpstr>
      <vt:lpstr>Office Theme</vt:lpstr>
      <vt:lpstr>API GateWay</vt:lpstr>
      <vt:lpstr>API Gateway Capabilities</vt:lpstr>
      <vt:lpstr>API Gateway Benefits</vt:lpstr>
      <vt:lpstr>API Gateway and Microservices Architecture</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GateWay</dc:title>
  <dc:creator>Arun Sunar</dc:creator>
  <cp:lastModifiedBy>Arun Sunar</cp:lastModifiedBy>
  <cp:revision>1</cp:revision>
  <dcterms:created xsi:type="dcterms:W3CDTF">2023-08-11T10:45:52Z</dcterms:created>
  <dcterms:modified xsi:type="dcterms:W3CDTF">2023-08-11T14:10:02Z</dcterms:modified>
</cp:coreProperties>
</file>