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FCB08F-3262-45BE-8A1D-09F119D0BDE7}" v="3" dt="2024-03-11T14:06:19.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D9FCB08F-3262-45BE-8A1D-09F119D0BDE7}"/>
    <pc:docChg chg="modSld modMainMaster">
      <pc:chgData name="Arun Sunar" userId="3fa9774ca67c7ab5" providerId="LiveId" clId="{D9FCB08F-3262-45BE-8A1D-09F119D0BDE7}" dt="2024-03-11T14:06:19.607" v="2"/>
      <pc:docMkLst>
        <pc:docMk/>
      </pc:docMkLst>
      <pc:sldChg chg="setBg">
        <pc:chgData name="Arun Sunar" userId="3fa9774ca67c7ab5" providerId="LiveId" clId="{D9FCB08F-3262-45BE-8A1D-09F119D0BDE7}" dt="2024-03-11T14:06:19.607" v="2"/>
        <pc:sldMkLst>
          <pc:docMk/>
          <pc:sldMk cId="3866933716" sldId="256"/>
        </pc:sldMkLst>
      </pc:sldChg>
      <pc:sldMasterChg chg="setBg modSldLayout">
        <pc:chgData name="Arun Sunar" userId="3fa9774ca67c7ab5" providerId="LiveId" clId="{D9FCB08F-3262-45BE-8A1D-09F119D0BDE7}" dt="2024-03-11T14:06:19.607" v="2"/>
        <pc:sldMasterMkLst>
          <pc:docMk/>
          <pc:sldMasterMk cId="564203802" sldId="2147483648"/>
        </pc:sldMasterMkLst>
        <pc:sldLayoutChg chg="setBg">
          <pc:chgData name="Arun Sunar" userId="3fa9774ca67c7ab5" providerId="LiveId" clId="{D9FCB08F-3262-45BE-8A1D-09F119D0BDE7}" dt="2024-03-11T14:06:19.607" v="2"/>
          <pc:sldLayoutMkLst>
            <pc:docMk/>
            <pc:sldMasterMk cId="564203802" sldId="2147483648"/>
            <pc:sldLayoutMk cId="2724413169" sldId="2147483649"/>
          </pc:sldLayoutMkLst>
        </pc:sldLayoutChg>
        <pc:sldLayoutChg chg="setBg">
          <pc:chgData name="Arun Sunar" userId="3fa9774ca67c7ab5" providerId="LiveId" clId="{D9FCB08F-3262-45BE-8A1D-09F119D0BDE7}" dt="2024-03-11T14:06:19.607" v="2"/>
          <pc:sldLayoutMkLst>
            <pc:docMk/>
            <pc:sldMasterMk cId="564203802" sldId="2147483648"/>
            <pc:sldLayoutMk cId="3476670500" sldId="2147483650"/>
          </pc:sldLayoutMkLst>
        </pc:sldLayoutChg>
        <pc:sldLayoutChg chg="setBg">
          <pc:chgData name="Arun Sunar" userId="3fa9774ca67c7ab5" providerId="LiveId" clId="{D9FCB08F-3262-45BE-8A1D-09F119D0BDE7}" dt="2024-03-11T14:06:19.607" v="2"/>
          <pc:sldLayoutMkLst>
            <pc:docMk/>
            <pc:sldMasterMk cId="564203802" sldId="2147483648"/>
            <pc:sldLayoutMk cId="3376392162" sldId="2147483651"/>
          </pc:sldLayoutMkLst>
        </pc:sldLayoutChg>
        <pc:sldLayoutChg chg="setBg">
          <pc:chgData name="Arun Sunar" userId="3fa9774ca67c7ab5" providerId="LiveId" clId="{D9FCB08F-3262-45BE-8A1D-09F119D0BDE7}" dt="2024-03-11T14:06:19.607" v="2"/>
          <pc:sldLayoutMkLst>
            <pc:docMk/>
            <pc:sldMasterMk cId="564203802" sldId="2147483648"/>
            <pc:sldLayoutMk cId="1606050743" sldId="2147483652"/>
          </pc:sldLayoutMkLst>
        </pc:sldLayoutChg>
        <pc:sldLayoutChg chg="setBg">
          <pc:chgData name="Arun Sunar" userId="3fa9774ca67c7ab5" providerId="LiveId" clId="{D9FCB08F-3262-45BE-8A1D-09F119D0BDE7}" dt="2024-03-11T14:06:19.607" v="2"/>
          <pc:sldLayoutMkLst>
            <pc:docMk/>
            <pc:sldMasterMk cId="564203802" sldId="2147483648"/>
            <pc:sldLayoutMk cId="4038704796" sldId="2147483653"/>
          </pc:sldLayoutMkLst>
        </pc:sldLayoutChg>
        <pc:sldLayoutChg chg="setBg">
          <pc:chgData name="Arun Sunar" userId="3fa9774ca67c7ab5" providerId="LiveId" clId="{D9FCB08F-3262-45BE-8A1D-09F119D0BDE7}" dt="2024-03-11T14:06:19.607" v="2"/>
          <pc:sldLayoutMkLst>
            <pc:docMk/>
            <pc:sldMasterMk cId="564203802" sldId="2147483648"/>
            <pc:sldLayoutMk cId="3049155" sldId="2147483654"/>
          </pc:sldLayoutMkLst>
        </pc:sldLayoutChg>
        <pc:sldLayoutChg chg="setBg">
          <pc:chgData name="Arun Sunar" userId="3fa9774ca67c7ab5" providerId="LiveId" clId="{D9FCB08F-3262-45BE-8A1D-09F119D0BDE7}" dt="2024-03-11T14:06:19.607" v="2"/>
          <pc:sldLayoutMkLst>
            <pc:docMk/>
            <pc:sldMasterMk cId="564203802" sldId="2147483648"/>
            <pc:sldLayoutMk cId="3218887856" sldId="2147483655"/>
          </pc:sldLayoutMkLst>
        </pc:sldLayoutChg>
        <pc:sldLayoutChg chg="setBg">
          <pc:chgData name="Arun Sunar" userId="3fa9774ca67c7ab5" providerId="LiveId" clId="{D9FCB08F-3262-45BE-8A1D-09F119D0BDE7}" dt="2024-03-11T14:06:19.607" v="2"/>
          <pc:sldLayoutMkLst>
            <pc:docMk/>
            <pc:sldMasterMk cId="564203802" sldId="2147483648"/>
            <pc:sldLayoutMk cId="2003701668" sldId="2147483656"/>
          </pc:sldLayoutMkLst>
        </pc:sldLayoutChg>
        <pc:sldLayoutChg chg="setBg">
          <pc:chgData name="Arun Sunar" userId="3fa9774ca67c7ab5" providerId="LiveId" clId="{D9FCB08F-3262-45BE-8A1D-09F119D0BDE7}" dt="2024-03-11T14:06:19.607" v="2"/>
          <pc:sldLayoutMkLst>
            <pc:docMk/>
            <pc:sldMasterMk cId="564203802" sldId="2147483648"/>
            <pc:sldLayoutMk cId="2903276869" sldId="2147483657"/>
          </pc:sldLayoutMkLst>
        </pc:sldLayoutChg>
        <pc:sldLayoutChg chg="setBg">
          <pc:chgData name="Arun Sunar" userId="3fa9774ca67c7ab5" providerId="LiveId" clId="{D9FCB08F-3262-45BE-8A1D-09F119D0BDE7}" dt="2024-03-11T14:06:19.607" v="2"/>
          <pc:sldLayoutMkLst>
            <pc:docMk/>
            <pc:sldMasterMk cId="564203802" sldId="2147483648"/>
            <pc:sldLayoutMk cId="329492121" sldId="2147483658"/>
          </pc:sldLayoutMkLst>
        </pc:sldLayoutChg>
        <pc:sldLayoutChg chg="setBg">
          <pc:chgData name="Arun Sunar" userId="3fa9774ca67c7ab5" providerId="LiveId" clId="{D9FCB08F-3262-45BE-8A1D-09F119D0BDE7}" dt="2024-03-11T14:06:19.607" v="2"/>
          <pc:sldLayoutMkLst>
            <pc:docMk/>
            <pc:sldMasterMk cId="564203802" sldId="2147483648"/>
            <pc:sldLayoutMk cId="2923366049" sldId="2147483659"/>
          </pc:sldLayoutMkLst>
        </pc:sldLayoutChg>
      </pc:sldMasterChg>
    </pc:docChg>
  </pc:docChgLst>
  <pc:docChgLst>
    <pc:chgData name="Arun Sunar" userId="3fa9774ca67c7ab5" providerId="LiveId" clId="{6B1A3204-1884-4C60-AE88-857CCA4329A0}"/>
    <pc:docChg chg="addSld modSld">
      <pc:chgData name="Arun Sunar" userId="3fa9774ca67c7ab5" providerId="LiveId" clId="{6B1A3204-1884-4C60-AE88-857CCA4329A0}" dt="2023-10-11T02:03:45.135" v="3" actId="6549"/>
      <pc:docMkLst>
        <pc:docMk/>
      </pc:docMkLst>
      <pc:sldChg chg="modSp add mod">
        <pc:chgData name="Arun Sunar" userId="3fa9774ca67c7ab5" providerId="LiveId" clId="{6B1A3204-1884-4C60-AE88-857CCA4329A0}" dt="2023-10-11T02:03:45.135" v="3" actId="6549"/>
        <pc:sldMkLst>
          <pc:docMk/>
          <pc:sldMk cId="3322113152" sldId="266"/>
        </pc:sldMkLst>
        <pc:spChg chg="mod">
          <ac:chgData name="Arun Sunar" userId="3fa9774ca67c7ab5" providerId="LiveId" clId="{6B1A3204-1884-4C60-AE88-857CCA4329A0}" dt="2023-10-11T02:03:45.135" v="3" actId="6549"/>
          <ac:spMkLst>
            <pc:docMk/>
            <pc:sldMk cId="3322113152" sldId="266"/>
            <ac:spMk id="2" creationId="{A358F45D-8D69-047D-FC76-B6B022E2A20C}"/>
          </ac:spMkLst>
        </pc:spChg>
        <pc:spChg chg="mod">
          <ac:chgData name="Arun Sunar" userId="3fa9774ca67c7ab5" providerId="LiveId" clId="{6B1A3204-1884-4C60-AE88-857CCA4329A0}" dt="2023-10-11T02:03:42.952" v="2" actId="20577"/>
          <ac:spMkLst>
            <pc:docMk/>
            <pc:sldMk cId="3322113152" sldId="266"/>
            <ac:spMk id="3" creationId="{BFAA7500-BBBC-2682-9AD1-D520728DC774}"/>
          </ac:spMkLst>
        </pc:spChg>
      </pc:sldChg>
    </pc:docChg>
  </pc:docChgLst>
  <pc:docChgLst>
    <pc:chgData name="Arun Sunar" userId="3fa9774ca67c7ab5" providerId="LiveId" clId="{1020702A-DF98-4187-984B-50A830279244}"/>
    <pc:docChg chg="undo custSel addSld modSld">
      <pc:chgData name="Arun Sunar" userId="3fa9774ca67c7ab5" providerId="LiveId" clId="{1020702A-DF98-4187-984B-50A830279244}" dt="2023-08-23T14:52:51.508" v="69"/>
      <pc:docMkLst>
        <pc:docMk/>
      </pc:docMkLst>
      <pc:sldChg chg="addSp delSp modSp new mod">
        <pc:chgData name="Arun Sunar" userId="3fa9774ca67c7ab5" providerId="LiveId" clId="{1020702A-DF98-4187-984B-50A830279244}" dt="2023-08-23T14:21:52.340" v="11" actId="1076"/>
        <pc:sldMkLst>
          <pc:docMk/>
          <pc:sldMk cId="1662530884" sldId="257"/>
        </pc:sldMkLst>
        <pc:spChg chg="del">
          <ac:chgData name="Arun Sunar" userId="3fa9774ca67c7ab5" providerId="LiveId" clId="{1020702A-DF98-4187-984B-50A830279244}" dt="2023-08-23T14:21:35.052" v="1" actId="478"/>
          <ac:spMkLst>
            <pc:docMk/>
            <pc:sldMk cId="1662530884" sldId="257"/>
            <ac:spMk id="2" creationId="{8D112DDB-1B98-CCA5-902C-9385BE04A54D}"/>
          </ac:spMkLst>
        </pc:spChg>
        <pc:spChg chg="del">
          <ac:chgData name="Arun Sunar" userId="3fa9774ca67c7ab5" providerId="LiveId" clId="{1020702A-DF98-4187-984B-50A830279244}" dt="2023-08-23T14:21:36.978" v="2" actId="478"/>
          <ac:spMkLst>
            <pc:docMk/>
            <pc:sldMk cId="1662530884" sldId="257"/>
            <ac:spMk id="3" creationId="{2ABA9E1D-DC1D-B0CD-C532-B1779884CC2D}"/>
          </ac:spMkLst>
        </pc:spChg>
        <pc:spChg chg="add del">
          <ac:chgData name="Arun Sunar" userId="3fa9774ca67c7ab5" providerId="LiveId" clId="{1020702A-DF98-4187-984B-50A830279244}" dt="2023-08-23T14:21:44.913" v="9" actId="22"/>
          <ac:spMkLst>
            <pc:docMk/>
            <pc:sldMk cId="1662530884" sldId="257"/>
            <ac:spMk id="6" creationId="{5A299C45-603C-49CD-3463-35B916DBAD40}"/>
          </ac:spMkLst>
        </pc:spChg>
        <pc:graphicFrameChg chg="add del mod">
          <ac:chgData name="Arun Sunar" userId="3fa9774ca67c7ab5" providerId="LiveId" clId="{1020702A-DF98-4187-984B-50A830279244}" dt="2023-08-23T14:21:43.332" v="6"/>
          <ac:graphicFrameMkLst>
            <pc:docMk/>
            <pc:sldMk cId="1662530884" sldId="257"/>
            <ac:graphicFrameMk id="4" creationId="{4310688D-DC4F-81B1-95F5-6DC6515C77E7}"/>
          </ac:graphicFrameMkLst>
        </pc:graphicFrameChg>
        <pc:graphicFrameChg chg="add mod">
          <ac:chgData name="Arun Sunar" userId="3fa9774ca67c7ab5" providerId="LiveId" clId="{1020702A-DF98-4187-984B-50A830279244}" dt="2023-08-23T14:21:52.340" v="11" actId="1076"/>
          <ac:graphicFrameMkLst>
            <pc:docMk/>
            <pc:sldMk cId="1662530884" sldId="257"/>
            <ac:graphicFrameMk id="7" creationId="{E682F665-5893-E246-5690-591770F2D767}"/>
          </ac:graphicFrameMkLst>
        </pc:graphicFrameChg>
      </pc:sldChg>
      <pc:sldChg chg="modSp new mod">
        <pc:chgData name="Arun Sunar" userId="3fa9774ca67c7ab5" providerId="LiveId" clId="{1020702A-DF98-4187-984B-50A830279244}" dt="2023-08-23T14:22:41.780" v="17"/>
        <pc:sldMkLst>
          <pc:docMk/>
          <pc:sldMk cId="2467666061" sldId="258"/>
        </pc:sldMkLst>
        <pc:spChg chg="mod">
          <ac:chgData name="Arun Sunar" userId="3fa9774ca67c7ab5" providerId="LiveId" clId="{1020702A-DF98-4187-984B-50A830279244}" dt="2023-08-23T14:22:26.879" v="14" actId="20577"/>
          <ac:spMkLst>
            <pc:docMk/>
            <pc:sldMk cId="2467666061" sldId="258"/>
            <ac:spMk id="2" creationId="{A358F45D-8D69-047D-FC76-B6B022E2A20C}"/>
          </ac:spMkLst>
        </pc:spChg>
        <pc:spChg chg="mod">
          <ac:chgData name="Arun Sunar" userId="3fa9774ca67c7ab5" providerId="LiveId" clId="{1020702A-DF98-4187-984B-50A830279244}" dt="2023-08-23T14:22:41.780" v="17"/>
          <ac:spMkLst>
            <pc:docMk/>
            <pc:sldMk cId="2467666061" sldId="258"/>
            <ac:spMk id="3" creationId="{BFAA7500-BBBC-2682-9AD1-D520728DC774}"/>
          </ac:spMkLst>
        </pc:spChg>
      </pc:sldChg>
      <pc:sldChg chg="modSp new mod">
        <pc:chgData name="Arun Sunar" userId="3fa9774ca67c7ab5" providerId="LiveId" clId="{1020702A-DF98-4187-984B-50A830279244}" dt="2023-08-23T14:31:32.051" v="23"/>
        <pc:sldMkLst>
          <pc:docMk/>
          <pc:sldMk cId="472007972" sldId="259"/>
        </pc:sldMkLst>
        <pc:spChg chg="mod">
          <ac:chgData name="Arun Sunar" userId="3fa9774ca67c7ab5" providerId="LiveId" clId="{1020702A-DF98-4187-984B-50A830279244}" dt="2023-08-23T14:31:21.842" v="20" actId="20577"/>
          <ac:spMkLst>
            <pc:docMk/>
            <pc:sldMk cId="472007972" sldId="259"/>
            <ac:spMk id="2" creationId="{C86D0112-AA4D-5FF1-7698-31D83C5A8CA6}"/>
          </ac:spMkLst>
        </pc:spChg>
        <pc:spChg chg="mod">
          <ac:chgData name="Arun Sunar" userId="3fa9774ca67c7ab5" providerId="LiveId" clId="{1020702A-DF98-4187-984B-50A830279244}" dt="2023-08-23T14:31:32.051" v="23"/>
          <ac:spMkLst>
            <pc:docMk/>
            <pc:sldMk cId="472007972" sldId="259"/>
            <ac:spMk id="3" creationId="{3DB07EE5-FF5D-AFBC-48FB-7A2A1ECC4F1C}"/>
          </ac:spMkLst>
        </pc:spChg>
      </pc:sldChg>
      <pc:sldChg chg="addSp delSp modSp add mod">
        <pc:chgData name="Arun Sunar" userId="3fa9774ca67c7ab5" providerId="LiveId" clId="{1020702A-DF98-4187-984B-50A830279244}" dt="2023-08-23T14:39:24.390" v="28"/>
        <pc:sldMkLst>
          <pc:docMk/>
          <pc:sldMk cId="3610776094" sldId="260"/>
        </pc:sldMkLst>
        <pc:spChg chg="mod">
          <ac:chgData name="Arun Sunar" userId="3fa9774ca67c7ab5" providerId="LiveId" clId="{1020702A-DF98-4187-984B-50A830279244}" dt="2023-08-23T14:39:24.390" v="28"/>
          <ac:spMkLst>
            <pc:docMk/>
            <pc:sldMk cId="3610776094" sldId="260"/>
            <ac:spMk id="3" creationId="{BFAA7500-BBBC-2682-9AD1-D520728DC774}"/>
          </ac:spMkLst>
        </pc:spChg>
        <pc:spChg chg="add del">
          <ac:chgData name="Arun Sunar" userId="3fa9774ca67c7ab5" providerId="LiveId" clId="{1020702A-DF98-4187-984B-50A830279244}" dt="2023-08-23T14:39:24.375" v="26"/>
          <ac:spMkLst>
            <pc:docMk/>
            <pc:sldMk cId="3610776094" sldId="260"/>
            <ac:spMk id="4" creationId="{EA81583F-DEBA-3236-160E-02B0B6E44D5C}"/>
          </ac:spMkLst>
        </pc:spChg>
      </pc:sldChg>
      <pc:sldChg chg="addSp delSp modSp add mod">
        <pc:chgData name="Arun Sunar" userId="3fa9774ca67c7ab5" providerId="LiveId" clId="{1020702A-DF98-4187-984B-50A830279244}" dt="2023-08-23T14:45:47.788" v="39"/>
        <pc:sldMkLst>
          <pc:docMk/>
          <pc:sldMk cId="243150799" sldId="261"/>
        </pc:sldMkLst>
        <pc:spChg chg="mod">
          <ac:chgData name="Arun Sunar" userId="3fa9774ca67c7ab5" providerId="LiveId" clId="{1020702A-DF98-4187-984B-50A830279244}" dt="2023-08-23T14:45:09.494" v="32"/>
          <ac:spMkLst>
            <pc:docMk/>
            <pc:sldMk cId="243150799" sldId="261"/>
            <ac:spMk id="2" creationId="{A358F45D-8D69-047D-FC76-B6B022E2A20C}"/>
          </ac:spMkLst>
        </pc:spChg>
        <pc:spChg chg="mod">
          <ac:chgData name="Arun Sunar" userId="3fa9774ca67c7ab5" providerId="LiveId" clId="{1020702A-DF98-4187-984B-50A830279244}" dt="2023-08-23T14:45:47.788" v="39"/>
          <ac:spMkLst>
            <pc:docMk/>
            <pc:sldMk cId="243150799" sldId="261"/>
            <ac:spMk id="3" creationId="{BFAA7500-BBBC-2682-9AD1-D520728DC774}"/>
          </ac:spMkLst>
        </pc:spChg>
        <pc:spChg chg="add del">
          <ac:chgData name="Arun Sunar" userId="3fa9774ca67c7ab5" providerId="LiveId" clId="{1020702A-DF98-4187-984B-50A830279244}" dt="2023-08-23T14:45:47.756" v="37"/>
          <ac:spMkLst>
            <pc:docMk/>
            <pc:sldMk cId="243150799" sldId="261"/>
            <ac:spMk id="4" creationId="{74F7F1BB-786E-97D4-2E7E-D2A88ED99779}"/>
          </ac:spMkLst>
        </pc:spChg>
      </pc:sldChg>
      <pc:sldChg chg="addSp delSp modSp add mod">
        <pc:chgData name="Arun Sunar" userId="3fa9774ca67c7ab5" providerId="LiveId" clId="{1020702A-DF98-4187-984B-50A830279244}" dt="2023-08-23T14:46:28.621" v="48"/>
        <pc:sldMkLst>
          <pc:docMk/>
          <pc:sldMk cId="2544645482" sldId="262"/>
        </pc:sldMkLst>
        <pc:spChg chg="mod">
          <ac:chgData name="Arun Sunar" userId="3fa9774ca67c7ab5" providerId="LiveId" clId="{1020702A-DF98-4187-984B-50A830279244}" dt="2023-08-23T14:46:28.621" v="48"/>
          <ac:spMkLst>
            <pc:docMk/>
            <pc:sldMk cId="2544645482" sldId="262"/>
            <ac:spMk id="3" creationId="{BFAA7500-BBBC-2682-9AD1-D520728DC774}"/>
          </ac:spMkLst>
        </pc:spChg>
        <pc:spChg chg="add del">
          <ac:chgData name="Arun Sunar" userId="3fa9774ca67c7ab5" providerId="LiveId" clId="{1020702A-DF98-4187-984B-50A830279244}" dt="2023-08-23T14:46:08.487" v="42"/>
          <ac:spMkLst>
            <pc:docMk/>
            <pc:sldMk cId="2544645482" sldId="262"/>
            <ac:spMk id="4" creationId="{CCA87196-6C50-8C40-1C21-1336FCA22BE2}"/>
          </ac:spMkLst>
        </pc:spChg>
        <pc:spChg chg="add del">
          <ac:chgData name="Arun Sunar" userId="3fa9774ca67c7ab5" providerId="LiveId" clId="{1020702A-DF98-4187-984B-50A830279244}" dt="2023-08-23T14:46:28.605" v="46"/>
          <ac:spMkLst>
            <pc:docMk/>
            <pc:sldMk cId="2544645482" sldId="262"/>
            <ac:spMk id="5" creationId="{B542A617-6B1E-8F9F-1DAD-99BB0E56D121}"/>
          </ac:spMkLst>
        </pc:spChg>
      </pc:sldChg>
      <pc:sldChg chg="modSp add mod">
        <pc:chgData name="Arun Sunar" userId="3fa9774ca67c7ab5" providerId="LiveId" clId="{1020702A-DF98-4187-984B-50A830279244}" dt="2023-08-23T14:47:57.763" v="55"/>
        <pc:sldMkLst>
          <pc:docMk/>
          <pc:sldMk cId="1859595244" sldId="263"/>
        </pc:sldMkLst>
        <pc:spChg chg="mod">
          <ac:chgData name="Arun Sunar" userId="3fa9774ca67c7ab5" providerId="LiveId" clId="{1020702A-DF98-4187-984B-50A830279244}" dt="2023-08-23T14:47:38.755" v="52"/>
          <ac:spMkLst>
            <pc:docMk/>
            <pc:sldMk cId="1859595244" sldId="263"/>
            <ac:spMk id="2" creationId="{A358F45D-8D69-047D-FC76-B6B022E2A20C}"/>
          </ac:spMkLst>
        </pc:spChg>
        <pc:spChg chg="mod">
          <ac:chgData name="Arun Sunar" userId="3fa9774ca67c7ab5" providerId="LiveId" clId="{1020702A-DF98-4187-984B-50A830279244}" dt="2023-08-23T14:47:57.763" v="55"/>
          <ac:spMkLst>
            <pc:docMk/>
            <pc:sldMk cId="1859595244" sldId="263"/>
            <ac:spMk id="3" creationId="{BFAA7500-BBBC-2682-9AD1-D520728DC774}"/>
          </ac:spMkLst>
        </pc:spChg>
      </pc:sldChg>
      <pc:sldChg chg="modSp add mod">
        <pc:chgData name="Arun Sunar" userId="3fa9774ca67c7ab5" providerId="LiveId" clId="{1020702A-DF98-4187-984B-50A830279244}" dt="2023-08-23T14:52:11.815" v="62"/>
        <pc:sldMkLst>
          <pc:docMk/>
          <pc:sldMk cId="3753736698" sldId="264"/>
        </pc:sldMkLst>
        <pc:spChg chg="mod">
          <ac:chgData name="Arun Sunar" userId="3fa9774ca67c7ab5" providerId="LiveId" clId="{1020702A-DF98-4187-984B-50A830279244}" dt="2023-08-23T14:52:01.599" v="59"/>
          <ac:spMkLst>
            <pc:docMk/>
            <pc:sldMk cId="3753736698" sldId="264"/>
            <ac:spMk id="2" creationId="{A358F45D-8D69-047D-FC76-B6B022E2A20C}"/>
          </ac:spMkLst>
        </pc:spChg>
        <pc:spChg chg="mod">
          <ac:chgData name="Arun Sunar" userId="3fa9774ca67c7ab5" providerId="LiveId" clId="{1020702A-DF98-4187-984B-50A830279244}" dt="2023-08-23T14:52:11.815" v="62"/>
          <ac:spMkLst>
            <pc:docMk/>
            <pc:sldMk cId="3753736698" sldId="264"/>
            <ac:spMk id="3" creationId="{BFAA7500-BBBC-2682-9AD1-D520728DC774}"/>
          </ac:spMkLst>
        </pc:spChg>
      </pc:sldChg>
      <pc:sldChg chg="modSp add mod">
        <pc:chgData name="Arun Sunar" userId="3fa9774ca67c7ab5" providerId="LiveId" clId="{1020702A-DF98-4187-984B-50A830279244}" dt="2023-08-23T14:52:51.508" v="69"/>
        <pc:sldMkLst>
          <pc:docMk/>
          <pc:sldMk cId="1899365444" sldId="265"/>
        </pc:sldMkLst>
        <pc:spChg chg="mod">
          <ac:chgData name="Arun Sunar" userId="3fa9774ca67c7ab5" providerId="LiveId" clId="{1020702A-DF98-4187-984B-50A830279244}" dt="2023-08-23T14:52:25.344" v="66"/>
          <ac:spMkLst>
            <pc:docMk/>
            <pc:sldMk cId="1899365444" sldId="265"/>
            <ac:spMk id="2" creationId="{A358F45D-8D69-047D-FC76-B6B022E2A20C}"/>
          </ac:spMkLst>
        </pc:spChg>
        <pc:spChg chg="mod">
          <ac:chgData name="Arun Sunar" userId="3fa9774ca67c7ab5" providerId="LiveId" clId="{1020702A-DF98-4187-984B-50A830279244}" dt="2023-08-23T14:52:51.508" v="69"/>
          <ac:spMkLst>
            <pc:docMk/>
            <pc:sldMk cId="1899365444" sldId="265"/>
            <ac:spMk id="3" creationId="{BFAA7500-BBBC-2682-9AD1-D520728DC77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6173-3A9C-7C5F-CBB2-9FC7592E01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84CD25-876B-DCEE-1471-FA69490E07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74D509-7F3A-69C7-2A10-D5260FBB3D93}"/>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EE202D60-E7FC-FF23-EBB7-2485CB291D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E42FDD-20CD-3AD5-16AF-B7E5E55914EC}"/>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2724413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EA07-D47E-B835-2BE2-BA088D4F36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F40656-2925-6117-404D-B72CC65208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F981A1-CEA8-3D15-B19E-218857F6FC60}"/>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FF87A0BF-7A7A-24D7-2A2B-F0FD897200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7D3E03-0CC1-0890-69CB-A34390D80C67}"/>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3476670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55D74-F64D-39A5-4D93-0430D4E6C5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638678-4632-BDFC-6D45-4C0CBB1809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DD642E-4CA2-B660-188B-B076532BB49D}"/>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BAE09AFC-AAA0-F0E7-E0E8-665BA968F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E031CB-55EB-1D8B-A351-271AB8218311}"/>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3376392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66C5-7EF1-1C72-9BA3-EFDE2A0C51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2F7994-26B9-1AE0-CB79-C531C8ACE4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BEF549-3FDA-95BC-E015-E30A61701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475B4D-4500-6436-AA5A-C194ACDCCECA}"/>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6" name="Footer Placeholder 5">
            <a:extLst>
              <a:ext uri="{FF2B5EF4-FFF2-40B4-BE49-F238E27FC236}">
                <a16:creationId xmlns:a16="http://schemas.microsoft.com/office/drawing/2014/main" id="{C23BCBB7-C167-95BE-0582-5085E8B534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DBD43F-E3DE-2C27-4611-D9DA9CB3E379}"/>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1606050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386B4-1A33-AAAE-9E92-C18EFE006A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F8D3D1-B746-11B2-7A3E-3C59799C59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0D7751-001D-B785-2321-8EDE79AC11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275308-FBC1-FFAC-BF36-8591EB99D2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35C8A9-95C1-B0CE-5C0C-48A57D6641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9ED72D-0C01-0B95-BDB7-BFAFDE639FD6}"/>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8" name="Footer Placeholder 7">
            <a:extLst>
              <a:ext uri="{FF2B5EF4-FFF2-40B4-BE49-F238E27FC236}">
                <a16:creationId xmlns:a16="http://schemas.microsoft.com/office/drawing/2014/main" id="{4B5842DB-CEB9-46AB-36E1-5004B6ABE7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2B5DEC-CF3E-791C-0B77-110E70ED5C1B}"/>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4038704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36AE-F400-34C7-7300-097487FCCD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AB6732-D9E2-A91A-CDE7-62ED2D2023C3}"/>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4" name="Footer Placeholder 3">
            <a:extLst>
              <a:ext uri="{FF2B5EF4-FFF2-40B4-BE49-F238E27FC236}">
                <a16:creationId xmlns:a16="http://schemas.microsoft.com/office/drawing/2014/main" id="{2DDEC777-18B8-6CF5-3B0C-C14F7973AF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F14461-E194-C7C6-CF03-26D6AF65A668}"/>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304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A8D1B-038F-E56A-EB3B-FE7EA3ADCCA4}"/>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3" name="Footer Placeholder 2">
            <a:extLst>
              <a:ext uri="{FF2B5EF4-FFF2-40B4-BE49-F238E27FC236}">
                <a16:creationId xmlns:a16="http://schemas.microsoft.com/office/drawing/2014/main" id="{86763174-C7D0-012C-4989-48C458AD69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229A96-E0EE-B70D-F45B-B515291A81C9}"/>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3218887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6724A-DACE-7F1D-CC2E-EAC5870409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F37621-35FE-9E78-DB70-9107E66E8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DC4A31-0911-E686-0481-D3E199BD14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7B07ED-0E0C-F8A8-5A6F-17C8F44EC9EA}"/>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6" name="Footer Placeholder 5">
            <a:extLst>
              <a:ext uri="{FF2B5EF4-FFF2-40B4-BE49-F238E27FC236}">
                <a16:creationId xmlns:a16="http://schemas.microsoft.com/office/drawing/2014/main" id="{ABA418E7-D041-E85A-DBEC-08D234B3C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9C19C2-B8D1-7657-8900-B72CA1D542AF}"/>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200370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B2D2-D2AA-5930-1450-82511DD76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44330A-D4FC-331E-68C0-406BF6436B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58AB32-6C8A-256D-17A9-FC8A74381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278EBB-540E-CBFB-2CDF-660C366FA6C7}"/>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6" name="Footer Placeholder 5">
            <a:extLst>
              <a:ext uri="{FF2B5EF4-FFF2-40B4-BE49-F238E27FC236}">
                <a16:creationId xmlns:a16="http://schemas.microsoft.com/office/drawing/2014/main" id="{4F7DC025-D483-FC7A-CAA7-E4B6FA31E8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5F996-FCE5-D1B0-0468-264C387D4DC4}"/>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2903276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F2BB2-9BE7-A271-AE8E-411E9515B2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8E8E9A-C116-79D8-C83F-EB814350CC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EBAF2E-DEB9-4EC9-72D1-D232A3407D67}"/>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74CBCC22-381D-C4BE-9C21-41EE334AD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9B23E6-6F42-00B8-9846-3E933DDBB0FC}"/>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329492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F4F070-9557-86F9-A180-35DD2E11AB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27F464-1FFD-5A46-419F-AACA2851F9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B67910-7F9C-A066-E49F-279DEFD9F006}"/>
              </a:ext>
            </a:extLst>
          </p:cNvPr>
          <p:cNvSpPr>
            <a:spLocks noGrp="1"/>
          </p:cNvSpPr>
          <p:nvPr>
            <p:ph type="dt" sz="half" idx="10"/>
          </p:nvPr>
        </p:nvSpPr>
        <p:spPr/>
        <p:txBody>
          <a:body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ECA20FF4-3CC7-7F62-5D0B-10C7E786C9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B1D35F-0C3A-7A5F-ABD7-0BFC24E30E4A}"/>
              </a:ext>
            </a:extLst>
          </p:cNvPr>
          <p:cNvSpPr>
            <a:spLocks noGrp="1"/>
          </p:cNvSpPr>
          <p:nvPr>
            <p:ph type="sldNum" sz="quarter" idx="12"/>
          </p:nvPr>
        </p:nvSpPr>
        <p:spPr/>
        <p:txBody>
          <a:bodyPr/>
          <a:lstStyle/>
          <a:p>
            <a:fld id="{7144D6A9-3BF2-42C1-85B4-4B9789B911AA}" type="slidenum">
              <a:rPr lang="en-IN" smtClean="0"/>
              <a:t>‹#›</a:t>
            </a:fld>
            <a:endParaRPr lang="en-IN"/>
          </a:p>
        </p:txBody>
      </p:sp>
    </p:spTree>
    <p:extLst>
      <p:ext uri="{BB962C8B-B14F-4D97-AF65-F5344CB8AC3E}">
        <p14:creationId xmlns:p14="http://schemas.microsoft.com/office/powerpoint/2010/main" val="2923366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042BA1-28C4-224D-B2DF-D0215104E7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B25EDF-DE33-6340-390D-A931F59CE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3E607-226E-3FC3-6FB1-D23C95A7C3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2EADF-E3DF-43B9-8C9B-609034F91EF0}" type="datetimeFigureOut">
              <a:rPr lang="en-IN" smtClean="0"/>
              <a:t>11-03-2024</a:t>
            </a:fld>
            <a:endParaRPr lang="en-IN"/>
          </a:p>
        </p:txBody>
      </p:sp>
      <p:sp>
        <p:nvSpPr>
          <p:cNvPr id="5" name="Footer Placeholder 4">
            <a:extLst>
              <a:ext uri="{FF2B5EF4-FFF2-40B4-BE49-F238E27FC236}">
                <a16:creationId xmlns:a16="http://schemas.microsoft.com/office/drawing/2014/main" id="{C5641C47-7519-F240-C10D-A6E6CEFAB3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3337FB-3BE2-17FB-AB3E-EB616DD341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44D6A9-3BF2-42C1-85B4-4B9789B911AA}" type="slidenum">
              <a:rPr lang="en-IN" smtClean="0"/>
              <a:t>‹#›</a:t>
            </a:fld>
            <a:endParaRPr lang="en-IN"/>
          </a:p>
        </p:txBody>
      </p:sp>
    </p:spTree>
    <p:extLst>
      <p:ext uri="{BB962C8B-B14F-4D97-AF65-F5344CB8AC3E}">
        <p14:creationId xmlns:p14="http://schemas.microsoft.com/office/powerpoint/2010/main" val="564203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vinsguru.com/timeout-patter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FE41E-87E9-F1FF-F72C-734A110D27F2}"/>
              </a:ext>
            </a:extLst>
          </p:cNvPr>
          <p:cNvSpPr>
            <a:spLocks noGrp="1"/>
          </p:cNvSpPr>
          <p:nvPr>
            <p:ph type="ctrTitle"/>
          </p:nvPr>
        </p:nvSpPr>
        <p:spPr>
          <a:xfrm>
            <a:off x="1206759" y="702485"/>
            <a:ext cx="9144000" cy="818404"/>
          </a:xfrm>
        </p:spPr>
        <p:txBody>
          <a:bodyPr>
            <a:normAutofit/>
          </a:bodyPr>
          <a:lstStyle/>
          <a:p>
            <a:pPr algn="l"/>
            <a:r>
              <a:rPr lang="en-IN" sz="3600" b="1" i="0" dirty="0">
                <a:solidFill>
                  <a:srgbClr val="222222"/>
                </a:solidFill>
                <a:effectLst/>
                <a:latin typeface="oswald" panose="00000500000000000000" pitchFamily="2" charset="0"/>
              </a:rPr>
              <a:t>Resilience4j</a:t>
            </a:r>
            <a:endParaRPr lang="en-IN" dirty="0"/>
          </a:p>
        </p:txBody>
      </p:sp>
      <p:sp>
        <p:nvSpPr>
          <p:cNvPr id="3" name="Subtitle 2">
            <a:extLst>
              <a:ext uri="{FF2B5EF4-FFF2-40B4-BE49-F238E27FC236}">
                <a16:creationId xmlns:a16="http://schemas.microsoft.com/office/drawing/2014/main" id="{885AD542-0363-1F29-21A2-64BF0BE78B66}"/>
              </a:ext>
            </a:extLst>
          </p:cNvPr>
          <p:cNvSpPr>
            <a:spLocks noGrp="1"/>
          </p:cNvSpPr>
          <p:nvPr>
            <p:ph type="subTitle" idx="1"/>
          </p:nvPr>
        </p:nvSpPr>
        <p:spPr>
          <a:xfrm>
            <a:off x="307910" y="1595535"/>
            <a:ext cx="10360090" cy="3662265"/>
          </a:xfrm>
        </p:spPr>
        <p:txBody>
          <a:bodyPr/>
          <a:lstStyle/>
          <a:p>
            <a:pPr algn="l"/>
            <a:r>
              <a:rPr lang="en-US" b="0" i="0" dirty="0">
                <a:solidFill>
                  <a:srgbClr val="222222"/>
                </a:solidFill>
                <a:effectLst/>
                <a:latin typeface="Times New Roman" panose="02020603050405020304" pitchFamily="18" charset="0"/>
                <a:cs typeface="Times New Roman" panose="02020603050405020304" pitchFamily="18" charset="0"/>
              </a:rPr>
              <a:t>Many things can go wrong when applications communicate over the network. </a:t>
            </a:r>
            <a:r>
              <a:rPr lang="en-US" b="1" i="0" dirty="0">
                <a:solidFill>
                  <a:srgbClr val="222222"/>
                </a:solidFill>
                <a:effectLst/>
                <a:latin typeface="Times New Roman" panose="02020603050405020304" pitchFamily="18" charset="0"/>
                <a:cs typeface="Times New Roman" panose="02020603050405020304" pitchFamily="18" charset="0"/>
              </a:rPr>
              <a:t>Operations can time out or fail because of broken connections, network glitches, unavailability of upstream services, etc.</a:t>
            </a:r>
            <a:r>
              <a:rPr lang="en-US" b="0" i="0" dirty="0">
                <a:solidFill>
                  <a:srgbClr val="222222"/>
                </a:solidFill>
                <a:effectLst/>
                <a:latin typeface="Times New Roman" panose="02020603050405020304" pitchFamily="18" charset="0"/>
                <a:cs typeface="Times New Roman" panose="02020603050405020304" pitchFamily="18" charset="0"/>
              </a:rPr>
              <a:t> Applications can overload one another, become unresponsive, or even crash.</a:t>
            </a:r>
          </a:p>
          <a:p>
            <a:pPr algn="l"/>
            <a:r>
              <a:rPr lang="en-US" b="1" i="0" dirty="0">
                <a:solidFill>
                  <a:srgbClr val="222222"/>
                </a:solidFill>
                <a:effectLst/>
                <a:latin typeface="Times New Roman" panose="02020603050405020304" pitchFamily="18" charset="0"/>
                <a:cs typeface="Times New Roman" panose="02020603050405020304" pitchFamily="18" charset="0"/>
              </a:rPr>
              <a:t>Resilience4j is a Java library that helps us build resilient and fault-tolerant applications. It provides a framework for writing code to prevent and handle such issues.</a:t>
            </a:r>
            <a:endParaRPr lang="en-US" b="0" i="0" dirty="0">
              <a:solidFill>
                <a:srgbClr val="222222"/>
              </a:solidFill>
              <a:effectLst/>
              <a:latin typeface="Times New Roman" panose="02020603050405020304" pitchFamily="18" charset="0"/>
              <a:cs typeface="Times New Roman" panose="02020603050405020304" pitchFamily="18" charset="0"/>
            </a:endParaRPr>
          </a:p>
          <a:p>
            <a:pPr algn="l"/>
            <a:endParaRPr lang="en-IN" dirty="0"/>
          </a:p>
        </p:txBody>
      </p:sp>
    </p:spTree>
    <p:extLst>
      <p:ext uri="{BB962C8B-B14F-4D97-AF65-F5344CB8AC3E}">
        <p14:creationId xmlns:p14="http://schemas.microsoft.com/office/powerpoint/2010/main" val="386693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E682F665-5893-E246-5690-591770F2D767}"/>
              </a:ext>
            </a:extLst>
          </p:cNvPr>
          <p:cNvGraphicFramePr>
            <a:graphicFrameLocks noGrp="1"/>
          </p:cNvGraphicFramePr>
          <p:nvPr>
            <p:extLst>
              <p:ext uri="{D42A27DB-BD31-4B8C-83A1-F6EECF244321}">
                <p14:modId xmlns:p14="http://schemas.microsoft.com/office/powerpoint/2010/main" val="4072707255"/>
              </p:ext>
            </p:extLst>
          </p:nvPr>
        </p:nvGraphicFramePr>
        <p:xfrm>
          <a:off x="390330" y="927168"/>
          <a:ext cx="10515600" cy="3535680"/>
        </p:xfrm>
        <a:graphic>
          <a:graphicData uri="http://schemas.openxmlformats.org/drawingml/2006/table">
            <a:tbl>
              <a:tblPr/>
              <a:tblGrid>
                <a:gridCol w="5257800">
                  <a:extLst>
                    <a:ext uri="{9D8B030D-6E8A-4147-A177-3AD203B41FA5}">
                      <a16:colId xmlns:a16="http://schemas.microsoft.com/office/drawing/2014/main" val="431756082"/>
                    </a:ext>
                  </a:extLst>
                </a:gridCol>
                <a:gridCol w="5257800">
                  <a:extLst>
                    <a:ext uri="{9D8B030D-6E8A-4147-A177-3AD203B41FA5}">
                      <a16:colId xmlns:a16="http://schemas.microsoft.com/office/drawing/2014/main" val="1944082365"/>
                    </a:ext>
                  </a:extLst>
                </a:gridCol>
              </a:tblGrid>
              <a:tr h="0">
                <a:tc>
                  <a:txBody>
                    <a:bodyPr/>
                    <a:lstStyle/>
                    <a:p>
                      <a:pPr algn="l"/>
                      <a:r>
                        <a:rPr lang="en-IN" b="1">
                          <a:solidFill>
                            <a:srgbClr val="FFFFFF"/>
                          </a:solidFill>
                          <a:effectLst/>
                          <a:latin typeface="oswald" panose="00000500000000000000" pitchFamily="2" charset="0"/>
                        </a:rPr>
                        <a:t>Module</a:t>
                      </a:r>
                      <a:endParaRPr lang="en-IN">
                        <a:solidFill>
                          <a:srgbClr val="FFFFFF"/>
                        </a:solidFill>
                        <a:effectLst/>
                        <a:latin typeface="oswald" panose="00000500000000000000" pitchFamily="2" charset="0"/>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BA283"/>
                    </a:solidFill>
                  </a:tcPr>
                </a:tc>
                <a:tc>
                  <a:txBody>
                    <a:bodyPr/>
                    <a:lstStyle/>
                    <a:p>
                      <a:pPr algn="l"/>
                      <a:r>
                        <a:rPr lang="en-IN">
                          <a:solidFill>
                            <a:srgbClr val="FFFFFF"/>
                          </a:solidFill>
                          <a:effectLst/>
                          <a:latin typeface="oswald" panose="00000500000000000000" pitchFamily="2" charset="0"/>
                        </a:rPr>
                        <a:t>Purpose</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BA283"/>
                    </a:solidFill>
                  </a:tcPr>
                </a:tc>
                <a:extLst>
                  <a:ext uri="{0D108BD9-81ED-4DB2-BD59-A6C34878D82A}">
                    <a16:rowId xmlns:a16="http://schemas.microsoft.com/office/drawing/2014/main" val="3295817374"/>
                  </a:ext>
                </a:extLst>
              </a:tr>
              <a:tr h="0">
                <a:tc>
                  <a:txBody>
                    <a:bodyPr/>
                    <a:lstStyle/>
                    <a:p>
                      <a:pPr algn="l"/>
                      <a:r>
                        <a:rPr lang="en-IN" b="1">
                          <a:effectLst/>
                        </a:rPr>
                        <a:t>Retry</a:t>
                      </a:r>
                      <a:endParaRPr lang="en-IN">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dirty="0">
                          <a:effectLst/>
                        </a:rPr>
                        <a:t>Automatically retry a failed remote operation</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872543904"/>
                  </a:ext>
                </a:extLst>
              </a:tr>
              <a:tr h="0">
                <a:tc>
                  <a:txBody>
                    <a:bodyPr/>
                    <a:lstStyle/>
                    <a:p>
                      <a:pPr algn="l"/>
                      <a:r>
                        <a:rPr lang="en-IN" b="1" dirty="0" err="1">
                          <a:effectLst/>
                        </a:rPr>
                        <a:t>RateLimiter</a:t>
                      </a:r>
                      <a:endParaRPr lang="en-IN" dirty="0">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dirty="0">
                          <a:effectLst/>
                        </a:rPr>
                        <a:t>Limit how many times we call a remote operation in a certain period</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404693134"/>
                  </a:ext>
                </a:extLst>
              </a:tr>
              <a:tr h="0">
                <a:tc>
                  <a:txBody>
                    <a:bodyPr/>
                    <a:lstStyle/>
                    <a:p>
                      <a:pPr algn="l"/>
                      <a:r>
                        <a:rPr lang="en-IN" b="1">
                          <a:effectLst/>
                        </a:rPr>
                        <a:t>TimeLimiter</a:t>
                      </a:r>
                      <a:endParaRPr lang="en-IN">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a:effectLst/>
                        </a:rPr>
                        <a:t>Set a time limit when calling remote operation</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641529081"/>
                  </a:ext>
                </a:extLst>
              </a:tr>
              <a:tr h="0">
                <a:tc>
                  <a:txBody>
                    <a:bodyPr/>
                    <a:lstStyle/>
                    <a:p>
                      <a:pPr algn="l"/>
                      <a:r>
                        <a:rPr lang="en-IN" b="1">
                          <a:effectLst/>
                        </a:rPr>
                        <a:t>Circuit Breaker</a:t>
                      </a:r>
                      <a:endParaRPr lang="en-IN">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a:effectLst/>
                        </a:rPr>
                        <a:t>Fail fast or perform default actions when a remote operation is continuously failing</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2871847"/>
                  </a:ext>
                </a:extLst>
              </a:tr>
              <a:tr h="0">
                <a:tc>
                  <a:txBody>
                    <a:bodyPr/>
                    <a:lstStyle/>
                    <a:p>
                      <a:pPr algn="l"/>
                      <a:r>
                        <a:rPr lang="en-IN" b="1">
                          <a:effectLst/>
                        </a:rPr>
                        <a:t>Bulkhead</a:t>
                      </a:r>
                      <a:endParaRPr lang="en-IN">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a:effectLst/>
                        </a:rPr>
                        <a:t>Limit the number of concurrent remote operations</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121464380"/>
                  </a:ext>
                </a:extLst>
              </a:tr>
              <a:tr h="0">
                <a:tc>
                  <a:txBody>
                    <a:bodyPr/>
                    <a:lstStyle/>
                    <a:p>
                      <a:pPr algn="l"/>
                      <a:r>
                        <a:rPr lang="en-IN" b="1">
                          <a:effectLst/>
                        </a:rPr>
                        <a:t>Cache</a:t>
                      </a:r>
                      <a:endParaRPr lang="en-IN">
                        <a:effectLst/>
                      </a:endParaRP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tc>
                  <a:txBody>
                    <a:bodyPr/>
                    <a:lstStyle/>
                    <a:p>
                      <a:pPr algn="l"/>
                      <a:r>
                        <a:rPr lang="en-US" dirty="0">
                          <a:effectLst/>
                        </a:rPr>
                        <a:t>Store results of costly remote operations</a:t>
                      </a:r>
                    </a:p>
                  </a:txBody>
                  <a:tcPr marL="152400" marR="1524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783040332"/>
                  </a:ext>
                </a:extLst>
              </a:tr>
            </a:tbl>
          </a:graphicData>
        </a:graphic>
      </p:graphicFrame>
    </p:spTree>
    <p:extLst>
      <p:ext uri="{BB962C8B-B14F-4D97-AF65-F5344CB8AC3E}">
        <p14:creationId xmlns:p14="http://schemas.microsoft.com/office/powerpoint/2010/main" val="1662530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D0112-AA4D-5FF1-7698-31D83C5A8CA6}"/>
              </a:ext>
            </a:extLst>
          </p:cNvPr>
          <p:cNvSpPr>
            <a:spLocks noGrp="1"/>
          </p:cNvSpPr>
          <p:nvPr>
            <p:ph type="title"/>
          </p:nvPr>
        </p:nvSpPr>
        <p:spPr/>
        <p:txBody>
          <a:bodyPr/>
          <a:lstStyle/>
          <a:p>
            <a:r>
              <a:rPr lang="en-IN" b="1" i="0" dirty="0">
                <a:effectLst/>
                <a:latin typeface="Athelas"/>
              </a:rPr>
              <a:t>Aspect Order</a:t>
            </a:r>
            <a:endParaRPr lang="en-IN" dirty="0"/>
          </a:p>
        </p:txBody>
      </p:sp>
      <p:sp>
        <p:nvSpPr>
          <p:cNvPr id="3" name="Content Placeholder 2">
            <a:extLst>
              <a:ext uri="{FF2B5EF4-FFF2-40B4-BE49-F238E27FC236}">
                <a16:creationId xmlns:a16="http://schemas.microsoft.com/office/drawing/2014/main" id="{3DB07EE5-FF5D-AFBC-48FB-7A2A1ECC4F1C}"/>
              </a:ext>
            </a:extLst>
          </p:cNvPr>
          <p:cNvSpPr>
            <a:spLocks noGrp="1"/>
          </p:cNvSpPr>
          <p:nvPr>
            <p:ph idx="1"/>
          </p:nvPr>
        </p:nvSpPr>
        <p:spPr/>
        <p:txBody>
          <a:bodyPr/>
          <a:lstStyle/>
          <a:p>
            <a:r>
              <a:rPr lang="en-US" dirty="0"/>
              <a:t>When you apply multiple patterns on a service call, they execute in a specific order. The default order specified by Resilience4J is:</a:t>
            </a:r>
          </a:p>
          <a:p>
            <a:endParaRPr lang="en-US" dirty="0"/>
          </a:p>
          <a:p>
            <a:r>
              <a:rPr lang="en-US" dirty="0"/>
              <a:t>Bulkhead</a:t>
            </a:r>
          </a:p>
          <a:p>
            <a:r>
              <a:rPr lang="en-US" dirty="0"/>
              <a:t>Time Limiter</a:t>
            </a:r>
          </a:p>
          <a:p>
            <a:r>
              <a:rPr lang="en-US" dirty="0"/>
              <a:t>Rate Limiter</a:t>
            </a:r>
          </a:p>
          <a:p>
            <a:r>
              <a:rPr lang="en-US" dirty="0"/>
              <a:t>Circuit Breaker</a:t>
            </a:r>
          </a:p>
          <a:p>
            <a:r>
              <a:rPr lang="en-US" dirty="0"/>
              <a:t>Retry</a:t>
            </a:r>
            <a:endParaRPr lang="en-IN" dirty="0"/>
          </a:p>
        </p:txBody>
      </p:sp>
    </p:spTree>
    <p:extLst>
      <p:ext uri="{BB962C8B-B14F-4D97-AF65-F5344CB8AC3E}">
        <p14:creationId xmlns:p14="http://schemas.microsoft.com/office/powerpoint/2010/main" val="472007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IN" b="1" i="0" dirty="0">
                <a:solidFill>
                  <a:srgbClr val="222222"/>
                </a:solidFill>
                <a:effectLst/>
                <a:latin typeface="oswald" panose="00000500000000000000" pitchFamily="2" charset="0"/>
              </a:rPr>
              <a:t>When to Use Retry?</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dirty="0"/>
              <a:t>A remote operation can be any request made over the network. Usually, it’s one of these:</a:t>
            </a:r>
          </a:p>
          <a:p>
            <a:endParaRPr lang="en-US" dirty="0"/>
          </a:p>
          <a:p>
            <a:r>
              <a:rPr lang="en-US" dirty="0"/>
              <a:t>Sending an HTTP request to a REST endpoint</a:t>
            </a:r>
          </a:p>
          <a:p>
            <a:r>
              <a:rPr lang="en-US" dirty="0"/>
              <a:t>Calling a remote procedure (RPC) or a web service</a:t>
            </a:r>
          </a:p>
          <a:p>
            <a:r>
              <a:rPr lang="en-US" dirty="0"/>
              <a:t>Reading and writing data to/from a data store (SQL/NoSQL databases, object storage, etc.)</a:t>
            </a:r>
          </a:p>
          <a:p>
            <a:r>
              <a:rPr lang="en-US" dirty="0"/>
              <a:t>Sending messages to and receiving messages from a message broker (RabbitMQ/ActiveMQ/Kafka etc.)</a:t>
            </a:r>
            <a:endParaRPr lang="en-IN" dirty="0"/>
          </a:p>
        </p:txBody>
      </p:sp>
    </p:spTree>
    <p:extLst>
      <p:ext uri="{BB962C8B-B14F-4D97-AF65-F5344CB8AC3E}">
        <p14:creationId xmlns:p14="http://schemas.microsoft.com/office/powerpoint/2010/main" val="2467666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IN" b="1" i="0" dirty="0">
                <a:solidFill>
                  <a:srgbClr val="222222"/>
                </a:solidFill>
                <a:effectLst/>
                <a:latin typeface="oswald" panose="00000500000000000000" pitchFamily="2" charset="0"/>
              </a:rPr>
              <a:t>When to Use Retry?</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dirty="0"/>
              <a:t>resilience4j:</a:t>
            </a:r>
          </a:p>
          <a:p>
            <a:r>
              <a:rPr lang="en-US" dirty="0"/>
              <a:t>  retry:</a:t>
            </a:r>
          </a:p>
          <a:p>
            <a:r>
              <a:rPr lang="en-US" dirty="0"/>
              <a:t>    instances:</a:t>
            </a:r>
          </a:p>
          <a:p>
            <a:r>
              <a:rPr lang="en-US" dirty="0"/>
              <a:t>      </a:t>
            </a:r>
            <a:r>
              <a:rPr lang="en-US" dirty="0" err="1"/>
              <a:t>flightSearch</a:t>
            </a:r>
            <a:r>
              <a:rPr lang="en-US" dirty="0"/>
              <a:t>:</a:t>
            </a:r>
          </a:p>
          <a:p>
            <a:r>
              <a:rPr lang="en-US" dirty="0"/>
              <a:t>        </a:t>
            </a:r>
            <a:r>
              <a:rPr lang="en-US" dirty="0" err="1"/>
              <a:t>maxRetryAttempts</a:t>
            </a:r>
            <a:r>
              <a:rPr lang="en-US" dirty="0"/>
              <a:t>: 3</a:t>
            </a:r>
          </a:p>
          <a:p>
            <a:r>
              <a:rPr lang="en-US" dirty="0"/>
              <a:t>        </a:t>
            </a:r>
            <a:r>
              <a:rPr lang="en-US" dirty="0" err="1"/>
              <a:t>waitDuration</a:t>
            </a:r>
            <a:r>
              <a:rPr lang="en-US" dirty="0"/>
              <a:t>: 2s</a:t>
            </a:r>
            <a:endParaRPr lang="en-IN" dirty="0"/>
          </a:p>
        </p:txBody>
      </p:sp>
    </p:spTree>
    <p:extLst>
      <p:ext uri="{BB962C8B-B14F-4D97-AF65-F5344CB8AC3E}">
        <p14:creationId xmlns:p14="http://schemas.microsoft.com/office/powerpoint/2010/main" val="361077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IN" b="1" i="0" dirty="0" err="1">
                <a:solidFill>
                  <a:srgbClr val="222222"/>
                </a:solidFill>
                <a:effectLst/>
                <a:latin typeface="oswald" panose="00000500000000000000" pitchFamily="2" charset="0"/>
              </a:rPr>
              <a:t>Ratelimiter</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rPr>
              <a:t>Rate limiting is technique to help to limit the number of requests or type </a:t>
            </a:r>
          </a:p>
          <a:p>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ratelimiter</a:t>
            </a:r>
            <a:r>
              <a:rPr lang="en-US" b="0" i="0" dirty="0">
                <a:solidFill>
                  <a:srgbClr val="000000"/>
                </a:solidFill>
                <a:effectLst/>
                <a:latin typeface="Open Sans" panose="020B0606030504020204" pitchFamily="34" charset="0"/>
              </a:rPr>
              <a:t>:</a:t>
            </a:r>
          </a:p>
          <a:p>
            <a:r>
              <a:rPr lang="en-US" b="0" i="0" dirty="0">
                <a:solidFill>
                  <a:srgbClr val="000000"/>
                </a:solidFill>
                <a:effectLst/>
                <a:latin typeface="Open Sans" panose="020B0606030504020204" pitchFamily="34" charset="0"/>
              </a:rPr>
              <a:t>    instances:</a:t>
            </a:r>
          </a:p>
          <a:p>
            <a:r>
              <a:rPr lang="en-US" b="0" i="0" dirty="0">
                <a:solidFill>
                  <a:srgbClr val="000000"/>
                </a:solidFill>
                <a:effectLst/>
                <a:latin typeface="Open Sans" panose="020B0606030504020204" pitchFamily="34" charset="0"/>
              </a:rPr>
              <a:t>      basic:</a:t>
            </a:r>
          </a:p>
          <a:p>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limitForPeriod</a:t>
            </a:r>
            <a:r>
              <a:rPr lang="en-US" b="0" i="0" dirty="0">
                <a:solidFill>
                  <a:srgbClr val="000000"/>
                </a:solidFill>
                <a:effectLst/>
                <a:latin typeface="Open Sans" panose="020B0606030504020204" pitchFamily="34" charset="0"/>
              </a:rPr>
              <a:t>: 2</a:t>
            </a:r>
          </a:p>
          <a:p>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limitRefreshPeriod</a:t>
            </a:r>
            <a:r>
              <a:rPr lang="en-US" b="0" i="0" dirty="0">
                <a:solidFill>
                  <a:srgbClr val="000000"/>
                </a:solidFill>
                <a:effectLst/>
                <a:latin typeface="Open Sans" panose="020B0606030504020204" pitchFamily="34" charset="0"/>
              </a:rPr>
              <a:t>: 1s</a:t>
            </a:r>
          </a:p>
          <a:p>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timeoutDuration</a:t>
            </a:r>
            <a:r>
              <a:rPr lang="en-US" b="0" i="0" dirty="0">
                <a:solidFill>
                  <a:srgbClr val="000000"/>
                </a:solidFill>
                <a:effectLst/>
                <a:latin typeface="Open Sans" panose="020B0606030504020204" pitchFamily="34" charset="0"/>
              </a:rPr>
              <a:t>: 1sof request received by a server.</a:t>
            </a:r>
            <a:endParaRPr lang="en-IN" dirty="0"/>
          </a:p>
        </p:txBody>
      </p:sp>
    </p:spTree>
    <p:extLst>
      <p:ext uri="{BB962C8B-B14F-4D97-AF65-F5344CB8AC3E}">
        <p14:creationId xmlns:p14="http://schemas.microsoft.com/office/powerpoint/2010/main" val="243150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IN" b="1" i="0" dirty="0" err="1">
                <a:solidFill>
                  <a:srgbClr val="222222"/>
                </a:solidFill>
                <a:effectLst/>
                <a:latin typeface="oswald" panose="00000500000000000000" pitchFamily="2" charset="0"/>
              </a:rPr>
              <a:t>Ratelimiter</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rPr>
              <a:t>The </a:t>
            </a:r>
            <a:r>
              <a:rPr lang="en-US" b="0" i="0" dirty="0" err="1">
                <a:solidFill>
                  <a:srgbClr val="000000"/>
                </a:solidFill>
                <a:effectLst/>
                <a:latin typeface="Open Sans" panose="020B0606030504020204" pitchFamily="34" charset="0"/>
              </a:rPr>
              <a:t>limitForPeriod</a:t>
            </a:r>
            <a:r>
              <a:rPr lang="en-US" b="0" i="0" dirty="0">
                <a:solidFill>
                  <a:srgbClr val="000000"/>
                </a:solidFill>
                <a:effectLst/>
                <a:latin typeface="Open Sans" panose="020B0606030504020204" pitchFamily="34" charset="0"/>
              </a:rPr>
              <a:t> and </a:t>
            </a:r>
            <a:r>
              <a:rPr lang="en-US" b="0" i="0" dirty="0" err="1">
                <a:solidFill>
                  <a:srgbClr val="000000"/>
                </a:solidFill>
                <a:effectLst/>
                <a:latin typeface="Open Sans" panose="020B0606030504020204" pitchFamily="34" charset="0"/>
              </a:rPr>
              <a:t>limitRefreshPeriod</a:t>
            </a:r>
            <a:r>
              <a:rPr lang="en-US" b="0" i="0" dirty="0">
                <a:solidFill>
                  <a:srgbClr val="000000"/>
                </a:solidFill>
                <a:effectLst/>
                <a:latin typeface="Open Sans" panose="020B0606030504020204" pitchFamily="34" charset="0"/>
              </a:rPr>
              <a:t> configurations together determine the rate (2rps). The </a:t>
            </a:r>
            <a:r>
              <a:rPr lang="en-US" b="0" i="0" dirty="0" err="1">
                <a:solidFill>
                  <a:srgbClr val="000000"/>
                </a:solidFill>
                <a:effectLst/>
                <a:latin typeface="Open Sans" panose="020B0606030504020204" pitchFamily="34" charset="0"/>
              </a:rPr>
              <a:t>timeoutDuration</a:t>
            </a:r>
            <a:r>
              <a:rPr lang="en-US" b="0" i="0" dirty="0">
                <a:solidFill>
                  <a:srgbClr val="000000"/>
                </a:solidFill>
                <a:effectLst/>
                <a:latin typeface="Open Sans" panose="020B0606030504020204" pitchFamily="34" charset="0"/>
              </a:rPr>
              <a:t> configuration specifies the time we are willing to wait to acquire permission from the </a:t>
            </a:r>
            <a:r>
              <a:rPr lang="en-US" b="0" i="0" dirty="0" err="1">
                <a:solidFill>
                  <a:srgbClr val="000000"/>
                </a:solidFill>
                <a:effectLst/>
                <a:latin typeface="Open Sans" panose="020B0606030504020204" pitchFamily="34" charset="0"/>
              </a:rPr>
              <a:t>RateLimiter</a:t>
            </a:r>
            <a:r>
              <a:rPr lang="en-US" b="0" i="0" dirty="0">
                <a:solidFill>
                  <a:srgbClr val="000000"/>
                </a:solidFill>
                <a:effectLst/>
                <a:latin typeface="Open Sans" panose="020B0606030504020204" pitchFamily="34" charset="0"/>
              </a:rPr>
              <a:t> before erroring out.</a:t>
            </a:r>
          </a:p>
          <a:p>
            <a:r>
              <a:rPr lang="en-US" dirty="0"/>
              <a:t>@RateLimiter(name = "basic")</a:t>
            </a:r>
          </a:p>
          <a:p>
            <a:r>
              <a:rPr lang="en-US" dirty="0"/>
              <a:t>List&lt;Flight&gt; </a:t>
            </a:r>
            <a:r>
              <a:rPr lang="en-US" dirty="0" err="1"/>
              <a:t>basicExample</a:t>
            </a:r>
            <a:r>
              <a:rPr lang="en-US" dirty="0"/>
              <a:t>(</a:t>
            </a:r>
            <a:r>
              <a:rPr lang="en-US" dirty="0" err="1"/>
              <a:t>SearchRequest</a:t>
            </a:r>
            <a:r>
              <a:rPr lang="en-US" dirty="0"/>
              <a:t> request) {</a:t>
            </a:r>
          </a:p>
          <a:p>
            <a:r>
              <a:rPr lang="en-US" dirty="0"/>
              <a:t>  return </a:t>
            </a:r>
            <a:r>
              <a:rPr lang="en-US" dirty="0" err="1"/>
              <a:t>remoteSearchService.searchFlights</a:t>
            </a:r>
            <a:r>
              <a:rPr lang="en-US" dirty="0"/>
              <a:t>(request);</a:t>
            </a:r>
          </a:p>
          <a:p>
            <a:r>
              <a:rPr lang="en-US" dirty="0"/>
              <a:t>}</a:t>
            </a:r>
            <a:endParaRPr lang="en-IN" dirty="0"/>
          </a:p>
        </p:txBody>
      </p:sp>
    </p:spTree>
    <p:extLst>
      <p:ext uri="{BB962C8B-B14F-4D97-AF65-F5344CB8AC3E}">
        <p14:creationId xmlns:p14="http://schemas.microsoft.com/office/powerpoint/2010/main" val="2544645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IN" b="1" i="0" dirty="0">
                <a:solidFill>
                  <a:srgbClr val="222222"/>
                </a:solidFill>
                <a:effectLst/>
                <a:latin typeface="oswald" panose="00000500000000000000" pitchFamily="2" charset="0"/>
              </a:rPr>
              <a:t>What is Time Limiting?</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rPr>
              <a:t>Setting a limit on the amount of time we are willing to wait for an operation to complete is called time limiting. If the operation does not complete within the time we specified, we want to be notified about it with a timeout error.</a:t>
            </a:r>
          </a:p>
          <a:p>
            <a:endParaRPr lang="en-US" b="0" i="0" dirty="0">
              <a:solidFill>
                <a:srgbClr val="000000"/>
              </a:solidFill>
              <a:effectLst/>
              <a:latin typeface="Open Sans" panose="020B0606030504020204" pitchFamily="34" charset="0"/>
            </a:endParaRPr>
          </a:p>
          <a:p>
            <a:r>
              <a:rPr lang="en-US" b="0" i="0" dirty="0">
                <a:solidFill>
                  <a:srgbClr val="000000"/>
                </a:solidFill>
                <a:effectLst/>
                <a:latin typeface="Open Sans" panose="020B0606030504020204" pitchFamily="34" charset="0"/>
              </a:rPr>
              <a:t>Sometimes, this is also referred to as “setting a deadline”.</a:t>
            </a:r>
            <a:endParaRPr lang="en-IN" dirty="0"/>
          </a:p>
        </p:txBody>
      </p:sp>
    </p:spTree>
    <p:extLst>
      <p:ext uri="{BB962C8B-B14F-4D97-AF65-F5344CB8AC3E}">
        <p14:creationId xmlns:p14="http://schemas.microsoft.com/office/powerpoint/2010/main" val="185959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US" b="1" i="0" dirty="0">
                <a:solidFill>
                  <a:srgbClr val="222222"/>
                </a:solidFill>
                <a:effectLst/>
                <a:latin typeface="oswald" panose="00000500000000000000" pitchFamily="2" charset="0"/>
              </a:rPr>
              <a:t>What is a Circuit Breaker</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rPr>
              <a:t>The idea of circuit breakers is to prevent calls to a remote service if we know that the call is likely to fail or time out. We do this so that we don’t unnecessarily waste critical resources both in our service and in the remote service. Backing off like this also gives the remote service some time to recover.</a:t>
            </a:r>
            <a:endParaRPr lang="en-IN" dirty="0"/>
          </a:p>
        </p:txBody>
      </p:sp>
    </p:spTree>
    <p:extLst>
      <p:ext uri="{BB962C8B-B14F-4D97-AF65-F5344CB8AC3E}">
        <p14:creationId xmlns:p14="http://schemas.microsoft.com/office/powerpoint/2010/main" val="3753736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r>
              <a:rPr lang="en-US" b="1" i="0" dirty="0">
                <a:solidFill>
                  <a:srgbClr val="222222"/>
                </a:solidFill>
                <a:effectLst/>
                <a:latin typeface="oswald" panose="00000500000000000000" pitchFamily="2" charset="0"/>
              </a:rPr>
              <a:t>Types of Circuit Breakers</a:t>
            </a:r>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rPr>
              <a:t>A circuit breaker can be count-based or time-based. A count-based circuit breaker switches state from closed to open if the last N number of calls failed or were slow. A time-based circuit breaker switches to an open state if the responses in the last N seconds failed or were slow. In both circuit breakers, we can also specify the threshold for failure or slow calls.</a:t>
            </a:r>
            <a:endParaRPr lang="en-IN" dirty="0"/>
          </a:p>
        </p:txBody>
      </p:sp>
    </p:spTree>
    <p:extLst>
      <p:ext uri="{BB962C8B-B14F-4D97-AF65-F5344CB8AC3E}">
        <p14:creationId xmlns:p14="http://schemas.microsoft.com/office/powerpoint/2010/main" val="189936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F45D-8D69-047D-FC76-B6B022E2A20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FAA7500-BBBC-2682-9AD1-D520728DC774}"/>
              </a:ext>
            </a:extLst>
          </p:cNvPr>
          <p:cNvSpPr>
            <a:spLocks noGrp="1"/>
          </p:cNvSpPr>
          <p:nvPr>
            <p:ph idx="1"/>
          </p:nvPr>
        </p:nvSpPr>
        <p:spPr/>
        <p:txBody>
          <a:bodyPr/>
          <a:lstStyle/>
          <a:p>
            <a:r>
              <a:rPr lang="en-US" b="0" i="0" dirty="0">
                <a:solidFill>
                  <a:srgbClr val="000000"/>
                </a:solidFill>
                <a:effectLst/>
                <a:latin typeface="Open Sans" panose="020B0606030504020204" pitchFamily="34" charset="0"/>
                <a:hlinkClick r:id="rId2"/>
              </a:rPr>
              <a:t>https://www.vinsguru.com/timeout-pattern/</a:t>
            </a:r>
            <a:r>
              <a:rPr lang="en-US" b="0" i="0" dirty="0">
                <a:solidFill>
                  <a:srgbClr val="000000"/>
                </a:solidFill>
                <a:effectLst/>
                <a:latin typeface="Open Sans" panose="020B0606030504020204" pitchFamily="34" charset="0"/>
              </a:rPr>
              <a:t> </a:t>
            </a:r>
            <a:endParaRPr lang="en-IN" dirty="0"/>
          </a:p>
        </p:txBody>
      </p:sp>
    </p:spTree>
    <p:extLst>
      <p:ext uri="{BB962C8B-B14F-4D97-AF65-F5344CB8AC3E}">
        <p14:creationId xmlns:p14="http://schemas.microsoft.com/office/powerpoint/2010/main" val="3322113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597</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Athelas</vt:lpstr>
      <vt:lpstr>Calibri</vt:lpstr>
      <vt:lpstr>Calibri Light</vt:lpstr>
      <vt:lpstr>Open Sans</vt:lpstr>
      <vt:lpstr>oswald</vt:lpstr>
      <vt:lpstr>Times New Roman</vt:lpstr>
      <vt:lpstr>Office Theme</vt:lpstr>
      <vt:lpstr>Resilience4j</vt:lpstr>
      <vt:lpstr>PowerPoint Presentation</vt:lpstr>
      <vt:lpstr>Aspect Order</vt:lpstr>
      <vt:lpstr>When to Use Retry?</vt:lpstr>
      <vt:lpstr>When to Use Retry?</vt:lpstr>
      <vt:lpstr>Ratelimiter</vt:lpstr>
      <vt:lpstr>Ratelimiter</vt:lpstr>
      <vt:lpstr>What is Time Limiting?</vt:lpstr>
      <vt:lpstr>What is a Circuit Breaker</vt:lpstr>
      <vt:lpstr>Types of Circuit Breakers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Resilience4j</dc:title>
  <dc:creator>Arun Sunar</dc:creator>
  <cp:lastModifiedBy>Arun Sunar</cp:lastModifiedBy>
  <cp:revision>1</cp:revision>
  <dcterms:created xsi:type="dcterms:W3CDTF">2023-08-23T14:21:10Z</dcterms:created>
  <dcterms:modified xsi:type="dcterms:W3CDTF">2024-03-11T14:06:22Z</dcterms:modified>
</cp:coreProperties>
</file>