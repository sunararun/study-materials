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2"/>
  </p:notesMasterIdLst>
  <p:sldIdLst>
    <p:sldId id="256" r:id="rId2"/>
    <p:sldId id="266" r:id="rId3"/>
    <p:sldId id="257" r:id="rId4"/>
    <p:sldId id="258" r:id="rId5"/>
    <p:sldId id="259" r:id="rId6"/>
    <p:sldId id="260" r:id="rId7"/>
    <p:sldId id="267" r:id="rId8"/>
    <p:sldId id="285" r:id="rId9"/>
    <p:sldId id="286" r:id="rId10"/>
    <p:sldId id="287" r:id="rId11"/>
    <p:sldId id="288" r:id="rId12"/>
    <p:sldId id="261" r:id="rId13"/>
    <p:sldId id="278" r:id="rId14"/>
    <p:sldId id="281" r:id="rId15"/>
    <p:sldId id="279" r:id="rId16"/>
    <p:sldId id="280" r:id="rId17"/>
    <p:sldId id="282" r:id="rId18"/>
    <p:sldId id="283" r:id="rId19"/>
    <p:sldId id="269" r:id="rId20"/>
    <p:sldId id="270" r:id="rId21"/>
    <p:sldId id="262" r:id="rId22"/>
    <p:sldId id="263" r:id="rId23"/>
    <p:sldId id="264" r:id="rId24"/>
    <p:sldId id="265" r:id="rId25"/>
    <p:sldId id="268" r:id="rId26"/>
    <p:sldId id="271" r:id="rId27"/>
    <p:sldId id="273" r:id="rId28"/>
    <p:sldId id="274" r:id="rId29"/>
    <p:sldId id="275" r:id="rId30"/>
    <p:sldId id="272" r:id="rId31"/>
    <p:sldId id="276" r:id="rId32"/>
    <p:sldId id="277" r:id="rId33"/>
    <p:sldId id="289" r:id="rId34"/>
    <p:sldId id="290" r:id="rId35"/>
    <p:sldId id="291" r:id="rId36"/>
    <p:sldId id="292" r:id="rId37"/>
    <p:sldId id="293" r:id="rId38"/>
    <p:sldId id="294" r:id="rId39"/>
    <p:sldId id="295" r:id="rId40"/>
    <p:sldId id="296" r:id="rId41"/>
    <p:sldId id="297" r:id="rId42"/>
    <p:sldId id="298" r:id="rId43"/>
    <p:sldId id="299" r:id="rId44"/>
    <p:sldId id="300" r:id="rId45"/>
    <p:sldId id="301" r:id="rId46"/>
    <p:sldId id="302" r:id="rId47"/>
    <p:sldId id="303" r:id="rId48"/>
    <p:sldId id="304" r:id="rId49"/>
    <p:sldId id="306" r:id="rId50"/>
    <p:sldId id="305" r:id="rId51"/>
    <p:sldId id="307" r:id="rId52"/>
    <p:sldId id="308" r:id="rId53"/>
    <p:sldId id="309" r:id="rId54"/>
    <p:sldId id="310" r:id="rId55"/>
    <p:sldId id="311" r:id="rId56"/>
    <p:sldId id="312" r:id="rId57"/>
    <p:sldId id="313" r:id="rId58"/>
    <p:sldId id="314" r:id="rId59"/>
    <p:sldId id="315" r:id="rId60"/>
    <p:sldId id="316" r:id="rId6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F11B4E3-E29C-4063-AB66-0DE017FF462B}" v="164" dt="2024-06-05T03:43:19.98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presProps" Target="presProps.xml"/><Relationship Id="rId68"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microsoft.com/office/2016/11/relationships/changesInfo" Target="changesInfos/changesInfo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run Sunar" userId="3fa9774ca67c7ab5" providerId="LiveId" clId="{0F11B4E3-E29C-4063-AB66-0DE017FF462B}"/>
    <pc:docChg chg="undo redo custSel addSld delSld modSld sldOrd">
      <pc:chgData name="Arun Sunar" userId="3fa9774ca67c7ab5" providerId="LiveId" clId="{0F11B4E3-E29C-4063-AB66-0DE017FF462B}" dt="2024-06-17T04:08:32.945" v="1094" actId="14100"/>
      <pc:docMkLst>
        <pc:docMk/>
      </pc:docMkLst>
      <pc:sldChg chg="add del">
        <pc:chgData name="Arun Sunar" userId="3fa9774ca67c7ab5" providerId="LiveId" clId="{0F11B4E3-E29C-4063-AB66-0DE017FF462B}" dt="2024-05-31T02:38:17.871" v="45" actId="47"/>
        <pc:sldMkLst>
          <pc:docMk/>
          <pc:sldMk cId="184825109" sldId="256"/>
        </pc:sldMkLst>
      </pc:sldChg>
      <pc:sldChg chg="addSp delSp modSp new add del mod">
        <pc:chgData name="Arun Sunar" userId="3fa9774ca67c7ab5" providerId="LiveId" clId="{0F11B4E3-E29C-4063-AB66-0DE017FF462B}" dt="2024-05-31T02:38:17.871" v="45" actId="47"/>
        <pc:sldMkLst>
          <pc:docMk/>
          <pc:sldMk cId="2467393194" sldId="257"/>
        </pc:sldMkLst>
        <pc:spChg chg="del">
          <ac:chgData name="Arun Sunar" userId="3fa9774ca67c7ab5" providerId="LiveId" clId="{0F11B4E3-E29C-4063-AB66-0DE017FF462B}" dt="2024-05-31T02:33:40.476" v="1" actId="478"/>
          <ac:spMkLst>
            <pc:docMk/>
            <pc:sldMk cId="2467393194" sldId="257"/>
            <ac:spMk id="2" creationId="{89E5464A-195C-DFE5-8A7C-55949D6EC8C9}"/>
          </ac:spMkLst>
        </pc:spChg>
        <pc:spChg chg="del">
          <ac:chgData name="Arun Sunar" userId="3fa9774ca67c7ab5" providerId="LiveId" clId="{0F11B4E3-E29C-4063-AB66-0DE017FF462B}" dt="2024-05-31T02:33:43.635" v="2" actId="478"/>
          <ac:spMkLst>
            <pc:docMk/>
            <pc:sldMk cId="2467393194" sldId="257"/>
            <ac:spMk id="3" creationId="{C868503D-2F5E-2E2A-BE11-9FAE2A16A9B1}"/>
          </ac:spMkLst>
        </pc:spChg>
        <pc:spChg chg="add mod">
          <ac:chgData name="Arun Sunar" userId="3fa9774ca67c7ab5" providerId="LiveId" clId="{0F11B4E3-E29C-4063-AB66-0DE017FF462B}" dt="2024-05-31T02:35:39.977" v="25" actId="1076"/>
          <ac:spMkLst>
            <pc:docMk/>
            <pc:sldMk cId="2467393194" sldId="257"/>
            <ac:spMk id="5" creationId="{DDB082C1-C56C-F890-07D4-EF06578F3E1D}"/>
          </ac:spMkLst>
        </pc:spChg>
      </pc:sldChg>
      <pc:sldChg chg="addSp delSp modSp new add del mod">
        <pc:chgData name="Arun Sunar" userId="3fa9774ca67c7ab5" providerId="LiveId" clId="{0F11B4E3-E29C-4063-AB66-0DE017FF462B}" dt="2024-05-31T02:38:17.871" v="45" actId="47"/>
        <pc:sldMkLst>
          <pc:docMk/>
          <pc:sldMk cId="3682259875" sldId="258"/>
        </pc:sldMkLst>
        <pc:spChg chg="del">
          <ac:chgData name="Arun Sunar" userId="3fa9774ca67c7ab5" providerId="LiveId" clId="{0F11B4E3-E29C-4063-AB66-0DE017FF462B}" dt="2024-05-31T02:36:38.203" v="27" actId="478"/>
          <ac:spMkLst>
            <pc:docMk/>
            <pc:sldMk cId="3682259875" sldId="258"/>
            <ac:spMk id="2" creationId="{B8F3E13C-7D8A-E18C-87A0-6ECBD40350AB}"/>
          </ac:spMkLst>
        </pc:spChg>
        <pc:spChg chg="del">
          <ac:chgData name="Arun Sunar" userId="3fa9774ca67c7ab5" providerId="LiveId" clId="{0F11B4E3-E29C-4063-AB66-0DE017FF462B}" dt="2024-05-31T02:36:38.203" v="27" actId="478"/>
          <ac:spMkLst>
            <pc:docMk/>
            <pc:sldMk cId="3682259875" sldId="258"/>
            <ac:spMk id="3" creationId="{CE3796A9-F6E1-7A40-83C6-7354F4585B9D}"/>
          </ac:spMkLst>
        </pc:spChg>
        <pc:spChg chg="add mod">
          <ac:chgData name="Arun Sunar" userId="3fa9774ca67c7ab5" providerId="LiveId" clId="{0F11B4E3-E29C-4063-AB66-0DE017FF462B}" dt="2024-05-31T02:37:37.441" v="42" actId="5793"/>
          <ac:spMkLst>
            <pc:docMk/>
            <pc:sldMk cId="3682259875" sldId="258"/>
            <ac:spMk id="5" creationId="{D229F40F-D112-96DD-1663-779E97E8640C}"/>
          </ac:spMkLst>
        </pc:spChg>
      </pc:sldChg>
      <pc:sldChg chg="addSp delSp modSp new add del mod setBg">
        <pc:chgData name="Arun Sunar" userId="3fa9774ca67c7ab5" providerId="LiveId" clId="{0F11B4E3-E29C-4063-AB66-0DE017FF462B}" dt="2024-05-31T02:46:44.883" v="158" actId="14100"/>
        <pc:sldMkLst>
          <pc:docMk/>
          <pc:sldMk cId="772512663" sldId="259"/>
        </pc:sldMkLst>
        <pc:spChg chg="del">
          <ac:chgData name="Arun Sunar" userId="3fa9774ca67c7ab5" providerId="LiveId" clId="{0F11B4E3-E29C-4063-AB66-0DE017FF462B}" dt="2024-05-31T02:38:26.272" v="46" actId="478"/>
          <ac:spMkLst>
            <pc:docMk/>
            <pc:sldMk cId="772512663" sldId="259"/>
            <ac:spMk id="2" creationId="{485D95EF-2669-C59A-24AB-92AF98880421}"/>
          </ac:spMkLst>
        </pc:spChg>
        <pc:spChg chg="del">
          <ac:chgData name="Arun Sunar" userId="3fa9774ca67c7ab5" providerId="LiveId" clId="{0F11B4E3-E29C-4063-AB66-0DE017FF462B}" dt="2024-05-31T02:38:26.272" v="46" actId="478"/>
          <ac:spMkLst>
            <pc:docMk/>
            <pc:sldMk cId="772512663" sldId="259"/>
            <ac:spMk id="3" creationId="{13767482-6199-8F92-C1A5-7AF60CD229B7}"/>
          </ac:spMkLst>
        </pc:spChg>
        <pc:spChg chg="add del">
          <ac:chgData name="Arun Sunar" userId="3fa9774ca67c7ab5" providerId="LiveId" clId="{0F11B4E3-E29C-4063-AB66-0DE017FF462B}" dt="2024-05-31T02:38:30.303" v="48" actId="22"/>
          <ac:spMkLst>
            <pc:docMk/>
            <pc:sldMk cId="772512663" sldId="259"/>
            <ac:spMk id="5" creationId="{38198C67-9DEA-608E-18B3-13A922E3A79B}"/>
          </ac:spMkLst>
        </pc:spChg>
        <pc:spChg chg="add mod">
          <ac:chgData name="Arun Sunar" userId="3fa9774ca67c7ab5" providerId="LiveId" clId="{0F11B4E3-E29C-4063-AB66-0DE017FF462B}" dt="2024-05-31T02:46:44.883" v="158" actId="14100"/>
          <ac:spMkLst>
            <pc:docMk/>
            <pc:sldMk cId="772512663" sldId="259"/>
            <ac:spMk id="7" creationId="{B1CC5404-DBA4-3E24-CB20-30E4E51DC889}"/>
          </ac:spMkLst>
        </pc:spChg>
        <pc:spChg chg="add">
          <ac:chgData name="Arun Sunar" userId="3fa9774ca67c7ab5" providerId="LiveId" clId="{0F11B4E3-E29C-4063-AB66-0DE017FF462B}" dt="2024-05-31T02:38:51.464" v="54"/>
          <ac:spMkLst>
            <pc:docMk/>
            <pc:sldMk cId="772512663" sldId="259"/>
            <ac:spMk id="8" creationId="{F9787F42-FA74-6736-C0B2-BC1372CB164F}"/>
          </ac:spMkLst>
        </pc:spChg>
      </pc:sldChg>
      <pc:sldChg chg="addSp modSp add mod setBg">
        <pc:chgData name="Arun Sunar" userId="3fa9774ca67c7ab5" providerId="LiveId" clId="{0F11B4E3-E29C-4063-AB66-0DE017FF462B}" dt="2024-05-31T02:46:38.152" v="157" actId="14100"/>
        <pc:sldMkLst>
          <pc:docMk/>
          <pc:sldMk cId="2940278745" sldId="260"/>
        </pc:sldMkLst>
        <pc:spChg chg="add">
          <ac:chgData name="Arun Sunar" userId="3fa9774ca67c7ab5" providerId="LiveId" clId="{0F11B4E3-E29C-4063-AB66-0DE017FF462B}" dt="2024-05-31T02:40:41.007" v="72"/>
          <ac:spMkLst>
            <pc:docMk/>
            <pc:sldMk cId="2940278745" sldId="260"/>
            <ac:spMk id="2" creationId="{0A557879-BA45-63A1-FE8B-D25E23F32D37}"/>
          </ac:spMkLst>
        </pc:spChg>
        <pc:spChg chg="add">
          <ac:chgData name="Arun Sunar" userId="3fa9774ca67c7ab5" providerId="LiveId" clId="{0F11B4E3-E29C-4063-AB66-0DE017FF462B}" dt="2024-05-31T02:41:26.833" v="83"/>
          <ac:spMkLst>
            <pc:docMk/>
            <pc:sldMk cId="2940278745" sldId="260"/>
            <ac:spMk id="3" creationId="{2B6C159E-210F-C43E-968A-B1F121AB750C}"/>
          </ac:spMkLst>
        </pc:spChg>
        <pc:spChg chg="mod">
          <ac:chgData name="Arun Sunar" userId="3fa9774ca67c7ab5" providerId="LiveId" clId="{0F11B4E3-E29C-4063-AB66-0DE017FF462B}" dt="2024-05-31T02:46:38.152" v="157" actId="14100"/>
          <ac:spMkLst>
            <pc:docMk/>
            <pc:sldMk cId="2940278745" sldId="260"/>
            <ac:spMk id="7" creationId="{B1CC5404-DBA4-3E24-CB20-30E4E51DC889}"/>
          </ac:spMkLst>
        </pc:spChg>
      </pc:sldChg>
      <pc:sldChg chg="addSp delSp modSp add mod">
        <pc:chgData name="Arun Sunar" userId="3fa9774ca67c7ab5" providerId="LiveId" clId="{0F11B4E3-E29C-4063-AB66-0DE017FF462B}" dt="2024-05-31T12:33:06.728" v="476" actId="20577"/>
        <pc:sldMkLst>
          <pc:docMk/>
          <pc:sldMk cId="2834024218" sldId="261"/>
        </pc:sldMkLst>
        <pc:spChg chg="add mod">
          <ac:chgData name="Arun Sunar" userId="3fa9774ca67c7ab5" providerId="LiveId" clId="{0F11B4E3-E29C-4063-AB66-0DE017FF462B}" dt="2024-05-31T12:33:06.728" v="476" actId="20577"/>
          <ac:spMkLst>
            <pc:docMk/>
            <pc:sldMk cId="2834024218" sldId="261"/>
            <ac:spMk id="3" creationId="{B253165D-EBB5-3B33-29FD-B614F0504C27}"/>
          </ac:spMkLst>
        </pc:spChg>
        <pc:spChg chg="del mod">
          <ac:chgData name="Arun Sunar" userId="3fa9774ca67c7ab5" providerId="LiveId" clId="{0F11B4E3-E29C-4063-AB66-0DE017FF462B}" dt="2024-05-31T02:43:34.705" v="120" actId="478"/>
          <ac:spMkLst>
            <pc:docMk/>
            <pc:sldMk cId="2834024218" sldId="261"/>
            <ac:spMk id="7" creationId="{B1CC5404-DBA4-3E24-CB20-30E4E51DC889}"/>
          </ac:spMkLst>
        </pc:spChg>
      </pc:sldChg>
      <pc:sldChg chg="modSp add mod">
        <pc:chgData name="Arun Sunar" userId="3fa9774ca67c7ab5" providerId="LiveId" clId="{0F11B4E3-E29C-4063-AB66-0DE017FF462B}" dt="2024-05-31T02:46:26.106" v="155" actId="14100"/>
        <pc:sldMkLst>
          <pc:docMk/>
          <pc:sldMk cId="1977962460" sldId="262"/>
        </pc:sldMkLst>
        <pc:spChg chg="mod">
          <ac:chgData name="Arun Sunar" userId="3fa9774ca67c7ab5" providerId="LiveId" clId="{0F11B4E3-E29C-4063-AB66-0DE017FF462B}" dt="2024-05-31T02:46:26.106" v="155" actId="14100"/>
          <ac:spMkLst>
            <pc:docMk/>
            <pc:sldMk cId="1977962460" sldId="262"/>
            <ac:spMk id="3" creationId="{B253165D-EBB5-3B33-29FD-B614F0504C27}"/>
          </ac:spMkLst>
        </pc:spChg>
      </pc:sldChg>
      <pc:sldChg chg="addSp delSp modSp new mod">
        <pc:chgData name="Arun Sunar" userId="3fa9774ca67c7ab5" providerId="LiveId" clId="{0F11B4E3-E29C-4063-AB66-0DE017FF462B}" dt="2024-05-31T02:47:37.343" v="176" actId="20577"/>
        <pc:sldMkLst>
          <pc:docMk/>
          <pc:sldMk cId="3188197888" sldId="263"/>
        </pc:sldMkLst>
        <pc:spChg chg="del">
          <ac:chgData name="Arun Sunar" userId="3fa9774ca67c7ab5" providerId="LiveId" clId="{0F11B4E3-E29C-4063-AB66-0DE017FF462B}" dt="2024-05-31T02:46:05.597" v="150" actId="478"/>
          <ac:spMkLst>
            <pc:docMk/>
            <pc:sldMk cId="3188197888" sldId="263"/>
            <ac:spMk id="2" creationId="{C9931721-1ED1-E13A-C9E3-6A6514425E89}"/>
          </ac:spMkLst>
        </pc:spChg>
        <pc:spChg chg="del">
          <ac:chgData name="Arun Sunar" userId="3fa9774ca67c7ab5" providerId="LiveId" clId="{0F11B4E3-E29C-4063-AB66-0DE017FF462B}" dt="2024-05-31T02:46:05.597" v="150" actId="478"/>
          <ac:spMkLst>
            <pc:docMk/>
            <pc:sldMk cId="3188197888" sldId="263"/>
            <ac:spMk id="3" creationId="{1F21899C-83F5-D511-C43B-135810DB2C44}"/>
          </ac:spMkLst>
        </pc:spChg>
        <pc:spChg chg="add mod">
          <ac:chgData name="Arun Sunar" userId="3fa9774ca67c7ab5" providerId="LiveId" clId="{0F11B4E3-E29C-4063-AB66-0DE017FF462B}" dt="2024-05-31T02:47:37.343" v="176" actId="20577"/>
          <ac:spMkLst>
            <pc:docMk/>
            <pc:sldMk cId="3188197888" sldId="263"/>
            <ac:spMk id="5" creationId="{92C87C66-56DD-AD26-2774-485BDD7E2CD1}"/>
          </ac:spMkLst>
        </pc:spChg>
      </pc:sldChg>
      <pc:sldChg chg="modSp new mod">
        <pc:chgData name="Arun Sunar" userId="3fa9774ca67c7ab5" providerId="LiveId" clId="{0F11B4E3-E29C-4063-AB66-0DE017FF462B}" dt="2024-05-31T03:30:49.492" v="180" actId="6549"/>
        <pc:sldMkLst>
          <pc:docMk/>
          <pc:sldMk cId="4175278435" sldId="264"/>
        </pc:sldMkLst>
        <pc:spChg chg="mod">
          <ac:chgData name="Arun Sunar" userId="3fa9774ca67c7ab5" providerId="LiveId" clId="{0F11B4E3-E29C-4063-AB66-0DE017FF462B}" dt="2024-05-31T03:30:31.110" v="178"/>
          <ac:spMkLst>
            <pc:docMk/>
            <pc:sldMk cId="4175278435" sldId="264"/>
            <ac:spMk id="2" creationId="{29DA0B14-F878-567F-70E0-0620B7F48EE5}"/>
          </ac:spMkLst>
        </pc:spChg>
        <pc:spChg chg="mod">
          <ac:chgData name="Arun Sunar" userId="3fa9774ca67c7ab5" providerId="LiveId" clId="{0F11B4E3-E29C-4063-AB66-0DE017FF462B}" dt="2024-05-31T03:30:49.492" v="180" actId="6549"/>
          <ac:spMkLst>
            <pc:docMk/>
            <pc:sldMk cId="4175278435" sldId="264"/>
            <ac:spMk id="3" creationId="{E99B7B29-22F9-F885-B046-80733849B516}"/>
          </ac:spMkLst>
        </pc:spChg>
      </pc:sldChg>
      <pc:sldChg chg="addSp delSp modSp new mod">
        <pc:chgData name="Arun Sunar" userId="3fa9774ca67c7ab5" providerId="LiveId" clId="{0F11B4E3-E29C-4063-AB66-0DE017FF462B}" dt="2024-05-31T03:32:47.421" v="196" actId="403"/>
        <pc:sldMkLst>
          <pc:docMk/>
          <pc:sldMk cId="2330209402" sldId="265"/>
        </pc:sldMkLst>
        <pc:spChg chg="del">
          <ac:chgData name="Arun Sunar" userId="3fa9774ca67c7ab5" providerId="LiveId" clId="{0F11B4E3-E29C-4063-AB66-0DE017FF462B}" dt="2024-05-31T03:31:29.164" v="182" actId="478"/>
          <ac:spMkLst>
            <pc:docMk/>
            <pc:sldMk cId="2330209402" sldId="265"/>
            <ac:spMk id="2" creationId="{5B95C075-D76E-AC94-9A31-9CECC9D63783}"/>
          </ac:spMkLst>
        </pc:spChg>
        <pc:spChg chg="del">
          <ac:chgData name="Arun Sunar" userId="3fa9774ca67c7ab5" providerId="LiveId" clId="{0F11B4E3-E29C-4063-AB66-0DE017FF462B}" dt="2024-05-31T03:31:29.164" v="182" actId="478"/>
          <ac:spMkLst>
            <pc:docMk/>
            <pc:sldMk cId="2330209402" sldId="265"/>
            <ac:spMk id="3" creationId="{5E82ACB7-845E-188F-C8AA-6A2450C32C74}"/>
          </ac:spMkLst>
        </pc:spChg>
        <pc:spChg chg="add mod">
          <ac:chgData name="Arun Sunar" userId="3fa9774ca67c7ab5" providerId="LiveId" clId="{0F11B4E3-E29C-4063-AB66-0DE017FF462B}" dt="2024-05-31T03:32:47.421" v="196" actId="403"/>
          <ac:spMkLst>
            <pc:docMk/>
            <pc:sldMk cId="2330209402" sldId="265"/>
            <ac:spMk id="5" creationId="{CED85BE1-70D8-2D2F-726D-524A3D028A71}"/>
          </ac:spMkLst>
        </pc:spChg>
      </pc:sldChg>
      <pc:sldChg chg="addSp delSp modSp new mod ord">
        <pc:chgData name="Arun Sunar" userId="3fa9774ca67c7ab5" providerId="LiveId" clId="{0F11B4E3-E29C-4063-AB66-0DE017FF462B}" dt="2024-05-31T03:33:15.713" v="206"/>
        <pc:sldMkLst>
          <pc:docMk/>
          <pc:sldMk cId="4224550673" sldId="266"/>
        </pc:sldMkLst>
        <pc:spChg chg="del">
          <ac:chgData name="Arun Sunar" userId="3fa9774ca67c7ab5" providerId="LiveId" clId="{0F11B4E3-E29C-4063-AB66-0DE017FF462B}" dt="2024-05-31T03:32:54.672" v="198" actId="478"/>
          <ac:spMkLst>
            <pc:docMk/>
            <pc:sldMk cId="4224550673" sldId="266"/>
            <ac:spMk id="2" creationId="{437940DA-3660-44C9-9947-21755221CA04}"/>
          </ac:spMkLst>
        </pc:spChg>
        <pc:spChg chg="del">
          <ac:chgData name="Arun Sunar" userId="3fa9774ca67c7ab5" providerId="LiveId" clId="{0F11B4E3-E29C-4063-AB66-0DE017FF462B}" dt="2024-05-31T03:32:54.672" v="198" actId="478"/>
          <ac:spMkLst>
            <pc:docMk/>
            <pc:sldMk cId="4224550673" sldId="266"/>
            <ac:spMk id="3" creationId="{38966B7A-E77D-CF63-16FE-39CB0DC27CF6}"/>
          </ac:spMkLst>
        </pc:spChg>
        <pc:picChg chg="add mod">
          <ac:chgData name="Arun Sunar" userId="3fa9774ca67c7ab5" providerId="LiveId" clId="{0F11B4E3-E29C-4063-AB66-0DE017FF462B}" dt="2024-05-31T03:33:08.264" v="204" actId="14100"/>
          <ac:picMkLst>
            <pc:docMk/>
            <pc:sldMk cId="4224550673" sldId="266"/>
            <ac:picMk id="4" creationId="{5FE6AA9C-C0DA-4CBD-7335-2758EDEA2595}"/>
          </ac:picMkLst>
        </pc:picChg>
        <pc:picChg chg="add">
          <ac:chgData name="Arun Sunar" userId="3fa9774ca67c7ab5" providerId="LiveId" clId="{0F11B4E3-E29C-4063-AB66-0DE017FF462B}" dt="2024-05-31T03:32:56.003" v="199"/>
          <ac:picMkLst>
            <pc:docMk/>
            <pc:sldMk cId="4224550673" sldId="266"/>
            <ac:picMk id="3074" creationId="{D3AF696F-E3DB-65B0-CB7E-6852B8577B93}"/>
          </ac:picMkLst>
        </pc:picChg>
      </pc:sldChg>
      <pc:sldChg chg="addSp delSp modSp new mod">
        <pc:chgData name="Arun Sunar" userId="3fa9774ca67c7ab5" providerId="LiveId" clId="{0F11B4E3-E29C-4063-AB66-0DE017FF462B}" dt="2024-05-31T03:39:25.549" v="267" actId="20577"/>
        <pc:sldMkLst>
          <pc:docMk/>
          <pc:sldMk cId="281167949" sldId="267"/>
        </pc:sldMkLst>
        <pc:spChg chg="del">
          <ac:chgData name="Arun Sunar" userId="3fa9774ca67c7ab5" providerId="LiveId" clId="{0F11B4E3-E29C-4063-AB66-0DE017FF462B}" dt="2024-05-31T03:36:20.679" v="225" actId="478"/>
          <ac:spMkLst>
            <pc:docMk/>
            <pc:sldMk cId="281167949" sldId="267"/>
            <ac:spMk id="2" creationId="{69072185-60EC-CFD4-D606-DBC6E91C15A1}"/>
          </ac:spMkLst>
        </pc:spChg>
        <pc:spChg chg="del">
          <ac:chgData name="Arun Sunar" userId="3fa9774ca67c7ab5" providerId="LiveId" clId="{0F11B4E3-E29C-4063-AB66-0DE017FF462B}" dt="2024-05-31T03:36:23.721" v="226" actId="478"/>
          <ac:spMkLst>
            <pc:docMk/>
            <pc:sldMk cId="281167949" sldId="267"/>
            <ac:spMk id="3" creationId="{40445974-AB2F-854A-B4F9-820DF371DC77}"/>
          </ac:spMkLst>
        </pc:spChg>
        <pc:spChg chg="add mod">
          <ac:chgData name="Arun Sunar" userId="3fa9774ca67c7ab5" providerId="LiveId" clId="{0F11B4E3-E29C-4063-AB66-0DE017FF462B}" dt="2024-05-31T03:39:25.549" v="267" actId="20577"/>
          <ac:spMkLst>
            <pc:docMk/>
            <pc:sldMk cId="281167949" sldId="267"/>
            <ac:spMk id="5" creationId="{C9CFB674-BF3C-9D41-54A6-CE3F79E7DF14}"/>
          </ac:spMkLst>
        </pc:spChg>
        <pc:spChg chg="add">
          <ac:chgData name="Arun Sunar" userId="3fa9774ca67c7ab5" providerId="LiveId" clId="{0F11B4E3-E29C-4063-AB66-0DE017FF462B}" dt="2024-05-31T03:37:17.329" v="234"/>
          <ac:spMkLst>
            <pc:docMk/>
            <pc:sldMk cId="281167949" sldId="267"/>
            <ac:spMk id="6" creationId="{3F0D647B-1C43-4C08-B548-E3A1983953A3}"/>
          </ac:spMkLst>
        </pc:spChg>
        <pc:spChg chg="add">
          <ac:chgData name="Arun Sunar" userId="3fa9774ca67c7ab5" providerId="LiveId" clId="{0F11B4E3-E29C-4063-AB66-0DE017FF462B}" dt="2024-05-31T03:37:59.322" v="245"/>
          <ac:spMkLst>
            <pc:docMk/>
            <pc:sldMk cId="281167949" sldId="267"/>
            <ac:spMk id="7" creationId="{C8A13A2A-B820-B720-D05D-A803ECE0FAE2}"/>
          </ac:spMkLst>
        </pc:spChg>
        <pc:spChg chg="add">
          <ac:chgData name="Arun Sunar" userId="3fa9774ca67c7ab5" providerId="LiveId" clId="{0F11B4E3-E29C-4063-AB66-0DE017FF462B}" dt="2024-05-31T03:38:20.274" v="251"/>
          <ac:spMkLst>
            <pc:docMk/>
            <pc:sldMk cId="281167949" sldId="267"/>
            <ac:spMk id="8" creationId="{236A87AF-E161-FA0F-6E6A-E514C806D17A}"/>
          </ac:spMkLst>
        </pc:spChg>
        <pc:spChg chg="add mod">
          <ac:chgData name="Arun Sunar" userId="3fa9774ca67c7ab5" providerId="LiveId" clId="{0F11B4E3-E29C-4063-AB66-0DE017FF462B}" dt="2024-05-31T03:38:41.681" v="258"/>
          <ac:spMkLst>
            <pc:docMk/>
            <pc:sldMk cId="281167949" sldId="267"/>
            <ac:spMk id="10" creationId="{A603E255-49A3-6F44-5A60-9AF434A5EB27}"/>
          </ac:spMkLst>
        </pc:spChg>
        <pc:spChg chg="add">
          <ac:chgData name="Arun Sunar" userId="3fa9774ca67c7ab5" providerId="LiveId" clId="{0F11B4E3-E29C-4063-AB66-0DE017FF462B}" dt="2024-05-31T03:39:05.870" v="261"/>
          <ac:spMkLst>
            <pc:docMk/>
            <pc:sldMk cId="281167949" sldId="267"/>
            <ac:spMk id="11" creationId="{FF7DB76F-0876-EDCC-E2B2-4B2FDA396964}"/>
          </ac:spMkLst>
        </pc:spChg>
        <pc:graphicFrameChg chg="add mod">
          <ac:chgData name="Arun Sunar" userId="3fa9774ca67c7ab5" providerId="LiveId" clId="{0F11B4E3-E29C-4063-AB66-0DE017FF462B}" dt="2024-05-31T03:38:38.937" v="257"/>
          <ac:graphicFrameMkLst>
            <pc:docMk/>
            <pc:sldMk cId="281167949" sldId="267"/>
            <ac:graphicFrameMk id="9" creationId="{62C203EC-9E64-D23F-8EB2-55EEF1A925DD}"/>
          </ac:graphicFrameMkLst>
        </pc:graphicFrameChg>
      </pc:sldChg>
      <pc:sldChg chg="addSp delSp modSp add del mod">
        <pc:chgData name="Arun Sunar" userId="3fa9774ca67c7ab5" providerId="LiveId" clId="{0F11B4E3-E29C-4063-AB66-0DE017FF462B}" dt="2024-05-31T03:35:27.139" v="223" actId="47"/>
        <pc:sldMkLst>
          <pc:docMk/>
          <pc:sldMk cId="746455295" sldId="267"/>
        </pc:sldMkLst>
        <pc:spChg chg="add mod">
          <ac:chgData name="Arun Sunar" userId="3fa9774ca67c7ab5" providerId="LiveId" clId="{0F11B4E3-E29C-4063-AB66-0DE017FF462B}" dt="2024-05-31T03:34:47.519" v="222" actId="20577"/>
          <ac:spMkLst>
            <pc:docMk/>
            <pc:sldMk cId="746455295" sldId="267"/>
            <ac:spMk id="3" creationId="{193B3442-41F9-099D-14D6-16A9CBA12E88}"/>
          </ac:spMkLst>
        </pc:spChg>
        <pc:picChg chg="del">
          <ac:chgData name="Arun Sunar" userId="3fa9774ca67c7ab5" providerId="LiveId" clId="{0F11B4E3-E29C-4063-AB66-0DE017FF462B}" dt="2024-05-31T03:34:02.640" v="208" actId="478"/>
          <ac:picMkLst>
            <pc:docMk/>
            <pc:sldMk cId="746455295" sldId="267"/>
            <ac:picMk id="4" creationId="{5FE6AA9C-C0DA-4CBD-7335-2758EDEA2595}"/>
          </ac:picMkLst>
        </pc:picChg>
      </pc:sldChg>
      <pc:sldChg chg="addSp delSp modSp new mod">
        <pc:chgData name="Arun Sunar" userId="3fa9774ca67c7ab5" providerId="LiveId" clId="{0F11B4E3-E29C-4063-AB66-0DE017FF462B}" dt="2024-05-31T03:42:13.564" v="301" actId="403"/>
        <pc:sldMkLst>
          <pc:docMk/>
          <pc:sldMk cId="2086241199" sldId="268"/>
        </pc:sldMkLst>
        <pc:spChg chg="del">
          <ac:chgData name="Arun Sunar" userId="3fa9774ca67c7ab5" providerId="LiveId" clId="{0F11B4E3-E29C-4063-AB66-0DE017FF462B}" dt="2024-05-31T03:40:29.647" v="269" actId="478"/>
          <ac:spMkLst>
            <pc:docMk/>
            <pc:sldMk cId="2086241199" sldId="268"/>
            <ac:spMk id="2" creationId="{B3A10684-2AC8-9B1E-E7EE-EDDFD3BF7D47}"/>
          </ac:spMkLst>
        </pc:spChg>
        <pc:spChg chg="del">
          <ac:chgData name="Arun Sunar" userId="3fa9774ca67c7ab5" providerId="LiveId" clId="{0F11B4E3-E29C-4063-AB66-0DE017FF462B}" dt="2024-05-31T03:40:31.496" v="270" actId="478"/>
          <ac:spMkLst>
            <pc:docMk/>
            <pc:sldMk cId="2086241199" sldId="268"/>
            <ac:spMk id="3" creationId="{25BA2E57-25BE-EFC2-2A43-E0B1EF3072F6}"/>
          </ac:spMkLst>
        </pc:spChg>
        <pc:spChg chg="add del mod">
          <ac:chgData name="Arun Sunar" userId="3fa9774ca67c7ab5" providerId="LiveId" clId="{0F11B4E3-E29C-4063-AB66-0DE017FF462B}" dt="2024-05-31T03:40:38.426" v="272" actId="478"/>
          <ac:spMkLst>
            <pc:docMk/>
            <pc:sldMk cId="2086241199" sldId="268"/>
            <ac:spMk id="5" creationId="{8BCF25CA-86B1-2D09-B2A1-AAB9353153CB}"/>
          </ac:spMkLst>
        </pc:spChg>
        <pc:spChg chg="add del mod">
          <ac:chgData name="Arun Sunar" userId="3fa9774ca67c7ab5" providerId="LiveId" clId="{0F11B4E3-E29C-4063-AB66-0DE017FF462B}" dt="2024-05-31T03:41:12.054" v="287"/>
          <ac:spMkLst>
            <pc:docMk/>
            <pc:sldMk cId="2086241199" sldId="268"/>
            <ac:spMk id="7" creationId="{6BA3C481-DCC7-57F4-C0EA-6F39D38E3E0A}"/>
          </ac:spMkLst>
        </pc:spChg>
        <pc:spChg chg="add del">
          <ac:chgData name="Arun Sunar" userId="3fa9774ca67c7ab5" providerId="LiveId" clId="{0F11B4E3-E29C-4063-AB66-0DE017FF462B}" dt="2024-05-31T03:41:27.953" v="291" actId="22"/>
          <ac:spMkLst>
            <pc:docMk/>
            <pc:sldMk cId="2086241199" sldId="268"/>
            <ac:spMk id="10" creationId="{5EF0A988-CDB4-C5EC-2336-681CCFA81216}"/>
          </ac:spMkLst>
        </pc:spChg>
        <pc:graphicFrameChg chg="add del mod">
          <ac:chgData name="Arun Sunar" userId="3fa9774ca67c7ab5" providerId="LiveId" clId="{0F11B4E3-E29C-4063-AB66-0DE017FF462B}" dt="2024-05-31T03:40:38.426" v="272" actId="478"/>
          <ac:graphicFrameMkLst>
            <pc:docMk/>
            <pc:sldMk cId="2086241199" sldId="268"/>
            <ac:graphicFrameMk id="4" creationId="{827FB45D-748B-D886-EBAA-69A09308F1A4}"/>
          </ac:graphicFrameMkLst>
        </pc:graphicFrameChg>
        <pc:graphicFrameChg chg="add del mod">
          <ac:chgData name="Arun Sunar" userId="3fa9774ca67c7ab5" providerId="LiveId" clId="{0F11B4E3-E29C-4063-AB66-0DE017FF462B}" dt="2024-05-31T03:41:11.361" v="286" actId="14100"/>
          <ac:graphicFrameMkLst>
            <pc:docMk/>
            <pc:sldMk cId="2086241199" sldId="268"/>
            <ac:graphicFrameMk id="6" creationId="{B93E80A1-6A0D-FD2D-C9D9-143BF261D694}"/>
          </ac:graphicFrameMkLst>
        </pc:graphicFrameChg>
        <pc:graphicFrameChg chg="add mod">
          <ac:chgData name="Arun Sunar" userId="3fa9774ca67c7ab5" providerId="LiveId" clId="{0F11B4E3-E29C-4063-AB66-0DE017FF462B}" dt="2024-05-31T03:41:23.981" v="288"/>
          <ac:graphicFrameMkLst>
            <pc:docMk/>
            <pc:sldMk cId="2086241199" sldId="268"/>
            <ac:graphicFrameMk id="8" creationId="{3E7DDCFF-3020-6831-C41B-5D5C0839C659}"/>
          </ac:graphicFrameMkLst>
        </pc:graphicFrameChg>
        <pc:graphicFrameChg chg="add mod modGraphic">
          <ac:chgData name="Arun Sunar" userId="3fa9774ca67c7ab5" providerId="LiveId" clId="{0F11B4E3-E29C-4063-AB66-0DE017FF462B}" dt="2024-05-31T03:42:13.564" v="301" actId="403"/>
          <ac:graphicFrameMkLst>
            <pc:docMk/>
            <pc:sldMk cId="2086241199" sldId="268"/>
            <ac:graphicFrameMk id="11" creationId="{0D9CCE6E-3C77-9269-FACB-E5E43626CD80}"/>
          </ac:graphicFrameMkLst>
        </pc:graphicFrameChg>
      </pc:sldChg>
      <pc:sldChg chg="addSp delSp modSp new add del mod">
        <pc:chgData name="Arun Sunar" userId="3fa9774ca67c7ab5" providerId="LiveId" clId="{0F11B4E3-E29C-4063-AB66-0DE017FF462B}" dt="2024-05-31T03:46:45.109" v="339" actId="2696"/>
        <pc:sldMkLst>
          <pc:docMk/>
          <pc:sldMk cId="648265443" sldId="269"/>
        </pc:sldMkLst>
        <pc:spChg chg="del">
          <ac:chgData name="Arun Sunar" userId="3fa9774ca67c7ab5" providerId="LiveId" clId="{0F11B4E3-E29C-4063-AB66-0DE017FF462B}" dt="2024-05-31T03:45:34.269" v="323" actId="478"/>
          <ac:spMkLst>
            <pc:docMk/>
            <pc:sldMk cId="648265443" sldId="269"/>
            <ac:spMk id="2" creationId="{F32C31FB-BD30-5031-A888-301117211A3E}"/>
          </ac:spMkLst>
        </pc:spChg>
        <pc:spChg chg="del">
          <ac:chgData name="Arun Sunar" userId="3fa9774ca67c7ab5" providerId="LiveId" clId="{0F11B4E3-E29C-4063-AB66-0DE017FF462B}" dt="2024-05-31T03:45:36.399" v="324" actId="478"/>
          <ac:spMkLst>
            <pc:docMk/>
            <pc:sldMk cId="648265443" sldId="269"/>
            <ac:spMk id="3" creationId="{0C174E24-417D-B8A2-1238-51DF4F3603F0}"/>
          </ac:spMkLst>
        </pc:spChg>
        <pc:spChg chg="add mod">
          <ac:chgData name="Arun Sunar" userId="3fa9774ca67c7ab5" providerId="LiveId" clId="{0F11B4E3-E29C-4063-AB66-0DE017FF462B}" dt="2024-05-31T03:46:06.090" v="333" actId="20577"/>
          <ac:spMkLst>
            <pc:docMk/>
            <pc:sldMk cId="648265443" sldId="269"/>
            <ac:spMk id="5" creationId="{B75C073E-99D7-E8F9-9644-9D18A24FAFD8}"/>
          </ac:spMkLst>
        </pc:spChg>
        <pc:picChg chg="add mod">
          <ac:chgData name="Arun Sunar" userId="3fa9774ca67c7ab5" providerId="LiveId" clId="{0F11B4E3-E29C-4063-AB66-0DE017FF462B}" dt="2024-05-31T03:46:19.324" v="337" actId="1076"/>
          <ac:picMkLst>
            <pc:docMk/>
            <pc:sldMk cId="648265443" sldId="269"/>
            <ac:picMk id="6" creationId="{BDE9A7E2-10C6-8D41-CB66-65D9358E474E}"/>
          </ac:picMkLst>
        </pc:picChg>
        <pc:picChg chg="add">
          <ac:chgData name="Arun Sunar" userId="3fa9774ca67c7ab5" providerId="LiveId" clId="{0F11B4E3-E29C-4063-AB66-0DE017FF462B}" dt="2024-05-31T03:46:13.164" v="334"/>
          <ac:picMkLst>
            <pc:docMk/>
            <pc:sldMk cId="648265443" sldId="269"/>
            <ac:picMk id="6146" creationId="{68B7BAF9-CD26-E6A9-F070-D7D34C6AE4DD}"/>
          </ac:picMkLst>
        </pc:picChg>
      </pc:sldChg>
      <pc:sldChg chg="addSp delSp modSp new mod">
        <pc:chgData name="Arun Sunar" userId="3fa9774ca67c7ab5" providerId="LiveId" clId="{0F11B4E3-E29C-4063-AB66-0DE017FF462B}" dt="2024-05-31T03:48:19.592" v="351" actId="255"/>
        <pc:sldMkLst>
          <pc:docMk/>
          <pc:sldMk cId="861225004" sldId="270"/>
        </pc:sldMkLst>
        <pc:spChg chg="del">
          <ac:chgData name="Arun Sunar" userId="3fa9774ca67c7ab5" providerId="LiveId" clId="{0F11B4E3-E29C-4063-AB66-0DE017FF462B}" dt="2024-05-31T03:46:52.933" v="341" actId="478"/>
          <ac:spMkLst>
            <pc:docMk/>
            <pc:sldMk cId="861225004" sldId="270"/>
            <ac:spMk id="2" creationId="{27C04CB3-B6D6-DA46-CBCF-79F631AF8EE4}"/>
          </ac:spMkLst>
        </pc:spChg>
        <pc:spChg chg="del">
          <ac:chgData name="Arun Sunar" userId="3fa9774ca67c7ab5" providerId="LiveId" clId="{0F11B4E3-E29C-4063-AB66-0DE017FF462B}" dt="2024-05-31T03:46:52.933" v="341" actId="478"/>
          <ac:spMkLst>
            <pc:docMk/>
            <pc:sldMk cId="861225004" sldId="270"/>
            <ac:spMk id="3" creationId="{F985D6C6-1E1E-E96C-115F-C5F42EBC048F}"/>
          </ac:spMkLst>
        </pc:spChg>
        <pc:spChg chg="add mod">
          <ac:chgData name="Arun Sunar" userId="3fa9774ca67c7ab5" providerId="LiveId" clId="{0F11B4E3-E29C-4063-AB66-0DE017FF462B}" dt="2024-05-31T03:46:57.007" v="343"/>
          <ac:spMkLst>
            <pc:docMk/>
            <pc:sldMk cId="861225004" sldId="270"/>
            <ac:spMk id="5" creationId="{AB38609D-8D1B-C629-39EB-13E81DD3E50C}"/>
          </ac:spMkLst>
        </pc:spChg>
        <pc:graphicFrameChg chg="add mod">
          <ac:chgData name="Arun Sunar" userId="3fa9774ca67c7ab5" providerId="LiveId" clId="{0F11B4E3-E29C-4063-AB66-0DE017FF462B}" dt="2024-05-31T03:46:54.455" v="342"/>
          <ac:graphicFrameMkLst>
            <pc:docMk/>
            <pc:sldMk cId="861225004" sldId="270"/>
            <ac:graphicFrameMk id="4" creationId="{23A5FC7E-86F7-19F7-4FF5-98CCDEB175DF}"/>
          </ac:graphicFrameMkLst>
        </pc:graphicFrameChg>
        <pc:graphicFrameChg chg="add mod modGraphic">
          <ac:chgData name="Arun Sunar" userId="3fa9774ca67c7ab5" providerId="LiveId" clId="{0F11B4E3-E29C-4063-AB66-0DE017FF462B}" dt="2024-05-31T03:48:19.592" v="351" actId="255"/>
          <ac:graphicFrameMkLst>
            <pc:docMk/>
            <pc:sldMk cId="861225004" sldId="270"/>
            <ac:graphicFrameMk id="6" creationId="{301FF0CA-AD50-3CA0-1027-E5EB570C5EC5}"/>
          </ac:graphicFrameMkLst>
        </pc:graphicFrameChg>
      </pc:sldChg>
      <pc:sldChg chg="new del">
        <pc:chgData name="Arun Sunar" userId="3fa9774ca67c7ab5" providerId="LiveId" clId="{0F11B4E3-E29C-4063-AB66-0DE017FF462B}" dt="2024-05-31T03:49:11.585" v="353" actId="680"/>
        <pc:sldMkLst>
          <pc:docMk/>
          <pc:sldMk cId="3039360832" sldId="271"/>
        </pc:sldMkLst>
      </pc:sldChg>
      <pc:sldChg chg="addSp delSp modSp add mod">
        <pc:chgData name="Arun Sunar" userId="3fa9774ca67c7ab5" providerId="LiveId" clId="{0F11B4E3-E29C-4063-AB66-0DE017FF462B}" dt="2024-05-31T03:50:04.979" v="363"/>
        <pc:sldMkLst>
          <pc:docMk/>
          <pc:sldMk cId="4064815340" sldId="271"/>
        </pc:sldMkLst>
        <pc:graphicFrameChg chg="add mod modGraphic">
          <ac:chgData name="Arun Sunar" userId="3fa9774ca67c7ab5" providerId="LiveId" clId="{0F11B4E3-E29C-4063-AB66-0DE017FF462B}" dt="2024-05-31T03:50:04.979" v="363"/>
          <ac:graphicFrameMkLst>
            <pc:docMk/>
            <pc:sldMk cId="4064815340" sldId="271"/>
            <ac:graphicFrameMk id="2" creationId="{5A321326-D267-B76A-05D6-32CDFE65E688}"/>
          </ac:graphicFrameMkLst>
        </pc:graphicFrameChg>
        <pc:graphicFrameChg chg="del modGraphic">
          <ac:chgData name="Arun Sunar" userId="3fa9774ca67c7ab5" providerId="LiveId" clId="{0F11B4E3-E29C-4063-AB66-0DE017FF462B}" dt="2024-05-31T03:49:22.414" v="356" actId="478"/>
          <ac:graphicFrameMkLst>
            <pc:docMk/>
            <pc:sldMk cId="4064815340" sldId="271"/>
            <ac:graphicFrameMk id="11" creationId="{0D9CCE6E-3C77-9269-FACB-E5E43626CD80}"/>
          </ac:graphicFrameMkLst>
        </pc:graphicFrameChg>
      </pc:sldChg>
      <pc:sldChg chg="addSp delSp modSp add mod">
        <pc:chgData name="Arun Sunar" userId="3fa9774ca67c7ab5" providerId="LiveId" clId="{0F11B4E3-E29C-4063-AB66-0DE017FF462B}" dt="2024-06-03T15:24:11.235" v="906" actId="403"/>
        <pc:sldMkLst>
          <pc:docMk/>
          <pc:sldMk cId="2338464645" sldId="272"/>
        </pc:sldMkLst>
        <pc:spChg chg="add mod">
          <ac:chgData name="Arun Sunar" userId="3fa9774ca67c7ab5" providerId="LiveId" clId="{0F11B4E3-E29C-4063-AB66-0DE017FF462B}" dt="2024-06-03T15:24:11.235" v="906" actId="403"/>
          <ac:spMkLst>
            <pc:docMk/>
            <pc:sldMk cId="2338464645" sldId="272"/>
            <ac:spMk id="4" creationId="{13442CDF-E50C-1500-2164-3E32754CED77}"/>
          </ac:spMkLst>
        </pc:spChg>
        <pc:graphicFrameChg chg="del">
          <ac:chgData name="Arun Sunar" userId="3fa9774ca67c7ab5" providerId="LiveId" clId="{0F11B4E3-E29C-4063-AB66-0DE017FF462B}" dt="2024-05-31T03:51:11.830" v="365" actId="478"/>
          <ac:graphicFrameMkLst>
            <pc:docMk/>
            <pc:sldMk cId="2338464645" sldId="272"/>
            <ac:graphicFrameMk id="2" creationId="{5A321326-D267-B76A-05D6-32CDFE65E688}"/>
          </ac:graphicFrameMkLst>
        </pc:graphicFrameChg>
      </pc:sldChg>
      <pc:sldChg chg="addSp delSp modSp add mod">
        <pc:chgData name="Arun Sunar" userId="3fa9774ca67c7ab5" providerId="LiveId" clId="{0F11B4E3-E29C-4063-AB66-0DE017FF462B}" dt="2024-05-31T03:55:30.230" v="428" actId="1076"/>
        <pc:sldMkLst>
          <pc:docMk/>
          <pc:sldMk cId="3752753840" sldId="273"/>
        </pc:sldMkLst>
        <pc:spChg chg="add mod">
          <ac:chgData name="Arun Sunar" userId="3fa9774ca67c7ab5" providerId="LiveId" clId="{0F11B4E3-E29C-4063-AB66-0DE017FF462B}" dt="2024-05-31T03:54:22.652" v="403" actId="21"/>
          <ac:spMkLst>
            <pc:docMk/>
            <pc:sldMk cId="3752753840" sldId="273"/>
            <ac:spMk id="4" creationId="{E2C5AE09-D525-6519-EE44-D667F7F48D78}"/>
          </ac:spMkLst>
        </pc:spChg>
        <pc:graphicFrameChg chg="del">
          <ac:chgData name="Arun Sunar" userId="3fa9774ca67c7ab5" providerId="LiveId" clId="{0F11B4E3-E29C-4063-AB66-0DE017FF462B}" dt="2024-05-31T03:52:50.435" v="378" actId="478"/>
          <ac:graphicFrameMkLst>
            <pc:docMk/>
            <pc:sldMk cId="3752753840" sldId="273"/>
            <ac:graphicFrameMk id="2" creationId="{5A321326-D267-B76A-05D6-32CDFE65E688}"/>
          </ac:graphicFrameMkLst>
        </pc:graphicFrameChg>
        <pc:picChg chg="add mod">
          <ac:chgData name="Arun Sunar" userId="3fa9774ca67c7ab5" providerId="LiveId" clId="{0F11B4E3-E29C-4063-AB66-0DE017FF462B}" dt="2024-05-31T03:55:30.230" v="428" actId="1076"/>
          <ac:picMkLst>
            <pc:docMk/>
            <pc:sldMk cId="3752753840" sldId="273"/>
            <ac:picMk id="5" creationId="{E291DE25-B804-DC8E-766D-B4A9F6105DBC}"/>
          </ac:picMkLst>
        </pc:picChg>
        <pc:picChg chg="add">
          <ac:chgData name="Arun Sunar" userId="3fa9774ca67c7ab5" providerId="LiveId" clId="{0F11B4E3-E29C-4063-AB66-0DE017FF462B}" dt="2024-05-31T03:53:32.231" v="389"/>
          <ac:picMkLst>
            <pc:docMk/>
            <pc:sldMk cId="3752753840" sldId="273"/>
            <ac:picMk id="9218" creationId="{925653F8-FFE2-C63A-87F0-C245581C0203}"/>
          </ac:picMkLst>
        </pc:picChg>
        <pc:picChg chg="add">
          <ac:chgData name="Arun Sunar" userId="3fa9774ca67c7ab5" providerId="LiveId" clId="{0F11B4E3-E29C-4063-AB66-0DE017FF462B}" dt="2024-05-31T03:55:26.788" v="426"/>
          <ac:picMkLst>
            <pc:docMk/>
            <pc:sldMk cId="3752753840" sldId="273"/>
            <ac:picMk id="9220" creationId="{760AEBD5-97CB-2827-C691-9AE2A308172E}"/>
          </ac:picMkLst>
        </pc:picChg>
      </pc:sldChg>
      <pc:sldChg chg="addSp delSp modSp add mod ord">
        <pc:chgData name="Arun Sunar" userId="3fa9774ca67c7ab5" providerId="LiveId" clId="{0F11B4E3-E29C-4063-AB66-0DE017FF462B}" dt="2024-05-31T03:55:17.091" v="425" actId="14100"/>
        <pc:sldMkLst>
          <pc:docMk/>
          <pc:sldMk cId="2940690121" sldId="274"/>
        </pc:sldMkLst>
        <pc:spChg chg="add">
          <ac:chgData name="Arun Sunar" userId="3fa9774ca67c7ab5" providerId="LiveId" clId="{0F11B4E3-E29C-4063-AB66-0DE017FF462B}" dt="2024-05-31T03:54:10.299" v="398"/>
          <ac:spMkLst>
            <pc:docMk/>
            <pc:sldMk cId="2940690121" sldId="274"/>
            <ac:spMk id="3" creationId="{8E648527-A9F5-627D-89D6-C38B3918DE47}"/>
          </ac:spMkLst>
        </pc:spChg>
        <pc:spChg chg="add mod">
          <ac:chgData name="Arun Sunar" userId="3fa9774ca67c7ab5" providerId="LiveId" clId="{0F11B4E3-E29C-4063-AB66-0DE017FF462B}" dt="2024-05-31T03:55:17.091" v="425" actId="14100"/>
          <ac:spMkLst>
            <pc:docMk/>
            <pc:sldMk cId="2940690121" sldId="274"/>
            <ac:spMk id="5" creationId="{8F42D68F-8F66-6FB8-F129-8B789747B574}"/>
          </ac:spMkLst>
        </pc:spChg>
        <pc:spChg chg="add del">
          <ac:chgData name="Arun Sunar" userId="3fa9774ca67c7ab5" providerId="LiveId" clId="{0F11B4E3-E29C-4063-AB66-0DE017FF462B}" dt="2024-05-31T03:54:30.814" v="405" actId="22"/>
          <ac:spMkLst>
            <pc:docMk/>
            <pc:sldMk cId="2940690121" sldId="274"/>
            <ac:spMk id="7" creationId="{0FFF45D6-BE84-14AD-E1EE-FB1160CF43DA}"/>
          </ac:spMkLst>
        </pc:spChg>
        <pc:spChg chg="add mod">
          <ac:chgData name="Arun Sunar" userId="3fa9774ca67c7ab5" providerId="LiveId" clId="{0F11B4E3-E29C-4063-AB66-0DE017FF462B}" dt="2024-05-31T03:54:33.955" v="407" actId="1076"/>
          <ac:spMkLst>
            <pc:docMk/>
            <pc:sldMk cId="2940690121" sldId="274"/>
            <ac:spMk id="9" creationId="{656A2326-5892-11E3-8998-CBEE2B1474AA}"/>
          </ac:spMkLst>
        </pc:spChg>
        <pc:graphicFrameChg chg="del">
          <ac:chgData name="Arun Sunar" userId="3fa9774ca67c7ab5" providerId="LiveId" clId="{0F11B4E3-E29C-4063-AB66-0DE017FF462B}" dt="2024-05-31T03:53:46.705" v="393" actId="478"/>
          <ac:graphicFrameMkLst>
            <pc:docMk/>
            <pc:sldMk cId="2940690121" sldId="274"/>
            <ac:graphicFrameMk id="2" creationId="{5A321326-D267-B76A-05D6-32CDFE65E688}"/>
          </ac:graphicFrameMkLst>
        </pc:graphicFrameChg>
        <pc:picChg chg="add mod">
          <ac:chgData name="Arun Sunar" userId="3fa9774ca67c7ab5" providerId="LiveId" clId="{0F11B4E3-E29C-4063-AB66-0DE017FF462B}" dt="2024-05-31T03:54:38.512" v="409" actId="14100"/>
          <ac:picMkLst>
            <pc:docMk/>
            <pc:sldMk cId="2940690121" sldId="274"/>
            <ac:picMk id="10242" creationId="{9ABDA49C-03A4-0903-59C3-61F4FFC01888}"/>
          </ac:picMkLst>
        </pc:picChg>
        <pc:picChg chg="add mod">
          <ac:chgData name="Arun Sunar" userId="3fa9774ca67c7ab5" providerId="LiveId" clId="{0F11B4E3-E29C-4063-AB66-0DE017FF462B}" dt="2024-05-31T03:55:03.113" v="414" actId="1076"/>
          <ac:picMkLst>
            <pc:docMk/>
            <pc:sldMk cId="2940690121" sldId="274"/>
            <ac:picMk id="10245" creationId="{03E9E65C-9F5E-9A5E-117A-954878686017}"/>
          </ac:picMkLst>
        </pc:picChg>
      </pc:sldChg>
      <pc:sldChg chg="addSp delSp modSp add mod ord">
        <pc:chgData name="Arun Sunar" userId="3fa9774ca67c7ab5" providerId="LiveId" clId="{0F11B4E3-E29C-4063-AB66-0DE017FF462B}" dt="2024-05-31T03:56:25.378" v="437" actId="255"/>
        <pc:sldMkLst>
          <pc:docMk/>
          <pc:sldMk cId="2114608163" sldId="275"/>
        </pc:sldMkLst>
        <pc:graphicFrameChg chg="del">
          <ac:chgData name="Arun Sunar" userId="3fa9774ca67c7ab5" providerId="LiveId" clId="{0F11B4E3-E29C-4063-AB66-0DE017FF462B}" dt="2024-05-31T03:56:04.620" v="432" actId="478"/>
          <ac:graphicFrameMkLst>
            <pc:docMk/>
            <pc:sldMk cId="2114608163" sldId="275"/>
            <ac:graphicFrameMk id="2" creationId="{5A321326-D267-B76A-05D6-32CDFE65E688}"/>
          </ac:graphicFrameMkLst>
        </pc:graphicFrameChg>
        <pc:graphicFrameChg chg="add mod modGraphic">
          <ac:chgData name="Arun Sunar" userId="3fa9774ca67c7ab5" providerId="LiveId" clId="{0F11B4E3-E29C-4063-AB66-0DE017FF462B}" dt="2024-05-31T03:56:25.378" v="437" actId="255"/>
          <ac:graphicFrameMkLst>
            <pc:docMk/>
            <pc:sldMk cId="2114608163" sldId="275"/>
            <ac:graphicFrameMk id="3" creationId="{57435ED2-F18F-BCE5-4EA3-0BAD63CB5B81}"/>
          </ac:graphicFrameMkLst>
        </pc:graphicFrameChg>
      </pc:sldChg>
      <pc:sldChg chg="addSp delSp modSp new mod">
        <pc:chgData name="Arun Sunar" userId="3fa9774ca67c7ab5" providerId="LiveId" clId="{0F11B4E3-E29C-4063-AB66-0DE017FF462B}" dt="2024-05-31T03:57:53.792" v="454" actId="113"/>
        <pc:sldMkLst>
          <pc:docMk/>
          <pc:sldMk cId="3990985753" sldId="276"/>
        </pc:sldMkLst>
        <pc:spChg chg="del">
          <ac:chgData name="Arun Sunar" userId="3fa9774ca67c7ab5" providerId="LiveId" clId="{0F11B4E3-E29C-4063-AB66-0DE017FF462B}" dt="2024-05-31T03:56:53.769" v="439" actId="478"/>
          <ac:spMkLst>
            <pc:docMk/>
            <pc:sldMk cId="3990985753" sldId="276"/>
            <ac:spMk id="2" creationId="{6999B7D1-D442-25F6-7381-99270449A224}"/>
          </ac:spMkLst>
        </pc:spChg>
        <pc:spChg chg="del">
          <ac:chgData name="Arun Sunar" userId="3fa9774ca67c7ab5" providerId="LiveId" clId="{0F11B4E3-E29C-4063-AB66-0DE017FF462B}" dt="2024-05-31T03:56:53.769" v="439" actId="478"/>
          <ac:spMkLst>
            <pc:docMk/>
            <pc:sldMk cId="3990985753" sldId="276"/>
            <ac:spMk id="3" creationId="{49D6DDF9-9D40-791B-1038-05F85987499D}"/>
          </ac:spMkLst>
        </pc:spChg>
        <pc:spChg chg="add mod">
          <ac:chgData name="Arun Sunar" userId="3fa9774ca67c7ab5" providerId="LiveId" clId="{0F11B4E3-E29C-4063-AB66-0DE017FF462B}" dt="2024-05-31T03:57:53.792" v="454" actId="113"/>
          <ac:spMkLst>
            <pc:docMk/>
            <pc:sldMk cId="3990985753" sldId="276"/>
            <ac:spMk id="5" creationId="{8BFFEE52-E79E-FDE0-D874-54D929C110CB}"/>
          </ac:spMkLst>
        </pc:spChg>
        <pc:spChg chg="add">
          <ac:chgData name="Arun Sunar" userId="3fa9774ca67c7ab5" providerId="LiveId" clId="{0F11B4E3-E29C-4063-AB66-0DE017FF462B}" dt="2024-05-31T03:57:13.555" v="447"/>
          <ac:spMkLst>
            <pc:docMk/>
            <pc:sldMk cId="3990985753" sldId="276"/>
            <ac:spMk id="6" creationId="{488D191F-CBE6-9EA8-F64A-81E7F9C2973F}"/>
          </ac:spMkLst>
        </pc:spChg>
      </pc:sldChg>
      <pc:sldChg chg="addSp delSp modSp new mod">
        <pc:chgData name="Arun Sunar" userId="3fa9774ca67c7ab5" providerId="LiveId" clId="{0F11B4E3-E29C-4063-AB66-0DE017FF462B}" dt="2024-05-31T04:03:33.309" v="469" actId="113"/>
        <pc:sldMkLst>
          <pc:docMk/>
          <pc:sldMk cId="4168211255" sldId="277"/>
        </pc:sldMkLst>
        <pc:spChg chg="del">
          <ac:chgData name="Arun Sunar" userId="3fa9774ca67c7ab5" providerId="LiveId" clId="{0F11B4E3-E29C-4063-AB66-0DE017FF462B}" dt="2024-05-31T03:59:48.581" v="456" actId="478"/>
          <ac:spMkLst>
            <pc:docMk/>
            <pc:sldMk cId="4168211255" sldId="277"/>
            <ac:spMk id="2" creationId="{C72E5AFE-4B8D-FA14-93DD-038AA9BA16CA}"/>
          </ac:spMkLst>
        </pc:spChg>
        <pc:spChg chg="del">
          <ac:chgData name="Arun Sunar" userId="3fa9774ca67c7ab5" providerId="LiveId" clId="{0F11B4E3-E29C-4063-AB66-0DE017FF462B}" dt="2024-05-31T03:59:50.996" v="457" actId="478"/>
          <ac:spMkLst>
            <pc:docMk/>
            <pc:sldMk cId="4168211255" sldId="277"/>
            <ac:spMk id="3" creationId="{6111DC92-3CC4-F0BC-F548-DAA9D771347E}"/>
          </ac:spMkLst>
        </pc:spChg>
        <pc:spChg chg="add mod">
          <ac:chgData name="Arun Sunar" userId="3fa9774ca67c7ab5" providerId="LiveId" clId="{0F11B4E3-E29C-4063-AB66-0DE017FF462B}" dt="2024-05-31T04:00:28.242" v="465" actId="20577"/>
          <ac:spMkLst>
            <pc:docMk/>
            <pc:sldMk cId="4168211255" sldId="277"/>
            <ac:spMk id="5" creationId="{90EE35F6-6801-325D-F0E0-74A859613FE2}"/>
          </ac:spMkLst>
        </pc:spChg>
        <pc:graphicFrameChg chg="add mod modGraphic">
          <ac:chgData name="Arun Sunar" userId="3fa9774ca67c7ab5" providerId="LiveId" clId="{0F11B4E3-E29C-4063-AB66-0DE017FF462B}" dt="2024-05-31T04:03:33.309" v="469" actId="113"/>
          <ac:graphicFrameMkLst>
            <pc:docMk/>
            <pc:sldMk cId="4168211255" sldId="277"/>
            <ac:graphicFrameMk id="6" creationId="{DF336BDD-8543-1021-A856-7F578778BB2E}"/>
          </ac:graphicFrameMkLst>
        </pc:graphicFrameChg>
      </pc:sldChg>
      <pc:sldChg chg="addSp delSp modSp new mod">
        <pc:chgData name="Arun Sunar" userId="3fa9774ca67c7ab5" providerId="LiveId" clId="{0F11B4E3-E29C-4063-AB66-0DE017FF462B}" dt="2024-06-03T15:01:15.013" v="895" actId="1076"/>
        <pc:sldMkLst>
          <pc:docMk/>
          <pc:sldMk cId="569662216" sldId="278"/>
        </pc:sldMkLst>
        <pc:spChg chg="del">
          <ac:chgData name="Arun Sunar" userId="3fa9774ca67c7ab5" providerId="LiveId" clId="{0F11B4E3-E29C-4063-AB66-0DE017FF462B}" dt="2024-05-31T12:43:49.731" v="478" actId="478"/>
          <ac:spMkLst>
            <pc:docMk/>
            <pc:sldMk cId="569662216" sldId="278"/>
            <ac:spMk id="2" creationId="{35F79191-50DF-2B40-D348-6523D274D9FB}"/>
          </ac:spMkLst>
        </pc:spChg>
        <pc:spChg chg="del">
          <ac:chgData name="Arun Sunar" userId="3fa9774ca67c7ab5" providerId="LiveId" clId="{0F11B4E3-E29C-4063-AB66-0DE017FF462B}" dt="2024-05-31T12:43:51.240" v="479" actId="478"/>
          <ac:spMkLst>
            <pc:docMk/>
            <pc:sldMk cId="569662216" sldId="278"/>
            <ac:spMk id="3" creationId="{0BEA4BC1-6EDC-119B-1BD6-9FBC5A55BEC5}"/>
          </ac:spMkLst>
        </pc:spChg>
        <pc:spChg chg="add mod">
          <ac:chgData name="Arun Sunar" userId="3fa9774ca67c7ab5" providerId="LiveId" clId="{0F11B4E3-E29C-4063-AB66-0DE017FF462B}" dt="2024-05-31T14:35:20.082" v="568" actId="313"/>
          <ac:spMkLst>
            <pc:docMk/>
            <pc:sldMk cId="569662216" sldId="278"/>
            <ac:spMk id="5" creationId="{BF02CF0A-5FCC-D7BE-ABD3-9FE4F5E964AE}"/>
          </ac:spMkLst>
        </pc:spChg>
        <pc:picChg chg="add mod">
          <ac:chgData name="Arun Sunar" userId="3fa9774ca67c7ab5" providerId="LiveId" clId="{0F11B4E3-E29C-4063-AB66-0DE017FF462B}" dt="2024-06-03T15:01:15.013" v="895" actId="1076"/>
          <ac:picMkLst>
            <pc:docMk/>
            <pc:sldMk cId="569662216" sldId="278"/>
            <ac:picMk id="6" creationId="{69910DFF-615F-1246-0F92-A03E12079C0A}"/>
          </ac:picMkLst>
        </pc:picChg>
        <pc:picChg chg="add">
          <ac:chgData name="Arun Sunar" userId="3fa9774ca67c7ab5" providerId="LiveId" clId="{0F11B4E3-E29C-4063-AB66-0DE017FF462B}" dt="2024-05-31T12:54:28.132" v="494"/>
          <ac:picMkLst>
            <pc:docMk/>
            <pc:sldMk cId="569662216" sldId="278"/>
            <ac:picMk id="1026" creationId="{D77A8C27-B939-BB67-E405-B17DFBD19EAC}"/>
          </ac:picMkLst>
        </pc:picChg>
      </pc:sldChg>
      <pc:sldChg chg="addSp delSp modSp add mod">
        <pc:chgData name="Arun Sunar" userId="3fa9774ca67c7ab5" providerId="LiveId" clId="{0F11B4E3-E29C-4063-AB66-0DE017FF462B}" dt="2024-05-31T12:58:45.710" v="503"/>
        <pc:sldMkLst>
          <pc:docMk/>
          <pc:sldMk cId="3739825622" sldId="279"/>
        </pc:sldMkLst>
        <pc:spChg chg="mod">
          <ac:chgData name="Arun Sunar" userId="3fa9774ca67c7ab5" providerId="LiveId" clId="{0F11B4E3-E29C-4063-AB66-0DE017FF462B}" dt="2024-05-31T12:58:28.974" v="500"/>
          <ac:spMkLst>
            <pc:docMk/>
            <pc:sldMk cId="3739825622" sldId="279"/>
            <ac:spMk id="5" creationId="{BF02CF0A-5FCC-D7BE-ABD3-9FE4F5E964AE}"/>
          </ac:spMkLst>
        </pc:spChg>
        <pc:picChg chg="add">
          <ac:chgData name="Arun Sunar" userId="3fa9774ca67c7ab5" providerId="LiveId" clId="{0F11B4E3-E29C-4063-AB66-0DE017FF462B}" dt="2024-05-31T12:58:45.710" v="503"/>
          <ac:picMkLst>
            <pc:docMk/>
            <pc:sldMk cId="3739825622" sldId="279"/>
            <ac:picMk id="2" creationId="{793DE99D-DA61-A618-C9EA-EB7BF6E1C970}"/>
          </ac:picMkLst>
        </pc:picChg>
        <pc:picChg chg="del">
          <ac:chgData name="Arun Sunar" userId="3fa9774ca67c7ab5" providerId="LiveId" clId="{0F11B4E3-E29C-4063-AB66-0DE017FF462B}" dt="2024-05-31T12:58:31.973" v="501" actId="478"/>
          <ac:picMkLst>
            <pc:docMk/>
            <pc:sldMk cId="3739825622" sldId="279"/>
            <ac:picMk id="6" creationId="{69910DFF-615F-1246-0F92-A03E12079C0A}"/>
          </ac:picMkLst>
        </pc:picChg>
        <pc:picChg chg="add">
          <ac:chgData name="Arun Sunar" userId="3fa9774ca67c7ab5" providerId="LiveId" clId="{0F11B4E3-E29C-4063-AB66-0DE017FF462B}" dt="2024-05-31T12:58:43.901" v="502"/>
          <ac:picMkLst>
            <pc:docMk/>
            <pc:sldMk cId="3739825622" sldId="279"/>
            <ac:picMk id="2050" creationId="{3FF1729C-9320-9116-62B5-E7CD1AA8278F}"/>
          </ac:picMkLst>
        </pc:picChg>
      </pc:sldChg>
      <pc:sldChg chg="addSp delSp modSp new mod">
        <pc:chgData name="Arun Sunar" userId="3fa9774ca67c7ab5" providerId="LiveId" clId="{0F11B4E3-E29C-4063-AB66-0DE017FF462B}" dt="2024-05-31T14:47:22.832" v="578"/>
        <pc:sldMkLst>
          <pc:docMk/>
          <pc:sldMk cId="340668849" sldId="280"/>
        </pc:sldMkLst>
        <pc:spChg chg="del">
          <ac:chgData name="Arun Sunar" userId="3fa9774ca67c7ab5" providerId="LiveId" clId="{0F11B4E3-E29C-4063-AB66-0DE017FF462B}" dt="2024-05-31T14:23:48.688" v="505" actId="478"/>
          <ac:spMkLst>
            <pc:docMk/>
            <pc:sldMk cId="340668849" sldId="280"/>
            <ac:spMk id="2" creationId="{784375E6-03E0-390D-11D2-BBDB0A2C6285}"/>
          </ac:spMkLst>
        </pc:spChg>
        <pc:spChg chg="del">
          <ac:chgData name="Arun Sunar" userId="3fa9774ca67c7ab5" providerId="LiveId" clId="{0F11B4E3-E29C-4063-AB66-0DE017FF462B}" dt="2024-05-31T14:23:50.238" v="506" actId="478"/>
          <ac:spMkLst>
            <pc:docMk/>
            <pc:sldMk cId="340668849" sldId="280"/>
            <ac:spMk id="3" creationId="{8D40B5F9-0F65-63F9-DD03-909B7E98694E}"/>
          </ac:spMkLst>
        </pc:spChg>
        <pc:spChg chg="add mod">
          <ac:chgData name="Arun Sunar" userId="3fa9774ca67c7ab5" providerId="LiveId" clId="{0F11B4E3-E29C-4063-AB66-0DE017FF462B}" dt="2024-05-31T14:47:22.832" v="578"/>
          <ac:spMkLst>
            <pc:docMk/>
            <pc:sldMk cId="340668849" sldId="280"/>
            <ac:spMk id="5" creationId="{FBDD5FC0-2512-77D2-2FEE-A8340EE170B6}"/>
          </ac:spMkLst>
        </pc:spChg>
      </pc:sldChg>
      <pc:sldChg chg="modSp add del mod">
        <pc:chgData name="Arun Sunar" userId="3fa9774ca67c7ab5" providerId="LiveId" clId="{0F11B4E3-E29C-4063-AB66-0DE017FF462B}" dt="2024-05-31T14:34:17.757" v="535" actId="2890"/>
        <pc:sldMkLst>
          <pc:docMk/>
          <pc:sldMk cId="138421994" sldId="281"/>
        </pc:sldMkLst>
        <pc:spChg chg="mod">
          <ac:chgData name="Arun Sunar" userId="3fa9774ca67c7ab5" providerId="LiveId" clId="{0F11B4E3-E29C-4063-AB66-0DE017FF462B}" dt="2024-05-31T14:34:16.039" v="534"/>
          <ac:spMkLst>
            <pc:docMk/>
            <pc:sldMk cId="138421994" sldId="281"/>
            <ac:spMk id="5" creationId="{BF02CF0A-5FCC-D7BE-ABD3-9FE4F5E964AE}"/>
          </ac:spMkLst>
        </pc:spChg>
      </pc:sldChg>
      <pc:sldChg chg="delSp modSp add mod">
        <pc:chgData name="Arun Sunar" userId="3fa9774ca67c7ab5" providerId="LiveId" clId="{0F11B4E3-E29C-4063-AB66-0DE017FF462B}" dt="2024-05-31T14:36:03.024" v="576" actId="255"/>
        <pc:sldMkLst>
          <pc:docMk/>
          <pc:sldMk cId="4186011748" sldId="281"/>
        </pc:sldMkLst>
        <pc:spChg chg="mod">
          <ac:chgData name="Arun Sunar" userId="3fa9774ca67c7ab5" providerId="LiveId" clId="{0F11B4E3-E29C-4063-AB66-0DE017FF462B}" dt="2024-05-31T14:36:03.024" v="576" actId="255"/>
          <ac:spMkLst>
            <pc:docMk/>
            <pc:sldMk cId="4186011748" sldId="281"/>
            <ac:spMk id="5" creationId="{BF02CF0A-5FCC-D7BE-ABD3-9FE4F5E964AE}"/>
          </ac:spMkLst>
        </pc:spChg>
        <pc:picChg chg="del">
          <ac:chgData name="Arun Sunar" userId="3fa9774ca67c7ab5" providerId="LiveId" clId="{0F11B4E3-E29C-4063-AB66-0DE017FF462B}" dt="2024-05-31T14:35:56.723" v="575" actId="478"/>
          <ac:picMkLst>
            <pc:docMk/>
            <pc:sldMk cId="4186011748" sldId="281"/>
            <ac:picMk id="6" creationId="{69910DFF-615F-1246-0F92-A03E12079C0A}"/>
          </ac:picMkLst>
        </pc:picChg>
      </pc:sldChg>
      <pc:sldChg chg="addSp modSp add mod">
        <pc:chgData name="Arun Sunar" userId="3fa9774ca67c7ab5" providerId="LiveId" clId="{0F11B4E3-E29C-4063-AB66-0DE017FF462B}" dt="2024-05-31T14:48:16.024" v="586" actId="1076"/>
        <pc:sldMkLst>
          <pc:docMk/>
          <pc:sldMk cId="2296897983" sldId="282"/>
        </pc:sldMkLst>
        <pc:spChg chg="add">
          <ac:chgData name="Arun Sunar" userId="3fa9774ca67c7ab5" providerId="LiveId" clId="{0F11B4E3-E29C-4063-AB66-0DE017FF462B}" dt="2024-05-31T14:48:09.019" v="583"/>
          <ac:spMkLst>
            <pc:docMk/>
            <pc:sldMk cId="2296897983" sldId="282"/>
            <ac:spMk id="2" creationId="{4F845173-69DF-0B25-04A7-EBE993B31461}"/>
          </ac:spMkLst>
        </pc:spChg>
        <pc:spChg chg="mod">
          <ac:chgData name="Arun Sunar" userId="3fa9774ca67c7ab5" providerId="LiveId" clId="{0F11B4E3-E29C-4063-AB66-0DE017FF462B}" dt="2024-05-31T14:47:47.716" v="582"/>
          <ac:spMkLst>
            <pc:docMk/>
            <pc:sldMk cId="2296897983" sldId="282"/>
            <ac:spMk id="5" creationId="{FBDD5FC0-2512-77D2-2FEE-A8340EE170B6}"/>
          </ac:spMkLst>
        </pc:spChg>
        <pc:picChg chg="add mod">
          <ac:chgData name="Arun Sunar" userId="3fa9774ca67c7ab5" providerId="LiveId" clId="{0F11B4E3-E29C-4063-AB66-0DE017FF462B}" dt="2024-05-31T14:48:16.024" v="586" actId="1076"/>
          <ac:picMkLst>
            <pc:docMk/>
            <pc:sldMk cId="2296897983" sldId="282"/>
            <ac:picMk id="3" creationId="{6BD24E04-C6A7-2C6C-D454-F49B14BD0DBD}"/>
          </ac:picMkLst>
        </pc:picChg>
      </pc:sldChg>
      <pc:sldChg chg="addSp delSp modSp new mod ord">
        <pc:chgData name="Arun Sunar" userId="3fa9774ca67c7ab5" providerId="LiveId" clId="{0F11B4E3-E29C-4063-AB66-0DE017FF462B}" dt="2024-05-31T15:08:20.324" v="603"/>
        <pc:sldMkLst>
          <pc:docMk/>
          <pc:sldMk cId="142407367" sldId="283"/>
        </pc:sldMkLst>
        <pc:spChg chg="del">
          <ac:chgData name="Arun Sunar" userId="3fa9774ca67c7ab5" providerId="LiveId" clId="{0F11B4E3-E29C-4063-AB66-0DE017FF462B}" dt="2024-05-31T14:49:32.567" v="590" actId="478"/>
          <ac:spMkLst>
            <pc:docMk/>
            <pc:sldMk cId="142407367" sldId="283"/>
            <ac:spMk id="2" creationId="{67B18985-6BE1-FDDF-7FB7-7890F1BA9BE3}"/>
          </ac:spMkLst>
        </pc:spChg>
        <pc:spChg chg="del">
          <ac:chgData name="Arun Sunar" userId="3fa9774ca67c7ab5" providerId="LiveId" clId="{0F11B4E3-E29C-4063-AB66-0DE017FF462B}" dt="2024-05-31T14:49:34.047" v="591" actId="478"/>
          <ac:spMkLst>
            <pc:docMk/>
            <pc:sldMk cId="142407367" sldId="283"/>
            <ac:spMk id="3" creationId="{25BEAAE4-EE4F-4BAA-323D-403BA1FAA8E1}"/>
          </ac:spMkLst>
        </pc:spChg>
        <pc:spChg chg="add mod">
          <ac:chgData name="Arun Sunar" userId="3fa9774ca67c7ab5" providerId="LiveId" clId="{0F11B4E3-E29C-4063-AB66-0DE017FF462B}" dt="2024-05-31T15:08:20.324" v="603"/>
          <ac:spMkLst>
            <pc:docMk/>
            <pc:sldMk cId="142407367" sldId="283"/>
            <ac:spMk id="5" creationId="{D927A062-443F-E0B5-043C-14F79301374D}"/>
          </ac:spMkLst>
        </pc:spChg>
      </pc:sldChg>
      <pc:sldChg chg="addSp delSp new del mod">
        <pc:chgData name="Arun Sunar" userId="3fa9774ca67c7ab5" providerId="LiveId" clId="{0F11B4E3-E29C-4063-AB66-0DE017FF462B}" dt="2024-06-03T15:05:46.511" v="896" actId="2696"/>
        <pc:sldMkLst>
          <pc:docMk/>
          <pc:sldMk cId="2358314149" sldId="284"/>
        </pc:sldMkLst>
        <pc:spChg chg="del">
          <ac:chgData name="Arun Sunar" userId="3fa9774ca67c7ab5" providerId="LiveId" clId="{0F11B4E3-E29C-4063-AB66-0DE017FF462B}" dt="2024-05-31T15:04:12.275" v="599" actId="478"/>
          <ac:spMkLst>
            <pc:docMk/>
            <pc:sldMk cId="2358314149" sldId="284"/>
            <ac:spMk id="2" creationId="{ECB5AC47-663E-7878-692C-A7D793842400}"/>
          </ac:spMkLst>
        </pc:spChg>
        <pc:spChg chg="del">
          <ac:chgData name="Arun Sunar" userId="3fa9774ca67c7ab5" providerId="LiveId" clId="{0F11B4E3-E29C-4063-AB66-0DE017FF462B}" dt="2024-05-31T15:04:14.411" v="600" actId="478"/>
          <ac:spMkLst>
            <pc:docMk/>
            <pc:sldMk cId="2358314149" sldId="284"/>
            <ac:spMk id="3" creationId="{E7683142-F756-3790-7F0E-135AE39941A2}"/>
          </ac:spMkLst>
        </pc:spChg>
        <pc:spChg chg="add">
          <ac:chgData name="Arun Sunar" userId="3fa9774ca67c7ab5" providerId="LiveId" clId="{0F11B4E3-E29C-4063-AB66-0DE017FF462B}" dt="2024-05-31T15:04:17.162" v="601"/>
          <ac:spMkLst>
            <pc:docMk/>
            <pc:sldMk cId="2358314149" sldId="284"/>
            <ac:spMk id="4" creationId="{17D8BD92-F387-D1DC-CB7A-16C7477A7606}"/>
          </ac:spMkLst>
        </pc:spChg>
        <pc:spChg chg="add">
          <ac:chgData name="Arun Sunar" userId="3fa9774ca67c7ab5" providerId="LiveId" clId="{0F11B4E3-E29C-4063-AB66-0DE017FF462B}" dt="2024-05-31T15:04:17.162" v="601"/>
          <ac:spMkLst>
            <pc:docMk/>
            <pc:sldMk cId="2358314149" sldId="284"/>
            <ac:spMk id="5" creationId="{1B807873-8CFE-1604-3286-EAEEC968FA01}"/>
          </ac:spMkLst>
        </pc:spChg>
      </pc:sldChg>
      <pc:sldChg chg="addSp delSp modSp new mod ord">
        <pc:chgData name="Arun Sunar" userId="3fa9774ca67c7ab5" providerId="LiveId" clId="{0F11B4E3-E29C-4063-AB66-0DE017FF462B}" dt="2024-06-03T03:41:28.241" v="720" actId="1076"/>
        <pc:sldMkLst>
          <pc:docMk/>
          <pc:sldMk cId="1300167509" sldId="285"/>
        </pc:sldMkLst>
        <pc:spChg chg="del">
          <ac:chgData name="Arun Sunar" userId="3fa9774ca67c7ab5" providerId="LiveId" clId="{0F11B4E3-E29C-4063-AB66-0DE017FF462B}" dt="2024-06-03T03:30:13.215" v="607" actId="478"/>
          <ac:spMkLst>
            <pc:docMk/>
            <pc:sldMk cId="1300167509" sldId="285"/>
            <ac:spMk id="2" creationId="{00535C97-0C9B-6B19-70BB-5721581A1515}"/>
          </ac:spMkLst>
        </pc:spChg>
        <pc:spChg chg="del">
          <ac:chgData name="Arun Sunar" userId="3fa9774ca67c7ab5" providerId="LiveId" clId="{0F11B4E3-E29C-4063-AB66-0DE017FF462B}" dt="2024-06-03T03:30:14.681" v="608" actId="478"/>
          <ac:spMkLst>
            <pc:docMk/>
            <pc:sldMk cId="1300167509" sldId="285"/>
            <ac:spMk id="3" creationId="{BABD6166-F7CE-7CE7-9682-D948347D9152}"/>
          </ac:spMkLst>
        </pc:spChg>
        <pc:spChg chg="add mod">
          <ac:chgData name="Arun Sunar" userId="3fa9774ca67c7ab5" providerId="LiveId" clId="{0F11B4E3-E29C-4063-AB66-0DE017FF462B}" dt="2024-06-03T03:41:28.241" v="720" actId="1076"/>
          <ac:spMkLst>
            <pc:docMk/>
            <pc:sldMk cId="1300167509" sldId="285"/>
            <ac:spMk id="5" creationId="{F12A03F2-BB99-92B7-46B2-AC801096E813}"/>
          </ac:spMkLst>
        </pc:spChg>
        <pc:spChg chg="add">
          <ac:chgData name="Arun Sunar" userId="3fa9774ca67c7ab5" providerId="LiveId" clId="{0F11B4E3-E29C-4063-AB66-0DE017FF462B}" dt="2024-06-03T03:31:56.289" v="619"/>
          <ac:spMkLst>
            <pc:docMk/>
            <pc:sldMk cId="1300167509" sldId="285"/>
            <ac:spMk id="6" creationId="{F28FA51D-EF89-C742-C1B5-1E9C30F55A78}"/>
          </ac:spMkLst>
        </pc:spChg>
        <pc:spChg chg="add">
          <ac:chgData name="Arun Sunar" userId="3fa9774ca67c7ab5" providerId="LiveId" clId="{0F11B4E3-E29C-4063-AB66-0DE017FF462B}" dt="2024-06-03T03:32:28.878" v="626"/>
          <ac:spMkLst>
            <pc:docMk/>
            <pc:sldMk cId="1300167509" sldId="285"/>
            <ac:spMk id="7" creationId="{0CD377B8-5C5F-D90D-BDF9-53DB66D68827}"/>
          </ac:spMkLst>
        </pc:spChg>
      </pc:sldChg>
      <pc:sldChg chg="addSp delSp modSp new mod">
        <pc:chgData name="Arun Sunar" userId="3fa9774ca67c7ab5" providerId="LiveId" clId="{0F11B4E3-E29C-4063-AB66-0DE017FF462B}" dt="2024-06-03T03:35:01.682" v="651" actId="1076"/>
        <pc:sldMkLst>
          <pc:docMk/>
          <pc:sldMk cId="2476973514" sldId="286"/>
        </pc:sldMkLst>
        <pc:spChg chg="del">
          <ac:chgData name="Arun Sunar" userId="3fa9774ca67c7ab5" providerId="LiveId" clId="{0F11B4E3-E29C-4063-AB66-0DE017FF462B}" dt="2024-06-03T03:34:12.466" v="635" actId="478"/>
          <ac:spMkLst>
            <pc:docMk/>
            <pc:sldMk cId="2476973514" sldId="286"/>
            <ac:spMk id="2" creationId="{58E6FE72-A073-1990-86E8-3C38CBF23DFC}"/>
          </ac:spMkLst>
        </pc:spChg>
        <pc:spChg chg="del">
          <ac:chgData name="Arun Sunar" userId="3fa9774ca67c7ab5" providerId="LiveId" clId="{0F11B4E3-E29C-4063-AB66-0DE017FF462B}" dt="2024-06-03T03:34:14.102" v="636" actId="478"/>
          <ac:spMkLst>
            <pc:docMk/>
            <pc:sldMk cId="2476973514" sldId="286"/>
            <ac:spMk id="3" creationId="{B6760B1D-7AC5-88A6-F84F-F60F37804590}"/>
          </ac:spMkLst>
        </pc:spChg>
        <pc:spChg chg="add del">
          <ac:chgData name="Arun Sunar" userId="3fa9774ca67c7ab5" providerId="LiveId" clId="{0F11B4E3-E29C-4063-AB66-0DE017FF462B}" dt="2024-06-03T03:34:42.042" v="645" actId="22"/>
          <ac:spMkLst>
            <pc:docMk/>
            <pc:sldMk cId="2476973514" sldId="286"/>
            <ac:spMk id="5" creationId="{7486B17D-41E9-0322-B960-23F772AA5E6F}"/>
          </ac:spMkLst>
        </pc:spChg>
        <pc:spChg chg="add mod">
          <ac:chgData name="Arun Sunar" userId="3fa9774ca67c7ab5" providerId="LiveId" clId="{0F11B4E3-E29C-4063-AB66-0DE017FF462B}" dt="2024-06-03T03:34:58.676" v="650" actId="1076"/>
          <ac:spMkLst>
            <pc:docMk/>
            <pc:sldMk cId="2476973514" sldId="286"/>
            <ac:spMk id="7" creationId="{ACCD7E77-AED3-293A-AD65-3857BA6EEA66}"/>
          </ac:spMkLst>
        </pc:spChg>
        <pc:picChg chg="add mod">
          <ac:chgData name="Arun Sunar" userId="3fa9774ca67c7ab5" providerId="LiveId" clId="{0F11B4E3-E29C-4063-AB66-0DE017FF462B}" dt="2024-06-03T03:35:01.682" v="651" actId="1076"/>
          <ac:picMkLst>
            <pc:docMk/>
            <pc:sldMk cId="2476973514" sldId="286"/>
            <ac:picMk id="2050" creationId="{73DA6D77-53F0-0AC8-3FAA-B6BED7D8ED34}"/>
          </ac:picMkLst>
        </pc:picChg>
      </pc:sldChg>
      <pc:sldChg chg="addSp delSp modSp new mod">
        <pc:chgData name="Arun Sunar" userId="3fa9774ca67c7ab5" providerId="LiveId" clId="{0F11B4E3-E29C-4063-AB66-0DE017FF462B}" dt="2024-06-03T03:36:28.411" v="663" actId="1076"/>
        <pc:sldMkLst>
          <pc:docMk/>
          <pc:sldMk cId="1387680183" sldId="287"/>
        </pc:sldMkLst>
        <pc:spChg chg="del">
          <ac:chgData name="Arun Sunar" userId="3fa9774ca67c7ab5" providerId="LiveId" clId="{0F11B4E3-E29C-4063-AB66-0DE017FF462B}" dt="2024-06-03T03:35:18.546" v="653" actId="478"/>
          <ac:spMkLst>
            <pc:docMk/>
            <pc:sldMk cId="1387680183" sldId="287"/>
            <ac:spMk id="2" creationId="{118148EE-DC79-2F8F-CBF7-9027EB4E791F}"/>
          </ac:spMkLst>
        </pc:spChg>
        <pc:spChg chg="del">
          <ac:chgData name="Arun Sunar" userId="3fa9774ca67c7ab5" providerId="LiveId" clId="{0F11B4E3-E29C-4063-AB66-0DE017FF462B}" dt="2024-06-03T03:35:20.167" v="654" actId="478"/>
          <ac:spMkLst>
            <pc:docMk/>
            <pc:sldMk cId="1387680183" sldId="287"/>
            <ac:spMk id="3" creationId="{48558FF6-CB88-1478-31D5-03D7FFBCB5E9}"/>
          </ac:spMkLst>
        </pc:spChg>
        <pc:spChg chg="add mod">
          <ac:chgData name="Arun Sunar" userId="3fa9774ca67c7ab5" providerId="LiveId" clId="{0F11B4E3-E29C-4063-AB66-0DE017FF462B}" dt="2024-06-03T03:35:30.328" v="658" actId="14100"/>
          <ac:spMkLst>
            <pc:docMk/>
            <pc:sldMk cId="1387680183" sldId="287"/>
            <ac:spMk id="5" creationId="{FD6271C0-FD3C-5266-8CF5-D8125EBCEFAA}"/>
          </ac:spMkLst>
        </pc:spChg>
        <pc:spChg chg="add mod">
          <ac:chgData name="Arun Sunar" userId="3fa9774ca67c7ab5" providerId="LiveId" clId="{0F11B4E3-E29C-4063-AB66-0DE017FF462B}" dt="2024-06-03T03:36:28.411" v="663" actId="1076"/>
          <ac:spMkLst>
            <pc:docMk/>
            <pc:sldMk cId="1387680183" sldId="287"/>
            <ac:spMk id="7" creationId="{99E1EA8F-57C1-B668-F3C6-6E1D51BA3C8D}"/>
          </ac:spMkLst>
        </pc:spChg>
        <pc:picChg chg="add">
          <ac:chgData name="Arun Sunar" userId="3fa9774ca67c7ab5" providerId="LiveId" clId="{0F11B4E3-E29C-4063-AB66-0DE017FF462B}" dt="2024-06-03T03:35:37.887" v="659"/>
          <ac:picMkLst>
            <pc:docMk/>
            <pc:sldMk cId="1387680183" sldId="287"/>
            <ac:picMk id="3074" creationId="{03BD5D5F-DE05-B58A-262C-8FD4F0781A9F}"/>
          </ac:picMkLst>
        </pc:picChg>
      </pc:sldChg>
      <pc:sldChg chg="addSp delSp modSp new mod">
        <pc:chgData name="Arun Sunar" userId="3fa9774ca67c7ab5" providerId="LiveId" clId="{0F11B4E3-E29C-4063-AB66-0DE017FF462B}" dt="2024-06-03T03:40:40.057" v="715" actId="403"/>
        <pc:sldMkLst>
          <pc:docMk/>
          <pc:sldMk cId="519678524" sldId="288"/>
        </pc:sldMkLst>
        <pc:spChg chg="del">
          <ac:chgData name="Arun Sunar" userId="3fa9774ca67c7ab5" providerId="LiveId" clId="{0F11B4E3-E29C-4063-AB66-0DE017FF462B}" dt="2024-06-03T03:36:42.326" v="665" actId="478"/>
          <ac:spMkLst>
            <pc:docMk/>
            <pc:sldMk cId="519678524" sldId="288"/>
            <ac:spMk id="2" creationId="{77FEEDC4-6448-00D7-3F15-D0BBEFC8B2D6}"/>
          </ac:spMkLst>
        </pc:spChg>
        <pc:spChg chg="del">
          <ac:chgData name="Arun Sunar" userId="3fa9774ca67c7ab5" providerId="LiveId" clId="{0F11B4E3-E29C-4063-AB66-0DE017FF462B}" dt="2024-06-03T03:36:43.950" v="666" actId="478"/>
          <ac:spMkLst>
            <pc:docMk/>
            <pc:sldMk cId="519678524" sldId="288"/>
            <ac:spMk id="3" creationId="{FE2627D8-C55E-DD03-6A32-40BB9314AC1E}"/>
          </ac:spMkLst>
        </pc:spChg>
        <pc:spChg chg="add mod">
          <ac:chgData name="Arun Sunar" userId="3fa9774ca67c7ab5" providerId="LiveId" clId="{0F11B4E3-E29C-4063-AB66-0DE017FF462B}" dt="2024-06-03T03:37:33.791" v="685" actId="20577"/>
          <ac:spMkLst>
            <pc:docMk/>
            <pc:sldMk cId="519678524" sldId="288"/>
            <ac:spMk id="5" creationId="{1BB9AB6A-8E74-6C83-17EC-B20CF4CD0591}"/>
          </ac:spMkLst>
        </pc:spChg>
        <pc:spChg chg="add del mod">
          <ac:chgData name="Arun Sunar" userId="3fa9774ca67c7ab5" providerId="LiveId" clId="{0F11B4E3-E29C-4063-AB66-0DE017FF462B}" dt="2024-06-03T03:37:21.585" v="680" actId="22"/>
          <ac:spMkLst>
            <pc:docMk/>
            <pc:sldMk cId="519678524" sldId="288"/>
            <ac:spMk id="7" creationId="{3E369677-631C-868C-FBC5-EE70E6B24012}"/>
          </ac:spMkLst>
        </pc:spChg>
        <pc:spChg chg="add mod">
          <ac:chgData name="Arun Sunar" userId="3fa9774ca67c7ab5" providerId="LiveId" clId="{0F11B4E3-E29C-4063-AB66-0DE017FF462B}" dt="2024-06-03T03:40:40.057" v="715" actId="403"/>
          <ac:spMkLst>
            <pc:docMk/>
            <pc:sldMk cId="519678524" sldId="288"/>
            <ac:spMk id="10" creationId="{AB026116-A0FF-78BD-EF1D-FD20B69A074A}"/>
          </ac:spMkLst>
        </pc:spChg>
        <pc:picChg chg="add mod">
          <ac:chgData name="Arun Sunar" userId="3fa9774ca67c7ab5" providerId="LiveId" clId="{0F11B4E3-E29C-4063-AB66-0DE017FF462B}" dt="2024-06-03T03:38:04.050" v="693" actId="1076"/>
          <ac:picMkLst>
            <pc:docMk/>
            <pc:sldMk cId="519678524" sldId="288"/>
            <ac:picMk id="8" creationId="{42CD25E4-2D87-5A99-7320-C2CB397A97B9}"/>
          </ac:picMkLst>
        </pc:picChg>
        <pc:picChg chg="add">
          <ac:chgData name="Arun Sunar" userId="3fa9774ca67c7ab5" providerId="LiveId" clId="{0F11B4E3-E29C-4063-AB66-0DE017FF462B}" dt="2024-06-03T03:37:40.902" v="686"/>
          <ac:picMkLst>
            <pc:docMk/>
            <pc:sldMk cId="519678524" sldId="288"/>
            <ac:picMk id="4098" creationId="{E1778C3D-50B6-3297-9E61-89C410825CCF}"/>
          </ac:picMkLst>
        </pc:picChg>
      </pc:sldChg>
      <pc:sldChg chg="addSp delSp modSp new mod">
        <pc:chgData name="Arun Sunar" userId="3fa9774ca67c7ab5" providerId="LiveId" clId="{0F11B4E3-E29C-4063-AB66-0DE017FF462B}" dt="2024-06-03T10:23:07.449" v="740" actId="20577"/>
        <pc:sldMkLst>
          <pc:docMk/>
          <pc:sldMk cId="488831702" sldId="289"/>
        </pc:sldMkLst>
        <pc:spChg chg="del">
          <ac:chgData name="Arun Sunar" userId="3fa9774ca67c7ab5" providerId="LiveId" clId="{0F11B4E3-E29C-4063-AB66-0DE017FF462B}" dt="2024-06-03T10:21:21.490" v="722" actId="478"/>
          <ac:spMkLst>
            <pc:docMk/>
            <pc:sldMk cId="488831702" sldId="289"/>
            <ac:spMk id="2" creationId="{7563433D-B7D6-DA1A-C03B-CED95D28A6F5}"/>
          </ac:spMkLst>
        </pc:spChg>
        <pc:spChg chg="del">
          <ac:chgData name="Arun Sunar" userId="3fa9774ca67c7ab5" providerId="LiveId" clId="{0F11B4E3-E29C-4063-AB66-0DE017FF462B}" dt="2024-06-03T10:21:22.714" v="723" actId="478"/>
          <ac:spMkLst>
            <pc:docMk/>
            <pc:sldMk cId="488831702" sldId="289"/>
            <ac:spMk id="3" creationId="{F84AA9D8-7817-9EBE-14A1-4A6C0783A73C}"/>
          </ac:spMkLst>
        </pc:spChg>
        <pc:spChg chg="add mod">
          <ac:chgData name="Arun Sunar" userId="3fa9774ca67c7ab5" providerId="LiveId" clId="{0F11B4E3-E29C-4063-AB66-0DE017FF462B}" dt="2024-06-03T10:23:07.449" v="740" actId="20577"/>
          <ac:spMkLst>
            <pc:docMk/>
            <pc:sldMk cId="488831702" sldId="289"/>
            <ac:spMk id="5" creationId="{CFB5330E-A044-53E4-A671-7E623391A635}"/>
          </ac:spMkLst>
        </pc:spChg>
        <pc:spChg chg="add">
          <ac:chgData name="Arun Sunar" userId="3fa9774ca67c7ab5" providerId="LiveId" clId="{0F11B4E3-E29C-4063-AB66-0DE017FF462B}" dt="2024-06-03T10:22:44.250" v="730"/>
          <ac:spMkLst>
            <pc:docMk/>
            <pc:sldMk cId="488831702" sldId="289"/>
            <ac:spMk id="6" creationId="{2E1DEEC6-9AE7-6D25-8B1C-A18C52E124BA}"/>
          </ac:spMkLst>
        </pc:spChg>
      </pc:sldChg>
      <pc:sldChg chg="addSp delSp modSp new mod">
        <pc:chgData name="Arun Sunar" userId="3fa9774ca67c7ab5" providerId="LiveId" clId="{0F11B4E3-E29C-4063-AB66-0DE017FF462B}" dt="2024-06-03T10:25:53.251" v="789" actId="403"/>
        <pc:sldMkLst>
          <pc:docMk/>
          <pc:sldMk cId="1829145988" sldId="290"/>
        </pc:sldMkLst>
        <pc:spChg chg="del">
          <ac:chgData name="Arun Sunar" userId="3fa9774ca67c7ab5" providerId="LiveId" clId="{0F11B4E3-E29C-4063-AB66-0DE017FF462B}" dt="2024-06-03T10:23:50.364" v="742" actId="478"/>
          <ac:spMkLst>
            <pc:docMk/>
            <pc:sldMk cId="1829145988" sldId="290"/>
            <ac:spMk id="2" creationId="{D4EF8700-84A0-A818-A8B2-6FA596DBD705}"/>
          </ac:spMkLst>
        </pc:spChg>
        <pc:spChg chg="del">
          <ac:chgData name="Arun Sunar" userId="3fa9774ca67c7ab5" providerId="LiveId" clId="{0F11B4E3-E29C-4063-AB66-0DE017FF462B}" dt="2024-06-03T10:23:52.434" v="743" actId="478"/>
          <ac:spMkLst>
            <pc:docMk/>
            <pc:sldMk cId="1829145988" sldId="290"/>
            <ac:spMk id="3" creationId="{5431D07D-A4AD-8769-1101-218B3F794326}"/>
          </ac:spMkLst>
        </pc:spChg>
        <pc:spChg chg="add del">
          <ac:chgData name="Arun Sunar" userId="3fa9774ca67c7ab5" providerId="LiveId" clId="{0F11B4E3-E29C-4063-AB66-0DE017FF462B}" dt="2024-06-03T10:23:58.496" v="747" actId="22"/>
          <ac:spMkLst>
            <pc:docMk/>
            <pc:sldMk cId="1829145988" sldId="290"/>
            <ac:spMk id="6" creationId="{F508B4BB-84C0-C27A-1424-C7403E16462D}"/>
          </ac:spMkLst>
        </pc:spChg>
        <pc:spChg chg="add">
          <ac:chgData name="Arun Sunar" userId="3fa9774ca67c7ab5" providerId="LiveId" clId="{0F11B4E3-E29C-4063-AB66-0DE017FF462B}" dt="2024-06-03T10:24:17.567" v="750"/>
          <ac:spMkLst>
            <pc:docMk/>
            <pc:sldMk cId="1829145988" sldId="290"/>
            <ac:spMk id="8" creationId="{322F2F49-AE26-DF1B-B101-37468E26CA31}"/>
          </ac:spMkLst>
        </pc:spChg>
        <pc:spChg chg="add">
          <ac:chgData name="Arun Sunar" userId="3fa9774ca67c7ab5" providerId="LiveId" clId="{0F11B4E3-E29C-4063-AB66-0DE017FF462B}" dt="2024-06-03T10:24:32.152" v="751"/>
          <ac:spMkLst>
            <pc:docMk/>
            <pc:sldMk cId="1829145988" sldId="290"/>
            <ac:spMk id="9" creationId="{4083B8FA-71AF-065D-29CB-F655B4205D7F}"/>
          </ac:spMkLst>
        </pc:spChg>
        <pc:spChg chg="add del">
          <ac:chgData name="Arun Sunar" userId="3fa9774ca67c7ab5" providerId="LiveId" clId="{0F11B4E3-E29C-4063-AB66-0DE017FF462B}" dt="2024-06-03T10:24:44.067" v="753" actId="22"/>
          <ac:spMkLst>
            <pc:docMk/>
            <pc:sldMk cId="1829145988" sldId="290"/>
            <ac:spMk id="11" creationId="{13B9542C-4D90-B54F-2972-2B0AA5A61D26}"/>
          </ac:spMkLst>
        </pc:spChg>
        <pc:spChg chg="add mod">
          <ac:chgData name="Arun Sunar" userId="3fa9774ca67c7ab5" providerId="LiveId" clId="{0F11B4E3-E29C-4063-AB66-0DE017FF462B}" dt="2024-06-03T10:25:01.710" v="783" actId="20577"/>
          <ac:spMkLst>
            <pc:docMk/>
            <pc:sldMk cId="1829145988" sldId="290"/>
            <ac:spMk id="13" creationId="{E3A6E16F-A61C-84B3-987D-ADBCE6831F93}"/>
          </ac:spMkLst>
        </pc:spChg>
        <pc:spChg chg="add">
          <ac:chgData name="Arun Sunar" userId="3fa9774ca67c7ab5" providerId="LiveId" clId="{0F11B4E3-E29C-4063-AB66-0DE017FF462B}" dt="2024-06-03T10:25:18.002" v="784"/>
          <ac:spMkLst>
            <pc:docMk/>
            <pc:sldMk cId="1829145988" sldId="290"/>
            <ac:spMk id="14" creationId="{9E8543E0-F7FD-3F20-A381-6D912F701BCF}"/>
          </ac:spMkLst>
        </pc:spChg>
        <pc:spChg chg="add mod">
          <ac:chgData name="Arun Sunar" userId="3fa9774ca67c7ab5" providerId="LiveId" clId="{0F11B4E3-E29C-4063-AB66-0DE017FF462B}" dt="2024-06-03T10:25:53.251" v="789" actId="403"/>
          <ac:spMkLst>
            <pc:docMk/>
            <pc:sldMk cId="1829145988" sldId="290"/>
            <ac:spMk id="16" creationId="{1C79B0FD-6E5F-D4DD-C2F1-A8951D8B7E9A}"/>
          </ac:spMkLst>
        </pc:spChg>
        <pc:graphicFrameChg chg="add mod">
          <ac:chgData name="Arun Sunar" userId="3fa9774ca67c7ab5" providerId="LiveId" clId="{0F11B4E3-E29C-4063-AB66-0DE017FF462B}" dt="2024-06-03T10:23:53.976" v="744"/>
          <ac:graphicFrameMkLst>
            <pc:docMk/>
            <pc:sldMk cId="1829145988" sldId="290"/>
            <ac:graphicFrameMk id="4" creationId="{43E6996D-6951-6582-7047-DACADE01168F}"/>
          </ac:graphicFrameMkLst>
        </pc:graphicFrameChg>
        <pc:graphicFrameChg chg="add mod">
          <ac:chgData name="Arun Sunar" userId="3fa9774ca67c7ab5" providerId="LiveId" clId="{0F11B4E3-E29C-4063-AB66-0DE017FF462B}" dt="2024-06-03T10:24:10.115" v="749" actId="1076"/>
          <ac:graphicFrameMkLst>
            <pc:docMk/>
            <pc:sldMk cId="1829145988" sldId="290"/>
            <ac:graphicFrameMk id="7" creationId="{DD608899-DEDF-38E8-2E8B-5D799241A184}"/>
          </ac:graphicFrameMkLst>
        </pc:graphicFrameChg>
      </pc:sldChg>
      <pc:sldChg chg="addSp delSp modSp new mod">
        <pc:chgData name="Arun Sunar" userId="3fa9774ca67c7ab5" providerId="LiveId" clId="{0F11B4E3-E29C-4063-AB66-0DE017FF462B}" dt="2024-06-03T10:28:55.775" v="836" actId="1076"/>
        <pc:sldMkLst>
          <pc:docMk/>
          <pc:sldMk cId="1932696572" sldId="291"/>
        </pc:sldMkLst>
        <pc:spChg chg="del">
          <ac:chgData name="Arun Sunar" userId="3fa9774ca67c7ab5" providerId="LiveId" clId="{0F11B4E3-E29C-4063-AB66-0DE017FF462B}" dt="2024-06-03T10:26:28.128" v="791" actId="478"/>
          <ac:spMkLst>
            <pc:docMk/>
            <pc:sldMk cId="1932696572" sldId="291"/>
            <ac:spMk id="2" creationId="{D26F364B-420D-E947-2182-4C88E5A1E9F3}"/>
          </ac:spMkLst>
        </pc:spChg>
        <pc:spChg chg="del">
          <ac:chgData name="Arun Sunar" userId="3fa9774ca67c7ab5" providerId="LiveId" clId="{0F11B4E3-E29C-4063-AB66-0DE017FF462B}" dt="2024-06-03T10:26:29.762" v="792" actId="478"/>
          <ac:spMkLst>
            <pc:docMk/>
            <pc:sldMk cId="1932696572" sldId="291"/>
            <ac:spMk id="3" creationId="{8C9AC00D-98A4-14CD-2C30-018A3C145C6E}"/>
          </ac:spMkLst>
        </pc:spChg>
        <pc:spChg chg="add mod">
          <ac:chgData name="Arun Sunar" userId="3fa9774ca67c7ab5" providerId="LiveId" clId="{0F11B4E3-E29C-4063-AB66-0DE017FF462B}" dt="2024-06-03T10:27:08.819" v="808" actId="20577"/>
          <ac:spMkLst>
            <pc:docMk/>
            <pc:sldMk cId="1932696572" sldId="291"/>
            <ac:spMk id="4" creationId="{B36F3805-EC5C-4AC3-2BF6-AA5F9DF05CF7}"/>
          </ac:spMkLst>
        </pc:spChg>
        <pc:spChg chg="add del">
          <ac:chgData name="Arun Sunar" userId="3fa9774ca67c7ab5" providerId="LiveId" clId="{0F11B4E3-E29C-4063-AB66-0DE017FF462B}" dt="2024-06-03T10:27:22.157" v="810" actId="22"/>
          <ac:spMkLst>
            <pc:docMk/>
            <pc:sldMk cId="1932696572" sldId="291"/>
            <ac:spMk id="6" creationId="{D21B30A8-5F8F-B398-AB22-87AD6A353471}"/>
          </ac:spMkLst>
        </pc:spChg>
        <pc:spChg chg="add mod">
          <ac:chgData name="Arun Sunar" userId="3fa9774ca67c7ab5" providerId="LiveId" clId="{0F11B4E3-E29C-4063-AB66-0DE017FF462B}" dt="2024-06-03T10:27:52.007" v="821" actId="403"/>
          <ac:spMkLst>
            <pc:docMk/>
            <pc:sldMk cId="1932696572" sldId="291"/>
            <ac:spMk id="8" creationId="{1EA86650-8C2A-0920-1E3D-BEFFBCB9CE62}"/>
          </ac:spMkLst>
        </pc:spChg>
        <pc:spChg chg="add del">
          <ac:chgData name="Arun Sunar" userId="3fa9774ca67c7ab5" providerId="LiveId" clId="{0F11B4E3-E29C-4063-AB66-0DE017FF462B}" dt="2024-06-03T10:28:15.108" v="823" actId="22"/>
          <ac:spMkLst>
            <pc:docMk/>
            <pc:sldMk cId="1932696572" sldId="291"/>
            <ac:spMk id="10" creationId="{4684B236-2B45-026D-D374-37488A9AA3E7}"/>
          </ac:spMkLst>
        </pc:spChg>
        <pc:spChg chg="add mod">
          <ac:chgData name="Arun Sunar" userId="3fa9774ca67c7ab5" providerId="LiveId" clId="{0F11B4E3-E29C-4063-AB66-0DE017FF462B}" dt="2024-06-03T10:28:23.885" v="827" actId="1076"/>
          <ac:spMkLst>
            <pc:docMk/>
            <pc:sldMk cId="1932696572" sldId="291"/>
            <ac:spMk id="12" creationId="{8F310C53-2B15-34F9-DDB9-CE9417D8DF2B}"/>
          </ac:spMkLst>
        </pc:spChg>
        <pc:spChg chg="add">
          <ac:chgData name="Arun Sunar" userId="3fa9774ca67c7ab5" providerId="LiveId" clId="{0F11B4E3-E29C-4063-AB66-0DE017FF462B}" dt="2024-06-03T10:28:34.232" v="828"/>
          <ac:spMkLst>
            <pc:docMk/>
            <pc:sldMk cId="1932696572" sldId="291"/>
            <ac:spMk id="13" creationId="{F6000F22-9443-96CC-D41A-A7C05F64E22B}"/>
          </ac:spMkLst>
        </pc:spChg>
        <pc:spChg chg="add mod">
          <ac:chgData name="Arun Sunar" userId="3fa9774ca67c7ab5" providerId="LiveId" clId="{0F11B4E3-E29C-4063-AB66-0DE017FF462B}" dt="2024-06-03T10:28:39.562" v="830" actId="571"/>
          <ac:spMkLst>
            <pc:docMk/>
            <pc:sldMk cId="1932696572" sldId="291"/>
            <ac:spMk id="14" creationId="{00C05359-5982-95C0-3912-EA9FCE7D6711}"/>
          </ac:spMkLst>
        </pc:spChg>
        <pc:spChg chg="add mod">
          <ac:chgData name="Arun Sunar" userId="3fa9774ca67c7ab5" providerId="LiveId" clId="{0F11B4E3-E29C-4063-AB66-0DE017FF462B}" dt="2024-06-03T10:28:39.562" v="830" actId="571"/>
          <ac:spMkLst>
            <pc:docMk/>
            <pc:sldMk cId="1932696572" sldId="291"/>
            <ac:spMk id="15" creationId="{DE1B7A09-121F-BEB7-472B-EE60E73BFFD6}"/>
          </ac:spMkLst>
        </pc:spChg>
        <pc:spChg chg="add">
          <ac:chgData name="Arun Sunar" userId="3fa9774ca67c7ab5" providerId="LiveId" clId="{0F11B4E3-E29C-4063-AB66-0DE017FF462B}" dt="2024-06-03T10:28:43.846" v="831"/>
          <ac:spMkLst>
            <pc:docMk/>
            <pc:sldMk cId="1932696572" sldId="291"/>
            <ac:spMk id="16" creationId="{B909D6F5-B005-7FC7-EACB-5B480276B623}"/>
          </ac:spMkLst>
        </pc:spChg>
        <pc:spChg chg="add mod">
          <ac:chgData name="Arun Sunar" userId="3fa9774ca67c7ab5" providerId="LiveId" clId="{0F11B4E3-E29C-4063-AB66-0DE017FF462B}" dt="2024-06-03T10:28:55.775" v="836" actId="1076"/>
          <ac:spMkLst>
            <pc:docMk/>
            <pc:sldMk cId="1932696572" sldId="291"/>
            <ac:spMk id="18" creationId="{1AEDE60D-A9BA-0854-7715-C058F59E77A6}"/>
          </ac:spMkLst>
        </pc:spChg>
      </pc:sldChg>
      <pc:sldChg chg="modSp new mod ord">
        <pc:chgData name="Arun Sunar" userId="3fa9774ca67c7ab5" providerId="LiveId" clId="{0F11B4E3-E29C-4063-AB66-0DE017FF462B}" dt="2024-06-03T14:24:44.451" v="871"/>
        <pc:sldMkLst>
          <pc:docMk/>
          <pc:sldMk cId="3210612957" sldId="292"/>
        </pc:sldMkLst>
        <pc:spChg chg="mod">
          <ac:chgData name="Arun Sunar" userId="3fa9774ca67c7ab5" providerId="LiveId" clId="{0F11B4E3-E29C-4063-AB66-0DE017FF462B}" dt="2024-06-03T14:24:29.765" v="868" actId="21"/>
          <ac:spMkLst>
            <pc:docMk/>
            <pc:sldMk cId="3210612957" sldId="292"/>
            <ac:spMk id="3" creationId="{43FE77AF-F76A-1F72-038E-EA2495D69EA3}"/>
          </ac:spMkLst>
        </pc:spChg>
      </pc:sldChg>
      <pc:sldChg chg="addSp delSp modSp new mod ord">
        <pc:chgData name="Arun Sunar" userId="3fa9774ca67c7ab5" providerId="LiveId" clId="{0F11B4E3-E29C-4063-AB66-0DE017FF462B}" dt="2024-06-03T14:25:27.033" v="877" actId="20577"/>
        <pc:sldMkLst>
          <pc:docMk/>
          <pc:sldMk cId="677283080" sldId="293"/>
        </pc:sldMkLst>
        <pc:spChg chg="del">
          <ac:chgData name="Arun Sunar" userId="3fa9774ca67c7ab5" providerId="LiveId" clId="{0F11B4E3-E29C-4063-AB66-0DE017FF462B}" dt="2024-06-03T14:24:11.904" v="861" actId="478"/>
          <ac:spMkLst>
            <pc:docMk/>
            <pc:sldMk cId="677283080" sldId="293"/>
            <ac:spMk id="2" creationId="{349BE6A2-57C9-2B28-511C-446459F6DE59}"/>
          </ac:spMkLst>
        </pc:spChg>
        <pc:spChg chg="del">
          <ac:chgData name="Arun Sunar" userId="3fa9774ca67c7ab5" providerId="LiveId" clId="{0F11B4E3-E29C-4063-AB66-0DE017FF462B}" dt="2024-06-03T14:24:13.636" v="862" actId="478"/>
          <ac:spMkLst>
            <pc:docMk/>
            <pc:sldMk cId="677283080" sldId="293"/>
            <ac:spMk id="3" creationId="{5B02AD4D-4B4B-B5CF-79A2-A010AD994E22}"/>
          </ac:spMkLst>
        </pc:spChg>
        <pc:spChg chg="add mod">
          <ac:chgData name="Arun Sunar" userId="3fa9774ca67c7ab5" providerId="LiveId" clId="{0F11B4E3-E29C-4063-AB66-0DE017FF462B}" dt="2024-06-03T14:25:27.033" v="877" actId="20577"/>
          <ac:spMkLst>
            <pc:docMk/>
            <pc:sldMk cId="677283080" sldId="293"/>
            <ac:spMk id="5" creationId="{2C8A20C5-C902-F6B9-B65A-848A8F6E8F79}"/>
          </ac:spMkLst>
        </pc:spChg>
      </pc:sldChg>
      <pc:sldChg chg="delSp modSp new mod">
        <pc:chgData name="Arun Sunar" userId="3fa9774ca67c7ab5" providerId="LiveId" clId="{0F11B4E3-E29C-4063-AB66-0DE017FF462B}" dt="2024-06-04T00:47:59.799" v="924" actId="20577"/>
        <pc:sldMkLst>
          <pc:docMk/>
          <pc:sldMk cId="3187581548" sldId="294"/>
        </pc:sldMkLst>
        <pc:spChg chg="del">
          <ac:chgData name="Arun Sunar" userId="3fa9774ca67c7ab5" providerId="LiveId" clId="{0F11B4E3-E29C-4063-AB66-0DE017FF462B}" dt="2024-06-04T00:47:31.024" v="907" actId="478"/>
          <ac:spMkLst>
            <pc:docMk/>
            <pc:sldMk cId="3187581548" sldId="294"/>
            <ac:spMk id="2" creationId="{F892F806-5B49-C05B-C3FB-FF35EE2F8776}"/>
          </ac:spMkLst>
        </pc:spChg>
        <pc:spChg chg="mod">
          <ac:chgData name="Arun Sunar" userId="3fa9774ca67c7ab5" providerId="LiveId" clId="{0F11B4E3-E29C-4063-AB66-0DE017FF462B}" dt="2024-06-04T00:47:59.799" v="924" actId="20577"/>
          <ac:spMkLst>
            <pc:docMk/>
            <pc:sldMk cId="3187581548" sldId="294"/>
            <ac:spMk id="3" creationId="{F3BFFEF0-3328-4933-FB77-70BCD7428D7E}"/>
          </ac:spMkLst>
        </pc:spChg>
      </pc:sldChg>
      <pc:sldChg chg="addSp delSp new mod">
        <pc:chgData name="Arun Sunar" userId="3fa9774ca67c7ab5" providerId="LiveId" clId="{0F11B4E3-E29C-4063-AB66-0DE017FF462B}" dt="2024-06-04T00:57:15.407" v="929" actId="22"/>
        <pc:sldMkLst>
          <pc:docMk/>
          <pc:sldMk cId="1343265786" sldId="295"/>
        </pc:sldMkLst>
        <pc:spChg chg="del">
          <ac:chgData name="Arun Sunar" userId="3fa9774ca67c7ab5" providerId="LiveId" clId="{0F11B4E3-E29C-4063-AB66-0DE017FF462B}" dt="2024-06-04T00:57:09.356" v="926" actId="478"/>
          <ac:spMkLst>
            <pc:docMk/>
            <pc:sldMk cId="1343265786" sldId="295"/>
            <ac:spMk id="2" creationId="{D10C1DBC-B11C-2767-94AF-05AB6E860BAF}"/>
          </ac:spMkLst>
        </pc:spChg>
        <pc:spChg chg="del">
          <ac:chgData name="Arun Sunar" userId="3fa9774ca67c7ab5" providerId="LiveId" clId="{0F11B4E3-E29C-4063-AB66-0DE017FF462B}" dt="2024-06-04T00:57:10.569" v="927" actId="478"/>
          <ac:spMkLst>
            <pc:docMk/>
            <pc:sldMk cId="1343265786" sldId="295"/>
            <ac:spMk id="3" creationId="{03B1EA0E-9043-EB9C-5814-D5D76405079F}"/>
          </ac:spMkLst>
        </pc:spChg>
        <pc:picChg chg="add">
          <ac:chgData name="Arun Sunar" userId="3fa9774ca67c7ab5" providerId="LiveId" clId="{0F11B4E3-E29C-4063-AB66-0DE017FF462B}" dt="2024-06-04T00:57:15.407" v="929" actId="22"/>
          <ac:picMkLst>
            <pc:docMk/>
            <pc:sldMk cId="1343265786" sldId="295"/>
            <ac:picMk id="5" creationId="{9618F96E-C5FA-4235-14AD-AB0EA6CB6575}"/>
          </ac:picMkLst>
        </pc:picChg>
      </pc:sldChg>
      <pc:sldChg chg="addSp add mod">
        <pc:chgData name="Arun Sunar" userId="3fa9774ca67c7ab5" providerId="LiveId" clId="{0F11B4E3-E29C-4063-AB66-0DE017FF462B}" dt="2024-06-04T01:19:07.674" v="931" actId="22"/>
        <pc:sldMkLst>
          <pc:docMk/>
          <pc:sldMk cId="2326693044" sldId="296"/>
        </pc:sldMkLst>
        <pc:picChg chg="add">
          <ac:chgData name="Arun Sunar" userId="3fa9774ca67c7ab5" providerId="LiveId" clId="{0F11B4E3-E29C-4063-AB66-0DE017FF462B}" dt="2024-06-04T01:19:07.674" v="931" actId="22"/>
          <ac:picMkLst>
            <pc:docMk/>
            <pc:sldMk cId="2326693044" sldId="296"/>
            <ac:picMk id="3" creationId="{C609D1FE-EAAA-0C62-739F-6937482DB033}"/>
          </ac:picMkLst>
        </pc:picChg>
      </pc:sldChg>
      <pc:sldChg chg="addSp add mod">
        <pc:chgData name="Arun Sunar" userId="3fa9774ca67c7ab5" providerId="LiveId" clId="{0F11B4E3-E29C-4063-AB66-0DE017FF462B}" dt="2024-06-04T01:28:12.125" v="933" actId="22"/>
        <pc:sldMkLst>
          <pc:docMk/>
          <pc:sldMk cId="1734375385" sldId="297"/>
        </pc:sldMkLst>
        <pc:picChg chg="add">
          <ac:chgData name="Arun Sunar" userId="3fa9774ca67c7ab5" providerId="LiveId" clId="{0F11B4E3-E29C-4063-AB66-0DE017FF462B}" dt="2024-06-04T01:28:12.125" v="933" actId="22"/>
          <ac:picMkLst>
            <pc:docMk/>
            <pc:sldMk cId="1734375385" sldId="297"/>
            <ac:picMk id="3" creationId="{7E69538E-D3BF-83A8-7BAD-202B3E400690}"/>
          </ac:picMkLst>
        </pc:picChg>
      </pc:sldChg>
      <pc:sldChg chg="addSp add mod">
        <pc:chgData name="Arun Sunar" userId="3fa9774ca67c7ab5" providerId="LiveId" clId="{0F11B4E3-E29C-4063-AB66-0DE017FF462B}" dt="2024-06-04T01:29:22.533" v="935" actId="22"/>
        <pc:sldMkLst>
          <pc:docMk/>
          <pc:sldMk cId="2143091388" sldId="298"/>
        </pc:sldMkLst>
        <pc:picChg chg="add">
          <ac:chgData name="Arun Sunar" userId="3fa9774ca67c7ab5" providerId="LiveId" clId="{0F11B4E3-E29C-4063-AB66-0DE017FF462B}" dt="2024-06-04T01:29:22.533" v="935" actId="22"/>
          <ac:picMkLst>
            <pc:docMk/>
            <pc:sldMk cId="2143091388" sldId="298"/>
            <ac:picMk id="3" creationId="{E6699A49-B8D4-83B4-FCF1-D6F4F14F61E7}"/>
          </ac:picMkLst>
        </pc:picChg>
      </pc:sldChg>
      <pc:sldChg chg="addSp add mod">
        <pc:chgData name="Arun Sunar" userId="3fa9774ca67c7ab5" providerId="LiveId" clId="{0F11B4E3-E29C-4063-AB66-0DE017FF462B}" dt="2024-06-04T01:32:17.144" v="937" actId="22"/>
        <pc:sldMkLst>
          <pc:docMk/>
          <pc:sldMk cId="855969236" sldId="299"/>
        </pc:sldMkLst>
        <pc:picChg chg="add">
          <ac:chgData name="Arun Sunar" userId="3fa9774ca67c7ab5" providerId="LiveId" clId="{0F11B4E3-E29C-4063-AB66-0DE017FF462B}" dt="2024-06-04T01:32:17.144" v="937" actId="22"/>
          <ac:picMkLst>
            <pc:docMk/>
            <pc:sldMk cId="855969236" sldId="299"/>
            <ac:picMk id="3" creationId="{0151038B-1579-BA53-C779-0671E87A5F47}"/>
          </ac:picMkLst>
        </pc:picChg>
      </pc:sldChg>
      <pc:sldChg chg="addSp add mod">
        <pc:chgData name="Arun Sunar" userId="3fa9774ca67c7ab5" providerId="LiveId" clId="{0F11B4E3-E29C-4063-AB66-0DE017FF462B}" dt="2024-06-04T01:33:49.779" v="939" actId="22"/>
        <pc:sldMkLst>
          <pc:docMk/>
          <pc:sldMk cId="1289356016" sldId="300"/>
        </pc:sldMkLst>
        <pc:picChg chg="add">
          <ac:chgData name="Arun Sunar" userId="3fa9774ca67c7ab5" providerId="LiveId" clId="{0F11B4E3-E29C-4063-AB66-0DE017FF462B}" dt="2024-06-04T01:33:49.779" v="939" actId="22"/>
          <ac:picMkLst>
            <pc:docMk/>
            <pc:sldMk cId="1289356016" sldId="300"/>
            <ac:picMk id="3" creationId="{A32A997C-2F6B-C97C-034D-A4043C8286B8}"/>
          </ac:picMkLst>
        </pc:picChg>
      </pc:sldChg>
      <pc:sldChg chg="addSp add mod">
        <pc:chgData name="Arun Sunar" userId="3fa9774ca67c7ab5" providerId="LiveId" clId="{0F11B4E3-E29C-4063-AB66-0DE017FF462B}" dt="2024-06-04T01:41:56.504" v="941" actId="22"/>
        <pc:sldMkLst>
          <pc:docMk/>
          <pc:sldMk cId="3397516953" sldId="301"/>
        </pc:sldMkLst>
        <pc:picChg chg="add">
          <ac:chgData name="Arun Sunar" userId="3fa9774ca67c7ab5" providerId="LiveId" clId="{0F11B4E3-E29C-4063-AB66-0DE017FF462B}" dt="2024-06-04T01:41:56.504" v="941" actId="22"/>
          <ac:picMkLst>
            <pc:docMk/>
            <pc:sldMk cId="3397516953" sldId="301"/>
            <ac:picMk id="3" creationId="{8CB6243D-2EE6-0620-4094-09CA35B461A3}"/>
          </ac:picMkLst>
        </pc:picChg>
      </pc:sldChg>
      <pc:sldChg chg="addSp add mod">
        <pc:chgData name="Arun Sunar" userId="3fa9774ca67c7ab5" providerId="LiveId" clId="{0F11B4E3-E29C-4063-AB66-0DE017FF462B}" dt="2024-06-04T01:44:37.403" v="943" actId="22"/>
        <pc:sldMkLst>
          <pc:docMk/>
          <pc:sldMk cId="495179138" sldId="302"/>
        </pc:sldMkLst>
        <pc:picChg chg="add">
          <ac:chgData name="Arun Sunar" userId="3fa9774ca67c7ab5" providerId="LiveId" clId="{0F11B4E3-E29C-4063-AB66-0DE017FF462B}" dt="2024-06-04T01:44:37.403" v="943" actId="22"/>
          <ac:picMkLst>
            <pc:docMk/>
            <pc:sldMk cId="495179138" sldId="302"/>
            <ac:picMk id="3" creationId="{AB5C5536-5DF8-23BE-3B81-53F5AC2F644D}"/>
          </ac:picMkLst>
        </pc:picChg>
      </pc:sldChg>
      <pc:sldChg chg="addSp add mod">
        <pc:chgData name="Arun Sunar" userId="3fa9774ca67c7ab5" providerId="LiveId" clId="{0F11B4E3-E29C-4063-AB66-0DE017FF462B}" dt="2024-06-04T01:48:50.561" v="945" actId="22"/>
        <pc:sldMkLst>
          <pc:docMk/>
          <pc:sldMk cId="524529194" sldId="303"/>
        </pc:sldMkLst>
        <pc:picChg chg="add">
          <ac:chgData name="Arun Sunar" userId="3fa9774ca67c7ab5" providerId="LiveId" clId="{0F11B4E3-E29C-4063-AB66-0DE017FF462B}" dt="2024-06-04T01:48:50.561" v="945" actId="22"/>
          <ac:picMkLst>
            <pc:docMk/>
            <pc:sldMk cId="524529194" sldId="303"/>
            <ac:picMk id="3" creationId="{0505AC3D-9444-5D90-288A-F2C30894E894}"/>
          </ac:picMkLst>
        </pc:picChg>
      </pc:sldChg>
      <pc:sldChg chg="addSp add mod">
        <pc:chgData name="Arun Sunar" userId="3fa9774ca67c7ab5" providerId="LiveId" clId="{0F11B4E3-E29C-4063-AB66-0DE017FF462B}" dt="2024-06-04T01:51:28.385" v="947" actId="22"/>
        <pc:sldMkLst>
          <pc:docMk/>
          <pc:sldMk cId="2043347124" sldId="304"/>
        </pc:sldMkLst>
        <pc:picChg chg="add">
          <ac:chgData name="Arun Sunar" userId="3fa9774ca67c7ab5" providerId="LiveId" clId="{0F11B4E3-E29C-4063-AB66-0DE017FF462B}" dt="2024-06-04T01:51:28.385" v="947" actId="22"/>
          <ac:picMkLst>
            <pc:docMk/>
            <pc:sldMk cId="2043347124" sldId="304"/>
            <ac:picMk id="3" creationId="{23488BE3-0503-FC5A-866D-9083007C4E92}"/>
          </ac:picMkLst>
        </pc:picChg>
      </pc:sldChg>
      <pc:sldChg chg="addSp add mod">
        <pc:chgData name="Arun Sunar" userId="3fa9774ca67c7ab5" providerId="LiveId" clId="{0F11B4E3-E29C-4063-AB66-0DE017FF462B}" dt="2024-06-04T02:52:57.583" v="954" actId="22"/>
        <pc:sldMkLst>
          <pc:docMk/>
          <pc:sldMk cId="1250207287" sldId="305"/>
        </pc:sldMkLst>
        <pc:picChg chg="add">
          <ac:chgData name="Arun Sunar" userId="3fa9774ca67c7ab5" providerId="LiveId" clId="{0F11B4E3-E29C-4063-AB66-0DE017FF462B}" dt="2024-06-04T02:52:57.583" v="954" actId="22"/>
          <ac:picMkLst>
            <pc:docMk/>
            <pc:sldMk cId="1250207287" sldId="305"/>
            <ac:picMk id="3" creationId="{CEBD58BD-E244-BB77-622F-D89B89432E3C}"/>
          </ac:picMkLst>
        </pc:picChg>
      </pc:sldChg>
      <pc:sldChg chg="addSp modSp add mod ord">
        <pc:chgData name="Arun Sunar" userId="3fa9774ca67c7ab5" providerId="LiveId" clId="{0F11B4E3-E29C-4063-AB66-0DE017FF462B}" dt="2024-06-04T02:52:52.810" v="952"/>
        <pc:sldMkLst>
          <pc:docMk/>
          <pc:sldMk cId="1987364232" sldId="306"/>
        </pc:sldMkLst>
        <pc:picChg chg="add mod">
          <ac:chgData name="Arun Sunar" userId="3fa9774ca67c7ab5" providerId="LiveId" clId="{0F11B4E3-E29C-4063-AB66-0DE017FF462B}" dt="2024-06-04T02:52:10.214" v="950" actId="1076"/>
          <ac:picMkLst>
            <pc:docMk/>
            <pc:sldMk cId="1987364232" sldId="306"/>
            <ac:picMk id="3" creationId="{D5E4CCD0-19DA-3D98-84D4-1D25AA6683FA}"/>
          </ac:picMkLst>
        </pc:picChg>
      </pc:sldChg>
      <pc:sldChg chg="addSp delSp modSp add mod">
        <pc:chgData name="Arun Sunar" userId="3fa9774ca67c7ab5" providerId="LiveId" clId="{0F11B4E3-E29C-4063-AB66-0DE017FF462B}" dt="2024-06-05T01:00:20.142" v="1014" actId="1076"/>
        <pc:sldMkLst>
          <pc:docMk/>
          <pc:sldMk cId="782498372" sldId="307"/>
        </pc:sldMkLst>
        <pc:spChg chg="add del mod">
          <ac:chgData name="Arun Sunar" userId="3fa9774ca67c7ab5" providerId="LiveId" clId="{0F11B4E3-E29C-4063-AB66-0DE017FF462B}" dt="2024-06-05T00:59:30.458" v="960"/>
          <ac:spMkLst>
            <pc:docMk/>
            <pc:sldMk cId="782498372" sldId="307"/>
            <ac:spMk id="4" creationId="{EA8C404B-90FA-23FC-AEAF-9AC1A69E669E}"/>
          </ac:spMkLst>
        </pc:spChg>
        <pc:spChg chg="add del mod">
          <ac:chgData name="Arun Sunar" userId="3fa9774ca67c7ab5" providerId="LiveId" clId="{0F11B4E3-E29C-4063-AB66-0DE017FF462B}" dt="2024-06-05T00:59:30.458" v="962"/>
          <ac:spMkLst>
            <pc:docMk/>
            <pc:sldMk cId="782498372" sldId="307"/>
            <ac:spMk id="5" creationId="{50D91F9C-CA9F-C3D4-5D35-A2F56AB60313}"/>
          </ac:spMkLst>
        </pc:spChg>
        <pc:spChg chg="add mod">
          <ac:chgData name="Arun Sunar" userId="3fa9774ca67c7ab5" providerId="LiveId" clId="{0F11B4E3-E29C-4063-AB66-0DE017FF462B}" dt="2024-06-05T01:00:20.142" v="1014" actId="1076"/>
          <ac:spMkLst>
            <pc:docMk/>
            <pc:sldMk cId="782498372" sldId="307"/>
            <ac:spMk id="6" creationId="{4B8B38F5-50FD-26E3-F8B8-F6143E0B0A56}"/>
          </ac:spMkLst>
        </pc:spChg>
        <pc:picChg chg="add mod">
          <ac:chgData name="Arun Sunar" userId="3fa9774ca67c7ab5" providerId="LiveId" clId="{0F11B4E3-E29C-4063-AB66-0DE017FF462B}" dt="2024-06-05T00:59:35.157" v="963" actId="14100"/>
          <ac:picMkLst>
            <pc:docMk/>
            <pc:sldMk cId="782498372" sldId="307"/>
            <ac:picMk id="3" creationId="{F8A5B220-9BED-89F3-3153-8E432DC246E1}"/>
          </ac:picMkLst>
        </pc:picChg>
      </pc:sldChg>
      <pc:sldChg chg="addSp modSp add mod">
        <pc:chgData name="Arun Sunar" userId="3fa9774ca67c7ab5" providerId="LiveId" clId="{0F11B4E3-E29C-4063-AB66-0DE017FF462B}" dt="2024-06-05T01:01:58.843" v="1018" actId="14100"/>
        <pc:sldMkLst>
          <pc:docMk/>
          <pc:sldMk cId="2234632500" sldId="308"/>
        </pc:sldMkLst>
        <pc:picChg chg="add mod">
          <ac:chgData name="Arun Sunar" userId="3fa9774ca67c7ab5" providerId="LiveId" clId="{0F11B4E3-E29C-4063-AB66-0DE017FF462B}" dt="2024-06-05T01:01:58.843" v="1018" actId="14100"/>
          <ac:picMkLst>
            <pc:docMk/>
            <pc:sldMk cId="2234632500" sldId="308"/>
            <ac:picMk id="3" creationId="{A65B671E-6969-DD1A-434C-64697B00DB39}"/>
          </ac:picMkLst>
        </pc:picChg>
      </pc:sldChg>
      <pc:sldChg chg="addSp modSp add mod">
        <pc:chgData name="Arun Sunar" userId="3fa9774ca67c7ab5" providerId="LiveId" clId="{0F11B4E3-E29C-4063-AB66-0DE017FF462B}" dt="2024-06-05T01:09:10.583" v="1021" actId="14100"/>
        <pc:sldMkLst>
          <pc:docMk/>
          <pc:sldMk cId="1755110226" sldId="309"/>
        </pc:sldMkLst>
        <pc:picChg chg="add mod">
          <ac:chgData name="Arun Sunar" userId="3fa9774ca67c7ab5" providerId="LiveId" clId="{0F11B4E3-E29C-4063-AB66-0DE017FF462B}" dt="2024-06-05T01:09:10.583" v="1021" actId="14100"/>
          <ac:picMkLst>
            <pc:docMk/>
            <pc:sldMk cId="1755110226" sldId="309"/>
            <ac:picMk id="3" creationId="{7F4ECAFC-3B3D-2DC3-FAF8-3690FC6F4064}"/>
          </ac:picMkLst>
        </pc:picChg>
      </pc:sldChg>
      <pc:sldChg chg="addSp add mod">
        <pc:chgData name="Arun Sunar" userId="3fa9774ca67c7ab5" providerId="LiveId" clId="{0F11B4E3-E29C-4063-AB66-0DE017FF462B}" dt="2024-06-05T01:14:25.162" v="1023" actId="22"/>
        <pc:sldMkLst>
          <pc:docMk/>
          <pc:sldMk cId="1687773456" sldId="310"/>
        </pc:sldMkLst>
        <pc:picChg chg="add">
          <ac:chgData name="Arun Sunar" userId="3fa9774ca67c7ab5" providerId="LiveId" clId="{0F11B4E3-E29C-4063-AB66-0DE017FF462B}" dt="2024-06-05T01:14:25.162" v="1023" actId="22"/>
          <ac:picMkLst>
            <pc:docMk/>
            <pc:sldMk cId="1687773456" sldId="310"/>
            <ac:picMk id="3" creationId="{C70C979B-5669-7D24-437C-7795E1AB06EE}"/>
          </ac:picMkLst>
        </pc:picChg>
      </pc:sldChg>
      <pc:sldChg chg="addSp add mod">
        <pc:chgData name="Arun Sunar" userId="3fa9774ca67c7ab5" providerId="LiveId" clId="{0F11B4E3-E29C-4063-AB66-0DE017FF462B}" dt="2024-06-05T03:25:06.816" v="1025" actId="22"/>
        <pc:sldMkLst>
          <pc:docMk/>
          <pc:sldMk cId="2761107229" sldId="311"/>
        </pc:sldMkLst>
        <pc:picChg chg="add">
          <ac:chgData name="Arun Sunar" userId="3fa9774ca67c7ab5" providerId="LiveId" clId="{0F11B4E3-E29C-4063-AB66-0DE017FF462B}" dt="2024-06-05T03:25:06.816" v="1025" actId="22"/>
          <ac:picMkLst>
            <pc:docMk/>
            <pc:sldMk cId="2761107229" sldId="311"/>
            <ac:picMk id="3" creationId="{9DD4451E-8B1E-E343-918B-731C0B1674A9}"/>
          </ac:picMkLst>
        </pc:picChg>
      </pc:sldChg>
      <pc:sldChg chg="addSp add mod">
        <pc:chgData name="Arun Sunar" userId="3fa9774ca67c7ab5" providerId="LiveId" clId="{0F11B4E3-E29C-4063-AB66-0DE017FF462B}" dt="2024-06-05T03:32:38.226" v="1027" actId="22"/>
        <pc:sldMkLst>
          <pc:docMk/>
          <pc:sldMk cId="1006479911" sldId="312"/>
        </pc:sldMkLst>
        <pc:picChg chg="add">
          <ac:chgData name="Arun Sunar" userId="3fa9774ca67c7ab5" providerId="LiveId" clId="{0F11B4E3-E29C-4063-AB66-0DE017FF462B}" dt="2024-06-05T03:32:38.226" v="1027" actId="22"/>
          <ac:picMkLst>
            <pc:docMk/>
            <pc:sldMk cId="1006479911" sldId="312"/>
            <ac:picMk id="3" creationId="{EEEB7647-88EA-8589-70AF-A0D51FBB2782}"/>
          </ac:picMkLst>
        </pc:picChg>
      </pc:sldChg>
      <pc:sldChg chg="addSp modSp add mod">
        <pc:chgData name="Arun Sunar" userId="3fa9774ca67c7ab5" providerId="LiveId" clId="{0F11B4E3-E29C-4063-AB66-0DE017FF462B}" dt="2024-06-05T03:42:34.320" v="1030" actId="1076"/>
        <pc:sldMkLst>
          <pc:docMk/>
          <pc:sldMk cId="2922592076" sldId="313"/>
        </pc:sldMkLst>
        <pc:picChg chg="add mod">
          <ac:chgData name="Arun Sunar" userId="3fa9774ca67c7ab5" providerId="LiveId" clId="{0F11B4E3-E29C-4063-AB66-0DE017FF462B}" dt="2024-06-05T03:42:34.320" v="1030" actId="1076"/>
          <ac:picMkLst>
            <pc:docMk/>
            <pc:sldMk cId="2922592076" sldId="313"/>
            <ac:picMk id="3" creationId="{CA48E677-D2E3-6A2D-745E-F204B53BCE74}"/>
          </ac:picMkLst>
        </pc:picChg>
      </pc:sldChg>
      <pc:sldChg chg="addSp modSp add mod">
        <pc:chgData name="Arun Sunar" userId="3fa9774ca67c7ab5" providerId="LiveId" clId="{0F11B4E3-E29C-4063-AB66-0DE017FF462B}" dt="2024-06-05T03:43:57.073" v="1083" actId="1076"/>
        <pc:sldMkLst>
          <pc:docMk/>
          <pc:sldMk cId="457640196" sldId="314"/>
        </pc:sldMkLst>
        <pc:spChg chg="add mod">
          <ac:chgData name="Arun Sunar" userId="3fa9774ca67c7ab5" providerId="LiveId" clId="{0F11B4E3-E29C-4063-AB66-0DE017FF462B}" dt="2024-06-05T03:43:57.073" v="1083" actId="1076"/>
          <ac:spMkLst>
            <pc:docMk/>
            <pc:sldMk cId="457640196" sldId="314"/>
            <ac:spMk id="4" creationId="{6B017C0B-9887-EE4A-D30D-484C1B2E183D}"/>
          </ac:spMkLst>
        </pc:spChg>
        <pc:picChg chg="add mod">
          <ac:chgData name="Arun Sunar" userId="3fa9774ca67c7ab5" providerId="LiveId" clId="{0F11B4E3-E29C-4063-AB66-0DE017FF462B}" dt="2024-06-05T03:43:14.731" v="1033" actId="1076"/>
          <ac:picMkLst>
            <pc:docMk/>
            <pc:sldMk cId="457640196" sldId="314"/>
            <ac:picMk id="3" creationId="{E57466B3-F5B5-0FC4-AF55-F6C9CC55374D}"/>
          </ac:picMkLst>
        </pc:picChg>
      </pc:sldChg>
      <pc:sldChg chg="addSp delSp new mod">
        <pc:chgData name="Arun Sunar" userId="3fa9774ca67c7ab5" providerId="LiveId" clId="{0F11B4E3-E29C-4063-AB66-0DE017FF462B}" dt="2024-06-05T03:55:42.924" v="1091" actId="22"/>
        <pc:sldMkLst>
          <pc:docMk/>
          <pc:sldMk cId="3146724708" sldId="315"/>
        </pc:sldMkLst>
        <pc:spChg chg="del">
          <ac:chgData name="Arun Sunar" userId="3fa9774ca67c7ab5" providerId="LiveId" clId="{0F11B4E3-E29C-4063-AB66-0DE017FF462B}" dt="2024-06-05T03:55:40.525" v="1089" actId="478"/>
          <ac:spMkLst>
            <pc:docMk/>
            <pc:sldMk cId="3146724708" sldId="315"/>
            <ac:spMk id="2" creationId="{D799BDBA-EAD0-E2C2-67EE-A5784C79C3EF}"/>
          </ac:spMkLst>
        </pc:spChg>
        <pc:spChg chg="del">
          <ac:chgData name="Arun Sunar" userId="3fa9774ca67c7ab5" providerId="LiveId" clId="{0F11B4E3-E29C-4063-AB66-0DE017FF462B}" dt="2024-06-05T03:55:41.616" v="1090" actId="478"/>
          <ac:spMkLst>
            <pc:docMk/>
            <pc:sldMk cId="3146724708" sldId="315"/>
            <ac:spMk id="3" creationId="{C96651A8-06E2-EE5D-5AF6-2BCB2B9A2913}"/>
          </ac:spMkLst>
        </pc:spChg>
        <pc:picChg chg="add">
          <ac:chgData name="Arun Sunar" userId="3fa9774ca67c7ab5" providerId="LiveId" clId="{0F11B4E3-E29C-4063-AB66-0DE017FF462B}" dt="2024-06-05T03:55:42.924" v="1091" actId="22"/>
          <ac:picMkLst>
            <pc:docMk/>
            <pc:sldMk cId="3146724708" sldId="315"/>
            <ac:picMk id="5" creationId="{CDC9CBB1-2AE1-376A-40D2-AEDB0B469F20}"/>
          </ac:picMkLst>
        </pc:picChg>
      </pc:sldChg>
      <pc:sldChg chg="addSp delSp modSp add mod">
        <pc:chgData name="Arun Sunar" userId="3fa9774ca67c7ab5" providerId="LiveId" clId="{0F11B4E3-E29C-4063-AB66-0DE017FF462B}" dt="2024-06-17T04:08:32.945" v="1094" actId="14100"/>
        <pc:sldMkLst>
          <pc:docMk/>
          <pc:sldMk cId="782944535" sldId="316"/>
        </pc:sldMkLst>
        <pc:spChg chg="del">
          <ac:chgData name="Arun Sunar" userId="3fa9774ca67c7ab5" providerId="LiveId" clId="{0F11B4E3-E29C-4063-AB66-0DE017FF462B}" dt="2024-06-05T03:55:36.836" v="1087" actId="478"/>
          <ac:spMkLst>
            <pc:docMk/>
            <pc:sldMk cId="782944535" sldId="316"/>
            <ac:spMk id="2" creationId="{D799BDBA-EAD0-E2C2-67EE-A5784C79C3EF}"/>
          </ac:spMkLst>
        </pc:spChg>
        <pc:spChg chg="del">
          <ac:chgData name="Arun Sunar" userId="3fa9774ca67c7ab5" providerId="LiveId" clId="{0F11B4E3-E29C-4063-AB66-0DE017FF462B}" dt="2024-06-05T03:55:38.059" v="1088" actId="478"/>
          <ac:spMkLst>
            <pc:docMk/>
            <pc:sldMk cId="782944535" sldId="316"/>
            <ac:spMk id="3" creationId="{C96651A8-06E2-EE5D-5AF6-2BCB2B9A2913}"/>
          </ac:spMkLst>
        </pc:spChg>
        <pc:picChg chg="add mod">
          <ac:chgData name="Arun Sunar" userId="3fa9774ca67c7ab5" providerId="LiveId" clId="{0F11B4E3-E29C-4063-AB66-0DE017FF462B}" dt="2024-06-17T04:08:32.945" v="1094" actId="14100"/>
          <ac:picMkLst>
            <pc:docMk/>
            <pc:sldMk cId="782944535" sldId="316"/>
            <ac:picMk id="3" creationId="{BB74E7A3-3842-EE2B-F91B-84E2393D6C14}"/>
          </ac:picMkLst>
        </pc:picChg>
      </pc:sldChg>
      <pc:sldChg chg="new del">
        <pc:chgData name="Arun Sunar" userId="3fa9774ca67c7ab5" providerId="LiveId" clId="{0F11B4E3-E29C-4063-AB66-0DE017FF462B}" dt="2024-06-05T03:55:19.524" v="1085" actId="680"/>
        <pc:sldMkLst>
          <pc:docMk/>
          <pc:sldMk cId="3763480852" sldId="316"/>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2DA9E97-0BF2-4DCF-8402-E28F0740E497}" type="datetimeFigureOut">
              <a:rPr lang="en-IN" smtClean="0"/>
              <a:t>17-06-2024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05052E6-768F-419B-A157-1C208E6E05B1}" type="slidenum">
              <a:rPr lang="en-IN" smtClean="0"/>
              <a:t>‹#›</a:t>
            </a:fld>
            <a:endParaRPr lang="en-IN"/>
          </a:p>
        </p:txBody>
      </p:sp>
    </p:spTree>
    <p:extLst>
      <p:ext uri="{BB962C8B-B14F-4D97-AF65-F5344CB8AC3E}">
        <p14:creationId xmlns:p14="http://schemas.microsoft.com/office/powerpoint/2010/main" val="12759018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705052E6-768F-419B-A157-1C208E6E05B1}" type="slidenum">
              <a:rPr lang="en-IN" smtClean="0"/>
              <a:t>1</a:t>
            </a:fld>
            <a:endParaRPr lang="en-IN"/>
          </a:p>
        </p:txBody>
      </p:sp>
    </p:spTree>
    <p:extLst>
      <p:ext uri="{BB962C8B-B14F-4D97-AF65-F5344CB8AC3E}">
        <p14:creationId xmlns:p14="http://schemas.microsoft.com/office/powerpoint/2010/main" val="356242628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705052E6-768F-419B-A157-1C208E6E05B1}" type="slidenum">
              <a:rPr lang="en-IN" smtClean="0"/>
              <a:t>3</a:t>
            </a:fld>
            <a:endParaRPr lang="en-IN"/>
          </a:p>
        </p:txBody>
      </p:sp>
    </p:spTree>
    <p:extLst>
      <p:ext uri="{BB962C8B-B14F-4D97-AF65-F5344CB8AC3E}">
        <p14:creationId xmlns:p14="http://schemas.microsoft.com/office/powerpoint/2010/main" val="41415379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705052E6-768F-419B-A157-1C208E6E05B1}" type="slidenum">
              <a:rPr lang="en-IN" smtClean="0"/>
              <a:t>18</a:t>
            </a:fld>
            <a:endParaRPr lang="en-IN"/>
          </a:p>
        </p:txBody>
      </p:sp>
    </p:spTree>
    <p:extLst>
      <p:ext uri="{BB962C8B-B14F-4D97-AF65-F5344CB8AC3E}">
        <p14:creationId xmlns:p14="http://schemas.microsoft.com/office/powerpoint/2010/main" val="1078388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D8340D-89F9-F49F-22C5-26BB847B8D5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7EB39240-72E1-9EBE-56EA-96134D42993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26757F33-EB2F-223B-7CE4-707736F468B1}"/>
              </a:ext>
            </a:extLst>
          </p:cNvPr>
          <p:cNvSpPr>
            <a:spLocks noGrp="1"/>
          </p:cNvSpPr>
          <p:nvPr>
            <p:ph type="dt" sz="half" idx="10"/>
          </p:nvPr>
        </p:nvSpPr>
        <p:spPr/>
        <p:txBody>
          <a:bodyPr/>
          <a:lstStyle/>
          <a:p>
            <a:fld id="{DAD9F704-CBEA-4F53-ADB8-4A8D7AF3DF60}" type="datetimeFigureOut">
              <a:rPr lang="en-IN" smtClean="0"/>
              <a:t>17-06-2024</a:t>
            </a:fld>
            <a:endParaRPr lang="en-IN"/>
          </a:p>
        </p:txBody>
      </p:sp>
      <p:sp>
        <p:nvSpPr>
          <p:cNvPr id="5" name="Footer Placeholder 4">
            <a:extLst>
              <a:ext uri="{FF2B5EF4-FFF2-40B4-BE49-F238E27FC236}">
                <a16:creationId xmlns:a16="http://schemas.microsoft.com/office/drawing/2014/main" id="{0522F3F2-175B-6EF3-2109-1EFE6CFA0BB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A6C8122-F03B-4017-F9B9-94133F110977}"/>
              </a:ext>
            </a:extLst>
          </p:cNvPr>
          <p:cNvSpPr>
            <a:spLocks noGrp="1"/>
          </p:cNvSpPr>
          <p:nvPr>
            <p:ph type="sldNum" sz="quarter" idx="12"/>
          </p:nvPr>
        </p:nvSpPr>
        <p:spPr/>
        <p:txBody>
          <a:bodyPr/>
          <a:lstStyle/>
          <a:p>
            <a:fld id="{D360771F-861C-45B3-B1AC-1E88C86EF4CB}" type="slidenum">
              <a:rPr lang="en-IN" smtClean="0"/>
              <a:t>‹#›</a:t>
            </a:fld>
            <a:endParaRPr lang="en-IN"/>
          </a:p>
        </p:txBody>
      </p:sp>
    </p:spTree>
    <p:extLst>
      <p:ext uri="{BB962C8B-B14F-4D97-AF65-F5344CB8AC3E}">
        <p14:creationId xmlns:p14="http://schemas.microsoft.com/office/powerpoint/2010/main" val="13855675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281766-A0F3-6C87-A084-91D727BCE9F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E2F76D4-07D0-E7E3-8577-7B6F9F87753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FDBECA0-EEBA-8F75-DC7E-BBFE14B59041}"/>
              </a:ext>
            </a:extLst>
          </p:cNvPr>
          <p:cNvSpPr>
            <a:spLocks noGrp="1"/>
          </p:cNvSpPr>
          <p:nvPr>
            <p:ph type="dt" sz="half" idx="10"/>
          </p:nvPr>
        </p:nvSpPr>
        <p:spPr/>
        <p:txBody>
          <a:bodyPr/>
          <a:lstStyle/>
          <a:p>
            <a:fld id="{DAD9F704-CBEA-4F53-ADB8-4A8D7AF3DF60}" type="datetimeFigureOut">
              <a:rPr lang="en-IN" smtClean="0"/>
              <a:t>17-06-2024</a:t>
            </a:fld>
            <a:endParaRPr lang="en-IN"/>
          </a:p>
        </p:txBody>
      </p:sp>
      <p:sp>
        <p:nvSpPr>
          <p:cNvPr id="5" name="Footer Placeholder 4">
            <a:extLst>
              <a:ext uri="{FF2B5EF4-FFF2-40B4-BE49-F238E27FC236}">
                <a16:creationId xmlns:a16="http://schemas.microsoft.com/office/drawing/2014/main" id="{A9E9978C-6846-6E39-4E7B-9E83C884A23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A236CC8-6376-3C7F-8734-CA35C1EA26FD}"/>
              </a:ext>
            </a:extLst>
          </p:cNvPr>
          <p:cNvSpPr>
            <a:spLocks noGrp="1"/>
          </p:cNvSpPr>
          <p:nvPr>
            <p:ph type="sldNum" sz="quarter" idx="12"/>
          </p:nvPr>
        </p:nvSpPr>
        <p:spPr/>
        <p:txBody>
          <a:bodyPr/>
          <a:lstStyle/>
          <a:p>
            <a:fld id="{D360771F-861C-45B3-B1AC-1E88C86EF4CB}" type="slidenum">
              <a:rPr lang="en-IN" smtClean="0"/>
              <a:t>‹#›</a:t>
            </a:fld>
            <a:endParaRPr lang="en-IN"/>
          </a:p>
        </p:txBody>
      </p:sp>
    </p:spTree>
    <p:extLst>
      <p:ext uri="{BB962C8B-B14F-4D97-AF65-F5344CB8AC3E}">
        <p14:creationId xmlns:p14="http://schemas.microsoft.com/office/powerpoint/2010/main" val="4996653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98861E-A419-EA8A-68C6-58DD24D1065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B02A43B-3F4F-259D-4609-F3480592ABC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5F8DF24-A3E3-EE1A-E777-AE31208B1C97}"/>
              </a:ext>
            </a:extLst>
          </p:cNvPr>
          <p:cNvSpPr>
            <a:spLocks noGrp="1"/>
          </p:cNvSpPr>
          <p:nvPr>
            <p:ph type="dt" sz="half" idx="10"/>
          </p:nvPr>
        </p:nvSpPr>
        <p:spPr/>
        <p:txBody>
          <a:bodyPr/>
          <a:lstStyle/>
          <a:p>
            <a:fld id="{DAD9F704-CBEA-4F53-ADB8-4A8D7AF3DF60}" type="datetimeFigureOut">
              <a:rPr lang="en-IN" smtClean="0"/>
              <a:t>17-06-2024</a:t>
            </a:fld>
            <a:endParaRPr lang="en-IN"/>
          </a:p>
        </p:txBody>
      </p:sp>
      <p:sp>
        <p:nvSpPr>
          <p:cNvPr id="5" name="Footer Placeholder 4">
            <a:extLst>
              <a:ext uri="{FF2B5EF4-FFF2-40B4-BE49-F238E27FC236}">
                <a16:creationId xmlns:a16="http://schemas.microsoft.com/office/drawing/2014/main" id="{4FE5CD95-E443-C94C-2445-BC893A9F86E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ED8F122-07DB-C524-5428-3504E0588B67}"/>
              </a:ext>
            </a:extLst>
          </p:cNvPr>
          <p:cNvSpPr>
            <a:spLocks noGrp="1"/>
          </p:cNvSpPr>
          <p:nvPr>
            <p:ph type="sldNum" sz="quarter" idx="12"/>
          </p:nvPr>
        </p:nvSpPr>
        <p:spPr/>
        <p:txBody>
          <a:bodyPr/>
          <a:lstStyle/>
          <a:p>
            <a:fld id="{D360771F-861C-45B3-B1AC-1E88C86EF4CB}" type="slidenum">
              <a:rPr lang="en-IN" smtClean="0"/>
              <a:t>‹#›</a:t>
            </a:fld>
            <a:endParaRPr lang="en-IN"/>
          </a:p>
        </p:txBody>
      </p:sp>
    </p:spTree>
    <p:extLst>
      <p:ext uri="{BB962C8B-B14F-4D97-AF65-F5344CB8AC3E}">
        <p14:creationId xmlns:p14="http://schemas.microsoft.com/office/powerpoint/2010/main" val="4555017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BCFDC6-D4F5-21D6-B799-5B51C0EA340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A1EE409-1675-18C7-4AE8-75E757412F8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E25AFD06-A755-25B5-AF37-4047536E1EB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473902D7-B019-4F44-16B4-A08C81450A12}"/>
              </a:ext>
            </a:extLst>
          </p:cNvPr>
          <p:cNvSpPr>
            <a:spLocks noGrp="1"/>
          </p:cNvSpPr>
          <p:nvPr>
            <p:ph type="dt" sz="half" idx="10"/>
          </p:nvPr>
        </p:nvSpPr>
        <p:spPr/>
        <p:txBody>
          <a:bodyPr/>
          <a:lstStyle/>
          <a:p>
            <a:fld id="{DAD9F704-CBEA-4F53-ADB8-4A8D7AF3DF60}" type="datetimeFigureOut">
              <a:rPr lang="en-IN" smtClean="0"/>
              <a:t>17-06-2024</a:t>
            </a:fld>
            <a:endParaRPr lang="en-IN"/>
          </a:p>
        </p:txBody>
      </p:sp>
      <p:sp>
        <p:nvSpPr>
          <p:cNvPr id="6" name="Footer Placeholder 5">
            <a:extLst>
              <a:ext uri="{FF2B5EF4-FFF2-40B4-BE49-F238E27FC236}">
                <a16:creationId xmlns:a16="http://schemas.microsoft.com/office/drawing/2014/main" id="{B83BEB72-4D6C-B17C-529D-8D5169E86A7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9044062-A563-BE7B-684C-A7EDE60520B1}"/>
              </a:ext>
            </a:extLst>
          </p:cNvPr>
          <p:cNvSpPr>
            <a:spLocks noGrp="1"/>
          </p:cNvSpPr>
          <p:nvPr>
            <p:ph type="sldNum" sz="quarter" idx="12"/>
          </p:nvPr>
        </p:nvSpPr>
        <p:spPr/>
        <p:txBody>
          <a:bodyPr/>
          <a:lstStyle/>
          <a:p>
            <a:fld id="{D360771F-861C-45B3-B1AC-1E88C86EF4CB}" type="slidenum">
              <a:rPr lang="en-IN" smtClean="0"/>
              <a:t>‹#›</a:t>
            </a:fld>
            <a:endParaRPr lang="en-IN"/>
          </a:p>
        </p:txBody>
      </p:sp>
    </p:spTree>
    <p:extLst>
      <p:ext uri="{BB962C8B-B14F-4D97-AF65-F5344CB8AC3E}">
        <p14:creationId xmlns:p14="http://schemas.microsoft.com/office/powerpoint/2010/main" val="39818089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21335B-7078-8F7A-9E74-9D6DA1C829B3}"/>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3D50E47-28F3-3B17-904C-1036A9DF324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AEF2318-F5CC-6FE6-2D25-E9FD58D6498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C70D3F0A-20F4-D6B9-4CAA-8FDBF04807E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63C5CAE-02C0-6678-D3CD-D4A9D599671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3F061964-B4F1-FD91-9598-C35CA0D3603F}"/>
              </a:ext>
            </a:extLst>
          </p:cNvPr>
          <p:cNvSpPr>
            <a:spLocks noGrp="1"/>
          </p:cNvSpPr>
          <p:nvPr>
            <p:ph type="dt" sz="half" idx="10"/>
          </p:nvPr>
        </p:nvSpPr>
        <p:spPr/>
        <p:txBody>
          <a:bodyPr/>
          <a:lstStyle/>
          <a:p>
            <a:fld id="{DAD9F704-CBEA-4F53-ADB8-4A8D7AF3DF60}" type="datetimeFigureOut">
              <a:rPr lang="en-IN" smtClean="0"/>
              <a:t>17-06-2024</a:t>
            </a:fld>
            <a:endParaRPr lang="en-IN"/>
          </a:p>
        </p:txBody>
      </p:sp>
      <p:sp>
        <p:nvSpPr>
          <p:cNvPr id="8" name="Footer Placeholder 7">
            <a:extLst>
              <a:ext uri="{FF2B5EF4-FFF2-40B4-BE49-F238E27FC236}">
                <a16:creationId xmlns:a16="http://schemas.microsoft.com/office/drawing/2014/main" id="{45973CE0-5952-2C86-E7EA-A52C991BC3E4}"/>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DF065175-57D2-1411-34F6-DE357201A2AE}"/>
              </a:ext>
            </a:extLst>
          </p:cNvPr>
          <p:cNvSpPr>
            <a:spLocks noGrp="1"/>
          </p:cNvSpPr>
          <p:nvPr>
            <p:ph type="sldNum" sz="quarter" idx="12"/>
          </p:nvPr>
        </p:nvSpPr>
        <p:spPr/>
        <p:txBody>
          <a:bodyPr/>
          <a:lstStyle/>
          <a:p>
            <a:fld id="{D360771F-861C-45B3-B1AC-1E88C86EF4CB}" type="slidenum">
              <a:rPr lang="en-IN" smtClean="0"/>
              <a:t>‹#›</a:t>
            </a:fld>
            <a:endParaRPr lang="en-IN"/>
          </a:p>
        </p:txBody>
      </p:sp>
    </p:spTree>
    <p:extLst>
      <p:ext uri="{BB962C8B-B14F-4D97-AF65-F5344CB8AC3E}">
        <p14:creationId xmlns:p14="http://schemas.microsoft.com/office/powerpoint/2010/main" val="30195470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01EB26-21D1-B039-E7A4-05065848298C}"/>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15489F53-A114-2730-C892-E8574DBCE1D3}"/>
              </a:ext>
            </a:extLst>
          </p:cNvPr>
          <p:cNvSpPr>
            <a:spLocks noGrp="1"/>
          </p:cNvSpPr>
          <p:nvPr>
            <p:ph type="dt" sz="half" idx="10"/>
          </p:nvPr>
        </p:nvSpPr>
        <p:spPr/>
        <p:txBody>
          <a:bodyPr/>
          <a:lstStyle/>
          <a:p>
            <a:fld id="{DAD9F704-CBEA-4F53-ADB8-4A8D7AF3DF60}" type="datetimeFigureOut">
              <a:rPr lang="en-IN" smtClean="0"/>
              <a:t>17-06-2024</a:t>
            </a:fld>
            <a:endParaRPr lang="en-IN"/>
          </a:p>
        </p:txBody>
      </p:sp>
      <p:sp>
        <p:nvSpPr>
          <p:cNvPr id="4" name="Footer Placeholder 3">
            <a:extLst>
              <a:ext uri="{FF2B5EF4-FFF2-40B4-BE49-F238E27FC236}">
                <a16:creationId xmlns:a16="http://schemas.microsoft.com/office/drawing/2014/main" id="{1BCB618D-C40E-27D1-1D80-83FE82FF28F9}"/>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112993D2-E094-6925-8522-A82B6CD7E6DF}"/>
              </a:ext>
            </a:extLst>
          </p:cNvPr>
          <p:cNvSpPr>
            <a:spLocks noGrp="1"/>
          </p:cNvSpPr>
          <p:nvPr>
            <p:ph type="sldNum" sz="quarter" idx="12"/>
          </p:nvPr>
        </p:nvSpPr>
        <p:spPr/>
        <p:txBody>
          <a:bodyPr/>
          <a:lstStyle/>
          <a:p>
            <a:fld id="{D360771F-861C-45B3-B1AC-1E88C86EF4CB}" type="slidenum">
              <a:rPr lang="en-IN" smtClean="0"/>
              <a:t>‹#›</a:t>
            </a:fld>
            <a:endParaRPr lang="en-IN"/>
          </a:p>
        </p:txBody>
      </p:sp>
    </p:spTree>
    <p:extLst>
      <p:ext uri="{BB962C8B-B14F-4D97-AF65-F5344CB8AC3E}">
        <p14:creationId xmlns:p14="http://schemas.microsoft.com/office/powerpoint/2010/main" val="20796469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1ABE064-65B4-0A81-FBD0-9264416659EB}"/>
              </a:ext>
            </a:extLst>
          </p:cNvPr>
          <p:cNvSpPr>
            <a:spLocks noGrp="1"/>
          </p:cNvSpPr>
          <p:nvPr>
            <p:ph type="dt" sz="half" idx="10"/>
          </p:nvPr>
        </p:nvSpPr>
        <p:spPr/>
        <p:txBody>
          <a:bodyPr/>
          <a:lstStyle/>
          <a:p>
            <a:fld id="{DAD9F704-CBEA-4F53-ADB8-4A8D7AF3DF60}" type="datetimeFigureOut">
              <a:rPr lang="en-IN" smtClean="0"/>
              <a:t>17-06-2024</a:t>
            </a:fld>
            <a:endParaRPr lang="en-IN"/>
          </a:p>
        </p:txBody>
      </p:sp>
      <p:sp>
        <p:nvSpPr>
          <p:cNvPr id="3" name="Footer Placeholder 2">
            <a:extLst>
              <a:ext uri="{FF2B5EF4-FFF2-40B4-BE49-F238E27FC236}">
                <a16:creationId xmlns:a16="http://schemas.microsoft.com/office/drawing/2014/main" id="{2E802222-62CF-06A4-86E3-A663C8E58DB8}"/>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1551438-D5E6-E585-0941-9BC508E190DD}"/>
              </a:ext>
            </a:extLst>
          </p:cNvPr>
          <p:cNvSpPr>
            <a:spLocks noGrp="1"/>
          </p:cNvSpPr>
          <p:nvPr>
            <p:ph type="sldNum" sz="quarter" idx="12"/>
          </p:nvPr>
        </p:nvSpPr>
        <p:spPr/>
        <p:txBody>
          <a:bodyPr/>
          <a:lstStyle/>
          <a:p>
            <a:fld id="{D360771F-861C-45B3-B1AC-1E88C86EF4CB}" type="slidenum">
              <a:rPr lang="en-IN" smtClean="0"/>
              <a:t>‹#›</a:t>
            </a:fld>
            <a:endParaRPr lang="en-IN"/>
          </a:p>
        </p:txBody>
      </p:sp>
    </p:spTree>
    <p:extLst>
      <p:ext uri="{BB962C8B-B14F-4D97-AF65-F5344CB8AC3E}">
        <p14:creationId xmlns:p14="http://schemas.microsoft.com/office/powerpoint/2010/main" val="17784097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BBA875-15E3-5F6F-5690-CE33E4D6B7B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760456C8-8967-ECA9-3AF5-9624015A654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F10633E4-BFF4-091E-40C8-45184062514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5D62C39-65A0-9FD4-7D75-7226647C7CBB}"/>
              </a:ext>
            </a:extLst>
          </p:cNvPr>
          <p:cNvSpPr>
            <a:spLocks noGrp="1"/>
          </p:cNvSpPr>
          <p:nvPr>
            <p:ph type="dt" sz="half" idx="10"/>
          </p:nvPr>
        </p:nvSpPr>
        <p:spPr/>
        <p:txBody>
          <a:bodyPr/>
          <a:lstStyle/>
          <a:p>
            <a:fld id="{DAD9F704-CBEA-4F53-ADB8-4A8D7AF3DF60}" type="datetimeFigureOut">
              <a:rPr lang="en-IN" smtClean="0"/>
              <a:t>17-06-2024</a:t>
            </a:fld>
            <a:endParaRPr lang="en-IN"/>
          </a:p>
        </p:txBody>
      </p:sp>
      <p:sp>
        <p:nvSpPr>
          <p:cNvPr id="6" name="Footer Placeholder 5">
            <a:extLst>
              <a:ext uri="{FF2B5EF4-FFF2-40B4-BE49-F238E27FC236}">
                <a16:creationId xmlns:a16="http://schemas.microsoft.com/office/drawing/2014/main" id="{8961BBDF-C9D6-EB80-5F57-709FE2263BB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DB0C461-75D6-A170-079E-E48D12D994D8}"/>
              </a:ext>
            </a:extLst>
          </p:cNvPr>
          <p:cNvSpPr>
            <a:spLocks noGrp="1"/>
          </p:cNvSpPr>
          <p:nvPr>
            <p:ph type="sldNum" sz="quarter" idx="12"/>
          </p:nvPr>
        </p:nvSpPr>
        <p:spPr/>
        <p:txBody>
          <a:bodyPr/>
          <a:lstStyle/>
          <a:p>
            <a:fld id="{D360771F-861C-45B3-B1AC-1E88C86EF4CB}" type="slidenum">
              <a:rPr lang="en-IN" smtClean="0"/>
              <a:t>‹#›</a:t>
            </a:fld>
            <a:endParaRPr lang="en-IN"/>
          </a:p>
        </p:txBody>
      </p:sp>
    </p:spTree>
    <p:extLst>
      <p:ext uri="{BB962C8B-B14F-4D97-AF65-F5344CB8AC3E}">
        <p14:creationId xmlns:p14="http://schemas.microsoft.com/office/powerpoint/2010/main" val="42004088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7A3245-71A0-570C-5CE4-9549B42B739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9EE03711-3D49-7BDD-3F00-5BC4BDF0C58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002D04EF-A585-B7BC-BEAC-36CE7866C69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1E939CB-C571-835D-9151-9B9CB34554D3}"/>
              </a:ext>
            </a:extLst>
          </p:cNvPr>
          <p:cNvSpPr>
            <a:spLocks noGrp="1"/>
          </p:cNvSpPr>
          <p:nvPr>
            <p:ph type="dt" sz="half" idx="10"/>
          </p:nvPr>
        </p:nvSpPr>
        <p:spPr/>
        <p:txBody>
          <a:bodyPr/>
          <a:lstStyle/>
          <a:p>
            <a:fld id="{DAD9F704-CBEA-4F53-ADB8-4A8D7AF3DF60}" type="datetimeFigureOut">
              <a:rPr lang="en-IN" smtClean="0"/>
              <a:t>17-06-2024</a:t>
            </a:fld>
            <a:endParaRPr lang="en-IN"/>
          </a:p>
        </p:txBody>
      </p:sp>
      <p:sp>
        <p:nvSpPr>
          <p:cNvPr id="6" name="Footer Placeholder 5">
            <a:extLst>
              <a:ext uri="{FF2B5EF4-FFF2-40B4-BE49-F238E27FC236}">
                <a16:creationId xmlns:a16="http://schemas.microsoft.com/office/drawing/2014/main" id="{AB4096A0-5CED-81A0-3BDB-D8BD5C1D038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68D112C-B9D3-0700-E8FC-CAF44C990106}"/>
              </a:ext>
            </a:extLst>
          </p:cNvPr>
          <p:cNvSpPr>
            <a:spLocks noGrp="1"/>
          </p:cNvSpPr>
          <p:nvPr>
            <p:ph type="sldNum" sz="quarter" idx="12"/>
          </p:nvPr>
        </p:nvSpPr>
        <p:spPr/>
        <p:txBody>
          <a:bodyPr/>
          <a:lstStyle/>
          <a:p>
            <a:fld id="{D360771F-861C-45B3-B1AC-1E88C86EF4CB}" type="slidenum">
              <a:rPr lang="en-IN" smtClean="0"/>
              <a:t>‹#›</a:t>
            </a:fld>
            <a:endParaRPr lang="en-IN"/>
          </a:p>
        </p:txBody>
      </p:sp>
    </p:spTree>
    <p:extLst>
      <p:ext uri="{BB962C8B-B14F-4D97-AF65-F5344CB8AC3E}">
        <p14:creationId xmlns:p14="http://schemas.microsoft.com/office/powerpoint/2010/main" val="36314731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63E32C-4951-C229-A7AC-91CC6AB2FA5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4B89F7F-EFB5-B587-513B-DBCD0F53D1B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E30230C-362B-8CD9-0E03-A56E9BC094B1}"/>
              </a:ext>
            </a:extLst>
          </p:cNvPr>
          <p:cNvSpPr>
            <a:spLocks noGrp="1"/>
          </p:cNvSpPr>
          <p:nvPr>
            <p:ph type="dt" sz="half" idx="10"/>
          </p:nvPr>
        </p:nvSpPr>
        <p:spPr/>
        <p:txBody>
          <a:bodyPr/>
          <a:lstStyle/>
          <a:p>
            <a:fld id="{DAD9F704-CBEA-4F53-ADB8-4A8D7AF3DF60}" type="datetimeFigureOut">
              <a:rPr lang="en-IN" smtClean="0"/>
              <a:t>17-06-2024</a:t>
            </a:fld>
            <a:endParaRPr lang="en-IN"/>
          </a:p>
        </p:txBody>
      </p:sp>
      <p:sp>
        <p:nvSpPr>
          <p:cNvPr id="5" name="Footer Placeholder 4">
            <a:extLst>
              <a:ext uri="{FF2B5EF4-FFF2-40B4-BE49-F238E27FC236}">
                <a16:creationId xmlns:a16="http://schemas.microsoft.com/office/drawing/2014/main" id="{4CF6FC98-3446-8578-53B9-F842AF56B3B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92E205A-F876-BE77-5845-55AAD50CE71E}"/>
              </a:ext>
            </a:extLst>
          </p:cNvPr>
          <p:cNvSpPr>
            <a:spLocks noGrp="1"/>
          </p:cNvSpPr>
          <p:nvPr>
            <p:ph type="sldNum" sz="quarter" idx="12"/>
          </p:nvPr>
        </p:nvSpPr>
        <p:spPr/>
        <p:txBody>
          <a:bodyPr/>
          <a:lstStyle/>
          <a:p>
            <a:fld id="{D360771F-861C-45B3-B1AC-1E88C86EF4CB}" type="slidenum">
              <a:rPr lang="en-IN" smtClean="0"/>
              <a:t>‹#›</a:t>
            </a:fld>
            <a:endParaRPr lang="en-IN"/>
          </a:p>
        </p:txBody>
      </p:sp>
    </p:spTree>
    <p:extLst>
      <p:ext uri="{BB962C8B-B14F-4D97-AF65-F5344CB8AC3E}">
        <p14:creationId xmlns:p14="http://schemas.microsoft.com/office/powerpoint/2010/main" val="35810296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BD0CC90-7910-B4A0-828E-90028C633DB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E866248-CF35-4156-BBBA-C0049D9A04F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9A825A8-53F5-A19F-A4C8-501C0C9916D5}"/>
              </a:ext>
            </a:extLst>
          </p:cNvPr>
          <p:cNvSpPr>
            <a:spLocks noGrp="1"/>
          </p:cNvSpPr>
          <p:nvPr>
            <p:ph type="dt" sz="half" idx="10"/>
          </p:nvPr>
        </p:nvSpPr>
        <p:spPr/>
        <p:txBody>
          <a:bodyPr/>
          <a:lstStyle/>
          <a:p>
            <a:fld id="{DAD9F704-CBEA-4F53-ADB8-4A8D7AF3DF60}" type="datetimeFigureOut">
              <a:rPr lang="en-IN" smtClean="0"/>
              <a:t>17-06-2024</a:t>
            </a:fld>
            <a:endParaRPr lang="en-IN"/>
          </a:p>
        </p:txBody>
      </p:sp>
      <p:sp>
        <p:nvSpPr>
          <p:cNvPr id="5" name="Footer Placeholder 4">
            <a:extLst>
              <a:ext uri="{FF2B5EF4-FFF2-40B4-BE49-F238E27FC236}">
                <a16:creationId xmlns:a16="http://schemas.microsoft.com/office/drawing/2014/main" id="{3F79CF01-522E-E067-62E8-741D20269CF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CF561E5-BA5E-695B-1103-64713A3B1FD6}"/>
              </a:ext>
            </a:extLst>
          </p:cNvPr>
          <p:cNvSpPr>
            <a:spLocks noGrp="1"/>
          </p:cNvSpPr>
          <p:nvPr>
            <p:ph type="sldNum" sz="quarter" idx="12"/>
          </p:nvPr>
        </p:nvSpPr>
        <p:spPr/>
        <p:txBody>
          <a:bodyPr/>
          <a:lstStyle/>
          <a:p>
            <a:fld id="{D360771F-861C-45B3-B1AC-1E88C86EF4CB}" type="slidenum">
              <a:rPr lang="en-IN" smtClean="0"/>
              <a:t>‹#›</a:t>
            </a:fld>
            <a:endParaRPr lang="en-IN"/>
          </a:p>
        </p:txBody>
      </p:sp>
    </p:spTree>
    <p:extLst>
      <p:ext uri="{BB962C8B-B14F-4D97-AF65-F5344CB8AC3E}">
        <p14:creationId xmlns:p14="http://schemas.microsoft.com/office/powerpoint/2010/main" val="21706327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AAE21D6-6311-B6DF-04B9-4C4F65302A8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4C32588-AB01-BED5-4225-A5D557B56B9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E08F05B-F24B-5D7C-B4A2-EA7772C45B9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AD9F704-CBEA-4F53-ADB8-4A8D7AF3DF60}" type="datetimeFigureOut">
              <a:rPr lang="en-IN" smtClean="0"/>
              <a:t>17-06-2024</a:t>
            </a:fld>
            <a:endParaRPr lang="en-IN"/>
          </a:p>
        </p:txBody>
      </p:sp>
      <p:sp>
        <p:nvSpPr>
          <p:cNvPr id="5" name="Footer Placeholder 4">
            <a:extLst>
              <a:ext uri="{FF2B5EF4-FFF2-40B4-BE49-F238E27FC236}">
                <a16:creationId xmlns:a16="http://schemas.microsoft.com/office/drawing/2014/main" id="{F22226AD-3444-B9D3-1AD1-7DBB32181DD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4AA76F27-A645-490B-C70F-F547047014F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360771F-861C-45B3-B1AC-1E88C86EF4CB}" type="slidenum">
              <a:rPr lang="en-IN" smtClean="0"/>
              <a:t>‹#›</a:t>
            </a:fld>
            <a:endParaRPr lang="en-IN"/>
          </a:p>
        </p:txBody>
      </p:sp>
    </p:spTree>
    <p:extLst>
      <p:ext uri="{BB962C8B-B14F-4D97-AF65-F5344CB8AC3E}">
        <p14:creationId xmlns:p14="http://schemas.microsoft.com/office/powerpoint/2010/main" val="341600236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anywhere.epam.com/en/blog/what-is-sql"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intellipaat.com/blog/interview-question/tutorial/sql-tutorial/left-join-sql/" TargetMode="External"/><Relationship Id="rId2" Type="http://schemas.openxmlformats.org/officeDocument/2006/relationships/hyperlink" Target="https://intellipaat.com/blog/interview-question/tutorial/sql-tutorial/inner-join-in-sql/" TargetMode="External"/><Relationship Id="rId1" Type="http://schemas.openxmlformats.org/officeDocument/2006/relationships/slideLayout" Target="../slideLayouts/slideLayout2.xml"/><Relationship Id="rId5" Type="http://schemas.openxmlformats.org/officeDocument/2006/relationships/hyperlink" Target="https://intellipaat.com/blog/interview-question/tutorial/sql-tutorial/full-join-sql/" TargetMode="External"/><Relationship Id="rId4" Type="http://schemas.openxmlformats.org/officeDocument/2006/relationships/hyperlink" Target="https://intellipaat.com/blog/interview-question/tutorial/sql-tutorial/right-join-sql/" TargetMode="External"/></Relationships>
</file>

<file path=ppt/slides/_rels/slide8.xml.rels><?xml version="1.0" encoding="UTF-8" standalone="yes"?>
<Relationships xmlns="http://schemas.openxmlformats.org/package/2006/relationships"><Relationship Id="rId3" Type="http://schemas.openxmlformats.org/officeDocument/2006/relationships/hyperlink" Target="https://www.atlassian.com/data/sql/how-indexing-works" TargetMode="External"/><Relationship Id="rId2" Type="http://schemas.openxmlformats.org/officeDocument/2006/relationships/hyperlink" Target="https://www.sqltutorial.net/create-index.html"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www.atlassian.com/data/sql/how-indexing-works" TargetMode="External"/><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www.atlassian.com/data/databases/how-does-indexing-work" TargetMode="External"/><Relationship Id="rId2" Type="http://schemas.openxmlformats.org/officeDocument/2006/relationships/hyperlink" Target="https://www.progress.com/tutorials/odbc/using-indexes"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hyperlink" Target="https://intellipaat.com/blog/what-is-xml/" TargetMode="External"/><Relationship Id="rId2" Type="http://schemas.openxmlformats.org/officeDocument/2006/relationships/hyperlink" Target="https://intellipaat.com/blog/importance-of-data-security/" TargetMode="External"/><Relationship Id="rId1" Type="http://schemas.openxmlformats.org/officeDocument/2006/relationships/slideLayout" Target="../slideLayouts/slideLayout2.xml"/><Relationship Id="rId4" Type="http://schemas.openxmlformats.org/officeDocument/2006/relationships/hyperlink" Target="https://intellipaat.com/blog/what-is-microsoft-access/"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hyperlink" Target="https://www.linkedin.com/pulse/what-some-common-uses-views-sql-databases-amr-saafan/" TargetMode="Externa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hyperlink" Target="https://intellipaat.com/blog/self-join-in-sql/" TargetMode="Externa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hyperlink" Target="https://intellipaat.com/blog/tutorial/sql-tutorial/where-clause/" TargetMode="Externa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hyperlink" Target="https://intellipaat.com/blog/self-join-in-sql/" TargetMode="External"/><Relationship Id="rId2" Type="http://schemas.openxmlformats.org/officeDocument/2006/relationships/hyperlink" Target="https://learnsql.com/blog/what-is-self-join-sql/" TargetMode="External"/><Relationship Id="rId1" Type="http://schemas.openxmlformats.org/officeDocument/2006/relationships/slideLayout" Target="../slideLayouts/slideLayout2.xml"/><Relationship Id="rId5" Type="http://schemas.openxmlformats.org/officeDocument/2006/relationships/hyperlink" Target="https://www.stratascratch.com/blog/illustrated-guide-about-self-join-in-sql/" TargetMode="External"/><Relationship Id="rId4" Type="http://schemas.openxmlformats.org/officeDocument/2006/relationships/hyperlink" Target="https://www.javatpoint.com/mysql-self-join" TargetMode="External"/></Relationships>
</file>

<file path=ppt/slides/_rels/slide37.xml.rels><?xml version="1.0" encoding="UTF-8" standalone="yes"?>
<Relationships xmlns="http://schemas.openxmlformats.org/package/2006/relationships"><Relationship Id="rId3" Type="http://schemas.openxmlformats.org/officeDocument/2006/relationships/hyperlink" Target="https://learnsql.com/blog/sql-subquery-examples/" TargetMode="External"/><Relationship Id="rId2" Type="http://schemas.openxmlformats.org/officeDocument/2006/relationships/hyperlink" Target="https://www.javatpoint.com/sql-subquery" TargetMode="External"/><Relationship Id="rId1" Type="http://schemas.openxmlformats.org/officeDocument/2006/relationships/slideLayout" Target="../slideLayouts/slideLayout2.xml"/><Relationship Id="rId5" Type="http://schemas.openxmlformats.org/officeDocument/2006/relationships/hyperlink" Target="https://www.almabetter.com/bytes/tutorials/sql/types-of-subqueries-in-sql" TargetMode="External"/><Relationship Id="rId4" Type="http://schemas.openxmlformats.org/officeDocument/2006/relationships/hyperlink" Target="https://www.w3resource.com/sql/subqueries/understanding-sql-subqueries.php#google_vignette" TargetMode="External"/></Relationships>
</file>

<file path=ppt/slides/_rels/slide38.xml.rels><?xml version="1.0" encoding="UTF-8" standalone="yes"?>
<Relationships xmlns="http://schemas.openxmlformats.org/package/2006/relationships"><Relationship Id="rId8" Type="http://schemas.openxmlformats.org/officeDocument/2006/relationships/hyperlink" Target="https://www.linkedin.com/pulse/what-some-common-uses-views-sql-databases-amr-saafan/" TargetMode="External"/><Relationship Id="rId3" Type="http://schemas.openxmlformats.org/officeDocument/2006/relationships/hyperlink" Target="https://learnsql.com/blog/left-join-examples/" TargetMode="External"/><Relationship Id="rId7" Type="http://schemas.openxmlformats.org/officeDocument/2006/relationships/hyperlink" Target="https://www.scaler.com/topics/sql/group-by-in-sql/" TargetMode="External"/><Relationship Id="rId2" Type="http://schemas.openxmlformats.org/officeDocument/2006/relationships/hyperlink" Target="https://www.shiksha.com/online-courses/articles/sql-left-join-examples-and-syntax/" TargetMode="External"/><Relationship Id="rId1" Type="http://schemas.openxmlformats.org/officeDocument/2006/relationships/slideLayout" Target="../slideLayouts/slideLayout2.xml"/><Relationship Id="rId6" Type="http://schemas.openxmlformats.org/officeDocument/2006/relationships/hyperlink" Target="https://www.almabetter.com/bytes/tutorials/sql/group-by-clause-in-sql" TargetMode="External"/><Relationship Id="rId5" Type="http://schemas.openxmlformats.org/officeDocument/2006/relationships/hyperlink" Target="https://www.datacamp.com/tutorial/group-by-having-clause-sql" TargetMode="External"/><Relationship Id="rId4" Type="http://schemas.openxmlformats.org/officeDocument/2006/relationships/hyperlink" Target="https://www.shiksha.com/online-courses/articles/how-to-use-group-by-in-sql/" TargetMode="External"/></Relationships>
</file>

<file path=ppt/slides/_rels/slide3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C265366-E028-1921-93CB-20B3652BC821}"/>
              </a:ext>
            </a:extLst>
          </p:cNvPr>
          <p:cNvSpPr/>
          <p:nvPr/>
        </p:nvSpPr>
        <p:spPr>
          <a:xfrm>
            <a:off x="2428526" y="2967335"/>
            <a:ext cx="7334958" cy="923330"/>
          </a:xfrm>
          <a:prstGeom prst="rect">
            <a:avLst/>
          </a:prstGeom>
          <a:noFill/>
        </p:spPr>
        <p:txBody>
          <a:bodyPr wrap="none" lIns="91440" tIns="45720" rIns="91440" bIns="45720">
            <a:spAutoFit/>
          </a:bodyPr>
          <a:lstStyle/>
          <a:p>
            <a:pPr algn="ctr"/>
            <a:r>
              <a:rPr lang="en-US" sz="5400" b="1" cap="none" spc="0" dirty="0">
                <a:ln w="13462">
                  <a:solidFill>
                    <a:schemeClr val="bg1"/>
                  </a:solidFill>
                  <a:prstDash val="solid"/>
                </a:ln>
                <a:solidFill>
                  <a:schemeClr val="tx1">
                    <a:lumMod val="85000"/>
                    <a:lumOff val="15000"/>
                  </a:schemeClr>
                </a:solidFill>
                <a:effectLst>
                  <a:outerShdw dist="38100" dir="2700000" algn="bl" rotWithShape="0">
                    <a:schemeClr val="accent5"/>
                  </a:outerShdw>
                </a:effectLst>
              </a:rPr>
              <a:t>SQL-Interview-Questions</a:t>
            </a:r>
          </a:p>
        </p:txBody>
      </p:sp>
    </p:spTree>
    <p:extLst>
      <p:ext uri="{BB962C8B-B14F-4D97-AF65-F5344CB8AC3E}">
        <p14:creationId xmlns:p14="http://schemas.microsoft.com/office/powerpoint/2010/main" val="1848251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FE6AA9C-C0DA-4CBD-7335-2758EDEA2595}"/>
              </a:ext>
            </a:extLst>
          </p:cNvPr>
          <p:cNvPicPr>
            <a:picLocks noChangeAspect="1"/>
          </p:cNvPicPr>
          <p:nvPr/>
        </p:nvPicPr>
        <p:blipFill>
          <a:blip r:embed="rId2"/>
          <a:stretch>
            <a:fillRect/>
          </a:stretch>
        </p:blipFill>
        <p:spPr>
          <a:xfrm>
            <a:off x="1258529" y="235974"/>
            <a:ext cx="9448800" cy="5899355"/>
          </a:xfrm>
          <a:prstGeom prst="rect">
            <a:avLst/>
          </a:prstGeom>
        </p:spPr>
      </p:pic>
    </p:spTree>
    <p:extLst>
      <p:ext uri="{BB962C8B-B14F-4D97-AF65-F5344CB8AC3E}">
        <p14:creationId xmlns:p14="http://schemas.microsoft.com/office/powerpoint/2010/main" val="42245506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DB082C1-C56C-F890-07D4-EF06578F3E1D}"/>
              </a:ext>
            </a:extLst>
          </p:cNvPr>
          <p:cNvSpPr txBox="1"/>
          <p:nvPr/>
        </p:nvSpPr>
        <p:spPr>
          <a:xfrm>
            <a:off x="393291" y="197346"/>
            <a:ext cx="10687664" cy="6463308"/>
          </a:xfrm>
          <a:prstGeom prst="rect">
            <a:avLst/>
          </a:prstGeom>
          <a:noFill/>
        </p:spPr>
        <p:txBody>
          <a:bodyPr wrap="square">
            <a:spAutoFit/>
          </a:bodyPr>
          <a:lstStyle/>
          <a:p>
            <a:pPr algn="l"/>
            <a:r>
              <a:rPr lang="en-US" sz="2800" b="1" i="0" dirty="0">
                <a:solidFill>
                  <a:srgbClr val="222222"/>
                </a:solidFill>
                <a:effectLst/>
                <a:highlight>
                  <a:srgbClr val="FBFAFA"/>
                </a:highlight>
                <a:latin typeface="GT Walsheim LC"/>
              </a:rPr>
              <a:t>What is SQL, and what are its key components?</a:t>
            </a:r>
          </a:p>
          <a:p>
            <a:pPr algn="l"/>
            <a:r>
              <a:rPr lang="en-US" sz="2000" b="0" i="0" u="none" strike="noStrike" dirty="0">
                <a:solidFill>
                  <a:srgbClr val="222222"/>
                </a:solidFill>
                <a:effectLst/>
                <a:highlight>
                  <a:srgbClr val="FBFAFA"/>
                </a:highlight>
                <a:latin typeface="GT Walsheim LC"/>
                <a:hlinkClick r:id="rId3"/>
              </a:rPr>
              <a:t>SQL (Structured Query Language)</a:t>
            </a:r>
            <a:r>
              <a:rPr lang="en-US" sz="2000" b="0" i="0" dirty="0">
                <a:solidFill>
                  <a:srgbClr val="333333"/>
                </a:solidFill>
                <a:effectLst/>
                <a:highlight>
                  <a:srgbClr val="FBFAFA"/>
                </a:highlight>
                <a:latin typeface="GT Walsheim LC"/>
              </a:rPr>
              <a:t> is a standardized programming language for managing and manipulating relational databases. It serves as a means of communication between users and databases, allowing them to perform various tasks such as querying data, inserting or updating records, creating and modifying database structures, and controlling access to data.</a:t>
            </a:r>
            <a:endParaRPr lang="en-US" dirty="0">
              <a:solidFill>
                <a:srgbClr val="333333"/>
              </a:solidFill>
              <a:highlight>
                <a:srgbClr val="FBFAFA"/>
              </a:highlight>
              <a:latin typeface="GT Walsheim LC"/>
            </a:endParaRPr>
          </a:p>
          <a:p>
            <a:pPr algn="l"/>
            <a:endParaRPr lang="en-US" b="0" i="0" dirty="0">
              <a:solidFill>
                <a:srgbClr val="333333"/>
              </a:solidFill>
              <a:effectLst/>
              <a:highlight>
                <a:srgbClr val="FBFAFA"/>
              </a:highlight>
              <a:latin typeface="GT Walsheim LC"/>
            </a:endParaRPr>
          </a:p>
          <a:p>
            <a:pPr algn="l"/>
            <a:r>
              <a:rPr lang="en-US" b="0" i="0" dirty="0">
                <a:solidFill>
                  <a:srgbClr val="333333"/>
                </a:solidFill>
                <a:effectLst/>
                <a:highlight>
                  <a:srgbClr val="FBFAFA"/>
                </a:highlight>
                <a:latin typeface="GT Walsheim LC"/>
              </a:rPr>
              <a:t>The key components of SQL include:</a:t>
            </a:r>
          </a:p>
          <a:p>
            <a:pPr algn="l">
              <a:buFont typeface="Arial" panose="020B0604020202020204" pitchFamily="34" charset="0"/>
              <a:buChar char="•"/>
            </a:pPr>
            <a:r>
              <a:rPr lang="en-US" b="1" i="0" dirty="0">
                <a:solidFill>
                  <a:srgbClr val="333333"/>
                </a:solidFill>
                <a:effectLst/>
                <a:highlight>
                  <a:srgbClr val="FBFAFA"/>
                </a:highlight>
                <a:latin typeface="inherit"/>
              </a:rPr>
              <a:t>Data definition language (DDL):</a:t>
            </a:r>
            <a:r>
              <a:rPr lang="en-US" b="0" i="0" dirty="0">
                <a:solidFill>
                  <a:srgbClr val="333333"/>
                </a:solidFill>
                <a:effectLst/>
                <a:highlight>
                  <a:srgbClr val="FBFAFA"/>
                </a:highlight>
                <a:latin typeface="GT Walsheim LC"/>
              </a:rPr>
              <a:t> DDL statements are used to define and modify the structure of the database. They include commands like CREATE, ALTER, and DROP, which are used to create or modify tables, indexes, views, constraints, and other database objects.</a:t>
            </a:r>
          </a:p>
          <a:p>
            <a:pPr algn="l"/>
            <a:endParaRPr lang="en-US" b="0" i="0" dirty="0">
              <a:solidFill>
                <a:srgbClr val="333333"/>
              </a:solidFill>
              <a:effectLst/>
              <a:highlight>
                <a:srgbClr val="FBFAFA"/>
              </a:highlight>
              <a:latin typeface="GT Walsheim LC"/>
            </a:endParaRPr>
          </a:p>
          <a:p>
            <a:pPr algn="l">
              <a:buFont typeface="Arial" panose="020B0604020202020204" pitchFamily="34" charset="0"/>
              <a:buChar char="•"/>
            </a:pPr>
            <a:r>
              <a:rPr lang="en-US" b="1" i="0" dirty="0">
                <a:solidFill>
                  <a:srgbClr val="333333"/>
                </a:solidFill>
                <a:effectLst/>
                <a:highlight>
                  <a:srgbClr val="FBFAFA"/>
                </a:highlight>
                <a:latin typeface="inherit"/>
              </a:rPr>
              <a:t>Data manipulation language (DML):</a:t>
            </a:r>
            <a:r>
              <a:rPr lang="en-US" b="0" i="0" dirty="0">
                <a:solidFill>
                  <a:srgbClr val="333333"/>
                </a:solidFill>
                <a:effectLst/>
                <a:highlight>
                  <a:srgbClr val="FBFAFA"/>
                </a:highlight>
                <a:latin typeface="GT Walsheim LC"/>
              </a:rPr>
              <a:t> DML statements are used to retrieve, insert, update, and delete data in a database. The main DML commands are SELECT, INSERT, UPDATE, and DELETE, which allow users to perform actions on the data stored in the tables.</a:t>
            </a:r>
          </a:p>
          <a:p>
            <a:pPr algn="l"/>
            <a:endParaRPr lang="en-US" b="0" i="0" dirty="0">
              <a:solidFill>
                <a:srgbClr val="333333"/>
              </a:solidFill>
              <a:effectLst/>
              <a:highlight>
                <a:srgbClr val="FBFAFA"/>
              </a:highlight>
              <a:latin typeface="GT Walsheim LC"/>
            </a:endParaRPr>
          </a:p>
          <a:p>
            <a:pPr algn="l">
              <a:buFont typeface="Arial" panose="020B0604020202020204" pitchFamily="34" charset="0"/>
              <a:buChar char="•"/>
            </a:pPr>
            <a:r>
              <a:rPr lang="en-US" b="1" i="0" dirty="0">
                <a:solidFill>
                  <a:srgbClr val="333333"/>
                </a:solidFill>
                <a:effectLst/>
                <a:highlight>
                  <a:srgbClr val="FBFAFA"/>
                </a:highlight>
                <a:latin typeface="inherit"/>
              </a:rPr>
              <a:t>Data control language (DCL):</a:t>
            </a:r>
            <a:r>
              <a:rPr lang="en-US" b="0" i="0" dirty="0">
                <a:solidFill>
                  <a:srgbClr val="333333"/>
                </a:solidFill>
                <a:effectLst/>
                <a:highlight>
                  <a:srgbClr val="FBFAFA"/>
                </a:highlight>
                <a:latin typeface="GT Walsheim LC"/>
              </a:rPr>
              <a:t> DCL statements are used to manage user privileges and control access to the database. GRANT and REVOKE are the primary DCL commands, enabling the granting or revoking of permissions to users or roles.</a:t>
            </a:r>
          </a:p>
          <a:p>
            <a:pPr algn="l"/>
            <a:endParaRPr lang="en-US" b="0" i="0" dirty="0">
              <a:solidFill>
                <a:srgbClr val="333333"/>
              </a:solidFill>
              <a:effectLst/>
              <a:highlight>
                <a:srgbClr val="FBFAFA"/>
              </a:highlight>
              <a:latin typeface="GT Walsheim LC"/>
            </a:endParaRPr>
          </a:p>
          <a:p>
            <a:pPr algn="l">
              <a:buFont typeface="Arial" panose="020B0604020202020204" pitchFamily="34" charset="0"/>
              <a:buChar char="•"/>
            </a:pPr>
            <a:r>
              <a:rPr lang="en-US" b="1" i="0" dirty="0">
                <a:solidFill>
                  <a:srgbClr val="333333"/>
                </a:solidFill>
                <a:effectLst/>
                <a:highlight>
                  <a:srgbClr val="FBFAFA"/>
                </a:highlight>
                <a:latin typeface="inherit"/>
              </a:rPr>
              <a:t>Transaction control language (TCL):</a:t>
            </a:r>
            <a:r>
              <a:rPr lang="en-US" b="0" i="0" dirty="0">
                <a:solidFill>
                  <a:srgbClr val="333333"/>
                </a:solidFill>
                <a:effectLst/>
                <a:highlight>
                  <a:srgbClr val="FBFAFA"/>
                </a:highlight>
                <a:latin typeface="GT Walsheim LC"/>
              </a:rPr>
              <a:t> TCL statements are used to manage transactions within a database. They include commands like COMMIT, ROLLBACK, and SAVEPOINT, which ensure data consistency and integrity by defining transaction boundaries and controlling their outcomes.</a:t>
            </a:r>
          </a:p>
        </p:txBody>
      </p:sp>
    </p:spTree>
    <p:extLst>
      <p:ext uri="{BB962C8B-B14F-4D97-AF65-F5344CB8AC3E}">
        <p14:creationId xmlns:p14="http://schemas.microsoft.com/office/powerpoint/2010/main" val="24673931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229F40F-D112-96DD-1663-779E97E8640C}"/>
              </a:ext>
            </a:extLst>
          </p:cNvPr>
          <p:cNvSpPr txBox="1"/>
          <p:nvPr/>
        </p:nvSpPr>
        <p:spPr>
          <a:xfrm>
            <a:off x="353961" y="297114"/>
            <a:ext cx="10638504" cy="6186309"/>
          </a:xfrm>
          <a:prstGeom prst="rect">
            <a:avLst/>
          </a:prstGeom>
          <a:noFill/>
        </p:spPr>
        <p:txBody>
          <a:bodyPr wrap="square">
            <a:spAutoFit/>
          </a:bodyPr>
          <a:lstStyle/>
          <a:p>
            <a:pPr algn="l"/>
            <a:r>
              <a:rPr lang="en-US" b="1" i="0" dirty="0">
                <a:solidFill>
                  <a:srgbClr val="222222"/>
                </a:solidFill>
                <a:effectLst/>
                <a:highlight>
                  <a:srgbClr val="FBFAFA"/>
                </a:highlight>
                <a:latin typeface="GT Walsheim LC"/>
              </a:rPr>
              <a:t>What are primary keys and foreign keys in SQL?</a:t>
            </a:r>
          </a:p>
          <a:p>
            <a:pPr algn="l"/>
            <a:endParaRPr lang="en-US" dirty="0">
              <a:solidFill>
                <a:srgbClr val="222222"/>
              </a:solidFill>
              <a:highlight>
                <a:srgbClr val="FBFAFA"/>
              </a:highlight>
              <a:latin typeface="GT Walsheim LC"/>
            </a:endParaRPr>
          </a:p>
          <a:p>
            <a:pPr algn="l"/>
            <a:r>
              <a:rPr lang="en-US" dirty="0">
                <a:solidFill>
                  <a:srgbClr val="333333"/>
                </a:solidFill>
                <a:highlight>
                  <a:srgbClr val="FBFAFA"/>
                </a:highlight>
                <a:latin typeface="GT Walsheim LC"/>
              </a:rPr>
              <a:t>I</a:t>
            </a:r>
            <a:r>
              <a:rPr lang="en-US" b="0" i="0" dirty="0">
                <a:solidFill>
                  <a:srgbClr val="333333"/>
                </a:solidFill>
                <a:effectLst/>
                <a:highlight>
                  <a:srgbClr val="FBFAFA"/>
                </a:highlight>
                <a:latin typeface="GT Walsheim LC"/>
              </a:rPr>
              <a:t>n SQL, primary keys and foreign keys are used to establish relationships between tables in a relational database. Here's an explanation of each:</a:t>
            </a:r>
          </a:p>
          <a:p>
            <a:pPr algn="l"/>
            <a:r>
              <a:rPr lang="en-US" b="0" i="0" dirty="0">
                <a:solidFill>
                  <a:srgbClr val="333333"/>
                </a:solidFill>
                <a:effectLst/>
                <a:highlight>
                  <a:srgbClr val="FBFAFA"/>
                </a:highlight>
                <a:latin typeface="GT Walsheim LC"/>
              </a:rPr>
              <a:t>A </a:t>
            </a:r>
            <a:r>
              <a:rPr lang="en-US" b="1" i="0" dirty="0">
                <a:solidFill>
                  <a:srgbClr val="333333"/>
                </a:solidFill>
                <a:effectLst/>
                <a:highlight>
                  <a:srgbClr val="FBFAFA"/>
                </a:highlight>
                <a:latin typeface="inherit"/>
              </a:rPr>
              <a:t>primary key</a:t>
            </a:r>
            <a:r>
              <a:rPr lang="en-US" b="0" i="0" dirty="0">
                <a:solidFill>
                  <a:srgbClr val="333333"/>
                </a:solidFill>
                <a:effectLst/>
                <a:highlight>
                  <a:srgbClr val="FBFAFA"/>
                </a:highlight>
                <a:latin typeface="GT Walsheim LC"/>
              </a:rPr>
              <a:t> is a column or a set of columns in a table that uniquely identifies each row in that table. It provides a way to ensure data integrity and enforce entity integrity rules. The primary key must have the following characteristics:</a:t>
            </a:r>
          </a:p>
          <a:p>
            <a:pPr algn="l">
              <a:buFont typeface="Arial" panose="020B0604020202020204" pitchFamily="34" charset="0"/>
              <a:buChar char="•"/>
            </a:pPr>
            <a:r>
              <a:rPr lang="en-US" b="0" i="0" dirty="0">
                <a:solidFill>
                  <a:srgbClr val="333333"/>
                </a:solidFill>
                <a:effectLst/>
                <a:highlight>
                  <a:srgbClr val="FBFAFA"/>
                </a:highlight>
                <a:latin typeface="GT Walsheim LC"/>
              </a:rPr>
              <a:t>It must contain unique values.</a:t>
            </a:r>
          </a:p>
          <a:p>
            <a:pPr algn="l">
              <a:buFont typeface="Arial" panose="020B0604020202020204" pitchFamily="34" charset="0"/>
              <a:buChar char="•"/>
            </a:pPr>
            <a:r>
              <a:rPr lang="en-US" b="0" i="0" dirty="0">
                <a:solidFill>
                  <a:srgbClr val="333333"/>
                </a:solidFill>
                <a:effectLst/>
                <a:highlight>
                  <a:srgbClr val="FBFAFA"/>
                </a:highlight>
                <a:latin typeface="GT Walsheim LC"/>
              </a:rPr>
              <a:t>It cannot have NULL values.</a:t>
            </a:r>
          </a:p>
          <a:p>
            <a:pPr algn="l">
              <a:buFont typeface="Arial" panose="020B0604020202020204" pitchFamily="34" charset="0"/>
              <a:buChar char="•"/>
            </a:pPr>
            <a:r>
              <a:rPr lang="en-US" b="0" i="0" dirty="0">
                <a:solidFill>
                  <a:srgbClr val="333333"/>
                </a:solidFill>
                <a:effectLst/>
                <a:highlight>
                  <a:srgbClr val="FBFAFA"/>
                </a:highlight>
                <a:latin typeface="GT Walsheim LC"/>
              </a:rPr>
              <a:t>There can only be one primary key defined per table.</a:t>
            </a:r>
          </a:p>
          <a:p>
            <a:pPr algn="l"/>
            <a:endParaRPr lang="en-US" b="0" i="0" dirty="0">
              <a:solidFill>
                <a:srgbClr val="333333"/>
              </a:solidFill>
              <a:effectLst/>
              <a:highlight>
                <a:srgbClr val="FBFAFA"/>
              </a:highlight>
              <a:latin typeface="GT Walsheim LC"/>
            </a:endParaRPr>
          </a:p>
          <a:p>
            <a:pPr algn="l"/>
            <a:r>
              <a:rPr lang="en-US" b="0" i="0" dirty="0">
                <a:solidFill>
                  <a:srgbClr val="333333"/>
                </a:solidFill>
                <a:effectLst/>
                <a:highlight>
                  <a:srgbClr val="FBFAFA"/>
                </a:highlight>
                <a:latin typeface="GT Walsheim LC"/>
              </a:rPr>
              <a:t>Typically, the primary key is created when the table is initially designed, and it is used to identify each record in the table uniquely. Primary keys are often used as a basis for establishing relationships with other tables through foreign keys.</a:t>
            </a:r>
          </a:p>
          <a:p>
            <a:pPr algn="l"/>
            <a:endParaRPr lang="en-US" b="0" i="0" dirty="0">
              <a:solidFill>
                <a:srgbClr val="333333"/>
              </a:solidFill>
              <a:effectLst/>
              <a:highlight>
                <a:srgbClr val="FBFAFA"/>
              </a:highlight>
              <a:latin typeface="GT Walsheim LC"/>
            </a:endParaRPr>
          </a:p>
          <a:p>
            <a:pPr algn="l"/>
            <a:r>
              <a:rPr lang="en-US" b="0" i="0" dirty="0">
                <a:solidFill>
                  <a:srgbClr val="333333"/>
                </a:solidFill>
                <a:effectLst/>
                <a:highlight>
                  <a:srgbClr val="FBFAFA"/>
                </a:highlight>
                <a:latin typeface="GT Walsheim LC"/>
              </a:rPr>
              <a:t>A </a:t>
            </a:r>
            <a:r>
              <a:rPr lang="en-US" b="1" i="0" dirty="0">
                <a:solidFill>
                  <a:srgbClr val="333333"/>
                </a:solidFill>
                <a:effectLst/>
                <a:highlight>
                  <a:srgbClr val="FBFAFA"/>
                </a:highlight>
                <a:latin typeface="inherit"/>
              </a:rPr>
              <a:t>foreign key</a:t>
            </a:r>
            <a:r>
              <a:rPr lang="en-US" b="0" i="0" dirty="0">
                <a:solidFill>
                  <a:srgbClr val="333333"/>
                </a:solidFill>
                <a:effectLst/>
                <a:highlight>
                  <a:srgbClr val="FBFAFA"/>
                </a:highlight>
                <a:latin typeface="GT Walsheim LC"/>
              </a:rPr>
              <a:t> is a column or a set of columns in a table that refers to the primary key of another table. It establishes a link between two tables, enforcing referential integrity and defining a relationship between them. The foreign key column in one table references the primary key column in another table.</a:t>
            </a:r>
          </a:p>
          <a:p>
            <a:pPr algn="l"/>
            <a:r>
              <a:rPr lang="en-US" b="0" i="0" dirty="0">
                <a:solidFill>
                  <a:srgbClr val="333333"/>
                </a:solidFill>
                <a:effectLst/>
                <a:highlight>
                  <a:srgbClr val="FBFAFA"/>
                </a:highlight>
                <a:latin typeface="GT Walsheim LC"/>
              </a:rPr>
              <a:t>The foreign key ensures that the values in the referencing column (foreign key column) match the values in the referenced column (primary key column). It provides a way to maintain data consistency and integrity across related tables.</a:t>
            </a:r>
          </a:p>
          <a:p>
            <a:pPr algn="l"/>
            <a:endParaRPr lang="en-US" b="0" i="0" dirty="0">
              <a:solidFill>
                <a:srgbClr val="222222"/>
              </a:solidFill>
              <a:effectLst/>
              <a:highlight>
                <a:srgbClr val="FBFAFA"/>
              </a:highlight>
              <a:latin typeface="GT Walsheim LC"/>
            </a:endParaRPr>
          </a:p>
        </p:txBody>
      </p:sp>
    </p:spTree>
    <p:extLst>
      <p:ext uri="{BB962C8B-B14F-4D97-AF65-F5344CB8AC3E}">
        <p14:creationId xmlns:p14="http://schemas.microsoft.com/office/powerpoint/2010/main" val="36822598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B1CC5404-DBA4-3E24-CB20-30E4E51DC889}"/>
              </a:ext>
            </a:extLst>
          </p:cNvPr>
          <p:cNvSpPr txBox="1"/>
          <p:nvPr/>
        </p:nvSpPr>
        <p:spPr>
          <a:xfrm>
            <a:off x="324463" y="266771"/>
            <a:ext cx="11582402" cy="5355312"/>
          </a:xfrm>
          <a:prstGeom prst="rect">
            <a:avLst/>
          </a:prstGeom>
          <a:noFill/>
        </p:spPr>
        <p:txBody>
          <a:bodyPr wrap="square">
            <a:spAutoFit/>
          </a:bodyPr>
          <a:lstStyle/>
          <a:p>
            <a:r>
              <a:rPr lang="en-US" dirty="0"/>
              <a:t> </a:t>
            </a:r>
            <a:r>
              <a:rPr lang="en-US" sz="2400" b="1" dirty="0"/>
              <a:t>Describe the differences between the INNER JOIN and OUTER JOIN in SQL</a:t>
            </a:r>
          </a:p>
          <a:p>
            <a:endParaRPr lang="en-US" dirty="0"/>
          </a:p>
          <a:p>
            <a:r>
              <a:rPr lang="en-US" sz="2000" dirty="0"/>
              <a:t>In SQL, JOIN operations are used to combine rows from two or more tables based on a related column between them. </a:t>
            </a:r>
            <a:r>
              <a:rPr lang="en-US" sz="2000" b="1" dirty="0"/>
              <a:t>The INNER JOIN and OUTER JOIN </a:t>
            </a:r>
            <a:r>
              <a:rPr lang="en-US" sz="2000" dirty="0"/>
              <a:t>are two types of join operations with distinct characteristics. Here's a breakdown of their differences:</a:t>
            </a:r>
          </a:p>
          <a:p>
            <a:endParaRPr lang="en-US" sz="2000" dirty="0"/>
          </a:p>
          <a:p>
            <a:r>
              <a:rPr lang="en-US" sz="2000" b="1" dirty="0"/>
              <a:t>INNER JOIN:</a:t>
            </a:r>
          </a:p>
          <a:p>
            <a:endParaRPr lang="en-US" sz="2000" dirty="0"/>
          </a:p>
          <a:p>
            <a:r>
              <a:rPr lang="en-US" sz="2000" dirty="0"/>
              <a:t>An </a:t>
            </a:r>
            <a:r>
              <a:rPr lang="en-US" sz="2000" b="1" dirty="0"/>
              <a:t>INNER JOIN </a:t>
            </a:r>
            <a:r>
              <a:rPr lang="en-US" sz="2000" dirty="0"/>
              <a:t>returns only the rows where there is a match between the joining columns in both tables.</a:t>
            </a:r>
          </a:p>
          <a:p>
            <a:r>
              <a:rPr lang="en-US" sz="2000" dirty="0"/>
              <a:t>It combines rows from two or more tables based on a specified condition, called the join predicate.</a:t>
            </a:r>
          </a:p>
          <a:p>
            <a:r>
              <a:rPr lang="en-US" sz="2000" dirty="0"/>
              <a:t>The resulting rows include only the matching records from both tables.</a:t>
            </a:r>
          </a:p>
          <a:p>
            <a:r>
              <a:rPr lang="en-US" sz="2000" dirty="0"/>
              <a:t>If there are no matching records, the rows from both tables are excluded from the result set.</a:t>
            </a:r>
          </a:p>
          <a:p>
            <a:r>
              <a:rPr lang="en-US" sz="2000" dirty="0"/>
              <a:t>The syntax for an INNER JOIN is as follows:</a:t>
            </a:r>
          </a:p>
          <a:p>
            <a:endParaRPr lang="en-US" sz="2000" dirty="0"/>
          </a:p>
          <a:p>
            <a:pPr lvl="3"/>
            <a:r>
              <a:rPr lang="en-US" sz="2000" b="1" dirty="0"/>
              <a:t>SELECT columns</a:t>
            </a:r>
          </a:p>
          <a:p>
            <a:pPr lvl="3"/>
            <a:r>
              <a:rPr lang="en-US" sz="2000" b="1" dirty="0"/>
              <a:t>FROM table1</a:t>
            </a:r>
          </a:p>
          <a:p>
            <a:pPr lvl="3"/>
            <a:r>
              <a:rPr lang="en-US" sz="2000" b="1" dirty="0"/>
              <a:t>INNER JOIN table2 ON </a:t>
            </a:r>
            <a:r>
              <a:rPr lang="en-US" sz="2000" b="1" dirty="0" err="1"/>
              <a:t>join_condition</a:t>
            </a:r>
            <a:r>
              <a:rPr lang="en-US" sz="2000" b="1" dirty="0"/>
              <a:t>;</a:t>
            </a:r>
            <a:endParaRPr lang="en-IN" sz="2000" b="1" dirty="0"/>
          </a:p>
        </p:txBody>
      </p:sp>
    </p:spTree>
    <p:extLst>
      <p:ext uri="{BB962C8B-B14F-4D97-AF65-F5344CB8AC3E}">
        <p14:creationId xmlns:p14="http://schemas.microsoft.com/office/powerpoint/2010/main" val="7725126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B1CC5404-DBA4-3E24-CB20-30E4E51DC889}"/>
              </a:ext>
            </a:extLst>
          </p:cNvPr>
          <p:cNvSpPr txBox="1"/>
          <p:nvPr/>
        </p:nvSpPr>
        <p:spPr>
          <a:xfrm>
            <a:off x="324463" y="266771"/>
            <a:ext cx="11611898" cy="6524863"/>
          </a:xfrm>
          <a:prstGeom prst="rect">
            <a:avLst/>
          </a:prstGeom>
          <a:noFill/>
        </p:spPr>
        <p:txBody>
          <a:bodyPr wrap="square">
            <a:spAutoFit/>
          </a:bodyPr>
          <a:lstStyle/>
          <a:p>
            <a:r>
              <a:rPr lang="en-US" sz="2400" b="1" dirty="0"/>
              <a:t>OUTER JOIN:</a:t>
            </a:r>
          </a:p>
          <a:p>
            <a:endParaRPr lang="en-US" dirty="0"/>
          </a:p>
          <a:p>
            <a:r>
              <a:rPr lang="en-US" dirty="0"/>
              <a:t>An OUTER JOIN returns all the rows from one table and the matching rows from the other table(s). It includes unmatched rows as well.</a:t>
            </a:r>
          </a:p>
          <a:p>
            <a:r>
              <a:rPr lang="en-US" dirty="0"/>
              <a:t>It combines rows from two or more tables based on a specified condition, just like an INNER JOIN.</a:t>
            </a:r>
          </a:p>
          <a:p>
            <a:r>
              <a:rPr lang="en-US" dirty="0"/>
              <a:t>However, an OUTER JOIN includes non-matching rows by filling the missing values with NULLs.</a:t>
            </a:r>
          </a:p>
          <a:p>
            <a:r>
              <a:rPr lang="en-US" dirty="0"/>
              <a:t>There are three types </a:t>
            </a:r>
            <a:r>
              <a:rPr lang="en-US" sz="2000" b="1" dirty="0"/>
              <a:t>of OUTER JOIN: LEFT OUTER JOIN, RIGHT OUTER JOIN, and FULL OUTER JOIN.</a:t>
            </a:r>
          </a:p>
          <a:p>
            <a:endParaRPr lang="en-US" dirty="0"/>
          </a:p>
          <a:p>
            <a:r>
              <a:rPr lang="en-US" sz="2000" b="1" dirty="0"/>
              <a:t>LEFT OUTER JOIN</a:t>
            </a:r>
            <a:r>
              <a:rPr lang="en-US" sz="2000" dirty="0"/>
              <a:t>: </a:t>
            </a:r>
            <a:r>
              <a:rPr lang="en-US" dirty="0"/>
              <a:t>Returns all the rows from the left table and the matching rows from the right table(s). If there are no matches, NULL values are filled in for the columns of the right table.</a:t>
            </a:r>
          </a:p>
          <a:p>
            <a:endParaRPr lang="en-US" dirty="0"/>
          </a:p>
          <a:p>
            <a:r>
              <a:rPr lang="en-US" sz="2000" b="1" dirty="0"/>
              <a:t>RIGHT OUTER JOIN</a:t>
            </a:r>
            <a:r>
              <a:rPr lang="en-US" sz="2000" dirty="0"/>
              <a:t>: </a:t>
            </a:r>
            <a:r>
              <a:rPr lang="en-US" dirty="0"/>
              <a:t>Returns all the rows from the right table and the matching rows from the left table(s). If there are no matches, NULL values are filled in for the columns of the left table.</a:t>
            </a:r>
          </a:p>
          <a:p>
            <a:endParaRPr lang="en-US" dirty="0"/>
          </a:p>
          <a:p>
            <a:r>
              <a:rPr lang="en-US" sz="2000" b="1" dirty="0"/>
              <a:t>FULL OUTER JOIN</a:t>
            </a:r>
            <a:r>
              <a:rPr lang="en-US" sz="2000" dirty="0"/>
              <a:t>: </a:t>
            </a:r>
            <a:r>
              <a:rPr lang="en-US" dirty="0"/>
              <a:t>Returns all the rows from both tables, including matching and non-matching rows. If there are no matches, NULL values are filled in for the columns of the non-matching table.</a:t>
            </a:r>
          </a:p>
          <a:p>
            <a:endParaRPr lang="en-US" dirty="0"/>
          </a:p>
          <a:p>
            <a:r>
              <a:rPr lang="en-US" dirty="0"/>
              <a:t>The syntax for an OUTER JOIN varies depending on the specific type of OUTER JOIN, but here's an example of a LEFT OUTER JOIN:</a:t>
            </a:r>
          </a:p>
          <a:p>
            <a:pPr lvl="1"/>
            <a:r>
              <a:rPr lang="en-US" b="1" dirty="0"/>
              <a:t>SELECT columns</a:t>
            </a:r>
          </a:p>
          <a:p>
            <a:pPr lvl="1"/>
            <a:r>
              <a:rPr lang="en-US" b="1" dirty="0"/>
              <a:t>FROM table1</a:t>
            </a:r>
          </a:p>
          <a:p>
            <a:pPr lvl="1"/>
            <a:r>
              <a:rPr lang="en-US" b="1" dirty="0"/>
              <a:t>LEFT OUTER JOIN table2 ON </a:t>
            </a:r>
            <a:r>
              <a:rPr lang="en-US" b="1" dirty="0" err="1"/>
              <a:t>join_condition</a:t>
            </a:r>
            <a:r>
              <a:rPr lang="en-US" b="1" dirty="0"/>
              <a:t>;</a:t>
            </a:r>
            <a:endParaRPr lang="en-IN" sz="2000" b="1" dirty="0"/>
          </a:p>
        </p:txBody>
      </p:sp>
    </p:spTree>
    <p:extLst>
      <p:ext uri="{BB962C8B-B14F-4D97-AF65-F5344CB8AC3E}">
        <p14:creationId xmlns:p14="http://schemas.microsoft.com/office/powerpoint/2010/main" val="29402787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9CFB674-BF3C-9D41-54A6-CE3F79E7DF14}"/>
              </a:ext>
            </a:extLst>
          </p:cNvPr>
          <p:cNvSpPr txBox="1"/>
          <p:nvPr/>
        </p:nvSpPr>
        <p:spPr>
          <a:xfrm>
            <a:off x="78658" y="169295"/>
            <a:ext cx="11798710" cy="6463308"/>
          </a:xfrm>
          <a:prstGeom prst="rect">
            <a:avLst/>
          </a:prstGeom>
          <a:noFill/>
        </p:spPr>
        <p:txBody>
          <a:bodyPr wrap="square">
            <a:spAutoFit/>
          </a:bodyPr>
          <a:lstStyle/>
          <a:p>
            <a:pPr algn="l"/>
            <a:r>
              <a:rPr lang="en-US" b="1" i="0" dirty="0">
                <a:solidFill>
                  <a:srgbClr val="3A3A3A"/>
                </a:solidFill>
                <a:effectLst/>
                <a:highlight>
                  <a:srgbClr val="FFFFFF"/>
                </a:highlight>
                <a:latin typeface="Open Sans" panose="020B0606030504020204" pitchFamily="34" charset="0"/>
              </a:rPr>
              <a:t>Explain the types of SQL joins.</a:t>
            </a:r>
          </a:p>
          <a:p>
            <a:pPr algn="l"/>
            <a:endParaRPr lang="en-US" b="1" i="0" dirty="0">
              <a:solidFill>
                <a:srgbClr val="3A3A3A"/>
              </a:solidFill>
              <a:effectLst/>
              <a:highlight>
                <a:srgbClr val="FFFFFF"/>
              </a:highlight>
              <a:latin typeface="Open Sans" panose="020B0606030504020204" pitchFamily="34" charset="0"/>
            </a:endParaRPr>
          </a:p>
          <a:p>
            <a:pPr algn="l"/>
            <a:r>
              <a:rPr lang="en-US" b="0" i="0" u="none" strike="noStrike" dirty="0">
                <a:effectLst/>
                <a:highlight>
                  <a:srgbClr val="FFFFFF"/>
                </a:highlight>
                <a:latin typeface="Open Sans" panose="020B0606030504020204" pitchFamily="34" charset="0"/>
                <a:hlinkClick r:id="rId2"/>
              </a:rPr>
              <a:t>Inner Join</a:t>
            </a:r>
            <a:r>
              <a:rPr lang="en-US" b="0" i="0" dirty="0">
                <a:solidFill>
                  <a:srgbClr val="3A3A3A"/>
                </a:solidFill>
                <a:effectLst/>
                <a:highlight>
                  <a:srgbClr val="FFFFFF"/>
                </a:highlight>
                <a:latin typeface="Open Sans" panose="020B0606030504020204" pitchFamily="34" charset="0"/>
              </a:rPr>
              <a:t> is mostly used to join queries</a:t>
            </a:r>
            <a:endParaRPr lang="en-US" b="1" dirty="0">
              <a:solidFill>
                <a:srgbClr val="3A3A3A"/>
              </a:solidFill>
              <a:highlight>
                <a:srgbClr val="FFFFFF"/>
              </a:highlight>
              <a:latin typeface="Open Sans" panose="020B0606030504020204" pitchFamily="34" charset="0"/>
            </a:endParaRPr>
          </a:p>
          <a:p>
            <a:pPr algn="l"/>
            <a:r>
              <a:rPr lang="en-US" b="1" i="0" dirty="0">
                <a:solidFill>
                  <a:srgbClr val="3A3A3A"/>
                </a:solidFill>
                <a:effectLst/>
                <a:highlight>
                  <a:srgbClr val="FFFFFF"/>
                </a:highlight>
                <a:latin typeface="Open Sans" panose="020B0606030504020204" pitchFamily="34" charset="0"/>
              </a:rPr>
              <a:t>	</a:t>
            </a:r>
          </a:p>
          <a:p>
            <a:pPr algn="l"/>
            <a:r>
              <a:rPr lang="en-US" b="1" i="0" dirty="0">
                <a:solidFill>
                  <a:srgbClr val="3A3A3A"/>
                </a:solidFill>
                <a:effectLst/>
                <a:highlight>
                  <a:srgbClr val="FFFFFF"/>
                </a:highlight>
                <a:latin typeface="Open Sans" panose="020B0606030504020204" pitchFamily="34" charset="0"/>
              </a:rPr>
              <a:t>SELECT * FROM </a:t>
            </a:r>
            <a:r>
              <a:rPr lang="en-US" b="1" i="0" dirty="0" err="1">
                <a:solidFill>
                  <a:srgbClr val="3A3A3A"/>
                </a:solidFill>
                <a:effectLst/>
                <a:highlight>
                  <a:srgbClr val="FFFFFF"/>
                </a:highlight>
                <a:latin typeface="Open Sans" panose="020B0606030504020204" pitchFamily="34" charset="0"/>
              </a:rPr>
              <a:t>Table_A</a:t>
            </a:r>
            <a:r>
              <a:rPr lang="en-US" b="1" i="0" dirty="0">
                <a:solidFill>
                  <a:srgbClr val="3A3A3A"/>
                </a:solidFill>
                <a:effectLst/>
                <a:highlight>
                  <a:srgbClr val="FFFFFF"/>
                </a:highlight>
                <a:latin typeface="Open Sans" panose="020B0606030504020204" pitchFamily="34" charset="0"/>
              </a:rPr>
              <a:t> JOIN </a:t>
            </a:r>
            <a:r>
              <a:rPr lang="en-US" b="1" i="0" dirty="0" err="1">
                <a:solidFill>
                  <a:srgbClr val="3A3A3A"/>
                </a:solidFill>
                <a:effectLst/>
                <a:highlight>
                  <a:srgbClr val="FFFFFF"/>
                </a:highlight>
                <a:latin typeface="Open Sans" panose="020B0606030504020204" pitchFamily="34" charset="0"/>
              </a:rPr>
              <a:t>Table_B</a:t>
            </a:r>
            <a:r>
              <a:rPr lang="en-US" b="1" i="0" dirty="0">
                <a:solidFill>
                  <a:srgbClr val="3A3A3A"/>
                </a:solidFill>
                <a:effectLst/>
                <a:highlight>
                  <a:srgbClr val="FFFFFF"/>
                </a:highlight>
                <a:latin typeface="Open Sans" panose="020B0606030504020204" pitchFamily="34" charset="0"/>
              </a:rPr>
              <a:t>; SELECT * FROM </a:t>
            </a:r>
            <a:r>
              <a:rPr lang="en-US" b="1" i="0" dirty="0" err="1">
                <a:solidFill>
                  <a:srgbClr val="3A3A3A"/>
                </a:solidFill>
                <a:effectLst/>
                <a:highlight>
                  <a:srgbClr val="FFFFFF"/>
                </a:highlight>
                <a:latin typeface="Open Sans" panose="020B0606030504020204" pitchFamily="34" charset="0"/>
              </a:rPr>
              <a:t>Table_A</a:t>
            </a:r>
            <a:r>
              <a:rPr lang="en-US" b="1" i="0" dirty="0">
                <a:solidFill>
                  <a:srgbClr val="3A3A3A"/>
                </a:solidFill>
                <a:effectLst/>
                <a:highlight>
                  <a:srgbClr val="FFFFFF"/>
                </a:highlight>
                <a:latin typeface="Open Sans" panose="020B0606030504020204" pitchFamily="34" charset="0"/>
              </a:rPr>
              <a:t> INNER JOIN </a:t>
            </a:r>
            <a:r>
              <a:rPr lang="en-US" b="1" i="0" dirty="0" err="1">
                <a:solidFill>
                  <a:srgbClr val="3A3A3A"/>
                </a:solidFill>
                <a:effectLst/>
                <a:highlight>
                  <a:srgbClr val="FFFFFF"/>
                </a:highlight>
                <a:latin typeface="Open Sans" panose="020B0606030504020204" pitchFamily="34" charset="0"/>
              </a:rPr>
              <a:t>Table_B</a:t>
            </a:r>
            <a:r>
              <a:rPr lang="en-US" b="1" i="0" dirty="0">
                <a:solidFill>
                  <a:srgbClr val="3A3A3A"/>
                </a:solidFill>
                <a:effectLst/>
                <a:highlight>
                  <a:srgbClr val="FFFFFF"/>
                </a:highlight>
                <a:latin typeface="Open Sans" panose="020B0606030504020204" pitchFamily="34" charset="0"/>
              </a:rPr>
              <a:t>;</a:t>
            </a:r>
          </a:p>
          <a:p>
            <a:pPr algn="l"/>
            <a:endParaRPr lang="en-US" b="1" dirty="0">
              <a:solidFill>
                <a:srgbClr val="3A3A3A"/>
              </a:solidFill>
              <a:highlight>
                <a:srgbClr val="FFFFFF"/>
              </a:highlight>
              <a:latin typeface="Open Sans" panose="020B0606030504020204" pitchFamily="34" charset="0"/>
            </a:endParaRPr>
          </a:p>
          <a:p>
            <a:pPr algn="l"/>
            <a:r>
              <a:rPr lang="en-US" b="0" i="0" dirty="0">
                <a:solidFill>
                  <a:srgbClr val="3A3A3A"/>
                </a:solidFill>
                <a:effectLst/>
                <a:highlight>
                  <a:srgbClr val="FFFFFF"/>
                </a:highlight>
                <a:latin typeface="Open Sans" panose="020B0606030504020204" pitchFamily="34" charset="0"/>
              </a:rPr>
              <a:t>Left (Outer) Join: The use of </a:t>
            </a:r>
            <a:r>
              <a:rPr lang="en-US" b="0" i="0" u="none" strike="noStrike" dirty="0">
                <a:effectLst/>
                <a:highlight>
                  <a:srgbClr val="FFFFFF"/>
                </a:highlight>
                <a:latin typeface="Open Sans" panose="020B0606030504020204" pitchFamily="34" charset="0"/>
                <a:hlinkClick r:id="rId3"/>
              </a:rPr>
              <a:t>left join</a:t>
            </a:r>
            <a:r>
              <a:rPr lang="en-US" b="0" i="0" dirty="0">
                <a:solidFill>
                  <a:srgbClr val="3A3A3A"/>
                </a:solidFill>
                <a:effectLst/>
                <a:highlight>
                  <a:srgbClr val="FFFFFF"/>
                </a:highlight>
                <a:latin typeface="Open Sans" panose="020B0606030504020204" pitchFamily="34" charset="0"/>
              </a:rPr>
              <a:t> is to retrieve all the records or rows from the left and the matched ones from the right.</a:t>
            </a:r>
          </a:p>
          <a:p>
            <a:pPr algn="l"/>
            <a:r>
              <a:rPr lang="en-US" b="1" i="0" dirty="0">
                <a:solidFill>
                  <a:srgbClr val="3A3A3A"/>
                </a:solidFill>
                <a:effectLst/>
                <a:highlight>
                  <a:srgbClr val="FFFFFF"/>
                </a:highlight>
                <a:latin typeface="Open Sans" panose="020B0606030504020204" pitchFamily="34" charset="0"/>
              </a:rPr>
              <a:t>	</a:t>
            </a:r>
          </a:p>
          <a:p>
            <a:pPr algn="l"/>
            <a:r>
              <a:rPr lang="en-US" b="1" i="0" dirty="0">
                <a:solidFill>
                  <a:srgbClr val="3A3A3A"/>
                </a:solidFill>
                <a:effectLst/>
                <a:highlight>
                  <a:srgbClr val="FFFFFF"/>
                </a:highlight>
                <a:latin typeface="Open Sans" panose="020B0606030504020204" pitchFamily="34" charset="0"/>
              </a:rPr>
              <a:t>SELECT * FROM </a:t>
            </a:r>
            <a:r>
              <a:rPr lang="en-US" b="1" i="0" dirty="0" err="1">
                <a:solidFill>
                  <a:srgbClr val="3A3A3A"/>
                </a:solidFill>
                <a:effectLst/>
                <a:highlight>
                  <a:srgbClr val="FFFFFF"/>
                </a:highlight>
                <a:latin typeface="Open Sans" panose="020B0606030504020204" pitchFamily="34" charset="0"/>
              </a:rPr>
              <a:t>Table_A</a:t>
            </a:r>
            <a:r>
              <a:rPr lang="en-US" b="1" i="0" dirty="0">
                <a:solidFill>
                  <a:srgbClr val="3A3A3A"/>
                </a:solidFill>
                <a:effectLst/>
                <a:highlight>
                  <a:srgbClr val="FFFFFF"/>
                </a:highlight>
                <a:latin typeface="Open Sans" panose="020B0606030504020204" pitchFamily="34" charset="0"/>
              </a:rPr>
              <a:t> A LEFT JOIN </a:t>
            </a:r>
            <a:r>
              <a:rPr lang="en-US" b="1" i="0" dirty="0" err="1">
                <a:solidFill>
                  <a:srgbClr val="3A3A3A"/>
                </a:solidFill>
                <a:effectLst/>
                <a:highlight>
                  <a:srgbClr val="FFFFFF"/>
                </a:highlight>
                <a:latin typeface="Open Sans" panose="020B0606030504020204" pitchFamily="34" charset="0"/>
              </a:rPr>
              <a:t>Table_B</a:t>
            </a:r>
            <a:r>
              <a:rPr lang="en-US" b="1" i="0" dirty="0">
                <a:solidFill>
                  <a:srgbClr val="3A3A3A"/>
                </a:solidFill>
                <a:effectLst/>
                <a:highlight>
                  <a:srgbClr val="FFFFFF"/>
                </a:highlight>
                <a:latin typeface="Open Sans" panose="020B0606030504020204" pitchFamily="34" charset="0"/>
              </a:rPr>
              <a:t> B ON </a:t>
            </a:r>
            <a:r>
              <a:rPr lang="en-US" b="1" i="0" dirty="0" err="1">
                <a:solidFill>
                  <a:srgbClr val="3A3A3A"/>
                </a:solidFill>
                <a:effectLst/>
                <a:highlight>
                  <a:srgbClr val="FFFFFF"/>
                </a:highlight>
                <a:latin typeface="Open Sans" panose="020B0606030504020204" pitchFamily="34" charset="0"/>
              </a:rPr>
              <a:t>A.col</a:t>
            </a:r>
            <a:r>
              <a:rPr lang="en-US" b="1" i="0" dirty="0">
                <a:solidFill>
                  <a:srgbClr val="3A3A3A"/>
                </a:solidFill>
                <a:effectLst/>
                <a:highlight>
                  <a:srgbClr val="FFFFFF"/>
                </a:highlight>
                <a:latin typeface="Open Sans" panose="020B0606030504020204" pitchFamily="34" charset="0"/>
              </a:rPr>
              <a:t> = </a:t>
            </a:r>
            <a:r>
              <a:rPr lang="en-US" b="1" i="0" dirty="0" err="1">
                <a:solidFill>
                  <a:srgbClr val="3A3A3A"/>
                </a:solidFill>
                <a:effectLst/>
                <a:highlight>
                  <a:srgbClr val="FFFFFF"/>
                </a:highlight>
                <a:latin typeface="Open Sans" panose="020B0606030504020204" pitchFamily="34" charset="0"/>
              </a:rPr>
              <a:t>B.col</a:t>
            </a:r>
            <a:r>
              <a:rPr lang="en-US" b="1" i="0" dirty="0">
                <a:solidFill>
                  <a:srgbClr val="3A3A3A"/>
                </a:solidFill>
                <a:effectLst/>
                <a:highlight>
                  <a:srgbClr val="FFFFFF"/>
                </a:highlight>
                <a:latin typeface="Open Sans" panose="020B0606030504020204" pitchFamily="34" charset="0"/>
              </a:rPr>
              <a:t>;</a:t>
            </a:r>
          </a:p>
          <a:p>
            <a:pPr algn="l"/>
            <a:endParaRPr lang="en-US" b="1" i="0" dirty="0">
              <a:solidFill>
                <a:srgbClr val="3A3A3A"/>
              </a:solidFill>
              <a:effectLst/>
              <a:highlight>
                <a:srgbClr val="FFFFFF"/>
              </a:highlight>
              <a:latin typeface="Open Sans" panose="020B0606030504020204" pitchFamily="34" charset="0"/>
            </a:endParaRPr>
          </a:p>
          <a:p>
            <a:pPr algn="l"/>
            <a:r>
              <a:rPr lang="en-US" b="1" i="0" dirty="0">
                <a:solidFill>
                  <a:srgbClr val="3A3A3A"/>
                </a:solidFill>
                <a:effectLst/>
                <a:highlight>
                  <a:srgbClr val="FFFFFF"/>
                </a:highlight>
                <a:latin typeface="Open Sans" panose="020B0606030504020204" pitchFamily="34" charset="0"/>
              </a:rPr>
              <a:t>Right (Outer) Join: </a:t>
            </a:r>
            <a:r>
              <a:rPr lang="en-US" b="0" i="0" dirty="0">
                <a:solidFill>
                  <a:srgbClr val="3A3A3A"/>
                </a:solidFill>
                <a:effectLst/>
                <a:highlight>
                  <a:srgbClr val="FFFFFF"/>
                </a:highlight>
                <a:latin typeface="Open Sans" panose="020B0606030504020204" pitchFamily="34" charset="0"/>
              </a:rPr>
              <a:t>The use of </a:t>
            </a:r>
            <a:r>
              <a:rPr lang="en-US" b="0" i="0" u="none" strike="noStrike" dirty="0">
                <a:effectLst/>
                <a:highlight>
                  <a:srgbClr val="FFFFFF"/>
                </a:highlight>
                <a:latin typeface="Open Sans" panose="020B0606030504020204" pitchFamily="34" charset="0"/>
                <a:hlinkClick r:id="rId4"/>
              </a:rPr>
              <a:t>Right join</a:t>
            </a:r>
            <a:r>
              <a:rPr lang="en-US" b="0" i="0" dirty="0">
                <a:solidFill>
                  <a:srgbClr val="3A3A3A"/>
                </a:solidFill>
                <a:effectLst/>
                <a:highlight>
                  <a:srgbClr val="FFFFFF"/>
                </a:highlight>
                <a:latin typeface="Open Sans" panose="020B0606030504020204" pitchFamily="34" charset="0"/>
              </a:rPr>
              <a:t> is to retrieve all the records or rows from the right and the matched ones from the left.</a:t>
            </a:r>
          </a:p>
          <a:p>
            <a:pPr algn="l"/>
            <a:endParaRPr lang="en-US" b="1" dirty="0">
              <a:solidFill>
                <a:srgbClr val="3A3A3A"/>
              </a:solidFill>
              <a:highlight>
                <a:srgbClr val="FFFFFF"/>
              </a:highlight>
              <a:latin typeface="Open Sans" panose="020B0606030504020204" pitchFamily="34" charset="0"/>
            </a:endParaRPr>
          </a:p>
          <a:p>
            <a:pPr algn="l"/>
            <a:r>
              <a:rPr lang="en-US" b="1" i="0" dirty="0">
                <a:solidFill>
                  <a:srgbClr val="3A3A3A"/>
                </a:solidFill>
                <a:effectLst/>
                <a:highlight>
                  <a:srgbClr val="FFFFFF"/>
                </a:highlight>
                <a:latin typeface="Open Sans" panose="020B0606030504020204" pitchFamily="34" charset="0"/>
              </a:rPr>
              <a:t>SELECT * FROM </a:t>
            </a:r>
            <a:r>
              <a:rPr lang="en-US" b="1" i="0" dirty="0" err="1">
                <a:solidFill>
                  <a:srgbClr val="3A3A3A"/>
                </a:solidFill>
                <a:effectLst/>
                <a:highlight>
                  <a:srgbClr val="FFFFFF"/>
                </a:highlight>
                <a:latin typeface="Open Sans" panose="020B0606030504020204" pitchFamily="34" charset="0"/>
              </a:rPr>
              <a:t>Table_A</a:t>
            </a:r>
            <a:r>
              <a:rPr lang="en-US" b="1" i="0" dirty="0">
                <a:solidFill>
                  <a:srgbClr val="3A3A3A"/>
                </a:solidFill>
                <a:effectLst/>
                <a:highlight>
                  <a:srgbClr val="FFFFFF"/>
                </a:highlight>
                <a:latin typeface="Open Sans" panose="020B0606030504020204" pitchFamily="34" charset="0"/>
              </a:rPr>
              <a:t> A RIGHT JOIN </a:t>
            </a:r>
            <a:r>
              <a:rPr lang="en-US" b="1" i="0" dirty="0" err="1">
                <a:solidFill>
                  <a:srgbClr val="3A3A3A"/>
                </a:solidFill>
                <a:effectLst/>
                <a:highlight>
                  <a:srgbClr val="FFFFFF"/>
                </a:highlight>
                <a:latin typeface="Open Sans" panose="020B0606030504020204" pitchFamily="34" charset="0"/>
              </a:rPr>
              <a:t>Table_B</a:t>
            </a:r>
            <a:r>
              <a:rPr lang="en-US" b="1" i="0" dirty="0">
                <a:solidFill>
                  <a:srgbClr val="3A3A3A"/>
                </a:solidFill>
                <a:effectLst/>
                <a:highlight>
                  <a:srgbClr val="FFFFFF"/>
                </a:highlight>
                <a:latin typeface="Open Sans" panose="020B0606030504020204" pitchFamily="34" charset="0"/>
              </a:rPr>
              <a:t> B ON </a:t>
            </a:r>
            <a:r>
              <a:rPr lang="en-US" b="1" i="0" dirty="0" err="1">
                <a:solidFill>
                  <a:srgbClr val="3A3A3A"/>
                </a:solidFill>
                <a:effectLst/>
                <a:highlight>
                  <a:srgbClr val="FFFFFF"/>
                </a:highlight>
                <a:latin typeface="Open Sans" panose="020B0606030504020204" pitchFamily="34" charset="0"/>
              </a:rPr>
              <a:t>A.col</a:t>
            </a:r>
            <a:r>
              <a:rPr lang="en-US" b="1" i="0" dirty="0">
                <a:solidFill>
                  <a:srgbClr val="3A3A3A"/>
                </a:solidFill>
                <a:effectLst/>
                <a:highlight>
                  <a:srgbClr val="FFFFFF"/>
                </a:highlight>
                <a:latin typeface="Open Sans" panose="020B0606030504020204" pitchFamily="34" charset="0"/>
              </a:rPr>
              <a:t> = </a:t>
            </a:r>
            <a:r>
              <a:rPr lang="en-US" b="1" i="0" dirty="0" err="1">
                <a:solidFill>
                  <a:srgbClr val="3A3A3A"/>
                </a:solidFill>
                <a:effectLst/>
                <a:highlight>
                  <a:srgbClr val="FFFFFF"/>
                </a:highlight>
                <a:latin typeface="Open Sans" panose="020B0606030504020204" pitchFamily="34" charset="0"/>
              </a:rPr>
              <a:t>B.col</a:t>
            </a:r>
            <a:r>
              <a:rPr lang="en-US" b="1" i="0" dirty="0">
                <a:solidFill>
                  <a:srgbClr val="3A3A3A"/>
                </a:solidFill>
                <a:effectLst/>
                <a:highlight>
                  <a:srgbClr val="FFFFFF"/>
                </a:highlight>
                <a:latin typeface="Open Sans" panose="020B0606030504020204" pitchFamily="34" charset="0"/>
              </a:rPr>
              <a:t>;</a:t>
            </a:r>
          </a:p>
          <a:p>
            <a:pPr algn="l"/>
            <a:endParaRPr lang="en-US" b="1" dirty="0">
              <a:solidFill>
                <a:srgbClr val="3A3A3A"/>
              </a:solidFill>
              <a:highlight>
                <a:srgbClr val="FFFFFF"/>
              </a:highlight>
              <a:latin typeface="Open Sans" panose="020B0606030504020204" pitchFamily="34" charset="0"/>
            </a:endParaRPr>
          </a:p>
          <a:p>
            <a:pPr algn="l"/>
            <a:r>
              <a:rPr lang="en-US" b="1" i="0" dirty="0">
                <a:solidFill>
                  <a:srgbClr val="3A3A3A"/>
                </a:solidFill>
                <a:effectLst/>
                <a:highlight>
                  <a:srgbClr val="FFFFFF"/>
                </a:highlight>
                <a:latin typeface="Open Sans" panose="020B0606030504020204" pitchFamily="34" charset="0"/>
              </a:rPr>
              <a:t>Full (Outer) Join</a:t>
            </a:r>
            <a:r>
              <a:rPr lang="en-US" b="0" i="0" dirty="0">
                <a:solidFill>
                  <a:srgbClr val="3A3A3A"/>
                </a:solidFill>
                <a:effectLst/>
                <a:highlight>
                  <a:srgbClr val="FFFFFF"/>
                </a:highlight>
                <a:latin typeface="Open Sans" panose="020B0606030504020204" pitchFamily="34" charset="0"/>
              </a:rPr>
              <a:t>: The use of </a:t>
            </a:r>
            <a:r>
              <a:rPr lang="en-US" b="0" i="0" u="none" strike="noStrike" dirty="0">
                <a:solidFill>
                  <a:srgbClr val="3A3A3A"/>
                </a:solidFill>
                <a:effectLst/>
                <a:highlight>
                  <a:srgbClr val="FFFFFF"/>
                </a:highlight>
                <a:latin typeface="Open Sans" panose="020B0606030504020204" pitchFamily="34" charset="0"/>
                <a:hlinkClick r:id="rId5"/>
              </a:rPr>
              <a:t>Full join</a:t>
            </a:r>
            <a:r>
              <a:rPr lang="en-US" b="0" i="0" dirty="0">
                <a:solidFill>
                  <a:srgbClr val="3A3A3A"/>
                </a:solidFill>
                <a:effectLst/>
                <a:highlight>
                  <a:srgbClr val="FFFFFF"/>
                </a:highlight>
                <a:latin typeface="Open Sans" panose="020B0606030504020204" pitchFamily="34" charset="0"/>
              </a:rPr>
              <a:t> is to retrieve the records that have a match either in the left table or the right table.</a:t>
            </a:r>
          </a:p>
          <a:p>
            <a:br>
              <a:rPr lang="en-US" b="1" i="0" dirty="0">
                <a:solidFill>
                  <a:srgbClr val="3A3A3A"/>
                </a:solidFill>
                <a:effectLst/>
                <a:highlight>
                  <a:srgbClr val="FFFFFF"/>
                </a:highlight>
                <a:latin typeface="Open Sans" panose="020B0606030504020204" pitchFamily="34" charset="0"/>
              </a:rPr>
            </a:br>
            <a:r>
              <a:rPr lang="en-US" b="1" i="0" dirty="0">
                <a:solidFill>
                  <a:srgbClr val="3A3A3A"/>
                </a:solidFill>
                <a:effectLst/>
                <a:highlight>
                  <a:srgbClr val="FFFFFF"/>
                </a:highlight>
                <a:latin typeface="Open Sans" panose="020B0606030504020204" pitchFamily="34" charset="0"/>
              </a:rPr>
              <a:t>SELECT * FROM </a:t>
            </a:r>
            <a:r>
              <a:rPr lang="en-US" b="1" i="0" dirty="0" err="1">
                <a:solidFill>
                  <a:srgbClr val="3A3A3A"/>
                </a:solidFill>
                <a:effectLst/>
                <a:highlight>
                  <a:srgbClr val="FFFFFF"/>
                </a:highlight>
                <a:latin typeface="Open Sans" panose="020B0606030504020204" pitchFamily="34" charset="0"/>
              </a:rPr>
              <a:t>Table_A</a:t>
            </a:r>
            <a:r>
              <a:rPr lang="en-US" b="1" i="0" dirty="0">
                <a:solidFill>
                  <a:srgbClr val="3A3A3A"/>
                </a:solidFill>
                <a:effectLst/>
                <a:highlight>
                  <a:srgbClr val="FFFFFF"/>
                </a:highlight>
                <a:latin typeface="Open Sans" panose="020B0606030504020204" pitchFamily="34" charset="0"/>
              </a:rPr>
              <a:t> A FULL JOIN </a:t>
            </a:r>
            <a:r>
              <a:rPr lang="en-US" b="1" i="0" dirty="0" err="1">
                <a:solidFill>
                  <a:srgbClr val="3A3A3A"/>
                </a:solidFill>
                <a:effectLst/>
                <a:highlight>
                  <a:srgbClr val="FFFFFF"/>
                </a:highlight>
                <a:latin typeface="Open Sans" panose="020B0606030504020204" pitchFamily="34" charset="0"/>
              </a:rPr>
              <a:t>Table_B</a:t>
            </a:r>
            <a:r>
              <a:rPr lang="en-US" b="1" i="0" dirty="0">
                <a:solidFill>
                  <a:srgbClr val="3A3A3A"/>
                </a:solidFill>
                <a:effectLst/>
                <a:highlight>
                  <a:srgbClr val="FFFFFF"/>
                </a:highlight>
                <a:latin typeface="Open Sans" panose="020B0606030504020204" pitchFamily="34" charset="0"/>
              </a:rPr>
              <a:t> B ON </a:t>
            </a:r>
            <a:r>
              <a:rPr lang="en-US" b="1" i="0" dirty="0" err="1">
                <a:solidFill>
                  <a:srgbClr val="3A3A3A"/>
                </a:solidFill>
                <a:effectLst/>
                <a:highlight>
                  <a:srgbClr val="FFFFFF"/>
                </a:highlight>
                <a:latin typeface="Open Sans" panose="020B0606030504020204" pitchFamily="34" charset="0"/>
              </a:rPr>
              <a:t>A.col</a:t>
            </a:r>
            <a:r>
              <a:rPr lang="en-US" b="1" i="0" dirty="0">
                <a:solidFill>
                  <a:srgbClr val="3A3A3A"/>
                </a:solidFill>
                <a:effectLst/>
                <a:highlight>
                  <a:srgbClr val="FFFFFF"/>
                </a:highlight>
                <a:latin typeface="Open Sans" panose="020B0606030504020204" pitchFamily="34" charset="0"/>
              </a:rPr>
              <a:t> = </a:t>
            </a:r>
            <a:r>
              <a:rPr lang="en-US" b="1" i="0" dirty="0" err="1">
                <a:solidFill>
                  <a:srgbClr val="3A3A3A"/>
                </a:solidFill>
                <a:effectLst/>
                <a:highlight>
                  <a:srgbClr val="FFFFFF"/>
                </a:highlight>
                <a:latin typeface="Open Sans" panose="020B0606030504020204" pitchFamily="34" charset="0"/>
              </a:rPr>
              <a:t>B.col</a:t>
            </a:r>
            <a:r>
              <a:rPr lang="en-US" b="1" i="0" dirty="0">
                <a:solidFill>
                  <a:srgbClr val="3A3A3A"/>
                </a:solidFill>
                <a:effectLst/>
                <a:highlight>
                  <a:srgbClr val="FFFFFF"/>
                </a:highlight>
                <a:latin typeface="Open Sans" panose="020B0606030504020204" pitchFamily="34" charset="0"/>
              </a:rPr>
              <a:t>;</a:t>
            </a:r>
          </a:p>
          <a:p>
            <a:endParaRPr lang="en-US" b="1" dirty="0">
              <a:solidFill>
                <a:srgbClr val="3A3A3A"/>
              </a:solidFill>
              <a:highlight>
                <a:srgbClr val="FFFFFF"/>
              </a:highlight>
              <a:latin typeface="Open Sans" panose="020B0606030504020204" pitchFamily="34" charset="0"/>
            </a:endParaRPr>
          </a:p>
          <a:p>
            <a:pPr algn="l"/>
            <a:endParaRPr lang="en-US" b="1" i="0" dirty="0">
              <a:solidFill>
                <a:srgbClr val="3A3A3A"/>
              </a:solidFill>
              <a:effectLst/>
              <a:highlight>
                <a:srgbClr val="FFFFFF"/>
              </a:highlight>
              <a:latin typeface="Open Sans" panose="020B0606030504020204" pitchFamily="34" charset="0"/>
            </a:endParaRPr>
          </a:p>
          <a:p>
            <a:pPr algn="l"/>
            <a:endParaRPr lang="en-US" b="1" i="0" dirty="0">
              <a:solidFill>
                <a:srgbClr val="3A3A3A"/>
              </a:solidFill>
              <a:effectLst/>
              <a:highlight>
                <a:srgbClr val="FFFFFF"/>
              </a:highlight>
              <a:latin typeface="Open Sans" panose="020B0606030504020204" pitchFamily="34" charset="0"/>
            </a:endParaRPr>
          </a:p>
        </p:txBody>
      </p:sp>
    </p:spTree>
    <p:extLst>
      <p:ext uri="{BB962C8B-B14F-4D97-AF65-F5344CB8AC3E}">
        <p14:creationId xmlns:p14="http://schemas.microsoft.com/office/powerpoint/2010/main" val="2811679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12A03F2-BB99-92B7-46B2-AC801096E813}"/>
              </a:ext>
            </a:extLst>
          </p:cNvPr>
          <p:cNvSpPr txBox="1"/>
          <p:nvPr/>
        </p:nvSpPr>
        <p:spPr>
          <a:xfrm>
            <a:off x="147483" y="151179"/>
            <a:ext cx="11405419" cy="6555641"/>
          </a:xfrm>
          <a:prstGeom prst="rect">
            <a:avLst/>
          </a:prstGeom>
          <a:noFill/>
        </p:spPr>
        <p:txBody>
          <a:bodyPr wrap="square">
            <a:spAutoFit/>
          </a:bodyPr>
          <a:lstStyle/>
          <a:p>
            <a:r>
              <a:rPr lang="en-US" sz="2400" b="1" dirty="0"/>
              <a:t>SQL indexes </a:t>
            </a:r>
            <a:r>
              <a:rPr lang="en-US" dirty="0"/>
              <a:t>are data structures that allow for efficient retrieval of data from a database. They are used to speed up queries and improve database performance by reducing the amount of data that needs to be scanned to find the desired information.</a:t>
            </a:r>
          </a:p>
          <a:p>
            <a:endParaRPr lang="en-US" dirty="0"/>
          </a:p>
          <a:p>
            <a:r>
              <a:rPr lang="en-US" dirty="0"/>
              <a:t>Indexes are created on one or more columns in a table, and they work by creating a separate data structure that contains a copy of the indexed data. This data structure is organized in a way that allows for quick lookups, similar to an index in a book. When a query is executed that includes the indexed column(s), the database engine can use the index to quickly locate the relevant data.</a:t>
            </a:r>
          </a:p>
          <a:p>
            <a:endParaRPr lang="en-US" dirty="0"/>
          </a:p>
          <a:p>
            <a:r>
              <a:rPr lang="en-US" dirty="0"/>
              <a:t>CREATE INDEX </a:t>
            </a:r>
            <a:r>
              <a:rPr lang="en-US" dirty="0" err="1"/>
              <a:t>index_name</a:t>
            </a:r>
            <a:r>
              <a:rPr lang="en-US" dirty="0"/>
              <a:t> </a:t>
            </a:r>
          </a:p>
          <a:p>
            <a:r>
              <a:rPr lang="en-US" dirty="0"/>
              <a:t>ON </a:t>
            </a:r>
            <a:r>
              <a:rPr lang="en-US" dirty="0" err="1"/>
              <a:t>table_name</a:t>
            </a:r>
            <a:r>
              <a:rPr lang="en-US" dirty="0"/>
              <a:t> (</a:t>
            </a:r>
            <a:r>
              <a:rPr lang="en-US" dirty="0" err="1"/>
              <a:t>column_name</a:t>
            </a:r>
            <a:r>
              <a:rPr lang="en-US" dirty="0"/>
              <a:t>);</a:t>
            </a:r>
          </a:p>
          <a:p>
            <a:endParaRPr lang="en-US" dirty="0"/>
          </a:p>
          <a:p>
            <a:r>
              <a:rPr lang="en-US" dirty="0"/>
              <a:t>The </a:t>
            </a:r>
            <a:r>
              <a:rPr lang="en-US" dirty="0">
                <a:hlinkClick r:id="rId2">
                  <a:extLst>
                    <a:ext uri="{A12FA001-AC4F-418D-AE19-62706E023703}">
                      <ahyp:hlinkClr xmlns:ahyp="http://schemas.microsoft.com/office/drawing/2018/hyperlinkcolor" val="tx"/>
                    </a:ext>
                  </a:extLst>
                </a:hlinkClick>
              </a:rPr>
              <a:t>CREATE INDEX</a:t>
            </a:r>
            <a:r>
              <a:rPr lang="en-US" dirty="0"/>
              <a:t> statement creates a new index with the name </a:t>
            </a:r>
            <a:r>
              <a:rPr lang="en-US" dirty="0" err="1"/>
              <a:t>index_name</a:t>
            </a:r>
            <a:r>
              <a:rPr lang="en-US" dirty="0"/>
              <a:t> on the table </a:t>
            </a:r>
            <a:r>
              <a:rPr lang="en-US" dirty="0" err="1"/>
              <a:t>table_name</a:t>
            </a:r>
            <a:r>
              <a:rPr lang="en-US" dirty="0"/>
              <a:t>. The column </a:t>
            </a:r>
            <a:r>
              <a:rPr lang="en-US" dirty="0" err="1"/>
              <a:t>column_name</a:t>
            </a:r>
            <a:r>
              <a:rPr lang="en-US" dirty="0"/>
              <a:t> is the column on which the index is being created.</a:t>
            </a:r>
          </a:p>
          <a:p>
            <a:endParaRPr lang="en-US" dirty="0"/>
          </a:p>
          <a:p>
            <a:r>
              <a:rPr lang="en-US" dirty="0"/>
              <a:t>Example</a:t>
            </a:r>
          </a:p>
          <a:p>
            <a:r>
              <a:rPr lang="en-US" dirty="0"/>
              <a:t>For example, suppose we have a table called users with columns id, username, and email. We can create an index on the username column like this:</a:t>
            </a:r>
          </a:p>
          <a:p>
            <a:endParaRPr lang="en-US" dirty="0"/>
          </a:p>
          <a:p>
            <a:r>
              <a:rPr lang="en-US" dirty="0"/>
              <a:t>CREATE INDEX </a:t>
            </a:r>
            <a:r>
              <a:rPr lang="en-US" dirty="0" err="1"/>
              <a:t>username_index</a:t>
            </a:r>
            <a:r>
              <a:rPr lang="en-US" dirty="0"/>
              <a:t> </a:t>
            </a:r>
          </a:p>
          <a:p>
            <a:r>
              <a:rPr lang="en-US" dirty="0"/>
              <a:t>ON users (username);</a:t>
            </a:r>
          </a:p>
          <a:p>
            <a:endParaRPr lang="en-US" dirty="0">
              <a:solidFill>
                <a:srgbClr val="707070"/>
              </a:solidFill>
              <a:highlight>
                <a:srgbClr val="FFFFFF"/>
              </a:highlight>
              <a:latin typeface="Oxygen" panose="020F0502020204030204" pitchFamily="2" charset="0"/>
            </a:endParaRPr>
          </a:p>
          <a:p>
            <a:r>
              <a:rPr lang="en-IN" dirty="0">
                <a:hlinkClick r:id="rId3"/>
              </a:rPr>
              <a:t>https://www.atlassian.com/data/sql/how-indexing-works</a:t>
            </a:r>
            <a:r>
              <a:rPr lang="en-US" dirty="0">
                <a:solidFill>
                  <a:srgbClr val="707070"/>
                </a:solidFill>
                <a:highlight>
                  <a:srgbClr val="FFFFFF"/>
                </a:highlight>
                <a:latin typeface="Oxygen" panose="020F0502020204030204" pitchFamily="2" charset="0"/>
              </a:rPr>
              <a:t> </a:t>
            </a:r>
            <a:endParaRPr lang="en-IN" dirty="0"/>
          </a:p>
        </p:txBody>
      </p:sp>
    </p:spTree>
    <p:extLst>
      <p:ext uri="{BB962C8B-B14F-4D97-AF65-F5344CB8AC3E}">
        <p14:creationId xmlns:p14="http://schemas.microsoft.com/office/powerpoint/2010/main" val="13001675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Gif of a basic table scan">
            <a:extLst>
              <a:ext uri="{FF2B5EF4-FFF2-40B4-BE49-F238E27FC236}">
                <a16:creationId xmlns:a16="http://schemas.microsoft.com/office/drawing/2014/main" id="{73DA6D77-53F0-0AC8-3FAA-B6BED7D8ED3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58297" y="1818969"/>
            <a:ext cx="8642555" cy="4473678"/>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ACCD7E77-AED3-293A-AD65-3857BA6EEA66}"/>
              </a:ext>
            </a:extLst>
          </p:cNvPr>
          <p:cNvSpPr txBox="1"/>
          <p:nvPr/>
        </p:nvSpPr>
        <p:spPr>
          <a:xfrm>
            <a:off x="176981" y="229812"/>
            <a:ext cx="10766321" cy="1477328"/>
          </a:xfrm>
          <a:prstGeom prst="rect">
            <a:avLst/>
          </a:prstGeom>
          <a:noFill/>
        </p:spPr>
        <p:txBody>
          <a:bodyPr wrap="square">
            <a:spAutoFit/>
          </a:bodyPr>
          <a:lstStyle/>
          <a:p>
            <a:r>
              <a:rPr lang="en-US" dirty="0"/>
              <a:t>Imagine you want to find a piece of information that is within a large database. To get this information out of the database the computer will look through every row until it finds it. If the data you are looking for is towards the very end, this query would take a long time to run.</a:t>
            </a:r>
          </a:p>
          <a:p>
            <a:endParaRPr lang="en-US" dirty="0"/>
          </a:p>
          <a:p>
            <a:r>
              <a:rPr lang="en-US" dirty="0"/>
              <a:t>Visualization for finding the last entry:</a:t>
            </a:r>
            <a:endParaRPr lang="en-IN" dirty="0"/>
          </a:p>
        </p:txBody>
      </p:sp>
    </p:spTree>
    <p:extLst>
      <p:ext uri="{BB962C8B-B14F-4D97-AF65-F5344CB8AC3E}">
        <p14:creationId xmlns:p14="http://schemas.microsoft.com/office/powerpoint/2010/main" val="24769735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D6271C0-FD3C-5266-8CF5-D8125EBCEFAA}"/>
              </a:ext>
            </a:extLst>
          </p:cNvPr>
          <p:cNvSpPr txBox="1"/>
          <p:nvPr/>
        </p:nvSpPr>
        <p:spPr>
          <a:xfrm>
            <a:off x="373626" y="105216"/>
            <a:ext cx="11592231" cy="1200329"/>
          </a:xfrm>
          <a:prstGeom prst="rect">
            <a:avLst/>
          </a:prstGeom>
          <a:noFill/>
        </p:spPr>
        <p:txBody>
          <a:bodyPr wrap="square">
            <a:spAutoFit/>
          </a:bodyPr>
          <a:lstStyle/>
          <a:p>
            <a:r>
              <a:rPr lang="en-US" b="0" i="0" dirty="0">
                <a:solidFill>
                  <a:srgbClr val="091E42"/>
                </a:solidFill>
                <a:effectLst/>
                <a:highlight>
                  <a:srgbClr val="FFFFFF"/>
                </a:highlight>
                <a:latin typeface="Charlie Text"/>
              </a:rPr>
              <a:t>If the table was ordered alphabetically, searching for a name could happen a lot faster because we could skip looking for the data in certain rows. If we wanted to search for “Zack” and we know the data is in alphabetical order we could jump down to halfway through the data to see if Zack comes before or after that row. We could then half the remaining rows and make the same comparison.</a:t>
            </a:r>
            <a:endParaRPr lang="en-IN" dirty="0"/>
          </a:p>
        </p:txBody>
      </p:sp>
      <p:pic>
        <p:nvPicPr>
          <p:cNvPr id="3074" name="Picture 2" descr="Gif of an index scan">
            <a:extLst>
              <a:ext uri="{FF2B5EF4-FFF2-40B4-BE49-F238E27FC236}">
                <a16:creationId xmlns:a16="http://schemas.microsoft.com/office/drawing/2014/main" id="{03BD5D5F-DE05-B58A-262C-8FD4F0781A9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8500" y="1781175"/>
            <a:ext cx="5715000" cy="3295650"/>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99E1EA8F-57C1-B668-F3C6-6E1D51BA3C8D}"/>
              </a:ext>
            </a:extLst>
          </p:cNvPr>
          <p:cNvSpPr txBox="1"/>
          <p:nvPr/>
        </p:nvSpPr>
        <p:spPr>
          <a:xfrm>
            <a:off x="149942" y="5552455"/>
            <a:ext cx="11892116" cy="923330"/>
          </a:xfrm>
          <a:prstGeom prst="rect">
            <a:avLst/>
          </a:prstGeom>
          <a:noFill/>
        </p:spPr>
        <p:txBody>
          <a:bodyPr wrap="square">
            <a:spAutoFit/>
          </a:bodyPr>
          <a:lstStyle/>
          <a:p>
            <a:pPr algn="l" fontAlgn="base"/>
            <a:r>
              <a:rPr lang="en-US" b="0" i="0" dirty="0">
                <a:solidFill>
                  <a:srgbClr val="091E42"/>
                </a:solidFill>
                <a:effectLst/>
                <a:highlight>
                  <a:srgbClr val="FFFFFF"/>
                </a:highlight>
                <a:latin typeface="Charlie Text"/>
              </a:rPr>
              <a:t>This took 3 comparisons to find the right answer instead of 8 in the unindexed data.</a:t>
            </a:r>
          </a:p>
          <a:p>
            <a:pPr algn="l" fontAlgn="base"/>
            <a:r>
              <a:rPr lang="en-US" b="0" i="0" dirty="0">
                <a:solidFill>
                  <a:srgbClr val="091E42"/>
                </a:solidFill>
                <a:effectLst/>
                <a:highlight>
                  <a:srgbClr val="FFFFFF"/>
                </a:highlight>
                <a:latin typeface="Charlie Text"/>
              </a:rPr>
              <a:t>Indexes allow us to create sorted lists without having to create all new sorted tables, which would take up a lot of storage space.</a:t>
            </a:r>
          </a:p>
        </p:txBody>
      </p:sp>
    </p:spTree>
    <p:extLst>
      <p:ext uri="{BB962C8B-B14F-4D97-AF65-F5344CB8AC3E}">
        <p14:creationId xmlns:p14="http://schemas.microsoft.com/office/powerpoint/2010/main" val="13876801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BB9AB6A-8E74-6C83-17EC-B20CF4CD0591}"/>
              </a:ext>
            </a:extLst>
          </p:cNvPr>
          <p:cNvSpPr txBox="1"/>
          <p:nvPr/>
        </p:nvSpPr>
        <p:spPr>
          <a:xfrm>
            <a:off x="216310" y="138102"/>
            <a:ext cx="11602064" cy="1754326"/>
          </a:xfrm>
          <a:prstGeom prst="rect">
            <a:avLst/>
          </a:prstGeom>
          <a:noFill/>
        </p:spPr>
        <p:txBody>
          <a:bodyPr wrap="square">
            <a:spAutoFit/>
          </a:bodyPr>
          <a:lstStyle/>
          <a:p>
            <a:pPr algn="l" fontAlgn="base"/>
            <a:r>
              <a:rPr lang="en-US" b="0" i="0" dirty="0">
                <a:solidFill>
                  <a:srgbClr val="253858"/>
                </a:solidFill>
                <a:effectLst/>
                <a:highlight>
                  <a:srgbClr val="FFFFFF"/>
                </a:highlight>
                <a:latin typeface="Charlie Display"/>
              </a:rPr>
              <a:t>What exactly is an Index?</a:t>
            </a:r>
          </a:p>
          <a:p>
            <a:pPr algn="l" fontAlgn="base"/>
            <a:r>
              <a:rPr lang="en-US" b="0" i="0" dirty="0">
                <a:solidFill>
                  <a:srgbClr val="091E42"/>
                </a:solidFill>
                <a:effectLst/>
                <a:highlight>
                  <a:srgbClr val="FFFFFF"/>
                </a:highlight>
                <a:latin typeface="Charlie Text"/>
              </a:rPr>
              <a:t>An index is a structure that holds the field the index is sorting and a pointer from each record to their corresponding record in the original table where the data is actually stored. Indexes are used in things like a contact list where the data may be physically stored in the order you add people’s contact information but it is easier to find people when listed out in alphabetical order.</a:t>
            </a:r>
          </a:p>
          <a:p>
            <a:pPr algn="l" fontAlgn="base"/>
            <a:r>
              <a:rPr lang="en-US" b="0" i="0" dirty="0">
                <a:solidFill>
                  <a:srgbClr val="091E42"/>
                </a:solidFill>
                <a:effectLst/>
                <a:highlight>
                  <a:srgbClr val="FFFFFF"/>
                </a:highlight>
                <a:latin typeface="Charlie Text"/>
              </a:rPr>
              <a:t>Let’s look at the index from the previous example and see how it maps back to the original Friends table:</a:t>
            </a:r>
          </a:p>
        </p:txBody>
      </p:sp>
      <p:pic>
        <p:nvPicPr>
          <p:cNvPr id="8" name="Picture 7">
            <a:extLst>
              <a:ext uri="{FF2B5EF4-FFF2-40B4-BE49-F238E27FC236}">
                <a16:creationId xmlns:a16="http://schemas.microsoft.com/office/drawing/2014/main" id="{42CD25E4-2D87-5A99-7320-C2CB397A97B9}"/>
              </a:ext>
            </a:extLst>
          </p:cNvPr>
          <p:cNvPicPr>
            <a:picLocks noChangeAspect="1"/>
          </p:cNvPicPr>
          <p:nvPr/>
        </p:nvPicPr>
        <p:blipFill>
          <a:blip r:embed="rId2"/>
          <a:stretch>
            <a:fillRect/>
          </a:stretch>
        </p:blipFill>
        <p:spPr>
          <a:xfrm>
            <a:off x="398206" y="2143291"/>
            <a:ext cx="11238271" cy="2571417"/>
          </a:xfrm>
          <a:prstGeom prst="rect">
            <a:avLst/>
          </a:prstGeom>
        </p:spPr>
      </p:pic>
      <p:sp>
        <p:nvSpPr>
          <p:cNvPr id="10" name="TextBox 9">
            <a:extLst>
              <a:ext uri="{FF2B5EF4-FFF2-40B4-BE49-F238E27FC236}">
                <a16:creationId xmlns:a16="http://schemas.microsoft.com/office/drawing/2014/main" id="{AB026116-A0FF-78BD-EF1D-FD20B69A074A}"/>
              </a:ext>
            </a:extLst>
          </p:cNvPr>
          <p:cNvSpPr txBox="1"/>
          <p:nvPr/>
        </p:nvSpPr>
        <p:spPr>
          <a:xfrm>
            <a:off x="304800" y="4965571"/>
            <a:ext cx="11729884" cy="1477328"/>
          </a:xfrm>
          <a:prstGeom prst="rect">
            <a:avLst/>
          </a:prstGeom>
          <a:noFill/>
        </p:spPr>
        <p:txBody>
          <a:bodyPr wrap="square">
            <a:spAutoFit/>
          </a:bodyPr>
          <a:lstStyle/>
          <a:p>
            <a:r>
              <a:rPr lang="en-US" b="0" i="0" dirty="0">
                <a:solidFill>
                  <a:srgbClr val="091E42"/>
                </a:solidFill>
                <a:effectLst/>
                <a:highlight>
                  <a:srgbClr val="FFFFFF"/>
                </a:highlight>
                <a:latin typeface="Charlie Text"/>
              </a:rPr>
              <a:t>We can see here that the table has the data stored ordered by an incrementing id based on the order in which the data was added. And the Index has the names stored in alphabetical order.</a:t>
            </a:r>
          </a:p>
          <a:p>
            <a:endParaRPr lang="en-US" dirty="0">
              <a:solidFill>
                <a:srgbClr val="091E42"/>
              </a:solidFill>
              <a:highlight>
                <a:srgbClr val="FFFFFF"/>
              </a:highlight>
              <a:latin typeface="Charlie Text"/>
            </a:endParaRPr>
          </a:p>
          <a:p>
            <a:r>
              <a:rPr lang="en-IN" sz="3600" dirty="0">
                <a:hlinkClick r:id="rId3"/>
              </a:rPr>
              <a:t>https://www.atlassian.com/data/sql/how-indexing-works</a:t>
            </a:r>
            <a:r>
              <a:rPr lang="en-US" sz="3600" dirty="0">
                <a:solidFill>
                  <a:srgbClr val="707070"/>
                </a:solidFill>
                <a:highlight>
                  <a:srgbClr val="FFFFFF"/>
                </a:highlight>
                <a:latin typeface="Oxygen" panose="020F0502020204030204" pitchFamily="2" charset="0"/>
              </a:rPr>
              <a:t> </a:t>
            </a:r>
            <a:endParaRPr lang="en-IN" dirty="0"/>
          </a:p>
        </p:txBody>
      </p:sp>
    </p:spTree>
    <p:extLst>
      <p:ext uri="{BB962C8B-B14F-4D97-AF65-F5344CB8AC3E}">
        <p14:creationId xmlns:p14="http://schemas.microsoft.com/office/powerpoint/2010/main" val="5196785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253165D-EBB5-3B33-29FD-B614F0504C27}"/>
              </a:ext>
            </a:extLst>
          </p:cNvPr>
          <p:cNvSpPr txBox="1"/>
          <p:nvPr/>
        </p:nvSpPr>
        <p:spPr>
          <a:xfrm>
            <a:off x="344128" y="237273"/>
            <a:ext cx="11602066" cy="6494085"/>
          </a:xfrm>
          <a:prstGeom prst="rect">
            <a:avLst/>
          </a:prstGeom>
          <a:noFill/>
        </p:spPr>
        <p:txBody>
          <a:bodyPr wrap="square">
            <a:spAutoFit/>
          </a:bodyPr>
          <a:lstStyle/>
          <a:p>
            <a:pPr algn="l"/>
            <a:r>
              <a:rPr lang="en-US" sz="2400" b="1" i="0" dirty="0">
                <a:solidFill>
                  <a:srgbClr val="222222"/>
                </a:solidFill>
                <a:effectLst/>
                <a:highlight>
                  <a:srgbClr val="FBFAFA"/>
                </a:highlight>
                <a:latin typeface="GT Walsheim LC"/>
              </a:rPr>
              <a:t>Explain the types of indexes.</a:t>
            </a:r>
          </a:p>
          <a:p>
            <a:pPr algn="l"/>
            <a:endParaRPr lang="en-US" sz="2400" b="1" dirty="0">
              <a:solidFill>
                <a:srgbClr val="222222"/>
              </a:solidFill>
              <a:highlight>
                <a:srgbClr val="FBFAFA"/>
              </a:highlight>
              <a:latin typeface="GT Walsheim LC"/>
            </a:endParaRPr>
          </a:p>
          <a:p>
            <a:pPr algn="l"/>
            <a:r>
              <a:rPr lang="en-US" sz="2400" b="1" i="0" dirty="0">
                <a:solidFill>
                  <a:srgbClr val="222222"/>
                </a:solidFill>
                <a:effectLst/>
                <a:highlight>
                  <a:srgbClr val="FBFAFA"/>
                </a:highlight>
                <a:latin typeface="GT Walsheim LC"/>
                <a:hlinkClick r:id="rId2"/>
              </a:rPr>
              <a:t>https://www.progress.com/tutorials/odbc/using-indexes</a:t>
            </a:r>
            <a:r>
              <a:rPr lang="en-US" sz="2400" b="1" i="0" dirty="0">
                <a:solidFill>
                  <a:srgbClr val="222222"/>
                </a:solidFill>
                <a:effectLst/>
                <a:highlight>
                  <a:srgbClr val="FBFAFA"/>
                </a:highlight>
                <a:latin typeface="GT Walsheim LC"/>
              </a:rPr>
              <a:t> </a:t>
            </a:r>
          </a:p>
          <a:p>
            <a:pPr algn="l"/>
            <a:r>
              <a:rPr lang="en-US" sz="2400" b="1" i="0" dirty="0">
                <a:solidFill>
                  <a:srgbClr val="222222"/>
                </a:solidFill>
                <a:effectLst/>
                <a:highlight>
                  <a:srgbClr val="FBFAFA"/>
                </a:highlight>
                <a:latin typeface="GT Walsheim LC"/>
                <a:hlinkClick r:id="rId3"/>
              </a:rPr>
              <a:t>https://www.atlassian.com/data/databases/how-does-indexing-work</a:t>
            </a:r>
            <a:r>
              <a:rPr lang="en-US" sz="2400" b="1" dirty="0">
                <a:solidFill>
                  <a:srgbClr val="222222"/>
                </a:solidFill>
                <a:highlight>
                  <a:srgbClr val="FBFAFA"/>
                </a:highlight>
                <a:latin typeface="GT Walsheim LC"/>
              </a:rPr>
              <a:t> </a:t>
            </a:r>
            <a:endParaRPr lang="en-US" sz="2400" b="1" i="0" dirty="0">
              <a:solidFill>
                <a:srgbClr val="222222"/>
              </a:solidFill>
              <a:effectLst/>
              <a:highlight>
                <a:srgbClr val="FBFAFA"/>
              </a:highlight>
              <a:latin typeface="GT Walsheim LC"/>
            </a:endParaRPr>
          </a:p>
          <a:p>
            <a:pPr algn="l"/>
            <a:endParaRPr lang="en-US" sz="2000" b="1" dirty="0">
              <a:solidFill>
                <a:srgbClr val="222222"/>
              </a:solidFill>
              <a:highlight>
                <a:srgbClr val="FBFAFA"/>
              </a:highlight>
              <a:latin typeface="GT Walsheim LC"/>
            </a:endParaRPr>
          </a:p>
          <a:p>
            <a:pPr algn="l"/>
            <a:r>
              <a:rPr lang="en-US" sz="2000" b="1" i="0" dirty="0">
                <a:solidFill>
                  <a:srgbClr val="3A3A3A"/>
                </a:solidFill>
                <a:effectLst/>
                <a:highlight>
                  <a:srgbClr val="FFFFFF"/>
                </a:highlight>
                <a:latin typeface="Open Sans" panose="020B0606030504020204" pitchFamily="34" charset="0"/>
              </a:rPr>
              <a:t>Primary Index</a:t>
            </a:r>
            <a:r>
              <a:rPr lang="en-US" sz="2000" b="0" i="0" dirty="0">
                <a:solidFill>
                  <a:srgbClr val="3A3A3A"/>
                </a:solidFill>
                <a:effectLst/>
                <a:highlight>
                  <a:srgbClr val="FFFFFF"/>
                </a:highlight>
                <a:latin typeface="Open Sans" panose="020B0606030504020204" pitchFamily="34" charset="0"/>
              </a:rPr>
              <a:t>: Think of it as the main key to a building. It is unique and provides entrance into all rooms. In the same way that a primary index in a database uniquely identifies each row and speeds up searches.</a:t>
            </a:r>
          </a:p>
          <a:p>
            <a:pPr algn="l"/>
            <a:endParaRPr lang="en-US" sz="2000" b="0" i="0" dirty="0">
              <a:solidFill>
                <a:srgbClr val="3A3A3A"/>
              </a:solidFill>
              <a:effectLst/>
              <a:highlight>
                <a:srgbClr val="FFFFFF"/>
              </a:highlight>
              <a:latin typeface="Open Sans" panose="020B0606030504020204" pitchFamily="34" charset="0"/>
            </a:endParaRPr>
          </a:p>
          <a:p>
            <a:pPr algn="l"/>
            <a:r>
              <a:rPr lang="en-US" sz="2000" b="1" i="0" dirty="0">
                <a:solidFill>
                  <a:srgbClr val="3A3A3A"/>
                </a:solidFill>
                <a:effectLst/>
                <a:highlight>
                  <a:srgbClr val="FFFFFF"/>
                </a:highlight>
                <a:latin typeface="Open Sans" panose="020B0606030504020204" pitchFamily="34" charset="0"/>
              </a:rPr>
              <a:t>Secondary Index</a:t>
            </a:r>
            <a:r>
              <a:rPr lang="en-US" sz="2000" b="0" i="0" dirty="0">
                <a:solidFill>
                  <a:srgbClr val="3A3A3A"/>
                </a:solidFill>
                <a:effectLst/>
                <a:highlight>
                  <a:srgbClr val="FFFFFF"/>
                </a:highlight>
                <a:latin typeface="Open Sans" panose="020B0606030504020204" pitchFamily="34" charset="0"/>
              </a:rPr>
              <a:t>: Imagine this like one departmental index in a noticeably big library. Whereas the primary index leads you to the book, the secondary index helps narrow down your search within specific sections, so you find it quicker.</a:t>
            </a:r>
          </a:p>
          <a:p>
            <a:pPr algn="l"/>
            <a:endParaRPr lang="en-US" sz="2000" b="0" i="0" dirty="0">
              <a:solidFill>
                <a:srgbClr val="3A3A3A"/>
              </a:solidFill>
              <a:effectLst/>
              <a:highlight>
                <a:srgbClr val="FFFFFF"/>
              </a:highlight>
              <a:latin typeface="Open Sans" panose="020B0606030504020204" pitchFamily="34" charset="0"/>
            </a:endParaRPr>
          </a:p>
          <a:p>
            <a:pPr algn="l"/>
            <a:r>
              <a:rPr lang="en-US" sz="2000" b="1" i="0" dirty="0">
                <a:solidFill>
                  <a:srgbClr val="3A3A3A"/>
                </a:solidFill>
                <a:effectLst/>
                <a:highlight>
                  <a:srgbClr val="FFFFFF"/>
                </a:highlight>
                <a:latin typeface="Open Sans" panose="020B0606030504020204" pitchFamily="34" charset="0"/>
              </a:rPr>
              <a:t>Clustered Index</a:t>
            </a:r>
            <a:r>
              <a:rPr lang="en-US" sz="2000" b="0" i="0" dirty="0">
                <a:solidFill>
                  <a:srgbClr val="3A3A3A"/>
                </a:solidFill>
                <a:effectLst/>
                <a:highlight>
                  <a:srgbClr val="FFFFFF"/>
                </a:highlight>
                <a:latin typeface="Open Sans" panose="020B0606030504020204" pitchFamily="34" charset="0"/>
              </a:rPr>
              <a:t>: Picture this as organizing books on shelves with alphabetical titles. Consequently, it organizes data physically in a table that matches the sequence of the index thereby facilitating easy retrieval just like finding them on shelves well arranged.</a:t>
            </a:r>
          </a:p>
          <a:p>
            <a:pPr algn="l"/>
            <a:endParaRPr lang="en-US" sz="2000" b="0" i="0" dirty="0">
              <a:solidFill>
                <a:srgbClr val="3A3A3A"/>
              </a:solidFill>
              <a:effectLst/>
              <a:highlight>
                <a:srgbClr val="FFFFFF"/>
              </a:highlight>
              <a:latin typeface="Open Sans" panose="020B0606030504020204" pitchFamily="34" charset="0"/>
            </a:endParaRPr>
          </a:p>
          <a:p>
            <a:pPr algn="l"/>
            <a:r>
              <a:rPr lang="en-US" sz="2000" b="1" i="0" dirty="0">
                <a:solidFill>
                  <a:srgbClr val="3A3A3A"/>
                </a:solidFill>
                <a:effectLst/>
                <a:highlight>
                  <a:srgbClr val="FFFFFF"/>
                </a:highlight>
                <a:latin typeface="Open Sans" panose="020B0606030504020204" pitchFamily="34" charset="0"/>
              </a:rPr>
              <a:t>Non-Clustered Index</a:t>
            </a:r>
            <a:r>
              <a:rPr lang="en-US" sz="2000" b="0" i="0" dirty="0">
                <a:solidFill>
                  <a:srgbClr val="3A3A3A"/>
                </a:solidFill>
                <a:effectLst/>
                <a:highlight>
                  <a:srgbClr val="FFFFFF"/>
                </a:highlight>
                <a:latin typeface="Open Sans" panose="020B0606030504020204" pitchFamily="34" charset="0"/>
              </a:rPr>
              <a:t>: Just like card catalogues, a clustered index sorts out data on the shelf while a non-clustered index gives another lookup for some information that can be narrowed down further for ease in searching.</a:t>
            </a:r>
          </a:p>
        </p:txBody>
      </p:sp>
    </p:spTree>
    <p:extLst>
      <p:ext uri="{BB962C8B-B14F-4D97-AF65-F5344CB8AC3E}">
        <p14:creationId xmlns:p14="http://schemas.microsoft.com/office/powerpoint/2010/main" val="28340242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F02CF0A-5FCC-D7BE-ABD3-9FE4F5E964AE}"/>
              </a:ext>
            </a:extLst>
          </p:cNvPr>
          <p:cNvSpPr txBox="1"/>
          <p:nvPr/>
        </p:nvSpPr>
        <p:spPr>
          <a:xfrm>
            <a:off x="211393" y="319830"/>
            <a:ext cx="11769213" cy="4370427"/>
          </a:xfrm>
          <a:prstGeom prst="rect">
            <a:avLst/>
          </a:prstGeom>
          <a:noFill/>
        </p:spPr>
        <p:txBody>
          <a:bodyPr wrap="square">
            <a:spAutoFit/>
          </a:bodyPr>
          <a:lstStyle/>
          <a:p>
            <a:pPr algn="just"/>
            <a:r>
              <a:rPr lang="en-US" b="0" i="0" dirty="0">
                <a:solidFill>
                  <a:srgbClr val="610B4B"/>
                </a:solidFill>
                <a:effectLst/>
                <a:highlight>
                  <a:srgbClr val="FFFFFF"/>
                </a:highlight>
                <a:latin typeface="Aptos" panose="020B0004020202020204" pitchFamily="34" charset="0"/>
              </a:rPr>
              <a:t>Primary Index</a:t>
            </a:r>
          </a:p>
          <a:p>
            <a:r>
              <a:rPr lang="en-US" sz="2000" b="1" i="0" dirty="0">
                <a:solidFill>
                  <a:srgbClr val="222222"/>
                </a:solidFill>
                <a:effectLst/>
                <a:highlight>
                  <a:srgbClr val="FFFFFF"/>
                </a:highlight>
                <a:latin typeface="Source Sans Pro" panose="020B0503030403020204" pitchFamily="34" charset="0"/>
              </a:rPr>
              <a:t>Primary Indexing</a:t>
            </a:r>
            <a:r>
              <a:rPr lang="en-US" sz="2000" b="0" i="0" dirty="0">
                <a:solidFill>
                  <a:srgbClr val="222222"/>
                </a:solidFill>
                <a:effectLst/>
                <a:highlight>
                  <a:srgbClr val="FFFFFF"/>
                </a:highlight>
                <a:latin typeface="Source Sans Pro" panose="020B0503030403020204" pitchFamily="34" charset="0"/>
              </a:rPr>
              <a:t>: The indexing or the index table created using Primary keys is known as Primary Indexing. It is defined on ordered data. As the index is comprised of primary keys, they are unique, not null, and possess one to one relationship with the data blocks. It consists of two fields</a:t>
            </a:r>
          </a:p>
          <a:p>
            <a:pPr algn="l"/>
            <a:r>
              <a:rPr lang="en-US" sz="2000" b="0" i="0" dirty="0">
                <a:solidFill>
                  <a:srgbClr val="222222"/>
                </a:solidFill>
                <a:effectLst/>
                <a:highlight>
                  <a:srgbClr val="FFFFFF"/>
                </a:highlight>
                <a:latin typeface="Source Sans Pro" panose="020B0503030403020204" pitchFamily="34" charset="0"/>
              </a:rPr>
              <a:t>The first field is the same a primary key and second, filed is pointed to that specific data block. In the primary Index, there is always one to one relationship between the entries in the index table.</a:t>
            </a:r>
          </a:p>
          <a:p>
            <a:pPr algn="l"/>
            <a:r>
              <a:rPr lang="en-US" sz="2000" b="0" i="0" dirty="0">
                <a:solidFill>
                  <a:srgbClr val="222222"/>
                </a:solidFill>
                <a:effectLst/>
                <a:highlight>
                  <a:srgbClr val="FFFFFF"/>
                </a:highlight>
                <a:latin typeface="Source Sans Pro" panose="020B0503030403020204" pitchFamily="34" charset="0"/>
              </a:rPr>
              <a:t>The primary Indexing in DBMS is also further divided into two types.</a:t>
            </a:r>
          </a:p>
          <a:p>
            <a:pPr algn="l">
              <a:buFont typeface="Arial" panose="020B0604020202020204" pitchFamily="34" charset="0"/>
              <a:buChar char="•"/>
            </a:pPr>
            <a:r>
              <a:rPr lang="en-US" sz="2000" b="0" i="0" dirty="0">
                <a:solidFill>
                  <a:srgbClr val="222222"/>
                </a:solidFill>
                <a:effectLst/>
                <a:highlight>
                  <a:srgbClr val="FFFFFF"/>
                </a:highlight>
                <a:latin typeface="Source Sans Pro" panose="020B0503030403020204" pitchFamily="34" charset="0"/>
              </a:rPr>
              <a:t>Dense Index</a:t>
            </a:r>
          </a:p>
          <a:p>
            <a:pPr algn="l">
              <a:buFont typeface="Arial" panose="020B0604020202020204" pitchFamily="34" charset="0"/>
              <a:buChar char="•"/>
            </a:pPr>
            <a:r>
              <a:rPr lang="en-US" sz="2000" b="0" i="0" dirty="0">
                <a:solidFill>
                  <a:srgbClr val="222222"/>
                </a:solidFill>
                <a:effectLst/>
                <a:highlight>
                  <a:srgbClr val="FFFFFF"/>
                </a:highlight>
                <a:latin typeface="Source Sans Pro" panose="020B0503030403020204" pitchFamily="34" charset="0"/>
              </a:rPr>
              <a:t>Sparse Index</a:t>
            </a:r>
          </a:p>
          <a:p>
            <a:pPr algn="just">
              <a:buFont typeface="Arial" panose="020B0604020202020204" pitchFamily="34" charset="0"/>
              <a:buChar char="•"/>
            </a:pPr>
            <a:endParaRPr lang="en-US" sz="2000" dirty="0">
              <a:solidFill>
                <a:srgbClr val="000000"/>
              </a:solidFill>
              <a:highlight>
                <a:srgbClr val="FFFFFF"/>
              </a:highlight>
              <a:latin typeface="Aptos" panose="020B0004020202020204" pitchFamily="34" charset="0"/>
            </a:endParaRPr>
          </a:p>
          <a:p>
            <a:pPr algn="just">
              <a:buFont typeface="Arial" panose="020B0604020202020204" pitchFamily="34" charset="0"/>
              <a:buChar char="•"/>
            </a:pPr>
            <a:r>
              <a:rPr lang="en-US" sz="2000" b="1" i="0" dirty="0">
                <a:solidFill>
                  <a:srgbClr val="273239"/>
                </a:solidFill>
                <a:effectLst/>
                <a:highlight>
                  <a:srgbClr val="FFFFFF"/>
                </a:highlight>
                <a:latin typeface="Nunito" pitchFamily="2" charset="0"/>
              </a:rPr>
              <a:t>Dense Index </a:t>
            </a:r>
            <a:r>
              <a:rPr lang="en-US" sz="2000" b="0" i="0" dirty="0">
                <a:solidFill>
                  <a:srgbClr val="273239"/>
                </a:solidFill>
                <a:effectLst/>
                <a:highlight>
                  <a:srgbClr val="FFFFFF"/>
                </a:highlight>
                <a:latin typeface="Nunito" pitchFamily="2" charset="0"/>
              </a:rPr>
              <a:t>For every search key value in the data file, there is an index record. </a:t>
            </a:r>
            <a:r>
              <a:rPr lang="en-US" sz="2000" b="0" i="0" dirty="0">
                <a:solidFill>
                  <a:srgbClr val="222222"/>
                </a:solidFill>
                <a:effectLst/>
                <a:highlight>
                  <a:srgbClr val="FFFFFF"/>
                </a:highlight>
                <a:latin typeface="Source Sans Pro" panose="020B0503030403020204" pitchFamily="34" charset="0"/>
              </a:rPr>
              <a:t> In this Indexing, method records contain search key value and points to the real record on the disk.</a:t>
            </a:r>
            <a:endParaRPr lang="en-US" sz="2000" b="0" i="0" dirty="0">
              <a:solidFill>
                <a:srgbClr val="273239"/>
              </a:solidFill>
              <a:effectLst/>
              <a:highlight>
                <a:srgbClr val="FFFFFF"/>
              </a:highlight>
              <a:latin typeface="Nunito" pitchFamily="2" charset="0"/>
            </a:endParaRPr>
          </a:p>
          <a:p>
            <a:pPr algn="just">
              <a:buFont typeface="Arial" panose="020B0604020202020204" pitchFamily="34" charset="0"/>
              <a:buChar char="•"/>
            </a:pPr>
            <a:endParaRPr lang="en-US" sz="2000" dirty="0">
              <a:solidFill>
                <a:srgbClr val="000000"/>
              </a:solidFill>
              <a:highlight>
                <a:srgbClr val="FFFFFF"/>
              </a:highlight>
              <a:latin typeface="Aptos" panose="020B0004020202020204" pitchFamily="34" charset="0"/>
            </a:endParaRPr>
          </a:p>
          <a:p>
            <a:pPr algn="just">
              <a:buFont typeface="Arial" panose="020B0604020202020204" pitchFamily="34" charset="0"/>
              <a:buChar char="•"/>
            </a:pPr>
            <a:endParaRPr lang="en-US" sz="2000" b="0" i="0" dirty="0">
              <a:solidFill>
                <a:srgbClr val="000000"/>
              </a:solidFill>
              <a:effectLst/>
              <a:highlight>
                <a:srgbClr val="FFFFFF"/>
              </a:highlight>
              <a:latin typeface="Aptos" panose="020B0004020202020204" pitchFamily="34" charset="0"/>
            </a:endParaRPr>
          </a:p>
        </p:txBody>
      </p:sp>
      <p:pic>
        <p:nvPicPr>
          <p:cNvPr id="6" name="Picture 5">
            <a:extLst>
              <a:ext uri="{FF2B5EF4-FFF2-40B4-BE49-F238E27FC236}">
                <a16:creationId xmlns:a16="http://schemas.microsoft.com/office/drawing/2014/main" id="{69910DFF-615F-1246-0F92-A03E12079C0A}"/>
              </a:ext>
            </a:extLst>
          </p:cNvPr>
          <p:cNvPicPr>
            <a:picLocks noChangeAspect="1"/>
          </p:cNvPicPr>
          <p:nvPr/>
        </p:nvPicPr>
        <p:blipFill>
          <a:blip r:embed="rId2"/>
          <a:stretch>
            <a:fillRect/>
          </a:stretch>
        </p:blipFill>
        <p:spPr>
          <a:xfrm>
            <a:off x="7038360" y="4198374"/>
            <a:ext cx="3562350" cy="2477447"/>
          </a:xfrm>
          <a:prstGeom prst="rect">
            <a:avLst/>
          </a:prstGeom>
        </p:spPr>
      </p:pic>
    </p:spTree>
    <p:extLst>
      <p:ext uri="{BB962C8B-B14F-4D97-AF65-F5344CB8AC3E}">
        <p14:creationId xmlns:p14="http://schemas.microsoft.com/office/powerpoint/2010/main" val="5696622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F02CF0A-5FCC-D7BE-ABD3-9FE4F5E964AE}"/>
              </a:ext>
            </a:extLst>
          </p:cNvPr>
          <p:cNvSpPr txBox="1"/>
          <p:nvPr/>
        </p:nvSpPr>
        <p:spPr>
          <a:xfrm>
            <a:off x="211393" y="319830"/>
            <a:ext cx="11769213" cy="3170099"/>
          </a:xfrm>
          <a:prstGeom prst="rect">
            <a:avLst/>
          </a:prstGeom>
          <a:noFill/>
        </p:spPr>
        <p:txBody>
          <a:bodyPr wrap="square">
            <a:spAutoFit/>
          </a:bodyPr>
          <a:lstStyle/>
          <a:p>
            <a:pPr algn="l"/>
            <a:r>
              <a:rPr lang="en-US" sz="3600" b="0" i="1" dirty="0">
                <a:solidFill>
                  <a:srgbClr val="61738E"/>
                </a:solidFill>
                <a:effectLst/>
                <a:highlight>
                  <a:srgbClr val="FAFBFC"/>
                </a:highlight>
                <a:latin typeface="__Source_Sans_Pro_fa6df0"/>
              </a:rPr>
              <a:t>Characteristics of Primary Indexing:</a:t>
            </a:r>
            <a:endParaRPr lang="en-US" sz="3600" b="0" i="0" dirty="0">
              <a:solidFill>
                <a:srgbClr val="61738E"/>
              </a:solidFill>
              <a:effectLst/>
              <a:highlight>
                <a:srgbClr val="FAFBFC"/>
              </a:highlight>
              <a:latin typeface="__Source_Sans_Pro_fa6df0"/>
            </a:endParaRPr>
          </a:p>
          <a:p>
            <a:pPr algn="l">
              <a:buFont typeface="Arial" panose="020B0604020202020204" pitchFamily="34" charset="0"/>
              <a:buChar char="•"/>
            </a:pPr>
            <a:r>
              <a:rPr lang="en-US" sz="3600" b="0" i="0" dirty="0">
                <a:solidFill>
                  <a:srgbClr val="61738E"/>
                </a:solidFill>
                <a:effectLst/>
                <a:highlight>
                  <a:srgbClr val="FAFBFC"/>
                </a:highlight>
                <a:latin typeface="__Source_Sans_Pro_fa6df0"/>
              </a:rPr>
              <a:t>Search Keys are unique.</a:t>
            </a:r>
          </a:p>
          <a:p>
            <a:pPr algn="l">
              <a:buFont typeface="Arial" panose="020B0604020202020204" pitchFamily="34" charset="0"/>
              <a:buChar char="•"/>
            </a:pPr>
            <a:r>
              <a:rPr lang="en-US" sz="3600" b="0" i="0" dirty="0">
                <a:solidFill>
                  <a:srgbClr val="61738E"/>
                </a:solidFill>
                <a:effectLst/>
                <a:highlight>
                  <a:srgbClr val="FAFBFC"/>
                </a:highlight>
                <a:latin typeface="__Source_Sans_Pro_fa6df0"/>
              </a:rPr>
              <a:t>Search Keys are in sorted order.</a:t>
            </a:r>
          </a:p>
          <a:p>
            <a:pPr algn="l">
              <a:buFont typeface="Arial" panose="020B0604020202020204" pitchFamily="34" charset="0"/>
              <a:buChar char="•"/>
            </a:pPr>
            <a:r>
              <a:rPr lang="en-US" sz="3600" b="0" i="0" dirty="0">
                <a:solidFill>
                  <a:srgbClr val="61738E"/>
                </a:solidFill>
                <a:effectLst/>
                <a:highlight>
                  <a:srgbClr val="FAFBFC"/>
                </a:highlight>
                <a:latin typeface="__Source_Sans_Pro_fa6df0"/>
              </a:rPr>
              <a:t>Search Keys cannot be null as it points to a block of data.</a:t>
            </a:r>
          </a:p>
          <a:p>
            <a:pPr algn="l">
              <a:buFont typeface="Arial" panose="020B0604020202020204" pitchFamily="34" charset="0"/>
              <a:buChar char="•"/>
            </a:pPr>
            <a:r>
              <a:rPr lang="en-US" sz="3600" b="0" i="0" dirty="0">
                <a:solidFill>
                  <a:srgbClr val="61738E"/>
                </a:solidFill>
                <a:effectLst/>
                <a:highlight>
                  <a:srgbClr val="FAFBFC"/>
                </a:highlight>
                <a:latin typeface="__Source_Sans_Pro_fa6df0"/>
              </a:rPr>
              <a:t>Fast and Efficient Searching.</a:t>
            </a:r>
          </a:p>
          <a:p>
            <a:pPr algn="just">
              <a:buFont typeface="Arial" panose="020B0604020202020204" pitchFamily="34" charset="0"/>
              <a:buChar char="•"/>
            </a:pPr>
            <a:endParaRPr lang="en-US" sz="2000" b="0" i="0" dirty="0">
              <a:solidFill>
                <a:srgbClr val="000000"/>
              </a:solidFill>
              <a:effectLst/>
              <a:highlight>
                <a:srgbClr val="FFFFFF"/>
              </a:highlight>
              <a:latin typeface="Aptos" panose="020B0004020202020204" pitchFamily="34" charset="0"/>
            </a:endParaRPr>
          </a:p>
        </p:txBody>
      </p:sp>
    </p:spTree>
    <p:extLst>
      <p:ext uri="{BB962C8B-B14F-4D97-AF65-F5344CB8AC3E}">
        <p14:creationId xmlns:p14="http://schemas.microsoft.com/office/powerpoint/2010/main" val="41860117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F02CF0A-5FCC-D7BE-ABD3-9FE4F5E964AE}"/>
              </a:ext>
            </a:extLst>
          </p:cNvPr>
          <p:cNvSpPr txBox="1"/>
          <p:nvPr/>
        </p:nvSpPr>
        <p:spPr>
          <a:xfrm>
            <a:off x="211393" y="319830"/>
            <a:ext cx="11769213" cy="1600438"/>
          </a:xfrm>
          <a:prstGeom prst="rect">
            <a:avLst/>
          </a:prstGeom>
          <a:noFill/>
        </p:spPr>
        <p:txBody>
          <a:bodyPr wrap="square">
            <a:spAutoFit/>
          </a:bodyPr>
          <a:lstStyle/>
          <a:p>
            <a:pPr algn="l" fontAlgn="base">
              <a:buFont typeface="Arial" panose="020B0604020202020204" pitchFamily="34" charset="0"/>
              <a:buChar char="•"/>
            </a:pPr>
            <a:r>
              <a:rPr lang="en-US" b="1" i="0" dirty="0">
                <a:solidFill>
                  <a:srgbClr val="273239"/>
                </a:solidFill>
                <a:effectLst/>
                <a:highlight>
                  <a:srgbClr val="FFFFFF"/>
                </a:highlight>
                <a:latin typeface="Nunito" pitchFamily="2" charset="0"/>
              </a:rPr>
              <a:t>Sparse Index</a:t>
            </a:r>
            <a:r>
              <a:rPr lang="en-US" b="0" i="0" dirty="0">
                <a:solidFill>
                  <a:srgbClr val="273239"/>
                </a:solidFill>
                <a:effectLst/>
                <a:highlight>
                  <a:srgbClr val="FFFFFF"/>
                </a:highlight>
                <a:latin typeface="Nunito" pitchFamily="2" charset="0"/>
              </a:rPr>
              <a:t> The index record appears only for a few items in the data file</a:t>
            </a:r>
          </a:p>
          <a:p>
            <a:pPr algn="just">
              <a:buFont typeface="Arial" panose="020B0604020202020204" pitchFamily="34" charset="0"/>
              <a:buChar char="•"/>
            </a:pPr>
            <a:endParaRPr lang="en-US" sz="2000" dirty="0">
              <a:solidFill>
                <a:srgbClr val="000000"/>
              </a:solidFill>
              <a:highlight>
                <a:srgbClr val="FFFFFF"/>
              </a:highlight>
              <a:latin typeface="Aptos" panose="020B0004020202020204" pitchFamily="34" charset="0"/>
            </a:endParaRPr>
          </a:p>
          <a:p>
            <a:pPr algn="just">
              <a:buFont typeface="Arial" panose="020B0604020202020204" pitchFamily="34" charset="0"/>
              <a:buChar char="•"/>
            </a:pPr>
            <a:r>
              <a:rPr lang="en-US" sz="2000" b="0" i="0" dirty="0">
                <a:solidFill>
                  <a:srgbClr val="222222"/>
                </a:solidFill>
                <a:effectLst/>
                <a:highlight>
                  <a:srgbClr val="FFFFFF"/>
                </a:highlight>
                <a:latin typeface="Source Sans Pro" panose="020B0503030403020204" pitchFamily="34" charset="0"/>
              </a:rPr>
              <a:t> sparse Index stores index records for only some search-key values. It needs less space, less maintenance overhead for insertion, and deletions but It is slower compared to the dense Index for locating records.</a:t>
            </a:r>
            <a:endParaRPr lang="en-US" sz="2000" dirty="0">
              <a:solidFill>
                <a:srgbClr val="000000"/>
              </a:solidFill>
              <a:highlight>
                <a:srgbClr val="FFFFFF"/>
              </a:highlight>
              <a:latin typeface="Aptos" panose="020B0004020202020204" pitchFamily="34" charset="0"/>
            </a:endParaRPr>
          </a:p>
          <a:p>
            <a:pPr algn="just">
              <a:buFont typeface="Arial" panose="020B0604020202020204" pitchFamily="34" charset="0"/>
              <a:buChar char="•"/>
            </a:pPr>
            <a:endParaRPr lang="en-US" sz="2000" b="0" i="0" dirty="0">
              <a:solidFill>
                <a:srgbClr val="000000"/>
              </a:solidFill>
              <a:effectLst/>
              <a:highlight>
                <a:srgbClr val="FFFFFF"/>
              </a:highlight>
              <a:latin typeface="Aptos" panose="020B0004020202020204" pitchFamily="34" charset="0"/>
            </a:endParaRPr>
          </a:p>
        </p:txBody>
      </p:sp>
      <p:pic>
        <p:nvPicPr>
          <p:cNvPr id="2" name="Picture 1">
            <a:extLst>
              <a:ext uri="{FF2B5EF4-FFF2-40B4-BE49-F238E27FC236}">
                <a16:creationId xmlns:a16="http://schemas.microsoft.com/office/drawing/2014/main" id="{793DE99D-DA61-A618-C9EA-EB7BF6E1C970}"/>
              </a:ext>
            </a:extLst>
          </p:cNvPr>
          <p:cNvPicPr>
            <a:picLocks noChangeAspect="1"/>
          </p:cNvPicPr>
          <p:nvPr/>
        </p:nvPicPr>
        <p:blipFill>
          <a:blip r:embed="rId2"/>
          <a:stretch>
            <a:fillRect/>
          </a:stretch>
        </p:blipFill>
        <p:spPr>
          <a:xfrm>
            <a:off x="4419600" y="1966912"/>
            <a:ext cx="3352800" cy="2924175"/>
          </a:xfrm>
          <a:prstGeom prst="rect">
            <a:avLst/>
          </a:prstGeom>
        </p:spPr>
      </p:pic>
    </p:spTree>
    <p:extLst>
      <p:ext uri="{BB962C8B-B14F-4D97-AF65-F5344CB8AC3E}">
        <p14:creationId xmlns:p14="http://schemas.microsoft.com/office/powerpoint/2010/main" val="37398256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BDD5FC0-2512-77D2-2FEE-A8340EE170B6}"/>
              </a:ext>
            </a:extLst>
          </p:cNvPr>
          <p:cNvSpPr txBox="1"/>
          <p:nvPr/>
        </p:nvSpPr>
        <p:spPr>
          <a:xfrm>
            <a:off x="280219" y="349326"/>
            <a:ext cx="11631561" cy="4893647"/>
          </a:xfrm>
          <a:prstGeom prst="rect">
            <a:avLst/>
          </a:prstGeom>
          <a:noFill/>
        </p:spPr>
        <p:txBody>
          <a:bodyPr wrap="square">
            <a:spAutoFit/>
          </a:bodyPr>
          <a:lstStyle/>
          <a:p>
            <a:endParaRPr lang="en-US" b="0" i="0" dirty="0">
              <a:effectLst/>
              <a:highlight>
                <a:srgbClr val="FFFFFF"/>
              </a:highlight>
              <a:latin typeface="-apple-system"/>
            </a:endParaRPr>
          </a:p>
          <a:p>
            <a:r>
              <a:rPr lang="en-IN" sz="2400" b="1" i="0" dirty="0">
                <a:effectLst/>
                <a:highlight>
                  <a:srgbClr val="FFFFFF"/>
                </a:highlight>
                <a:latin typeface="-apple-system"/>
              </a:rPr>
              <a:t>Secondary Indexes</a:t>
            </a:r>
          </a:p>
          <a:p>
            <a:endParaRPr lang="en-US" b="0" i="0" dirty="0">
              <a:effectLst/>
              <a:highlight>
                <a:srgbClr val="FFFFFF"/>
              </a:highlight>
              <a:latin typeface="-apple-system"/>
            </a:endParaRPr>
          </a:p>
          <a:p>
            <a:r>
              <a:rPr lang="en-US" b="0" i="0" dirty="0">
                <a:effectLst/>
                <a:highlight>
                  <a:srgbClr val="FFFFFF"/>
                </a:highlight>
                <a:latin typeface="-apple-system"/>
              </a:rPr>
              <a:t>A secondary index is an additional index that is not part of the primary key. It can be created on any column or expression that is frequently used in queries or joins. A secondary index can have duplicate or null values, and it can be either unique or non-unique. A secondary index can improve the performance of queries that filter, sort, or group by the indexed column or expression. For example, you can use a secondary index on a </a:t>
            </a:r>
            <a:r>
              <a:rPr lang="en-US" b="0" i="0" dirty="0" err="1">
                <a:effectLst/>
                <a:highlight>
                  <a:srgbClr val="FFFFFF"/>
                </a:highlight>
                <a:latin typeface="-apple-system"/>
              </a:rPr>
              <a:t>last_name</a:t>
            </a:r>
            <a:r>
              <a:rPr lang="en-US" b="0" i="0" dirty="0">
                <a:effectLst/>
                <a:highlight>
                  <a:srgbClr val="FFFFFF"/>
                </a:highlight>
                <a:latin typeface="-apple-system"/>
              </a:rPr>
              <a:t> column to speed up queries that search for customers by their last names.</a:t>
            </a:r>
          </a:p>
          <a:p>
            <a:pPr algn="l"/>
            <a:r>
              <a:rPr lang="en-US" b="1" i="0" dirty="0">
                <a:solidFill>
                  <a:srgbClr val="343434"/>
                </a:solidFill>
                <a:effectLst/>
                <a:highlight>
                  <a:srgbClr val="FFFFFF"/>
                </a:highlight>
                <a:latin typeface="public sans"/>
              </a:rPr>
              <a:t>Secondary Indexing</a:t>
            </a:r>
          </a:p>
          <a:p>
            <a:pPr algn="l">
              <a:buFont typeface="Arial" panose="020B0604020202020204" pitchFamily="34" charset="0"/>
              <a:buChar char="•"/>
            </a:pPr>
            <a:r>
              <a:rPr lang="en-US" b="0" i="0" dirty="0">
                <a:solidFill>
                  <a:srgbClr val="343434"/>
                </a:solidFill>
                <a:effectLst/>
                <a:highlight>
                  <a:srgbClr val="FFFFFF"/>
                </a:highlight>
                <a:latin typeface="public sans"/>
              </a:rPr>
              <a:t>Secondary indexing is used to improve the search performance of frequently queried non-key attributes/columns in a database table.</a:t>
            </a:r>
          </a:p>
          <a:p>
            <a:pPr algn="l">
              <a:buFont typeface="Arial" panose="020B0604020202020204" pitchFamily="34" charset="0"/>
              <a:buChar char="•"/>
            </a:pPr>
            <a:r>
              <a:rPr lang="en-US" b="0" i="0" dirty="0">
                <a:solidFill>
                  <a:srgbClr val="343434"/>
                </a:solidFill>
                <a:effectLst/>
                <a:highlight>
                  <a:srgbClr val="FFFFFF"/>
                </a:highlight>
                <a:latin typeface="public sans"/>
              </a:rPr>
              <a:t>Unlike primary indexing, which is based on the primary key, secondary indexing focuses on non-key columns.</a:t>
            </a:r>
          </a:p>
          <a:p>
            <a:pPr algn="l">
              <a:buFont typeface="Arial" panose="020B0604020202020204" pitchFamily="34" charset="0"/>
              <a:buChar char="•"/>
            </a:pPr>
            <a:r>
              <a:rPr lang="en-US" b="0" i="0" dirty="0">
                <a:solidFill>
                  <a:srgbClr val="343434"/>
                </a:solidFill>
                <a:effectLst/>
                <a:highlight>
                  <a:srgbClr val="FFFFFF"/>
                </a:highlight>
                <a:latin typeface="public sans"/>
              </a:rPr>
              <a:t>It creates an index structure that maps the values of the indexed column to the corresponding disk block addresses or pointers where the records are stored.</a:t>
            </a:r>
          </a:p>
          <a:p>
            <a:pPr algn="l">
              <a:buFont typeface="Arial" panose="020B0604020202020204" pitchFamily="34" charset="0"/>
              <a:buChar char="•"/>
            </a:pPr>
            <a:r>
              <a:rPr lang="en-US" b="0" i="0" dirty="0">
                <a:solidFill>
                  <a:srgbClr val="343434"/>
                </a:solidFill>
                <a:effectLst/>
                <a:highlight>
                  <a:srgbClr val="FFFFFF"/>
                </a:highlight>
                <a:latin typeface="public sans"/>
              </a:rPr>
              <a:t>Secondary indexes enable faster access to records based on the values in the indexed column, reducing the need for full table scans.</a:t>
            </a:r>
          </a:p>
          <a:p>
            <a:endParaRPr lang="en-IN" dirty="0"/>
          </a:p>
        </p:txBody>
      </p:sp>
    </p:spTree>
    <p:extLst>
      <p:ext uri="{BB962C8B-B14F-4D97-AF65-F5344CB8AC3E}">
        <p14:creationId xmlns:p14="http://schemas.microsoft.com/office/powerpoint/2010/main" val="3406688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BDD5FC0-2512-77D2-2FEE-A8340EE170B6}"/>
              </a:ext>
            </a:extLst>
          </p:cNvPr>
          <p:cNvSpPr txBox="1"/>
          <p:nvPr/>
        </p:nvSpPr>
        <p:spPr>
          <a:xfrm>
            <a:off x="280219" y="349326"/>
            <a:ext cx="11631561" cy="2677656"/>
          </a:xfrm>
          <a:prstGeom prst="rect">
            <a:avLst/>
          </a:prstGeom>
          <a:noFill/>
        </p:spPr>
        <p:txBody>
          <a:bodyPr wrap="square">
            <a:spAutoFit/>
          </a:bodyPr>
          <a:lstStyle/>
          <a:p>
            <a:endParaRPr lang="en-US" b="0" i="0" dirty="0">
              <a:effectLst/>
              <a:highlight>
                <a:srgbClr val="FFFFFF"/>
              </a:highlight>
              <a:latin typeface="-apple-system"/>
            </a:endParaRPr>
          </a:p>
          <a:p>
            <a:r>
              <a:rPr lang="en-IN" sz="2400" b="1" i="0" dirty="0">
                <a:effectLst/>
                <a:highlight>
                  <a:srgbClr val="FFFFFF"/>
                </a:highlight>
                <a:latin typeface="-apple-system"/>
              </a:rPr>
              <a:t>Secondary Indexes</a:t>
            </a:r>
          </a:p>
          <a:p>
            <a:endParaRPr lang="en-US" b="0" i="0" dirty="0">
              <a:effectLst/>
              <a:highlight>
                <a:srgbClr val="FFFFFF"/>
              </a:highlight>
              <a:latin typeface="-apple-system"/>
            </a:endParaRPr>
          </a:p>
          <a:p>
            <a:r>
              <a:rPr lang="en-US" b="0" i="0" dirty="0">
                <a:effectLst/>
                <a:highlight>
                  <a:srgbClr val="FFFFFF"/>
                </a:highlight>
                <a:latin typeface="-apple-system"/>
              </a:rPr>
              <a:t>Example</a:t>
            </a:r>
          </a:p>
          <a:p>
            <a:r>
              <a:rPr lang="en-US" b="0" i="0" dirty="0">
                <a:effectLst/>
                <a:highlight>
                  <a:srgbClr val="FFFFFF"/>
                </a:highlight>
                <a:latin typeface="-apple-system"/>
              </a:rPr>
              <a:t>Creation of Secondary Index: A secondary index is created on the “Location” column of the customer database table.</a:t>
            </a:r>
          </a:p>
          <a:p>
            <a:r>
              <a:rPr lang="en-US" b="0" i="0" dirty="0">
                <a:effectLst/>
                <a:highlight>
                  <a:srgbClr val="FFFFFF"/>
                </a:highlight>
                <a:latin typeface="-apple-system"/>
              </a:rPr>
              <a:t>Index Structure: The secondary index structure maps distinct “Location” values to their corresponding disk block addresses or pointers.</a:t>
            </a:r>
          </a:p>
          <a:p>
            <a:r>
              <a:rPr lang="en-US" b="0" i="0" dirty="0">
                <a:effectLst/>
                <a:highlight>
                  <a:srgbClr val="FFFFFF"/>
                </a:highlight>
                <a:latin typeface="-apple-system"/>
              </a:rPr>
              <a:t>Efficient Location-based Queries: With the secondary index, queries that involve searching for customers based on a specific location can be executed more efficiently.</a:t>
            </a:r>
            <a:endParaRPr lang="en-IN" dirty="0"/>
          </a:p>
        </p:txBody>
      </p:sp>
      <p:pic>
        <p:nvPicPr>
          <p:cNvPr id="3" name="Picture 2">
            <a:extLst>
              <a:ext uri="{FF2B5EF4-FFF2-40B4-BE49-F238E27FC236}">
                <a16:creationId xmlns:a16="http://schemas.microsoft.com/office/drawing/2014/main" id="{6BD24E04-C6A7-2C6C-D454-F49B14BD0DBD}"/>
              </a:ext>
            </a:extLst>
          </p:cNvPr>
          <p:cNvPicPr>
            <a:picLocks noChangeAspect="1"/>
          </p:cNvPicPr>
          <p:nvPr/>
        </p:nvPicPr>
        <p:blipFill>
          <a:blip r:embed="rId2"/>
          <a:stretch>
            <a:fillRect/>
          </a:stretch>
        </p:blipFill>
        <p:spPr>
          <a:xfrm>
            <a:off x="3074839" y="3135106"/>
            <a:ext cx="8461058" cy="3429000"/>
          </a:xfrm>
          <a:prstGeom prst="rect">
            <a:avLst/>
          </a:prstGeom>
        </p:spPr>
      </p:pic>
    </p:spTree>
    <p:extLst>
      <p:ext uri="{BB962C8B-B14F-4D97-AF65-F5344CB8AC3E}">
        <p14:creationId xmlns:p14="http://schemas.microsoft.com/office/powerpoint/2010/main" val="22968979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927A062-443F-E0B5-043C-14F79301374D}"/>
              </a:ext>
            </a:extLst>
          </p:cNvPr>
          <p:cNvSpPr txBox="1"/>
          <p:nvPr/>
        </p:nvSpPr>
        <p:spPr>
          <a:xfrm>
            <a:off x="304800" y="298469"/>
            <a:ext cx="11139948" cy="6186309"/>
          </a:xfrm>
          <a:prstGeom prst="rect">
            <a:avLst/>
          </a:prstGeom>
          <a:noFill/>
        </p:spPr>
        <p:txBody>
          <a:bodyPr wrap="square">
            <a:spAutoFit/>
          </a:bodyPr>
          <a:lstStyle/>
          <a:p>
            <a:pPr algn="l"/>
            <a:r>
              <a:rPr lang="en-US" b="1" i="0" dirty="0">
                <a:solidFill>
                  <a:srgbClr val="343434"/>
                </a:solidFill>
                <a:effectLst/>
                <a:highlight>
                  <a:srgbClr val="FFFFFF"/>
                </a:highlight>
                <a:latin typeface="public sans"/>
              </a:rPr>
              <a:t>Cluster Indexing</a:t>
            </a:r>
          </a:p>
          <a:p>
            <a:pPr algn="l">
              <a:buFont typeface="Arial" panose="020B0604020202020204" pitchFamily="34" charset="0"/>
              <a:buChar char="•"/>
            </a:pPr>
            <a:r>
              <a:rPr lang="en-US" b="0" i="0" dirty="0">
                <a:solidFill>
                  <a:srgbClr val="343434"/>
                </a:solidFill>
                <a:effectLst/>
                <a:highlight>
                  <a:srgbClr val="FFFFFF"/>
                </a:highlight>
                <a:latin typeface="public sans"/>
              </a:rPr>
              <a:t>Cluster indexing is a method of indexing used in database management systems (DBMS) to physically order records in a table based on the indexed columns.</a:t>
            </a:r>
          </a:p>
          <a:p>
            <a:pPr algn="l">
              <a:buFont typeface="Arial" panose="020B0604020202020204" pitchFamily="34" charset="0"/>
              <a:buChar char="•"/>
            </a:pPr>
            <a:r>
              <a:rPr lang="en-US" b="0" i="0" dirty="0">
                <a:solidFill>
                  <a:srgbClr val="343434"/>
                </a:solidFill>
                <a:effectLst/>
                <a:highlight>
                  <a:srgbClr val="FFFFFF"/>
                </a:highlight>
                <a:latin typeface="public sans"/>
              </a:rPr>
              <a:t>The indexed column(s) in a cluster index determine the physical order of the records in the table.</a:t>
            </a:r>
          </a:p>
          <a:p>
            <a:pPr algn="l">
              <a:buFont typeface="Arial" panose="020B0604020202020204" pitchFamily="34" charset="0"/>
              <a:buChar char="•"/>
            </a:pPr>
            <a:r>
              <a:rPr lang="en-US" b="0" i="0" dirty="0">
                <a:solidFill>
                  <a:srgbClr val="343434"/>
                </a:solidFill>
                <a:effectLst/>
                <a:highlight>
                  <a:srgbClr val="FFFFFF"/>
                </a:highlight>
                <a:latin typeface="public sans"/>
              </a:rPr>
              <a:t>Cluster indexing is particularly useful for range queries and sequential access patterns.</a:t>
            </a:r>
          </a:p>
          <a:p>
            <a:pPr algn="l">
              <a:buFont typeface="Arial" panose="020B0604020202020204" pitchFamily="34" charset="0"/>
              <a:buChar char="•"/>
            </a:pPr>
            <a:r>
              <a:rPr lang="en-US" b="0" i="0" dirty="0">
                <a:solidFill>
                  <a:srgbClr val="343434"/>
                </a:solidFill>
                <a:effectLst/>
                <a:highlight>
                  <a:srgbClr val="FFFFFF"/>
                </a:highlight>
                <a:latin typeface="public sans"/>
              </a:rPr>
              <a:t>Cluster indexing can be applied to both primary and secondary indexes, depending on the DBMS capabilities and requirements.</a:t>
            </a:r>
          </a:p>
          <a:p>
            <a:pPr algn="l">
              <a:buFont typeface="Arial" panose="020B0604020202020204" pitchFamily="34" charset="0"/>
              <a:buChar char="•"/>
            </a:pPr>
            <a:r>
              <a:rPr lang="en-US" b="0" i="0" dirty="0">
                <a:solidFill>
                  <a:srgbClr val="222222"/>
                </a:solidFill>
                <a:effectLst/>
                <a:highlight>
                  <a:srgbClr val="FFFFFF"/>
                </a:highlight>
                <a:latin typeface="Source Sans Pro" panose="020B0503030403020204" pitchFamily="34" charset="0"/>
              </a:rPr>
              <a:t>In such a situation, you can group two or more columns to get the unique values and create an index which is called clustered Index. </a:t>
            </a:r>
            <a:r>
              <a:rPr lang="en-US" b="0" i="0">
                <a:solidFill>
                  <a:srgbClr val="222222"/>
                </a:solidFill>
                <a:effectLst/>
                <a:highlight>
                  <a:srgbClr val="FFFFFF"/>
                </a:highlight>
                <a:latin typeface="Source Sans Pro" panose="020B0503030403020204" pitchFamily="34" charset="0"/>
              </a:rPr>
              <a:t>This also helps you to identify the record faster.</a:t>
            </a:r>
            <a:endParaRPr lang="en-US" b="0" i="0" dirty="0">
              <a:solidFill>
                <a:srgbClr val="343434"/>
              </a:solidFill>
              <a:effectLst/>
              <a:highlight>
                <a:srgbClr val="FFFFFF"/>
              </a:highlight>
              <a:latin typeface="public sans"/>
            </a:endParaRPr>
          </a:p>
          <a:p>
            <a:pPr algn="l"/>
            <a:r>
              <a:rPr lang="en-US" b="1" i="0" u="sng" dirty="0">
                <a:solidFill>
                  <a:srgbClr val="343434"/>
                </a:solidFill>
                <a:effectLst/>
                <a:highlight>
                  <a:srgbClr val="FFFFFF"/>
                </a:highlight>
                <a:latin typeface="public sans"/>
              </a:rPr>
              <a:t>Example</a:t>
            </a:r>
          </a:p>
          <a:p>
            <a:pPr algn="l">
              <a:buFont typeface="Arial" panose="020B0604020202020204" pitchFamily="34" charset="0"/>
              <a:buChar char="•"/>
            </a:pPr>
            <a:r>
              <a:rPr lang="en-US" b="0" i="0" dirty="0">
                <a:solidFill>
                  <a:srgbClr val="343434"/>
                </a:solidFill>
                <a:effectLst/>
                <a:highlight>
                  <a:srgbClr val="FFFFFF"/>
                </a:highlight>
                <a:latin typeface="public sans"/>
              </a:rPr>
              <a:t>Let’s consider a database table called “Employees” with columns like “</a:t>
            </a:r>
            <a:r>
              <a:rPr lang="en-US" b="0" i="0" dirty="0" err="1">
                <a:solidFill>
                  <a:srgbClr val="343434"/>
                </a:solidFill>
                <a:effectLst/>
                <a:highlight>
                  <a:srgbClr val="FFFFFF"/>
                </a:highlight>
                <a:latin typeface="public sans"/>
              </a:rPr>
              <a:t>EmployeeID</a:t>
            </a:r>
            <a:r>
              <a:rPr lang="en-US" b="0" i="0" dirty="0">
                <a:solidFill>
                  <a:srgbClr val="343434"/>
                </a:solidFill>
                <a:effectLst/>
                <a:highlight>
                  <a:srgbClr val="FFFFFF"/>
                </a:highlight>
                <a:latin typeface="public sans"/>
              </a:rPr>
              <a:t>,” “Name,” “Department,” and “Salary.”</a:t>
            </a:r>
          </a:p>
          <a:p>
            <a:pPr algn="l">
              <a:buFont typeface="Arial" panose="020B0604020202020204" pitchFamily="34" charset="0"/>
              <a:buChar char="•"/>
            </a:pPr>
            <a:r>
              <a:rPr lang="en-US" b="0" i="0" dirty="0">
                <a:solidFill>
                  <a:srgbClr val="343434"/>
                </a:solidFill>
                <a:effectLst/>
                <a:highlight>
                  <a:srgbClr val="FFFFFF"/>
                </a:highlight>
                <a:latin typeface="public sans"/>
              </a:rPr>
              <a:t>We decide to create a cluster index on the “Department” column.</a:t>
            </a:r>
          </a:p>
          <a:p>
            <a:pPr algn="l">
              <a:buFont typeface="Arial" panose="020B0604020202020204" pitchFamily="34" charset="0"/>
              <a:buChar char="•"/>
            </a:pPr>
            <a:r>
              <a:rPr lang="en-US" b="0" i="0" dirty="0">
                <a:solidFill>
                  <a:srgbClr val="343434"/>
                </a:solidFill>
                <a:effectLst/>
                <a:highlight>
                  <a:srgbClr val="FFFFFF"/>
                </a:highlight>
                <a:latin typeface="public sans"/>
              </a:rPr>
              <a:t>The cluster index organizes the data physically on disk based on the “Department” values.</a:t>
            </a:r>
          </a:p>
          <a:p>
            <a:pPr algn="l">
              <a:buFont typeface="Arial" panose="020B0604020202020204" pitchFamily="34" charset="0"/>
              <a:buChar char="•"/>
            </a:pPr>
            <a:r>
              <a:rPr lang="en-US" b="0" i="0" dirty="0">
                <a:solidFill>
                  <a:srgbClr val="343434"/>
                </a:solidFill>
                <a:effectLst/>
                <a:highlight>
                  <a:srgbClr val="FFFFFF"/>
                </a:highlight>
                <a:latin typeface="public sans"/>
              </a:rPr>
              <a:t>Rows with the same “Department” value are stored together in the same or nearby data pages.</a:t>
            </a:r>
          </a:p>
          <a:p>
            <a:pPr algn="l">
              <a:buFont typeface="Arial" panose="020B0604020202020204" pitchFamily="34" charset="0"/>
              <a:buChar char="•"/>
            </a:pPr>
            <a:r>
              <a:rPr lang="en-US" b="0" i="0" dirty="0">
                <a:solidFill>
                  <a:srgbClr val="343434"/>
                </a:solidFill>
                <a:effectLst/>
                <a:highlight>
                  <a:srgbClr val="FFFFFF"/>
                </a:highlight>
                <a:latin typeface="public sans"/>
              </a:rPr>
              <a:t>For example, all employees from the “Sales” department will be stored together, followed by the “Marketing” department, and so on.</a:t>
            </a:r>
          </a:p>
          <a:p>
            <a:pPr algn="l">
              <a:buFont typeface="Arial" panose="020B0604020202020204" pitchFamily="34" charset="0"/>
              <a:buChar char="•"/>
            </a:pPr>
            <a:r>
              <a:rPr lang="en-US" b="0" i="0" dirty="0">
                <a:solidFill>
                  <a:srgbClr val="343434"/>
                </a:solidFill>
                <a:effectLst/>
                <a:highlight>
                  <a:srgbClr val="FFFFFF"/>
                </a:highlight>
                <a:latin typeface="public sans"/>
              </a:rPr>
              <a:t>When a query is executed that involves filtering or sorting based on the “Department” column, the database can quickly locate the relevant data pages.</a:t>
            </a:r>
          </a:p>
          <a:p>
            <a:pPr algn="l">
              <a:buFont typeface="Arial" panose="020B0604020202020204" pitchFamily="34" charset="0"/>
              <a:buChar char="•"/>
            </a:pPr>
            <a:r>
              <a:rPr lang="en-US" b="0" i="0" dirty="0">
                <a:solidFill>
                  <a:srgbClr val="343434"/>
                </a:solidFill>
                <a:effectLst/>
                <a:highlight>
                  <a:srgbClr val="FFFFFF"/>
                </a:highlight>
                <a:latin typeface="public sans"/>
              </a:rPr>
              <a:t>This improves query performance, as the database doesn’t need to scan the entire table but can directly access the clustered data pages.</a:t>
            </a:r>
          </a:p>
          <a:p>
            <a:pPr algn="l">
              <a:buFont typeface="Arial" panose="020B0604020202020204" pitchFamily="34" charset="0"/>
              <a:buChar char="•"/>
            </a:pPr>
            <a:endParaRPr lang="en-US" b="0" i="0" dirty="0">
              <a:solidFill>
                <a:srgbClr val="343434"/>
              </a:solidFill>
              <a:effectLst/>
              <a:highlight>
                <a:srgbClr val="FFFFFF"/>
              </a:highlight>
              <a:latin typeface="public sans"/>
            </a:endParaRPr>
          </a:p>
        </p:txBody>
      </p:sp>
    </p:spTree>
    <p:extLst>
      <p:ext uri="{BB962C8B-B14F-4D97-AF65-F5344CB8AC3E}">
        <p14:creationId xmlns:p14="http://schemas.microsoft.com/office/powerpoint/2010/main" val="1424073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75C073E-99D7-E8F9-9644-9D18A24FAFD8}"/>
              </a:ext>
            </a:extLst>
          </p:cNvPr>
          <p:cNvSpPr txBox="1"/>
          <p:nvPr/>
        </p:nvSpPr>
        <p:spPr>
          <a:xfrm>
            <a:off x="78658" y="345428"/>
            <a:ext cx="11484078" cy="3416320"/>
          </a:xfrm>
          <a:prstGeom prst="rect">
            <a:avLst/>
          </a:prstGeom>
          <a:noFill/>
        </p:spPr>
        <p:txBody>
          <a:bodyPr wrap="square">
            <a:spAutoFit/>
          </a:bodyPr>
          <a:lstStyle/>
          <a:p>
            <a:pPr algn="l"/>
            <a:r>
              <a:rPr lang="en-US" b="1" i="0" dirty="0">
                <a:solidFill>
                  <a:srgbClr val="3A3A3A"/>
                </a:solidFill>
                <a:effectLst/>
                <a:highlight>
                  <a:srgbClr val="FFFFFF"/>
                </a:highlight>
                <a:latin typeface="Open Sans" panose="020B0606030504020204" pitchFamily="34" charset="0"/>
              </a:rPr>
              <a:t>State the differences between clustered and non-clustered indexes</a:t>
            </a:r>
          </a:p>
          <a:p>
            <a:pPr algn="l"/>
            <a:endParaRPr lang="en-US" b="1" dirty="0">
              <a:solidFill>
                <a:srgbClr val="3A3A3A"/>
              </a:solidFill>
              <a:highlight>
                <a:srgbClr val="FFFFFF"/>
              </a:highlight>
              <a:latin typeface="Open Sans" panose="020B0606030504020204" pitchFamily="34" charset="0"/>
            </a:endParaRPr>
          </a:p>
          <a:p>
            <a:pPr algn="l">
              <a:buFont typeface="Arial" panose="020B0604020202020204" pitchFamily="34" charset="0"/>
              <a:buChar char="•"/>
            </a:pPr>
            <a:r>
              <a:rPr lang="en-US" b="1" i="0" dirty="0">
                <a:solidFill>
                  <a:srgbClr val="3A3A3A"/>
                </a:solidFill>
                <a:effectLst/>
                <a:highlight>
                  <a:srgbClr val="FFFFFF"/>
                </a:highlight>
                <a:latin typeface="Open Sans" panose="020B0606030504020204" pitchFamily="34" charset="0"/>
              </a:rPr>
              <a:t>Clustered Index:</a:t>
            </a:r>
            <a:r>
              <a:rPr lang="en-US" b="0" i="0" dirty="0">
                <a:solidFill>
                  <a:srgbClr val="3A3A3A"/>
                </a:solidFill>
                <a:effectLst/>
                <a:highlight>
                  <a:srgbClr val="FFFFFF"/>
                </a:highlight>
                <a:latin typeface="Open Sans" panose="020B0606030504020204" pitchFamily="34" charset="0"/>
              </a:rPr>
              <a:t> It is used to sort the rows of data by their key values. A clustered index is like the contents of a phone book. We can directly open the book on David’s index (for “David, Thompson”) and find information for all Davids right next to each other. Since the data are located next to each other, it helps a lot in fetching the data based on range-based queries. A clustered index is actually related to how the data is stored; only one clustered index is possible per table.</a:t>
            </a:r>
          </a:p>
          <a:p>
            <a:pPr algn="l">
              <a:buFont typeface="Arial" panose="020B0604020202020204" pitchFamily="34" charset="0"/>
              <a:buChar char="•"/>
            </a:pPr>
            <a:endParaRPr lang="en-US" b="0" i="0" dirty="0">
              <a:solidFill>
                <a:srgbClr val="3A3A3A"/>
              </a:solidFill>
              <a:effectLst/>
              <a:highlight>
                <a:srgbClr val="FFFFFF"/>
              </a:highlight>
              <a:latin typeface="Open Sans" panose="020B0606030504020204" pitchFamily="34" charset="0"/>
            </a:endParaRPr>
          </a:p>
          <a:p>
            <a:pPr algn="l">
              <a:buFont typeface="Arial" panose="020B0604020202020204" pitchFamily="34" charset="0"/>
              <a:buChar char="•"/>
            </a:pPr>
            <a:r>
              <a:rPr lang="en-US" b="1" i="0" dirty="0">
                <a:solidFill>
                  <a:srgbClr val="3A3A3A"/>
                </a:solidFill>
                <a:effectLst/>
                <a:highlight>
                  <a:srgbClr val="FFFFFF"/>
                </a:highlight>
                <a:latin typeface="Open Sans" panose="020B0606030504020204" pitchFamily="34" charset="0"/>
              </a:rPr>
              <a:t>Non-Clustered Index:</a:t>
            </a:r>
            <a:r>
              <a:rPr lang="en-US" b="0" i="0" dirty="0">
                <a:solidFill>
                  <a:srgbClr val="3A3A3A"/>
                </a:solidFill>
                <a:effectLst/>
                <a:highlight>
                  <a:srgbClr val="FFFFFF"/>
                </a:highlight>
                <a:latin typeface="Open Sans" panose="020B0606030504020204" pitchFamily="34" charset="0"/>
              </a:rPr>
              <a:t> It stores data at one location and indexes at another location. The index has pointers that point to the location of the data. As the indexes in a non-clustered index are stored in a different place, there can be many non-clustered indexes for a table.</a:t>
            </a:r>
          </a:p>
          <a:p>
            <a:pPr algn="l"/>
            <a:endParaRPr lang="en-US" i="0" dirty="0">
              <a:solidFill>
                <a:srgbClr val="3A3A3A"/>
              </a:solidFill>
              <a:effectLst/>
              <a:highlight>
                <a:srgbClr val="FFFFFF"/>
              </a:highlight>
              <a:latin typeface="Open Sans" panose="020B0606030504020204" pitchFamily="34" charset="0"/>
            </a:endParaRPr>
          </a:p>
        </p:txBody>
      </p:sp>
      <p:pic>
        <p:nvPicPr>
          <p:cNvPr id="6" name="Picture 5">
            <a:extLst>
              <a:ext uri="{FF2B5EF4-FFF2-40B4-BE49-F238E27FC236}">
                <a16:creationId xmlns:a16="http://schemas.microsoft.com/office/drawing/2014/main" id="{BDE9A7E2-10C6-8D41-CB66-65D9358E474E}"/>
              </a:ext>
            </a:extLst>
          </p:cNvPr>
          <p:cNvPicPr>
            <a:picLocks noChangeAspect="1"/>
          </p:cNvPicPr>
          <p:nvPr/>
        </p:nvPicPr>
        <p:blipFill>
          <a:blip r:embed="rId2"/>
          <a:stretch>
            <a:fillRect/>
          </a:stretch>
        </p:blipFill>
        <p:spPr>
          <a:xfrm>
            <a:off x="5195427" y="3429000"/>
            <a:ext cx="5734050" cy="2876550"/>
          </a:xfrm>
          <a:prstGeom prst="rect">
            <a:avLst/>
          </a:prstGeom>
        </p:spPr>
      </p:pic>
    </p:spTree>
    <p:extLst>
      <p:ext uri="{BB962C8B-B14F-4D97-AF65-F5344CB8AC3E}">
        <p14:creationId xmlns:p14="http://schemas.microsoft.com/office/powerpoint/2010/main" val="6482654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5">
            <a:extLst>
              <a:ext uri="{FF2B5EF4-FFF2-40B4-BE49-F238E27FC236}">
                <a16:creationId xmlns:a16="http://schemas.microsoft.com/office/drawing/2014/main" id="{301FF0CA-AD50-3CA0-1027-E5EB570C5EC5}"/>
              </a:ext>
            </a:extLst>
          </p:cNvPr>
          <p:cNvGraphicFramePr>
            <a:graphicFrameLocks noGrp="1"/>
          </p:cNvGraphicFramePr>
          <p:nvPr>
            <p:extLst>
              <p:ext uri="{D42A27DB-BD31-4B8C-83A1-F6EECF244321}">
                <p14:modId xmlns:p14="http://schemas.microsoft.com/office/powerpoint/2010/main" val="4197417913"/>
              </p:ext>
            </p:extLst>
          </p:nvPr>
        </p:nvGraphicFramePr>
        <p:xfrm>
          <a:off x="540773" y="226143"/>
          <a:ext cx="10835149" cy="6421476"/>
        </p:xfrm>
        <a:graphic>
          <a:graphicData uri="http://schemas.openxmlformats.org/drawingml/2006/table">
            <a:tbl>
              <a:tblPr/>
              <a:tblGrid>
                <a:gridCol w="2160062">
                  <a:extLst>
                    <a:ext uri="{9D8B030D-6E8A-4147-A177-3AD203B41FA5}">
                      <a16:colId xmlns:a16="http://schemas.microsoft.com/office/drawing/2014/main" val="1706135198"/>
                    </a:ext>
                  </a:extLst>
                </a:gridCol>
                <a:gridCol w="3710428">
                  <a:extLst>
                    <a:ext uri="{9D8B030D-6E8A-4147-A177-3AD203B41FA5}">
                      <a16:colId xmlns:a16="http://schemas.microsoft.com/office/drawing/2014/main" val="1131469453"/>
                    </a:ext>
                  </a:extLst>
                </a:gridCol>
                <a:gridCol w="4964659">
                  <a:extLst>
                    <a:ext uri="{9D8B030D-6E8A-4147-A177-3AD203B41FA5}">
                      <a16:colId xmlns:a16="http://schemas.microsoft.com/office/drawing/2014/main" val="2593817217"/>
                    </a:ext>
                  </a:extLst>
                </a:gridCol>
              </a:tblGrid>
              <a:tr h="537338">
                <a:tc>
                  <a:txBody>
                    <a:bodyPr/>
                    <a:lstStyle/>
                    <a:p>
                      <a:pPr algn="ctr" fontAlgn="t"/>
                      <a:r>
                        <a:rPr lang="en-IN" sz="2000" b="1">
                          <a:solidFill>
                            <a:srgbClr val="FFFFFF"/>
                          </a:solidFill>
                          <a:effectLst/>
                          <a:highlight>
                            <a:srgbClr val="008DD9"/>
                          </a:highlight>
                        </a:rPr>
                        <a:t>Parameters</a:t>
                      </a:r>
                      <a:endParaRPr lang="en-IN" sz="2000">
                        <a:solidFill>
                          <a:srgbClr val="FFFFFF"/>
                        </a:solidFill>
                        <a:effectLst/>
                        <a:highlight>
                          <a:srgbClr val="008DD9"/>
                        </a:highlight>
                      </a:endParaRPr>
                    </a:p>
                  </a:txBody>
                  <a:tcPr marL="52426" marR="52426" marT="26213" marB="26213">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008DD9"/>
                    </a:solidFill>
                  </a:tcPr>
                </a:tc>
                <a:tc>
                  <a:txBody>
                    <a:bodyPr/>
                    <a:lstStyle/>
                    <a:p>
                      <a:pPr algn="ctr" fontAlgn="t"/>
                      <a:r>
                        <a:rPr lang="en-IN" sz="2000" b="1">
                          <a:solidFill>
                            <a:srgbClr val="FFFFFF"/>
                          </a:solidFill>
                          <a:effectLst/>
                          <a:highlight>
                            <a:srgbClr val="008DD9"/>
                          </a:highlight>
                        </a:rPr>
                        <a:t>Clustered Index</a:t>
                      </a:r>
                      <a:endParaRPr lang="en-IN" sz="2000">
                        <a:solidFill>
                          <a:srgbClr val="FFFFFF"/>
                        </a:solidFill>
                        <a:effectLst/>
                        <a:highlight>
                          <a:srgbClr val="008DD9"/>
                        </a:highlight>
                      </a:endParaRPr>
                    </a:p>
                  </a:txBody>
                  <a:tcPr marL="52426" marR="52426" marT="26213" marB="26213">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008DD9"/>
                    </a:solidFill>
                  </a:tcPr>
                </a:tc>
                <a:tc>
                  <a:txBody>
                    <a:bodyPr/>
                    <a:lstStyle/>
                    <a:p>
                      <a:pPr algn="ctr" fontAlgn="t"/>
                      <a:r>
                        <a:rPr lang="en-IN" sz="2000" b="1">
                          <a:solidFill>
                            <a:srgbClr val="FFFFFF"/>
                          </a:solidFill>
                          <a:effectLst/>
                          <a:highlight>
                            <a:srgbClr val="008DD9"/>
                          </a:highlight>
                        </a:rPr>
                        <a:t>Non-Clustered Index</a:t>
                      </a:r>
                      <a:endParaRPr lang="en-IN" sz="2000">
                        <a:solidFill>
                          <a:srgbClr val="FFFFFF"/>
                        </a:solidFill>
                        <a:effectLst/>
                        <a:highlight>
                          <a:srgbClr val="008DD9"/>
                        </a:highlight>
                      </a:endParaRPr>
                    </a:p>
                  </a:txBody>
                  <a:tcPr marL="52426" marR="52426" marT="26213" marB="26213">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008DD9"/>
                    </a:solidFill>
                  </a:tcPr>
                </a:tc>
                <a:extLst>
                  <a:ext uri="{0D108BD9-81ED-4DB2-BD59-A6C34878D82A}">
                    <a16:rowId xmlns:a16="http://schemas.microsoft.com/office/drawing/2014/main" val="2816084040"/>
                  </a:ext>
                </a:extLst>
              </a:tr>
              <a:tr h="997914">
                <a:tc>
                  <a:txBody>
                    <a:bodyPr/>
                    <a:lstStyle/>
                    <a:p>
                      <a:pPr fontAlgn="t"/>
                      <a:r>
                        <a:rPr lang="en-IN" sz="2000" b="1">
                          <a:effectLst/>
                        </a:rPr>
                        <a:t>Used For</a:t>
                      </a:r>
                      <a:endParaRPr lang="en-IN" sz="2000">
                        <a:effectLst/>
                      </a:endParaRPr>
                    </a:p>
                  </a:txBody>
                  <a:tcPr marL="52426" marR="52426" marT="26213" marB="26213">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r>
                        <a:rPr lang="en-US" sz="2000">
                          <a:effectLst/>
                        </a:rPr>
                        <a:t>Sorting and storing records physically in memory</a:t>
                      </a:r>
                    </a:p>
                  </a:txBody>
                  <a:tcPr marL="52426" marR="52426" marT="26213" marB="26213">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r>
                        <a:rPr lang="en-US" sz="2000">
                          <a:effectLst/>
                        </a:rPr>
                        <a:t>Creating a logical order for data rows; pointers are used for physical data files</a:t>
                      </a:r>
                    </a:p>
                  </a:txBody>
                  <a:tcPr marL="52426" marR="52426" marT="26213" marB="26213">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2214471745"/>
                  </a:ext>
                </a:extLst>
              </a:tr>
              <a:tr h="767627">
                <a:tc>
                  <a:txBody>
                    <a:bodyPr/>
                    <a:lstStyle/>
                    <a:p>
                      <a:pPr fontAlgn="t"/>
                      <a:r>
                        <a:rPr lang="en-IN" sz="2000" b="1">
                          <a:effectLst/>
                        </a:rPr>
                        <a:t>Methods for Storing</a:t>
                      </a:r>
                      <a:endParaRPr lang="en-IN" sz="2000">
                        <a:effectLst/>
                      </a:endParaRPr>
                    </a:p>
                  </a:txBody>
                  <a:tcPr marL="52426" marR="52426" marT="26213" marB="26213">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r>
                        <a:rPr lang="en-US" sz="2000">
                          <a:effectLst/>
                        </a:rPr>
                        <a:t>Stores data in the leaf nodes of the index</a:t>
                      </a:r>
                    </a:p>
                  </a:txBody>
                  <a:tcPr marL="52426" marR="52426" marT="26213" marB="26213">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r>
                        <a:rPr lang="en-US" sz="2000">
                          <a:effectLst/>
                        </a:rPr>
                        <a:t>Never stores data in the leaf nodes of the index</a:t>
                      </a:r>
                    </a:p>
                  </a:txBody>
                  <a:tcPr marL="52426" marR="52426" marT="26213" marB="26213">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1818544822"/>
                  </a:ext>
                </a:extLst>
              </a:tr>
              <a:tr h="307050">
                <a:tc>
                  <a:txBody>
                    <a:bodyPr/>
                    <a:lstStyle/>
                    <a:p>
                      <a:pPr fontAlgn="t"/>
                      <a:r>
                        <a:rPr lang="en-IN" sz="2000" b="1">
                          <a:effectLst/>
                        </a:rPr>
                        <a:t>Size</a:t>
                      </a:r>
                      <a:endParaRPr lang="en-IN" sz="2000">
                        <a:effectLst/>
                      </a:endParaRPr>
                    </a:p>
                  </a:txBody>
                  <a:tcPr marL="52426" marR="52426" marT="26213" marB="26213">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r>
                        <a:rPr lang="en-IN" sz="2000">
                          <a:effectLst/>
                        </a:rPr>
                        <a:t>Quite large</a:t>
                      </a:r>
                    </a:p>
                  </a:txBody>
                  <a:tcPr marL="52426" marR="52426" marT="26213" marB="26213">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r>
                        <a:rPr lang="en-IN" sz="2000">
                          <a:effectLst/>
                        </a:rPr>
                        <a:t>Comparatively, small</a:t>
                      </a:r>
                    </a:p>
                  </a:txBody>
                  <a:tcPr marL="52426" marR="52426" marT="26213" marB="26213">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3758385851"/>
                  </a:ext>
                </a:extLst>
              </a:tr>
              <a:tr h="767627">
                <a:tc>
                  <a:txBody>
                    <a:bodyPr/>
                    <a:lstStyle/>
                    <a:p>
                      <a:pPr fontAlgn="t"/>
                      <a:r>
                        <a:rPr lang="en-IN" sz="2000" b="1">
                          <a:effectLst/>
                        </a:rPr>
                        <a:t>Data Accessing</a:t>
                      </a:r>
                      <a:endParaRPr lang="en-IN" sz="2000">
                        <a:effectLst/>
                      </a:endParaRPr>
                    </a:p>
                  </a:txBody>
                  <a:tcPr marL="52426" marR="52426" marT="26213" marB="26213">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r>
                        <a:rPr lang="en-IN" sz="2000" dirty="0">
                          <a:effectLst/>
                        </a:rPr>
                        <a:t>Fast</a:t>
                      </a:r>
                    </a:p>
                  </a:txBody>
                  <a:tcPr marL="52426" marR="52426" marT="26213" marB="26213">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r>
                        <a:rPr lang="en-IN" sz="2000">
                          <a:effectLst/>
                        </a:rPr>
                        <a:t>Slow</a:t>
                      </a:r>
                    </a:p>
                  </a:txBody>
                  <a:tcPr marL="52426" marR="52426" marT="26213" marB="26213">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4190973237"/>
                  </a:ext>
                </a:extLst>
              </a:tr>
              <a:tr h="767627">
                <a:tc>
                  <a:txBody>
                    <a:bodyPr/>
                    <a:lstStyle/>
                    <a:p>
                      <a:pPr fontAlgn="t"/>
                      <a:r>
                        <a:rPr lang="en-IN" sz="2000" b="1">
                          <a:effectLst/>
                        </a:rPr>
                        <a:t>Additional Disk Space</a:t>
                      </a:r>
                      <a:endParaRPr lang="en-IN" sz="2000">
                        <a:effectLst/>
                      </a:endParaRPr>
                    </a:p>
                  </a:txBody>
                  <a:tcPr marL="52426" marR="52426" marT="26213" marB="26213">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r>
                        <a:rPr lang="en-IN" sz="2000">
                          <a:effectLst/>
                        </a:rPr>
                        <a:t>Not required</a:t>
                      </a:r>
                    </a:p>
                  </a:txBody>
                  <a:tcPr marL="52426" marR="52426" marT="26213" marB="26213">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r>
                        <a:rPr lang="en-US" sz="2000">
                          <a:effectLst/>
                        </a:rPr>
                        <a:t>Required to store indexes separately</a:t>
                      </a:r>
                    </a:p>
                  </a:txBody>
                  <a:tcPr marL="52426" marR="52426" marT="26213" marB="26213">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2818975327"/>
                  </a:ext>
                </a:extLst>
              </a:tr>
              <a:tr h="1228203">
                <a:tc>
                  <a:txBody>
                    <a:bodyPr/>
                    <a:lstStyle/>
                    <a:p>
                      <a:pPr fontAlgn="t"/>
                      <a:r>
                        <a:rPr lang="en-IN" sz="2000" b="1">
                          <a:effectLst/>
                        </a:rPr>
                        <a:t>Type of Key</a:t>
                      </a:r>
                      <a:endParaRPr lang="en-IN" sz="2000">
                        <a:effectLst/>
                      </a:endParaRPr>
                    </a:p>
                  </a:txBody>
                  <a:tcPr marL="52426" marR="52426" marT="26213" marB="26213">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r>
                        <a:rPr lang="en-US" sz="2000">
                          <a:effectLst/>
                        </a:rPr>
                        <a:t>By default, the primary key of a table is a clustered index</a:t>
                      </a:r>
                    </a:p>
                  </a:txBody>
                  <a:tcPr marL="52426" marR="52426" marT="26213" marB="26213">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r>
                        <a:rPr lang="en-US" sz="2000">
                          <a:effectLst/>
                        </a:rPr>
                        <a:t>It can be used with the unique constraint on the table that acts as a composite key</a:t>
                      </a:r>
                    </a:p>
                  </a:txBody>
                  <a:tcPr marL="52426" marR="52426" marT="26213" marB="26213">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2954118973"/>
                  </a:ext>
                </a:extLst>
              </a:tr>
              <a:tr h="997914">
                <a:tc>
                  <a:txBody>
                    <a:bodyPr/>
                    <a:lstStyle/>
                    <a:p>
                      <a:pPr fontAlgn="t"/>
                      <a:r>
                        <a:rPr lang="en-IN" sz="2000" b="1">
                          <a:effectLst/>
                        </a:rPr>
                        <a:t>Main Feature</a:t>
                      </a:r>
                      <a:endParaRPr lang="en-IN" sz="2000">
                        <a:effectLst/>
                      </a:endParaRPr>
                    </a:p>
                  </a:txBody>
                  <a:tcPr marL="52426" marR="52426" marT="26213" marB="26213">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r>
                        <a:rPr lang="en-US" sz="2000">
                          <a:effectLst/>
                        </a:rPr>
                        <a:t>Improves the performance of data retrieval</a:t>
                      </a:r>
                    </a:p>
                  </a:txBody>
                  <a:tcPr marL="52426" marR="52426" marT="26213" marB="26213">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r>
                        <a:rPr lang="en-US" sz="2000" dirty="0">
                          <a:effectLst/>
                        </a:rPr>
                        <a:t>Should be created on columns used in Joins</a:t>
                      </a:r>
                      <a:endParaRPr lang="en-IN" sz="2000" dirty="0">
                        <a:effectLst/>
                      </a:endParaRPr>
                    </a:p>
                  </a:txBody>
                  <a:tcPr marL="52426" marR="52426" marT="26213" marB="26213">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1393033879"/>
                  </a:ext>
                </a:extLst>
              </a:tr>
            </a:tbl>
          </a:graphicData>
        </a:graphic>
      </p:graphicFrame>
    </p:spTree>
    <p:extLst>
      <p:ext uri="{BB962C8B-B14F-4D97-AF65-F5344CB8AC3E}">
        <p14:creationId xmlns:p14="http://schemas.microsoft.com/office/powerpoint/2010/main" val="86122500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253165D-EBB5-3B33-29FD-B614F0504C27}"/>
              </a:ext>
            </a:extLst>
          </p:cNvPr>
          <p:cNvSpPr txBox="1"/>
          <p:nvPr/>
        </p:nvSpPr>
        <p:spPr>
          <a:xfrm>
            <a:off x="344128" y="237273"/>
            <a:ext cx="11611898" cy="5139869"/>
          </a:xfrm>
          <a:prstGeom prst="rect">
            <a:avLst/>
          </a:prstGeom>
          <a:noFill/>
        </p:spPr>
        <p:txBody>
          <a:bodyPr wrap="square">
            <a:spAutoFit/>
          </a:bodyPr>
          <a:lstStyle/>
          <a:p>
            <a:pPr algn="l"/>
            <a:r>
              <a:rPr lang="en-US" sz="2400" b="1" i="0" dirty="0">
                <a:solidFill>
                  <a:srgbClr val="222222"/>
                </a:solidFill>
                <a:effectLst/>
                <a:highlight>
                  <a:srgbClr val="FBFAFA"/>
                </a:highlight>
                <a:latin typeface="GT Walsheim LC"/>
              </a:rPr>
              <a:t>Explain the differences between clustered and non-clustered indexes in SQL Server</a:t>
            </a:r>
            <a:endParaRPr lang="en-US" sz="2000" b="0" i="0" dirty="0">
              <a:solidFill>
                <a:srgbClr val="333333"/>
              </a:solidFill>
              <a:effectLst/>
              <a:highlight>
                <a:srgbClr val="FBFAFA"/>
              </a:highlight>
              <a:latin typeface="GT Walsheim LC"/>
            </a:endParaRPr>
          </a:p>
          <a:p>
            <a:pPr algn="l"/>
            <a:endParaRPr lang="en-US" sz="2000" b="0" i="0" dirty="0">
              <a:solidFill>
                <a:srgbClr val="333333"/>
              </a:solidFill>
              <a:effectLst/>
              <a:highlight>
                <a:srgbClr val="FBFAFA"/>
              </a:highlight>
              <a:latin typeface="GT Walsheim LC"/>
            </a:endParaRPr>
          </a:p>
          <a:p>
            <a:pPr algn="l"/>
            <a:r>
              <a:rPr lang="en-US" sz="2400" b="1" i="0" dirty="0">
                <a:solidFill>
                  <a:srgbClr val="333333"/>
                </a:solidFill>
                <a:effectLst/>
                <a:highlight>
                  <a:srgbClr val="FBFAFA"/>
                </a:highlight>
                <a:latin typeface="inherit"/>
              </a:rPr>
              <a:t>Non-clustered index:</a:t>
            </a:r>
            <a:endParaRPr lang="en-US" sz="2400" b="0" i="0" dirty="0">
              <a:solidFill>
                <a:srgbClr val="333333"/>
              </a:solidFill>
              <a:effectLst/>
              <a:highlight>
                <a:srgbClr val="FBFAFA"/>
              </a:highlight>
              <a:latin typeface="GT Walsheim LC"/>
            </a:endParaRPr>
          </a:p>
          <a:p>
            <a:pPr algn="l">
              <a:buFont typeface="Arial" panose="020B0604020202020204" pitchFamily="34" charset="0"/>
              <a:buChar char="•"/>
            </a:pPr>
            <a:r>
              <a:rPr lang="en-US" sz="2000" b="1" i="0" dirty="0">
                <a:solidFill>
                  <a:srgbClr val="333333"/>
                </a:solidFill>
                <a:effectLst/>
                <a:highlight>
                  <a:srgbClr val="FBFAFA"/>
                </a:highlight>
                <a:latin typeface="inherit"/>
              </a:rPr>
              <a:t>Structure:</a:t>
            </a:r>
            <a:r>
              <a:rPr lang="en-US" sz="2000" b="0" i="0" dirty="0">
                <a:solidFill>
                  <a:srgbClr val="333333"/>
                </a:solidFill>
                <a:effectLst/>
                <a:highlight>
                  <a:srgbClr val="FBFAFA"/>
                </a:highlight>
                <a:latin typeface="GT Walsheim LC"/>
              </a:rPr>
              <a:t> A non-clustered index creates a separate structure that includes the indexed column(s) and a pointer to the actual data rows.</a:t>
            </a:r>
          </a:p>
          <a:p>
            <a:pPr algn="l">
              <a:buFont typeface="Arial" panose="020B0604020202020204" pitchFamily="34" charset="0"/>
              <a:buChar char="•"/>
            </a:pPr>
            <a:endParaRPr lang="en-US" sz="2000" b="0" i="0" dirty="0">
              <a:solidFill>
                <a:srgbClr val="333333"/>
              </a:solidFill>
              <a:effectLst/>
              <a:highlight>
                <a:srgbClr val="FBFAFA"/>
              </a:highlight>
              <a:latin typeface="GT Walsheim LC"/>
            </a:endParaRPr>
          </a:p>
          <a:p>
            <a:pPr algn="l">
              <a:buFont typeface="Arial" panose="020B0604020202020204" pitchFamily="34" charset="0"/>
              <a:buChar char="•"/>
            </a:pPr>
            <a:r>
              <a:rPr lang="en-US" sz="2000" b="1" i="0" dirty="0">
                <a:solidFill>
                  <a:srgbClr val="333333"/>
                </a:solidFill>
                <a:effectLst/>
                <a:highlight>
                  <a:srgbClr val="FBFAFA"/>
                </a:highlight>
                <a:latin typeface="inherit"/>
              </a:rPr>
              <a:t>Multiple indexes:</a:t>
            </a:r>
            <a:r>
              <a:rPr lang="en-US" sz="2000" b="0" i="0" dirty="0">
                <a:solidFill>
                  <a:srgbClr val="333333"/>
                </a:solidFill>
                <a:effectLst/>
                <a:highlight>
                  <a:srgbClr val="FBFAFA"/>
                </a:highlight>
                <a:latin typeface="GT Walsheim LC"/>
              </a:rPr>
              <a:t> A table can have multiple non-clustered indexes, allowing for different indexing strategies based on query requirements.</a:t>
            </a:r>
          </a:p>
          <a:p>
            <a:pPr algn="l">
              <a:buFont typeface="Arial" panose="020B0604020202020204" pitchFamily="34" charset="0"/>
              <a:buChar char="•"/>
            </a:pPr>
            <a:endParaRPr lang="en-US" sz="2000" b="0" i="0" dirty="0">
              <a:solidFill>
                <a:srgbClr val="333333"/>
              </a:solidFill>
              <a:effectLst/>
              <a:highlight>
                <a:srgbClr val="FBFAFA"/>
              </a:highlight>
              <a:latin typeface="GT Walsheim LC"/>
            </a:endParaRPr>
          </a:p>
          <a:p>
            <a:pPr algn="l">
              <a:buFont typeface="Arial" panose="020B0604020202020204" pitchFamily="34" charset="0"/>
              <a:buChar char="•"/>
            </a:pPr>
            <a:r>
              <a:rPr lang="en-US" sz="2000" b="1" i="0" dirty="0">
                <a:solidFill>
                  <a:srgbClr val="333333"/>
                </a:solidFill>
                <a:effectLst/>
                <a:highlight>
                  <a:srgbClr val="FBFAFA"/>
                </a:highlight>
                <a:latin typeface="inherit"/>
              </a:rPr>
              <a:t>Data storage:</a:t>
            </a:r>
            <a:r>
              <a:rPr lang="en-US" sz="2000" b="0" i="0" dirty="0">
                <a:solidFill>
                  <a:srgbClr val="333333"/>
                </a:solidFill>
                <a:effectLst/>
                <a:highlight>
                  <a:srgbClr val="FBFAFA"/>
                </a:highlight>
                <a:latin typeface="GT Walsheim LC"/>
              </a:rPr>
              <a:t> The data rows in a table with a non-clustered index are stored separately from the index structure. The index structure contains a copy of the indexed column(s) and a pointer to the corresponding data row.</a:t>
            </a:r>
          </a:p>
          <a:p>
            <a:pPr algn="l">
              <a:buFont typeface="Arial" panose="020B0604020202020204" pitchFamily="34" charset="0"/>
              <a:buChar char="•"/>
            </a:pPr>
            <a:endParaRPr lang="en-US" sz="2000" b="0" i="0" dirty="0">
              <a:solidFill>
                <a:srgbClr val="333333"/>
              </a:solidFill>
              <a:effectLst/>
              <a:highlight>
                <a:srgbClr val="FBFAFA"/>
              </a:highlight>
              <a:latin typeface="GT Walsheim LC"/>
            </a:endParaRPr>
          </a:p>
          <a:p>
            <a:pPr algn="l">
              <a:buFont typeface="Arial" panose="020B0604020202020204" pitchFamily="34" charset="0"/>
              <a:buChar char="•"/>
            </a:pPr>
            <a:r>
              <a:rPr lang="en-US" sz="2000" b="1" i="0" dirty="0">
                <a:solidFill>
                  <a:srgbClr val="333333"/>
                </a:solidFill>
                <a:effectLst/>
                <a:highlight>
                  <a:srgbClr val="FBFAFA"/>
                </a:highlight>
                <a:latin typeface="inherit"/>
              </a:rPr>
              <a:t>Performance impact:</a:t>
            </a:r>
            <a:r>
              <a:rPr lang="en-US" sz="2000" b="0" i="0" dirty="0">
                <a:solidFill>
                  <a:srgbClr val="333333"/>
                </a:solidFill>
                <a:effectLst/>
                <a:highlight>
                  <a:srgbClr val="FBFAFA"/>
                </a:highlight>
                <a:latin typeface="GT Walsheim LC"/>
              </a:rPr>
              <a:t> Non-clustered indexes are beneficial for improving query performance by allowing quick data lookup based on the indexed column(s). They generally have minimal impact on data modification operations.</a:t>
            </a:r>
          </a:p>
        </p:txBody>
      </p:sp>
    </p:spTree>
    <p:extLst>
      <p:ext uri="{BB962C8B-B14F-4D97-AF65-F5344CB8AC3E}">
        <p14:creationId xmlns:p14="http://schemas.microsoft.com/office/powerpoint/2010/main" val="197796246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2C87C66-56DD-AD26-2774-485BDD7E2CD1}"/>
              </a:ext>
            </a:extLst>
          </p:cNvPr>
          <p:cNvSpPr txBox="1"/>
          <p:nvPr/>
        </p:nvSpPr>
        <p:spPr>
          <a:xfrm>
            <a:off x="353960" y="158616"/>
            <a:ext cx="11149782" cy="6555641"/>
          </a:xfrm>
          <a:prstGeom prst="rect">
            <a:avLst/>
          </a:prstGeom>
          <a:noFill/>
        </p:spPr>
        <p:txBody>
          <a:bodyPr wrap="square">
            <a:spAutoFit/>
          </a:bodyPr>
          <a:lstStyle/>
          <a:p>
            <a:pPr algn="l"/>
            <a:r>
              <a:rPr lang="en-US" sz="2400" b="1" i="0" dirty="0">
                <a:solidFill>
                  <a:srgbClr val="222222"/>
                </a:solidFill>
                <a:effectLst/>
                <a:highlight>
                  <a:srgbClr val="FBFAFA"/>
                </a:highlight>
                <a:latin typeface="GT Walsheim LC"/>
              </a:rPr>
              <a:t>How would you optimize a slow-performing query in SQL Server?</a:t>
            </a:r>
          </a:p>
          <a:p>
            <a:pPr algn="l"/>
            <a:endParaRPr lang="en-US" dirty="0">
              <a:solidFill>
                <a:srgbClr val="222222"/>
              </a:solidFill>
              <a:highlight>
                <a:srgbClr val="FBFAFA"/>
              </a:highlight>
              <a:latin typeface="GT Walsheim LC"/>
            </a:endParaRPr>
          </a:p>
          <a:p>
            <a:pPr algn="l"/>
            <a:r>
              <a:rPr lang="en-US" b="0" i="0" dirty="0">
                <a:solidFill>
                  <a:srgbClr val="333333"/>
                </a:solidFill>
                <a:effectLst/>
                <a:highlight>
                  <a:srgbClr val="FBFAFA"/>
                </a:highlight>
                <a:latin typeface="GT Walsheim LC"/>
              </a:rPr>
              <a:t>To optimize a slow-performing query in SQL Server, follow these steps:</a:t>
            </a:r>
          </a:p>
          <a:p>
            <a:pPr algn="l">
              <a:buFont typeface="+mj-lt"/>
              <a:buAutoNum type="arabicPeriod"/>
            </a:pPr>
            <a:r>
              <a:rPr lang="en-US" b="0" i="0" dirty="0">
                <a:solidFill>
                  <a:srgbClr val="333333"/>
                </a:solidFill>
                <a:effectLst/>
                <a:highlight>
                  <a:srgbClr val="FBFAFA"/>
                </a:highlight>
                <a:latin typeface="GT Walsheim LC"/>
              </a:rPr>
              <a:t>Analyze the query execution plan for potential issues.</a:t>
            </a:r>
          </a:p>
          <a:p>
            <a:pPr algn="l">
              <a:buFont typeface="+mj-lt"/>
              <a:buAutoNum type="arabicPeriod"/>
            </a:pPr>
            <a:endParaRPr lang="en-US" b="0" i="0" dirty="0">
              <a:solidFill>
                <a:srgbClr val="333333"/>
              </a:solidFill>
              <a:effectLst/>
              <a:highlight>
                <a:srgbClr val="FBFAFA"/>
              </a:highlight>
              <a:latin typeface="GT Walsheim LC"/>
            </a:endParaRPr>
          </a:p>
          <a:p>
            <a:pPr algn="l">
              <a:buFont typeface="+mj-lt"/>
              <a:buAutoNum type="arabicPeriod"/>
            </a:pPr>
            <a:r>
              <a:rPr lang="en-US" b="0" i="0" dirty="0">
                <a:solidFill>
                  <a:srgbClr val="333333"/>
                </a:solidFill>
                <a:effectLst/>
                <a:highlight>
                  <a:srgbClr val="FBFAFA"/>
                </a:highlight>
                <a:latin typeface="GT Walsheim LC"/>
              </a:rPr>
              <a:t>Use appropriate indexing to improve query performance.</a:t>
            </a:r>
          </a:p>
          <a:p>
            <a:pPr algn="l">
              <a:buFont typeface="+mj-lt"/>
              <a:buAutoNum type="arabicPeriod"/>
            </a:pPr>
            <a:endParaRPr lang="en-US" b="0" i="0" dirty="0">
              <a:solidFill>
                <a:srgbClr val="333333"/>
              </a:solidFill>
              <a:effectLst/>
              <a:highlight>
                <a:srgbClr val="FBFAFA"/>
              </a:highlight>
              <a:latin typeface="GT Walsheim LC"/>
            </a:endParaRPr>
          </a:p>
          <a:p>
            <a:pPr algn="l">
              <a:buFont typeface="+mj-lt"/>
              <a:buAutoNum type="arabicPeriod"/>
            </a:pPr>
            <a:r>
              <a:rPr lang="en-US" b="0" i="0" dirty="0">
                <a:solidFill>
                  <a:srgbClr val="333333"/>
                </a:solidFill>
                <a:effectLst/>
                <a:highlight>
                  <a:srgbClr val="FBFAFA"/>
                </a:highlight>
                <a:latin typeface="GT Walsheim LC"/>
              </a:rPr>
              <a:t>Retrieve only necessary columns and rows to minimize data retrieval.</a:t>
            </a:r>
          </a:p>
          <a:p>
            <a:pPr algn="l">
              <a:buFont typeface="+mj-lt"/>
              <a:buAutoNum type="arabicPeriod"/>
            </a:pPr>
            <a:endParaRPr lang="en-US" b="0" i="0" dirty="0">
              <a:solidFill>
                <a:srgbClr val="333333"/>
              </a:solidFill>
              <a:effectLst/>
              <a:highlight>
                <a:srgbClr val="FBFAFA"/>
              </a:highlight>
              <a:latin typeface="GT Walsheim LC"/>
            </a:endParaRPr>
          </a:p>
          <a:p>
            <a:pPr algn="l">
              <a:buFont typeface="+mj-lt"/>
              <a:buAutoNum type="arabicPeriod"/>
            </a:pPr>
            <a:r>
              <a:rPr lang="en-US" b="0" i="0" dirty="0">
                <a:solidFill>
                  <a:srgbClr val="333333"/>
                </a:solidFill>
                <a:effectLst/>
                <a:highlight>
                  <a:srgbClr val="FBFAFA"/>
                </a:highlight>
                <a:latin typeface="GT Walsheim LC"/>
              </a:rPr>
              <a:t>Optimize join conditions and types for efficient data retrieval.</a:t>
            </a:r>
          </a:p>
          <a:p>
            <a:pPr algn="l">
              <a:buFont typeface="+mj-lt"/>
              <a:buAutoNum type="arabicPeriod"/>
            </a:pPr>
            <a:endParaRPr lang="en-US" b="0" i="0" dirty="0">
              <a:solidFill>
                <a:srgbClr val="333333"/>
              </a:solidFill>
              <a:effectLst/>
              <a:highlight>
                <a:srgbClr val="FBFAFA"/>
              </a:highlight>
              <a:latin typeface="GT Walsheim LC"/>
            </a:endParaRPr>
          </a:p>
          <a:p>
            <a:pPr algn="l">
              <a:buFont typeface="+mj-lt"/>
              <a:buAutoNum type="arabicPeriod"/>
            </a:pPr>
            <a:r>
              <a:rPr lang="en-US" b="0" i="0" dirty="0">
                <a:solidFill>
                  <a:srgbClr val="333333"/>
                </a:solidFill>
                <a:effectLst/>
                <a:highlight>
                  <a:srgbClr val="FBFAFA"/>
                </a:highlight>
                <a:latin typeface="GT Walsheim LC"/>
              </a:rPr>
              <a:t>Simplify complex queries by breaking them into smaller parts.</a:t>
            </a:r>
          </a:p>
          <a:p>
            <a:pPr algn="l">
              <a:buFont typeface="+mj-lt"/>
              <a:buAutoNum type="arabicPeriod"/>
            </a:pPr>
            <a:endParaRPr lang="en-US" b="0" i="0" dirty="0">
              <a:solidFill>
                <a:srgbClr val="333333"/>
              </a:solidFill>
              <a:effectLst/>
              <a:highlight>
                <a:srgbClr val="FBFAFA"/>
              </a:highlight>
              <a:latin typeface="GT Walsheim LC"/>
            </a:endParaRPr>
          </a:p>
          <a:p>
            <a:pPr algn="l">
              <a:buFont typeface="+mj-lt"/>
              <a:buAutoNum type="arabicPeriod"/>
            </a:pPr>
            <a:r>
              <a:rPr lang="en-US" b="0" i="0" dirty="0">
                <a:solidFill>
                  <a:srgbClr val="333333"/>
                </a:solidFill>
                <a:effectLst/>
                <a:highlight>
                  <a:srgbClr val="FBFAFA"/>
                </a:highlight>
                <a:latin typeface="GT Walsheim LC"/>
              </a:rPr>
              <a:t>Update table and index statistics for accurate query optimization.</a:t>
            </a:r>
          </a:p>
          <a:p>
            <a:pPr algn="l">
              <a:buFont typeface="+mj-lt"/>
              <a:buAutoNum type="arabicPeriod"/>
            </a:pPr>
            <a:endParaRPr lang="en-US" b="0" i="0" dirty="0">
              <a:solidFill>
                <a:srgbClr val="333333"/>
              </a:solidFill>
              <a:effectLst/>
              <a:highlight>
                <a:srgbClr val="FBFAFA"/>
              </a:highlight>
              <a:latin typeface="GT Walsheim LC"/>
            </a:endParaRPr>
          </a:p>
          <a:p>
            <a:pPr algn="l">
              <a:buFont typeface="+mj-lt"/>
              <a:buAutoNum type="arabicPeriod"/>
            </a:pPr>
            <a:r>
              <a:rPr lang="en-US" b="0" i="0" dirty="0">
                <a:solidFill>
                  <a:srgbClr val="333333"/>
                </a:solidFill>
                <a:effectLst/>
                <a:highlight>
                  <a:srgbClr val="FBFAFA"/>
                </a:highlight>
                <a:latin typeface="GT Walsheim LC"/>
              </a:rPr>
              <a:t>Tune server configuration settings based on hardware and workload.</a:t>
            </a:r>
          </a:p>
          <a:p>
            <a:pPr algn="l">
              <a:buFont typeface="+mj-lt"/>
              <a:buAutoNum type="arabicPeriod"/>
            </a:pPr>
            <a:endParaRPr lang="en-US" b="0" i="0" dirty="0">
              <a:solidFill>
                <a:srgbClr val="333333"/>
              </a:solidFill>
              <a:effectLst/>
              <a:highlight>
                <a:srgbClr val="FBFAFA"/>
              </a:highlight>
              <a:latin typeface="GT Walsheim LC"/>
            </a:endParaRPr>
          </a:p>
          <a:p>
            <a:pPr algn="l">
              <a:buFont typeface="+mj-lt"/>
              <a:buAutoNum type="arabicPeriod"/>
            </a:pPr>
            <a:r>
              <a:rPr lang="en-US" b="0" i="0" dirty="0">
                <a:solidFill>
                  <a:srgbClr val="333333"/>
                </a:solidFill>
                <a:effectLst/>
                <a:highlight>
                  <a:srgbClr val="FBFAFA"/>
                </a:highlight>
                <a:latin typeface="GT Walsheim LC"/>
              </a:rPr>
              <a:t>Consider query rewriting or caching to improve performance.</a:t>
            </a:r>
          </a:p>
          <a:p>
            <a:pPr algn="l">
              <a:buFont typeface="+mj-lt"/>
              <a:buAutoNum type="arabicPeriod"/>
            </a:pPr>
            <a:endParaRPr lang="en-US" b="0" i="0" dirty="0">
              <a:solidFill>
                <a:srgbClr val="333333"/>
              </a:solidFill>
              <a:effectLst/>
              <a:highlight>
                <a:srgbClr val="FBFAFA"/>
              </a:highlight>
              <a:latin typeface="GT Walsheim LC"/>
            </a:endParaRPr>
          </a:p>
          <a:p>
            <a:pPr algn="l">
              <a:buFont typeface="+mj-lt"/>
              <a:buAutoNum type="arabicPeriod"/>
            </a:pPr>
            <a:r>
              <a:rPr lang="en-US" b="0" i="0" dirty="0">
                <a:solidFill>
                  <a:srgbClr val="333333"/>
                </a:solidFill>
                <a:effectLst/>
                <a:highlight>
                  <a:srgbClr val="FBFAFA"/>
                </a:highlight>
                <a:latin typeface="GT Walsheim LC"/>
              </a:rPr>
              <a:t>Monitor and optimize I/O performance.</a:t>
            </a:r>
          </a:p>
          <a:p>
            <a:pPr algn="l">
              <a:buFont typeface="+mj-lt"/>
              <a:buAutoNum type="arabicPeriod"/>
            </a:pPr>
            <a:endParaRPr lang="en-US" b="0" i="0" dirty="0">
              <a:solidFill>
                <a:srgbClr val="333333"/>
              </a:solidFill>
              <a:effectLst/>
              <a:highlight>
                <a:srgbClr val="FBFAFA"/>
              </a:highlight>
              <a:latin typeface="GT Walsheim LC"/>
            </a:endParaRPr>
          </a:p>
          <a:p>
            <a:pPr algn="l">
              <a:buFont typeface="+mj-lt"/>
              <a:buAutoNum type="arabicPeriod"/>
            </a:pPr>
            <a:r>
              <a:rPr lang="en-US" b="0" i="0" dirty="0">
                <a:solidFill>
                  <a:srgbClr val="333333"/>
                </a:solidFill>
                <a:effectLst/>
                <a:highlight>
                  <a:srgbClr val="FBFAFA"/>
                </a:highlight>
                <a:latin typeface="GT Walsheim LC"/>
              </a:rPr>
              <a:t>Keep SQL Server updated and maintain the database regularly.</a:t>
            </a:r>
          </a:p>
          <a:p>
            <a:pPr algn="l"/>
            <a:endParaRPr lang="en-US" b="0" i="0" dirty="0">
              <a:solidFill>
                <a:srgbClr val="222222"/>
              </a:solidFill>
              <a:effectLst/>
              <a:highlight>
                <a:srgbClr val="FBFAFA"/>
              </a:highlight>
              <a:latin typeface="GT Walsheim LC"/>
            </a:endParaRPr>
          </a:p>
        </p:txBody>
      </p:sp>
    </p:spTree>
    <p:extLst>
      <p:ext uri="{BB962C8B-B14F-4D97-AF65-F5344CB8AC3E}">
        <p14:creationId xmlns:p14="http://schemas.microsoft.com/office/powerpoint/2010/main" val="318819788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DA0B14-F878-567F-70E0-0620B7F48EE5}"/>
              </a:ext>
            </a:extLst>
          </p:cNvPr>
          <p:cNvSpPr>
            <a:spLocks noGrp="1"/>
          </p:cNvSpPr>
          <p:nvPr>
            <p:ph type="title"/>
          </p:nvPr>
        </p:nvSpPr>
        <p:spPr/>
        <p:txBody>
          <a:bodyPr/>
          <a:lstStyle/>
          <a:p>
            <a:r>
              <a:rPr lang="en-IN" b="1" i="0" dirty="0">
                <a:solidFill>
                  <a:srgbClr val="333333"/>
                </a:solidFill>
                <a:effectLst/>
                <a:highlight>
                  <a:srgbClr val="FBFAFA"/>
                </a:highlight>
                <a:latin typeface="GT Walsheim LC"/>
              </a:rPr>
              <a:t>Query caching</a:t>
            </a:r>
            <a:endParaRPr lang="en-IN" dirty="0"/>
          </a:p>
        </p:txBody>
      </p:sp>
      <p:sp>
        <p:nvSpPr>
          <p:cNvPr id="3" name="Content Placeholder 2">
            <a:extLst>
              <a:ext uri="{FF2B5EF4-FFF2-40B4-BE49-F238E27FC236}">
                <a16:creationId xmlns:a16="http://schemas.microsoft.com/office/drawing/2014/main" id="{E99B7B29-22F9-F885-B046-80733849B516}"/>
              </a:ext>
            </a:extLst>
          </p:cNvPr>
          <p:cNvSpPr>
            <a:spLocks noGrp="1"/>
          </p:cNvSpPr>
          <p:nvPr>
            <p:ph idx="1"/>
          </p:nvPr>
        </p:nvSpPr>
        <p:spPr/>
        <p:txBody>
          <a:bodyPr/>
          <a:lstStyle/>
          <a:p>
            <a:r>
              <a:rPr lang="en-US" b="0" i="0" dirty="0">
                <a:solidFill>
                  <a:srgbClr val="222222"/>
                </a:solidFill>
                <a:effectLst/>
                <a:highlight>
                  <a:srgbClr val="FBFAFA"/>
                </a:highlight>
                <a:latin typeface="GT Walsheim LC"/>
              </a:rPr>
              <a:t>“query caching mechanisms to store and retrieve precomputed query results for frequently executed read-heavy queries. By leveraging technologies like </a:t>
            </a:r>
            <a:r>
              <a:rPr lang="en-US" b="0" i="0" dirty="0" err="1">
                <a:solidFill>
                  <a:srgbClr val="222222"/>
                </a:solidFill>
                <a:effectLst/>
                <a:highlight>
                  <a:srgbClr val="FBFAFA"/>
                </a:highlight>
                <a:latin typeface="GT Walsheim LC"/>
              </a:rPr>
              <a:t>memcached</a:t>
            </a:r>
            <a:r>
              <a:rPr lang="en-US" b="0" i="0" dirty="0">
                <a:solidFill>
                  <a:srgbClr val="222222"/>
                </a:solidFill>
                <a:effectLst/>
                <a:highlight>
                  <a:srgbClr val="FBFAFA"/>
                </a:highlight>
                <a:latin typeface="GT Walsheim LC"/>
              </a:rPr>
              <a:t> and Redis, I reduced the load on the database server and improved the overall application response time.”</a:t>
            </a:r>
            <a:endParaRPr lang="en-IN" dirty="0"/>
          </a:p>
        </p:txBody>
      </p:sp>
    </p:spTree>
    <p:extLst>
      <p:ext uri="{BB962C8B-B14F-4D97-AF65-F5344CB8AC3E}">
        <p14:creationId xmlns:p14="http://schemas.microsoft.com/office/powerpoint/2010/main" val="417527843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ED85BE1-70D8-2D2F-726D-524A3D028A71}"/>
              </a:ext>
            </a:extLst>
          </p:cNvPr>
          <p:cNvSpPr txBox="1"/>
          <p:nvPr/>
        </p:nvSpPr>
        <p:spPr>
          <a:xfrm>
            <a:off x="383458" y="513424"/>
            <a:ext cx="11356258" cy="3293209"/>
          </a:xfrm>
          <a:prstGeom prst="rect">
            <a:avLst/>
          </a:prstGeom>
          <a:noFill/>
        </p:spPr>
        <p:txBody>
          <a:bodyPr wrap="square">
            <a:spAutoFit/>
          </a:bodyPr>
          <a:lstStyle/>
          <a:p>
            <a:pPr algn="l"/>
            <a:r>
              <a:rPr lang="en-US" sz="2800" b="1" i="0" dirty="0">
                <a:solidFill>
                  <a:srgbClr val="222222"/>
                </a:solidFill>
                <a:effectLst/>
                <a:highlight>
                  <a:srgbClr val="FBFAFA"/>
                </a:highlight>
                <a:latin typeface="GT Walsheim LC"/>
              </a:rPr>
              <a:t>What are triggers in Oracle PL/SQL, and what are their types?</a:t>
            </a:r>
          </a:p>
          <a:p>
            <a:pPr algn="l"/>
            <a:endParaRPr lang="en-US" dirty="0">
              <a:solidFill>
                <a:srgbClr val="222222"/>
              </a:solidFill>
              <a:highlight>
                <a:srgbClr val="FBFAFA"/>
              </a:highlight>
              <a:latin typeface="GT Walsheim LC"/>
            </a:endParaRPr>
          </a:p>
          <a:p>
            <a:pPr algn="l"/>
            <a:r>
              <a:rPr lang="en-US" sz="2400" b="0" i="0" dirty="0">
                <a:solidFill>
                  <a:srgbClr val="333333"/>
                </a:solidFill>
                <a:effectLst/>
                <a:highlight>
                  <a:srgbClr val="FBFAFA"/>
                </a:highlight>
                <a:latin typeface="GT Walsheim LC"/>
              </a:rPr>
              <a:t>Triggers in Oracle PL/SQL are programs that automatically execute in response to events like database modifications or system-level events. They enforce rules, maintain data integrity, and automate tasks. There are two types: row-level triggers (fire for each affected row) and statement-level triggers (fire once per event). Triggers are valuable for enforcing constraints, automating actions, and implementing business logic in the database.</a:t>
            </a:r>
            <a:endParaRPr lang="en-US" sz="2400" b="0" i="0" dirty="0">
              <a:solidFill>
                <a:srgbClr val="222222"/>
              </a:solidFill>
              <a:effectLst/>
              <a:highlight>
                <a:srgbClr val="FBFAFA"/>
              </a:highlight>
              <a:latin typeface="GT Walsheim LC"/>
            </a:endParaRPr>
          </a:p>
          <a:p>
            <a:pPr algn="l"/>
            <a:endParaRPr lang="en-US" b="0" i="0" dirty="0">
              <a:solidFill>
                <a:srgbClr val="222222"/>
              </a:solidFill>
              <a:effectLst/>
              <a:highlight>
                <a:srgbClr val="FBFAFA"/>
              </a:highlight>
              <a:latin typeface="GT Walsheim LC"/>
            </a:endParaRPr>
          </a:p>
        </p:txBody>
      </p:sp>
    </p:spTree>
    <p:extLst>
      <p:ext uri="{BB962C8B-B14F-4D97-AF65-F5344CB8AC3E}">
        <p14:creationId xmlns:p14="http://schemas.microsoft.com/office/powerpoint/2010/main" val="233020940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 name="Table 10">
            <a:extLst>
              <a:ext uri="{FF2B5EF4-FFF2-40B4-BE49-F238E27FC236}">
                <a16:creationId xmlns:a16="http://schemas.microsoft.com/office/drawing/2014/main" id="{0D9CCE6E-3C77-9269-FACB-E5E43626CD80}"/>
              </a:ext>
            </a:extLst>
          </p:cNvPr>
          <p:cNvGraphicFramePr>
            <a:graphicFrameLocks noGrp="1"/>
          </p:cNvGraphicFramePr>
          <p:nvPr>
            <p:extLst>
              <p:ext uri="{D42A27DB-BD31-4B8C-83A1-F6EECF244321}">
                <p14:modId xmlns:p14="http://schemas.microsoft.com/office/powerpoint/2010/main" val="1800573847"/>
              </p:ext>
            </p:extLst>
          </p:nvPr>
        </p:nvGraphicFramePr>
        <p:xfrm>
          <a:off x="403123" y="314633"/>
          <a:ext cx="10510683" cy="6351635"/>
        </p:xfrm>
        <a:graphic>
          <a:graphicData uri="http://schemas.openxmlformats.org/drawingml/2006/table">
            <a:tbl>
              <a:tblPr/>
              <a:tblGrid>
                <a:gridCol w="3503561">
                  <a:extLst>
                    <a:ext uri="{9D8B030D-6E8A-4147-A177-3AD203B41FA5}">
                      <a16:colId xmlns:a16="http://schemas.microsoft.com/office/drawing/2014/main" val="3862671937"/>
                    </a:ext>
                  </a:extLst>
                </a:gridCol>
                <a:gridCol w="3503561">
                  <a:extLst>
                    <a:ext uri="{9D8B030D-6E8A-4147-A177-3AD203B41FA5}">
                      <a16:colId xmlns:a16="http://schemas.microsoft.com/office/drawing/2014/main" val="1877533376"/>
                    </a:ext>
                  </a:extLst>
                </a:gridCol>
                <a:gridCol w="3503561">
                  <a:extLst>
                    <a:ext uri="{9D8B030D-6E8A-4147-A177-3AD203B41FA5}">
                      <a16:colId xmlns:a16="http://schemas.microsoft.com/office/drawing/2014/main" val="4160556920"/>
                    </a:ext>
                  </a:extLst>
                </a:gridCol>
              </a:tblGrid>
              <a:tr h="279193">
                <a:tc>
                  <a:txBody>
                    <a:bodyPr/>
                    <a:lstStyle/>
                    <a:p>
                      <a:pPr algn="ctr" fontAlgn="t"/>
                      <a:r>
                        <a:rPr lang="en-IN" sz="1400" b="0">
                          <a:solidFill>
                            <a:srgbClr val="FFFFFF"/>
                          </a:solidFill>
                          <a:effectLst/>
                          <a:highlight>
                            <a:srgbClr val="008DD9"/>
                          </a:highlight>
                        </a:rPr>
                        <a:t>Parameters</a:t>
                      </a:r>
                      <a:endParaRPr lang="en-IN" sz="1400">
                        <a:solidFill>
                          <a:srgbClr val="FFFFFF"/>
                        </a:solidFill>
                        <a:effectLst/>
                        <a:highlight>
                          <a:srgbClr val="008DD9"/>
                        </a:highlight>
                      </a:endParaRPr>
                    </a:p>
                  </a:txBody>
                  <a:tcPr marL="47817" marR="47817" marT="23908" marB="23908">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008DD9"/>
                    </a:solidFill>
                  </a:tcPr>
                </a:tc>
                <a:tc>
                  <a:txBody>
                    <a:bodyPr/>
                    <a:lstStyle/>
                    <a:p>
                      <a:pPr algn="ctr" fontAlgn="t"/>
                      <a:r>
                        <a:rPr lang="en-IN" sz="1400" b="0" dirty="0">
                          <a:solidFill>
                            <a:srgbClr val="FFFFFF"/>
                          </a:solidFill>
                          <a:effectLst/>
                          <a:highlight>
                            <a:srgbClr val="008DD9"/>
                          </a:highlight>
                        </a:rPr>
                        <a:t>DBMS</a:t>
                      </a:r>
                      <a:endParaRPr lang="en-IN" sz="1400" dirty="0">
                        <a:solidFill>
                          <a:srgbClr val="FFFFFF"/>
                        </a:solidFill>
                        <a:effectLst/>
                        <a:highlight>
                          <a:srgbClr val="008DD9"/>
                        </a:highlight>
                      </a:endParaRPr>
                    </a:p>
                  </a:txBody>
                  <a:tcPr marL="47817" marR="47817" marT="23908" marB="23908">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008DD9"/>
                    </a:solidFill>
                  </a:tcPr>
                </a:tc>
                <a:tc>
                  <a:txBody>
                    <a:bodyPr/>
                    <a:lstStyle/>
                    <a:p>
                      <a:pPr algn="ctr" fontAlgn="t"/>
                      <a:r>
                        <a:rPr lang="en-IN" sz="1400" b="0">
                          <a:solidFill>
                            <a:srgbClr val="FFFFFF"/>
                          </a:solidFill>
                          <a:effectLst/>
                          <a:highlight>
                            <a:srgbClr val="008DD9"/>
                          </a:highlight>
                        </a:rPr>
                        <a:t>RDBMS</a:t>
                      </a:r>
                      <a:endParaRPr lang="en-IN" sz="1400">
                        <a:solidFill>
                          <a:srgbClr val="FFFFFF"/>
                        </a:solidFill>
                        <a:effectLst/>
                        <a:highlight>
                          <a:srgbClr val="008DD9"/>
                        </a:highlight>
                      </a:endParaRPr>
                    </a:p>
                  </a:txBody>
                  <a:tcPr marL="47817" marR="47817" marT="23908" marB="23908">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008DD9"/>
                    </a:solidFill>
                  </a:tcPr>
                </a:tc>
                <a:extLst>
                  <a:ext uri="{0D108BD9-81ED-4DB2-BD59-A6C34878D82A}">
                    <a16:rowId xmlns:a16="http://schemas.microsoft.com/office/drawing/2014/main" val="4224237595"/>
                  </a:ext>
                </a:extLst>
              </a:tr>
              <a:tr h="488587">
                <a:tc>
                  <a:txBody>
                    <a:bodyPr/>
                    <a:lstStyle/>
                    <a:p>
                      <a:pPr fontAlgn="t"/>
                      <a:r>
                        <a:rPr lang="en-IN" sz="1400" b="0">
                          <a:effectLst/>
                        </a:rPr>
                        <a:t>Access</a:t>
                      </a:r>
                      <a:endParaRPr lang="en-IN" sz="1400">
                        <a:effectLst/>
                      </a:endParaRPr>
                    </a:p>
                  </a:txBody>
                  <a:tcPr marL="47817" marR="47817" marT="23908" marB="23908">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r>
                        <a:rPr lang="en-US" sz="1400" b="0">
                          <a:effectLst/>
                        </a:rPr>
                        <a:t>Data elements need to be accessed separately</a:t>
                      </a:r>
                      <a:endParaRPr lang="en-US" sz="1400">
                        <a:effectLst/>
                      </a:endParaRPr>
                    </a:p>
                  </a:txBody>
                  <a:tcPr marL="47817" marR="47817" marT="23908" marB="23908">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r>
                        <a:rPr lang="en-US" sz="1400" b="0">
                          <a:effectLst/>
                        </a:rPr>
                        <a:t>Multiple data elements can be accessed at the same time</a:t>
                      </a:r>
                      <a:endParaRPr lang="en-US" sz="1400">
                        <a:effectLst/>
                      </a:endParaRPr>
                    </a:p>
                  </a:txBody>
                  <a:tcPr marL="47817" marR="47817" marT="23908" marB="23908">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650614939"/>
                  </a:ext>
                </a:extLst>
              </a:tr>
              <a:tr h="488587">
                <a:tc>
                  <a:txBody>
                    <a:bodyPr/>
                    <a:lstStyle/>
                    <a:p>
                      <a:pPr fontAlgn="t"/>
                      <a:r>
                        <a:rPr lang="en-IN" sz="1400" b="0" dirty="0">
                          <a:effectLst/>
                        </a:rPr>
                        <a:t>Relationship Between Data</a:t>
                      </a:r>
                      <a:endParaRPr lang="en-IN" sz="1400" dirty="0">
                        <a:effectLst/>
                      </a:endParaRPr>
                    </a:p>
                  </a:txBody>
                  <a:tcPr marL="47817" marR="47817" marT="23908" marB="23908">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r>
                        <a:rPr lang="en-IN" sz="1800" b="0" dirty="0">
                          <a:effectLst/>
                        </a:rPr>
                        <a:t>No relationship between data</a:t>
                      </a:r>
                      <a:endParaRPr lang="en-IN" sz="1800" dirty="0">
                        <a:effectLst/>
                      </a:endParaRPr>
                    </a:p>
                  </a:txBody>
                  <a:tcPr marL="47817" marR="47817" marT="23908" marB="23908">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r>
                        <a:rPr lang="en-US" sz="1400" b="0">
                          <a:effectLst/>
                        </a:rPr>
                        <a:t>Data in tables are related to each other</a:t>
                      </a:r>
                      <a:endParaRPr lang="en-US" sz="1400">
                        <a:effectLst/>
                      </a:endParaRPr>
                    </a:p>
                  </a:txBody>
                  <a:tcPr marL="47817" marR="47817" marT="23908" marB="23908">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983673880"/>
                  </a:ext>
                </a:extLst>
              </a:tr>
              <a:tr h="279193">
                <a:tc>
                  <a:txBody>
                    <a:bodyPr/>
                    <a:lstStyle/>
                    <a:p>
                      <a:pPr fontAlgn="t"/>
                      <a:r>
                        <a:rPr lang="en-IN" sz="1400" b="0">
                          <a:effectLst/>
                        </a:rPr>
                        <a:t>Normalization</a:t>
                      </a:r>
                      <a:endParaRPr lang="en-IN" sz="1400">
                        <a:effectLst/>
                      </a:endParaRPr>
                    </a:p>
                  </a:txBody>
                  <a:tcPr marL="47817" marR="47817" marT="23908" marB="23908">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r>
                        <a:rPr lang="en-IN" sz="1400" b="0">
                          <a:effectLst/>
                        </a:rPr>
                        <a:t>It is not present</a:t>
                      </a:r>
                      <a:endParaRPr lang="en-IN" sz="1400">
                        <a:effectLst/>
                      </a:endParaRPr>
                    </a:p>
                  </a:txBody>
                  <a:tcPr marL="47817" marR="47817" marT="23908" marB="23908">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r>
                        <a:rPr lang="en-IN" sz="1400" b="0">
                          <a:effectLst/>
                        </a:rPr>
                        <a:t>It is present</a:t>
                      </a:r>
                      <a:endParaRPr lang="en-IN" sz="1400">
                        <a:effectLst/>
                      </a:endParaRPr>
                    </a:p>
                  </a:txBody>
                  <a:tcPr marL="47817" marR="47817" marT="23908" marB="23908">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800985186"/>
                  </a:ext>
                </a:extLst>
              </a:tr>
              <a:tr h="488587">
                <a:tc>
                  <a:txBody>
                    <a:bodyPr/>
                    <a:lstStyle/>
                    <a:p>
                      <a:pPr fontAlgn="t"/>
                      <a:r>
                        <a:rPr lang="en-IN" sz="1400" b="0">
                          <a:effectLst/>
                        </a:rPr>
                        <a:t>Distributed Database</a:t>
                      </a:r>
                      <a:endParaRPr lang="en-IN" sz="1400">
                        <a:effectLst/>
                      </a:endParaRPr>
                    </a:p>
                  </a:txBody>
                  <a:tcPr marL="47817" marR="47817" marT="23908" marB="23908">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r>
                        <a:rPr lang="en-US" sz="1400" b="0" dirty="0">
                          <a:effectLst/>
                        </a:rPr>
                        <a:t>It does not support distributed databases.</a:t>
                      </a:r>
                      <a:endParaRPr lang="en-US" sz="1400" dirty="0">
                        <a:effectLst/>
                      </a:endParaRPr>
                    </a:p>
                  </a:txBody>
                  <a:tcPr marL="47817" marR="47817" marT="23908" marB="23908">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r>
                        <a:rPr lang="en-IN" sz="1400" b="0">
                          <a:effectLst/>
                        </a:rPr>
                        <a:t>It supports distributed database</a:t>
                      </a:r>
                      <a:endParaRPr lang="en-IN" sz="1400">
                        <a:effectLst/>
                      </a:endParaRPr>
                    </a:p>
                  </a:txBody>
                  <a:tcPr marL="47817" marR="47817" marT="23908" marB="23908">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603343352"/>
                  </a:ext>
                </a:extLst>
              </a:tr>
              <a:tr h="907378">
                <a:tc>
                  <a:txBody>
                    <a:bodyPr/>
                    <a:lstStyle/>
                    <a:p>
                      <a:pPr fontAlgn="t"/>
                      <a:r>
                        <a:rPr lang="en-IN" sz="1400" b="0">
                          <a:effectLst/>
                        </a:rPr>
                        <a:t>Data Storage Format</a:t>
                      </a:r>
                      <a:endParaRPr lang="en-IN" sz="1400">
                        <a:effectLst/>
                      </a:endParaRPr>
                    </a:p>
                  </a:txBody>
                  <a:tcPr marL="47817" marR="47817" marT="23908" marB="23908">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r>
                        <a:rPr lang="en-US" sz="1400" b="0">
                          <a:effectLst/>
                        </a:rPr>
                        <a:t>Data is stored in either a navigational or hierarchical form</a:t>
                      </a:r>
                      <a:endParaRPr lang="en-US" sz="1400">
                        <a:effectLst/>
                      </a:endParaRPr>
                    </a:p>
                  </a:txBody>
                  <a:tcPr marL="47817" marR="47817" marT="23908" marB="23908">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r>
                        <a:rPr lang="en-US" sz="1400" b="0">
                          <a:effectLst/>
                        </a:rPr>
                        <a:t>Data is stored in a tabular structure with headers being the column names and the rows containing the corresponding values</a:t>
                      </a:r>
                      <a:endParaRPr lang="en-US" sz="1400">
                        <a:effectLst/>
                      </a:endParaRPr>
                    </a:p>
                  </a:txBody>
                  <a:tcPr marL="47817" marR="47817" marT="23908" marB="23908">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2511762874"/>
                  </a:ext>
                </a:extLst>
              </a:tr>
              <a:tr h="488587">
                <a:tc>
                  <a:txBody>
                    <a:bodyPr/>
                    <a:lstStyle/>
                    <a:p>
                      <a:pPr fontAlgn="t"/>
                      <a:r>
                        <a:rPr lang="en-IN" sz="1400" b="0">
                          <a:effectLst/>
                        </a:rPr>
                        <a:t>Amount of Data</a:t>
                      </a:r>
                      <a:endParaRPr lang="en-IN" sz="1400">
                        <a:effectLst/>
                      </a:endParaRPr>
                    </a:p>
                  </a:txBody>
                  <a:tcPr marL="47817" marR="47817" marT="23908" marB="23908">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r>
                        <a:rPr lang="en-US" sz="1400" b="0">
                          <a:effectLst/>
                        </a:rPr>
                        <a:t>It deals with a small quantity of data</a:t>
                      </a:r>
                      <a:endParaRPr lang="en-US" sz="1400">
                        <a:effectLst/>
                      </a:endParaRPr>
                    </a:p>
                  </a:txBody>
                  <a:tcPr marL="47817" marR="47817" marT="23908" marB="23908">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r>
                        <a:rPr lang="en-US" sz="1400" b="0">
                          <a:effectLst/>
                        </a:rPr>
                        <a:t>It deals with a larger amount of data</a:t>
                      </a:r>
                      <a:endParaRPr lang="en-US" sz="1400">
                        <a:effectLst/>
                      </a:endParaRPr>
                    </a:p>
                  </a:txBody>
                  <a:tcPr marL="47817" marR="47817" marT="23908" marB="23908">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683456194"/>
                  </a:ext>
                </a:extLst>
              </a:tr>
              <a:tr h="488587">
                <a:tc>
                  <a:txBody>
                    <a:bodyPr/>
                    <a:lstStyle/>
                    <a:p>
                      <a:pPr fontAlgn="t"/>
                      <a:r>
                        <a:rPr lang="en-IN" sz="1400" b="0">
                          <a:effectLst/>
                        </a:rPr>
                        <a:t>Data Redundancy</a:t>
                      </a:r>
                      <a:endParaRPr lang="en-IN" sz="1400">
                        <a:effectLst/>
                      </a:endParaRPr>
                    </a:p>
                  </a:txBody>
                  <a:tcPr marL="47817" marR="47817" marT="23908" marB="23908">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r>
                        <a:rPr lang="en-IN" sz="1400" b="0">
                          <a:effectLst/>
                        </a:rPr>
                        <a:t>It is prevalent</a:t>
                      </a:r>
                      <a:endParaRPr lang="en-IN" sz="1400">
                        <a:effectLst/>
                      </a:endParaRPr>
                    </a:p>
                  </a:txBody>
                  <a:tcPr marL="47817" marR="47817" marT="23908" marB="23908">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r>
                        <a:rPr lang="en-US" sz="1400" b="0">
                          <a:effectLst/>
                        </a:rPr>
                        <a:t>Keys and indexes do not allow data redundancy</a:t>
                      </a:r>
                      <a:endParaRPr lang="en-US" sz="1400">
                        <a:effectLst/>
                      </a:endParaRPr>
                    </a:p>
                  </a:txBody>
                  <a:tcPr marL="47817" marR="47817" marT="23908" marB="23908">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792256655"/>
                  </a:ext>
                </a:extLst>
              </a:tr>
              <a:tr h="279193">
                <a:tc>
                  <a:txBody>
                    <a:bodyPr/>
                    <a:lstStyle/>
                    <a:p>
                      <a:pPr fontAlgn="t"/>
                      <a:r>
                        <a:rPr lang="en-IN" sz="1400" b="0">
                          <a:effectLst/>
                        </a:rPr>
                        <a:t>Number of Users</a:t>
                      </a:r>
                      <a:endParaRPr lang="en-IN" sz="1400">
                        <a:effectLst/>
                      </a:endParaRPr>
                    </a:p>
                  </a:txBody>
                  <a:tcPr marL="47817" marR="47817" marT="23908" marB="23908">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r>
                        <a:rPr lang="en-US" sz="1400" b="0">
                          <a:effectLst/>
                        </a:rPr>
                        <a:t>It supports a single user</a:t>
                      </a:r>
                      <a:endParaRPr lang="en-US" sz="1400">
                        <a:effectLst/>
                      </a:endParaRPr>
                    </a:p>
                  </a:txBody>
                  <a:tcPr marL="47817" marR="47817" marT="23908" marB="23908">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r>
                        <a:rPr lang="en-IN" sz="1400" b="0">
                          <a:effectLst/>
                        </a:rPr>
                        <a:t>It supports multiple users</a:t>
                      </a:r>
                      <a:endParaRPr lang="en-IN" sz="1400">
                        <a:effectLst/>
                      </a:endParaRPr>
                    </a:p>
                  </a:txBody>
                  <a:tcPr marL="47817" marR="47817" marT="23908" marB="23908">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196168459"/>
                  </a:ext>
                </a:extLst>
              </a:tr>
              <a:tr h="488587">
                <a:tc>
                  <a:txBody>
                    <a:bodyPr/>
                    <a:lstStyle/>
                    <a:p>
                      <a:pPr fontAlgn="t"/>
                      <a:r>
                        <a:rPr lang="en-IN" sz="1400" b="0">
                          <a:effectLst/>
                        </a:rPr>
                        <a:t>Data Fetching</a:t>
                      </a:r>
                      <a:endParaRPr lang="en-IN" sz="1400">
                        <a:effectLst/>
                      </a:endParaRPr>
                    </a:p>
                  </a:txBody>
                  <a:tcPr marL="47817" marR="47817" marT="23908" marB="23908">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r>
                        <a:rPr lang="en-US" sz="1400" b="0">
                          <a:effectLst/>
                        </a:rPr>
                        <a:t>It is slower for large amounts of data</a:t>
                      </a:r>
                      <a:endParaRPr lang="en-US" sz="1400">
                        <a:effectLst/>
                      </a:endParaRPr>
                    </a:p>
                  </a:txBody>
                  <a:tcPr marL="47817" marR="47817" marT="23908" marB="23908">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r>
                        <a:rPr lang="en-US" sz="1400" b="0">
                          <a:effectLst/>
                        </a:rPr>
                        <a:t>It is speedy due to the relational approach</a:t>
                      </a:r>
                      <a:endParaRPr lang="en-US" sz="1400">
                        <a:effectLst/>
                      </a:endParaRPr>
                    </a:p>
                  </a:txBody>
                  <a:tcPr marL="47817" marR="47817" marT="23908" marB="23908">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1242923812"/>
                  </a:ext>
                </a:extLst>
              </a:tr>
              <a:tr h="488587">
                <a:tc>
                  <a:txBody>
                    <a:bodyPr/>
                    <a:lstStyle/>
                    <a:p>
                      <a:pPr fontAlgn="t"/>
                      <a:r>
                        <a:rPr lang="en-IN" sz="1400" b="0">
                          <a:effectLst/>
                        </a:rPr>
                        <a:t>Data Security</a:t>
                      </a:r>
                      <a:endParaRPr lang="en-IN" sz="1400">
                        <a:effectLst/>
                      </a:endParaRPr>
                    </a:p>
                  </a:txBody>
                  <a:tcPr marL="47817" marR="47817" marT="23908" marB="23908">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r>
                        <a:rPr lang="en-US" sz="1400" b="0">
                          <a:effectLst/>
                        </a:rPr>
                        <a:t>Low-security levels when it comes to data manipulation</a:t>
                      </a:r>
                      <a:endParaRPr lang="en-US" sz="1400">
                        <a:effectLst/>
                      </a:endParaRPr>
                    </a:p>
                  </a:txBody>
                  <a:tcPr marL="47817" marR="47817" marT="23908" marB="23908">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r>
                        <a:rPr lang="en-US" sz="1400" b="0">
                          <a:effectLst/>
                        </a:rPr>
                        <a:t>Multiple levels of </a:t>
                      </a:r>
                      <a:r>
                        <a:rPr lang="en-US" sz="1400" b="0" u="none" strike="noStrike">
                          <a:effectLst/>
                          <a:hlinkClick r:id="rId2"/>
                        </a:rPr>
                        <a:t>data security</a:t>
                      </a:r>
                      <a:r>
                        <a:rPr lang="en-US" sz="1400" b="0">
                          <a:effectLst/>
                        </a:rPr>
                        <a:t> exist</a:t>
                      </a:r>
                      <a:endParaRPr lang="en-US" sz="1400">
                        <a:effectLst/>
                      </a:endParaRPr>
                    </a:p>
                  </a:txBody>
                  <a:tcPr marL="47817" marR="47817" marT="23908" marB="23908">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1655121780"/>
                  </a:ext>
                </a:extLst>
              </a:tr>
              <a:tr h="488587">
                <a:tc>
                  <a:txBody>
                    <a:bodyPr/>
                    <a:lstStyle/>
                    <a:p>
                      <a:pPr fontAlgn="t"/>
                      <a:r>
                        <a:rPr lang="en-IN" sz="1400" b="0">
                          <a:effectLst/>
                        </a:rPr>
                        <a:t>Software and Hardware Requirements</a:t>
                      </a:r>
                      <a:endParaRPr lang="en-IN" sz="1400">
                        <a:effectLst/>
                      </a:endParaRPr>
                    </a:p>
                  </a:txBody>
                  <a:tcPr marL="47817" marR="47817" marT="23908" marB="23908">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r>
                        <a:rPr lang="en-IN" sz="1400" b="0">
                          <a:effectLst/>
                        </a:rPr>
                        <a:t>Low</a:t>
                      </a:r>
                      <a:endParaRPr lang="en-IN" sz="1400">
                        <a:effectLst/>
                      </a:endParaRPr>
                    </a:p>
                  </a:txBody>
                  <a:tcPr marL="47817" marR="47817" marT="23908" marB="23908">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r>
                        <a:rPr lang="en-IN" sz="1400" b="0">
                          <a:effectLst/>
                        </a:rPr>
                        <a:t>High</a:t>
                      </a:r>
                      <a:endParaRPr lang="en-IN" sz="1400">
                        <a:effectLst/>
                      </a:endParaRPr>
                    </a:p>
                  </a:txBody>
                  <a:tcPr marL="47817" marR="47817" marT="23908" marB="23908">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3244479941"/>
                  </a:ext>
                </a:extLst>
              </a:tr>
              <a:tr h="697982">
                <a:tc>
                  <a:txBody>
                    <a:bodyPr/>
                    <a:lstStyle/>
                    <a:p>
                      <a:pPr fontAlgn="t"/>
                      <a:r>
                        <a:rPr lang="en-IN" sz="1400" b="0">
                          <a:effectLst/>
                        </a:rPr>
                        <a:t>Examples</a:t>
                      </a:r>
                      <a:endParaRPr lang="en-IN" sz="1400">
                        <a:effectLst/>
                      </a:endParaRPr>
                    </a:p>
                  </a:txBody>
                  <a:tcPr marL="47817" marR="47817" marT="23908" marB="23908">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r>
                        <a:rPr lang="en-IN" sz="1400" b="0" u="none" strike="noStrike">
                          <a:effectLst/>
                          <a:hlinkClick r:id="rId3"/>
                        </a:rPr>
                        <a:t>XML</a:t>
                      </a:r>
                      <a:r>
                        <a:rPr lang="en-IN" sz="1400" b="0">
                          <a:effectLst/>
                        </a:rPr>
                        <a:t>, Window Registry, etc.</a:t>
                      </a:r>
                      <a:endParaRPr lang="en-IN" sz="1400">
                        <a:effectLst/>
                      </a:endParaRPr>
                    </a:p>
                  </a:txBody>
                  <a:tcPr marL="47817" marR="47817" marT="23908" marB="23908">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r>
                        <a:rPr lang="fr-FR" sz="1400" b="0" dirty="0">
                          <a:effectLst/>
                        </a:rPr>
                        <a:t>MySQL, SQL Server, Oracle, </a:t>
                      </a:r>
                      <a:r>
                        <a:rPr lang="fr-FR" sz="1400" b="0" u="none" strike="noStrike" dirty="0">
                          <a:effectLst/>
                          <a:hlinkClick r:id="rId4"/>
                        </a:rPr>
                        <a:t>Microsoft Access</a:t>
                      </a:r>
                      <a:r>
                        <a:rPr lang="fr-FR" sz="1400" b="0" dirty="0">
                          <a:effectLst/>
                        </a:rPr>
                        <a:t>, PostgreSQL, etc.</a:t>
                      </a:r>
                      <a:endParaRPr lang="fr-FR" sz="1400" dirty="0">
                        <a:effectLst/>
                      </a:endParaRPr>
                    </a:p>
                  </a:txBody>
                  <a:tcPr marL="47817" marR="47817" marT="23908" marB="23908">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3905450355"/>
                  </a:ext>
                </a:extLst>
              </a:tr>
            </a:tbl>
          </a:graphicData>
        </a:graphic>
      </p:graphicFrame>
    </p:spTree>
    <p:extLst>
      <p:ext uri="{BB962C8B-B14F-4D97-AF65-F5344CB8AC3E}">
        <p14:creationId xmlns:p14="http://schemas.microsoft.com/office/powerpoint/2010/main" val="208624119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5A321326-D267-B76A-05D6-32CDFE65E688}"/>
              </a:ext>
            </a:extLst>
          </p:cNvPr>
          <p:cNvGraphicFramePr>
            <a:graphicFrameLocks noGrp="1"/>
          </p:cNvGraphicFramePr>
          <p:nvPr>
            <p:extLst>
              <p:ext uri="{D42A27DB-BD31-4B8C-83A1-F6EECF244321}">
                <p14:modId xmlns:p14="http://schemas.microsoft.com/office/powerpoint/2010/main" val="1787871336"/>
              </p:ext>
            </p:extLst>
          </p:nvPr>
        </p:nvGraphicFramePr>
        <p:xfrm>
          <a:off x="501445" y="167149"/>
          <a:ext cx="10658168" cy="6030082"/>
        </p:xfrm>
        <a:graphic>
          <a:graphicData uri="http://schemas.openxmlformats.org/drawingml/2006/table">
            <a:tbl>
              <a:tblPr/>
              <a:tblGrid>
                <a:gridCol w="5494800">
                  <a:extLst>
                    <a:ext uri="{9D8B030D-6E8A-4147-A177-3AD203B41FA5}">
                      <a16:colId xmlns:a16="http://schemas.microsoft.com/office/drawing/2014/main" val="2257644789"/>
                    </a:ext>
                  </a:extLst>
                </a:gridCol>
                <a:gridCol w="5163368">
                  <a:extLst>
                    <a:ext uri="{9D8B030D-6E8A-4147-A177-3AD203B41FA5}">
                      <a16:colId xmlns:a16="http://schemas.microsoft.com/office/drawing/2014/main" val="3672279758"/>
                    </a:ext>
                  </a:extLst>
                </a:gridCol>
              </a:tblGrid>
              <a:tr h="375614">
                <a:tc>
                  <a:txBody>
                    <a:bodyPr/>
                    <a:lstStyle/>
                    <a:p>
                      <a:pPr algn="ctr" fontAlgn="t"/>
                      <a:r>
                        <a:rPr lang="en-IN" sz="2000" b="1">
                          <a:solidFill>
                            <a:srgbClr val="FFFFFF"/>
                          </a:solidFill>
                          <a:effectLst/>
                          <a:highlight>
                            <a:srgbClr val="008DD9"/>
                          </a:highlight>
                        </a:rPr>
                        <a:t>SQL</a:t>
                      </a:r>
                      <a:endParaRPr lang="en-IN" sz="2000">
                        <a:solidFill>
                          <a:srgbClr val="FFFFFF"/>
                        </a:solidFill>
                        <a:effectLst/>
                        <a:highlight>
                          <a:srgbClr val="008DD9"/>
                        </a:highlight>
                      </a:endParaRPr>
                    </a:p>
                  </a:txBody>
                  <a:tcPr marL="67990" marR="67990" marT="33995" marB="33995">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008DD9"/>
                    </a:solidFill>
                  </a:tcPr>
                </a:tc>
                <a:tc>
                  <a:txBody>
                    <a:bodyPr/>
                    <a:lstStyle/>
                    <a:p>
                      <a:pPr algn="ctr" fontAlgn="t"/>
                      <a:r>
                        <a:rPr lang="en-IN" sz="2000" b="1">
                          <a:solidFill>
                            <a:srgbClr val="FFFFFF"/>
                          </a:solidFill>
                          <a:effectLst/>
                          <a:highlight>
                            <a:srgbClr val="008DD9"/>
                          </a:highlight>
                        </a:rPr>
                        <a:t>PL/SQL</a:t>
                      </a:r>
                      <a:endParaRPr lang="en-IN" sz="2000">
                        <a:solidFill>
                          <a:srgbClr val="FFFFFF"/>
                        </a:solidFill>
                        <a:effectLst/>
                        <a:highlight>
                          <a:srgbClr val="008DD9"/>
                        </a:highlight>
                      </a:endParaRPr>
                    </a:p>
                  </a:txBody>
                  <a:tcPr marL="67990" marR="67990" marT="33995" marB="33995">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008DD9"/>
                    </a:solidFill>
                  </a:tcPr>
                </a:tc>
                <a:extLst>
                  <a:ext uri="{0D108BD9-81ED-4DB2-BD59-A6C34878D82A}">
                    <a16:rowId xmlns:a16="http://schemas.microsoft.com/office/drawing/2014/main" val="1067970039"/>
                  </a:ext>
                </a:extLst>
              </a:tr>
              <a:tr h="1220743">
                <a:tc>
                  <a:txBody>
                    <a:bodyPr/>
                    <a:lstStyle/>
                    <a:p>
                      <a:pPr fontAlgn="t"/>
                      <a:r>
                        <a:rPr lang="en-US" sz="2000">
                          <a:effectLst/>
                        </a:rPr>
                        <a:t>It is a database structured query language</a:t>
                      </a:r>
                    </a:p>
                  </a:txBody>
                  <a:tcPr marL="67990" marR="67990" marT="33995" marB="33995">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r>
                        <a:rPr lang="en-US" sz="2000">
                          <a:effectLst/>
                        </a:rPr>
                        <a:t>It is a programming language for a database that uses SQL</a:t>
                      </a:r>
                    </a:p>
                  </a:txBody>
                  <a:tcPr marL="67990" marR="67990" marT="33995" marB="33995">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4192355948"/>
                  </a:ext>
                </a:extLst>
              </a:tr>
              <a:tr h="1220743">
                <a:tc>
                  <a:txBody>
                    <a:bodyPr/>
                    <a:lstStyle/>
                    <a:p>
                      <a:pPr fontAlgn="t"/>
                      <a:r>
                        <a:rPr lang="en-US" sz="2000">
                          <a:effectLst/>
                        </a:rPr>
                        <a:t>It is an individual query that is used to execute DML and DDL commands</a:t>
                      </a:r>
                    </a:p>
                  </a:txBody>
                  <a:tcPr marL="67990" marR="67990" marT="33995" marB="33995">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r>
                        <a:rPr lang="en-US" sz="2000">
                          <a:effectLst/>
                        </a:rPr>
                        <a:t>It is a block of codes used to write the entire procedure or a function</a:t>
                      </a:r>
                    </a:p>
                  </a:txBody>
                  <a:tcPr marL="67990" marR="67990" marT="33995" marB="33995">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909291806"/>
                  </a:ext>
                </a:extLst>
              </a:tr>
              <a:tr h="939034">
                <a:tc>
                  <a:txBody>
                    <a:bodyPr/>
                    <a:lstStyle/>
                    <a:p>
                      <a:pPr fontAlgn="t"/>
                      <a:r>
                        <a:rPr lang="en-US" sz="2000" dirty="0">
                          <a:effectLst/>
                        </a:rPr>
                        <a:t>It is a declarative and data-oriented language</a:t>
                      </a:r>
                    </a:p>
                  </a:txBody>
                  <a:tcPr marL="67990" marR="67990" marT="33995" marB="33995">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r>
                        <a:rPr lang="en-US" sz="2000">
                          <a:effectLst/>
                        </a:rPr>
                        <a:t>It is a procedural and application-oriented language</a:t>
                      </a:r>
                    </a:p>
                  </a:txBody>
                  <a:tcPr marL="67990" marR="67990" marT="33995" marB="33995">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2109179475"/>
                  </a:ext>
                </a:extLst>
              </a:tr>
              <a:tr h="657324">
                <a:tc>
                  <a:txBody>
                    <a:bodyPr/>
                    <a:lstStyle/>
                    <a:p>
                      <a:pPr fontAlgn="t"/>
                      <a:r>
                        <a:rPr lang="en-US" sz="2000">
                          <a:effectLst/>
                        </a:rPr>
                        <a:t>It is mainly used for data manipulation</a:t>
                      </a:r>
                    </a:p>
                  </a:txBody>
                  <a:tcPr marL="67990" marR="67990" marT="33995" marB="33995">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r>
                        <a:rPr lang="en-US" sz="2000">
                          <a:effectLst/>
                        </a:rPr>
                        <a:t>It is used for creating applications</a:t>
                      </a:r>
                    </a:p>
                  </a:txBody>
                  <a:tcPr marL="67990" marR="67990" marT="33995" marB="33995">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4042006019"/>
                  </a:ext>
                </a:extLst>
              </a:tr>
              <a:tr h="939034">
                <a:tc>
                  <a:txBody>
                    <a:bodyPr/>
                    <a:lstStyle/>
                    <a:p>
                      <a:pPr fontAlgn="t"/>
                      <a:r>
                        <a:rPr lang="en-US" sz="2000">
                          <a:effectLst/>
                        </a:rPr>
                        <a:t>It provides interaction with the database server</a:t>
                      </a:r>
                    </a:p>
                  </a:txBody>
                  <a:tcPr marL="67990" marR="67990" marT="33995" marB="33995">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r>
                        <a:rPr lang="en-US" sz="2000">
                          <a:effectLst/>
                        </a:rPr>
                        <a:t>It does not provide interaction with the database server</a:t>
                      </a:r>
                    </a:p>
                  </a:txBody>
                  <a:tcPr marL="67990" marR="67990" marT="33995" marB="33995">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983493142"/>
                  </a:ext>
                </a:extLst>
              </a:tr>
              <a:tr h="657324">
                <a:tc>
                  <a:txBody>
                    <a:bodyPr/>
                    <a:lstStyle/>
                    <a:p>
                      <a:pPr fontAlgn="t"/>
                      <a:r>
                        <a:rPr lang="en-US" sz="2000">
                          <a:effectLst/>
                        </a:rPr>
                        <a:t>It cannot contain PL/SQL code</a:t>
                      </a:r>
                    </a:p>
                  </a:txBody>
                  <a:tcPr marL="67990" marR="67990" marT="33995" marB="33995">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r>
                        <a:rPr lang="en-US" sz="2000" dirty="0">
                          <a:effectLst/>
                        </a:rPr>
                        <a:t>It can contain SQL because it is an extension of SQL</a:t>
                      </a:r>
                    </a:p>
                  </a:txBody>
                  <a:tcPr marL="67990" marR="67990" marT="33995" marB="33995">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4278487848"/>
                  </a:ext>
                </a:extLst>
              </a:tr>
            </a:tbl>
          </a:graphicData>
        </a:graphic>
      </p:graphicFrame>
    </p:spTree>
    <p:extLst>
      <p:ext uri="{BB962C8B-B14F-4D97-AF65-F5344CB8AC3E}">
        <p14:creationId xmlns:p14="http://schemas.microsoft.com/office/powerpoint/2010/main" val="406481534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2C5AE09-D525-6519-EE44-D667F7F48D78}"/>
              </a:ext>
            </a:extLst>
          </p:cNvPr>
          <p:cNvSpPr txBox="1"/>
          <p:nvPr/>
        </p:nvSpPr>
        <p:spPr>
          <a:xfrm>
            <a:off x="88489" y="306946"/>
            <a:ext cx="10864645" cy="3416320"/>
          </a:xfrm>
          <a:prstGeom prst="rect">
            <a:avLst/>
          </a:prstGeom>
          <a:noFill/>
        </p:spPr>
        <p:txBody>
          <a:bodyPr wrap="square">
            <a:spAutoFit/>
          </a:bodyPr>
          <a:lstStyle/>
          <a:p>
            <a:pPr algn="l"/>
            <a:r>
              <a:rPr lang="en-US" b="1" i="0" dirty="0">
                <a:solidFill>
                  <a:srgbClr val="3A3A3A"/>
                </a:solidFill>
                <a:effectLst/>
                <a:highlight>
                  <a:srgbClr val="FFFFFF"/>
                </a:highlight>
                <a:latin typeface="Open Sans" panose="020B0606030504020204" pitchFamily="34" charset="0"/>
              </a:rPr>
              <a:t> What are views? Give an example.</a:t>
            </a:r>
          </a:p>
          <a:p>
            <a:pPr algn="l"/>
            <a:endParaRPr lang="en-US" b="1" dirty="0">
              <a:solidFill>
                <a:srgbClr val="3A3A3A"/>
              </a:solidFill>
              <a:highlight>
                <a:srgbClr val="FFFFFF"/>
              </a:highlight>
              <a:latin typeface="Open Sans" panose="020B0606030504020204" pitchFamily="34" charset="0"/>
            </a:endParaRPr>
          </a:p>
          <a:p>
            <a:pPr algn="l"/>
            <a:r>
              <a:rPr lang="en-US" b="0" i="0" dirty="0">
                <a:solidFill>
                  <a:srgbClr val="3A3A3A"/>
                </a:solidFill>
                <a:effectLst/>
                <a:highlight>
                  <a:srgbClr val="FFFFFF"/>
                </a:highlight>
                <a:latin typeface="Open Sans" panose="020B0606030504020204" pitchFamily="34" charset="0"/>
              </a:rPr>
              <a:t>Views are virtual tables used to limit the tables that we want to display. Views are nothing but the result of an SQL statement that has a name associated with it. Since views are not physically present, they take less space to store.</a:t>
            </a:r>
          </a:p>
          <a:p>
            <a:pPr algn="l"/>
            <a:endParaRPr lang="en-US" b="1" i="0" dirty="0">
              <a:solidFill>
                <a:srgbClr val="3A3A3A"/>
              </a:solidFill>
              <a:effectLst/>
              <a:highlight>
                <a:srgbClr val="FFFFFF"/>
              </a:highlight>
              <a:latin typeface="Open Sans" panose="020B0606030504020204" pitchFamily="34" charset="0"/>
            </a:endParaRPr>
          </a:p>
          <a:p>
            <a:pPr algn="l"/>
            <a:r>
              <a:rPr lang="en-US" b="0" i="0" dirty="0">
                <a:solidFill>
                  <a:srgbClr val="3A3A3A"/>
                </a:solidFill>
                <a:effectLst/>
                <a:highlight>
                  <a:srgbClr val="FFFFFF"/>
                </a:highlight>
                <a:latin typeface="Open Sans" panose="020B0606030504020204" pitchFamily="34" charset="0"/>
              </a:rPr>
              <a:t>Let us consider an example. In the following employee table, say we want to perform multiple operations on the records with the gender “Female”. We can create a view-only table for the female employees from the entire employee table.</a:t>
            </a:r>
          </a:p>
          <a:p>
            <a:pPr algn="l"/>
            <a:r>
              <a:rPr lang="en-US" b="0" i="0" dirty="0">
                <a:solidFill>
                  <a:srgbClr val="3A3A3A"/>
                </a:solidFill>
                <a:effectLst/>
                <a:highlight>
                  <a:srgbClr val="FFFFFF"/>
                </a:highlight>
                <a:latin typeface="Open Sans" panose="020B0606030504020204" pitchFamily="34" charset="0"/>
              </a:rPr>
              <a:t>Now, let us implement it on SQL Server.</a:t>
            </a:r>
          </a:p>
          <a:p>
            <a:pPr algn="l"/>
            <a:endParaRPr lang="en-US" b="0" i="0" dirty="0">
              <a:solidFill>
                <a:srgbClr val="3A3A3A"/>
              </a:solidFill>
              <a:effectLst/>
              <a:highlight>
                <a:srgbClr val="FFFFFF"/>
              </a:highlight>
              <a:latin typeface="Open Sans" panose="020B0606030504020204" pitchFamily="34" charset="0"/>
            </a:endParaRPr>
          </a:p>
          <a:p>
            <a:pPr algn="l"/>
            <a:endParaRPr lang="en-US" b="1" i="0" dirty="0">
              <a:solidFill>
                <a:srgbClr val="3A3A3A"/>
              </a:solidFill>
              <a:effectLst/>
              <a:highlight>
                <a:srgbClr val="FFFFFF"/>
              </a:highlight>
              <a:latin typeface="Open Sans" panose="020B0606030504020204" pitchFamily="34" charset="0"/>
            </a:endParaRPr>
          </a:p>
        </p:txBody>
      </p:sp>
      <p:pic>
        <p:nvPicPr>
          <p:cNvPr id="5" name="Picture 4">
            <a:extLst>
              <a:ext uri="{FF2B5EF4-FFF2-40B4-BE49-F238E27FC236}">
                <a16:creationId xmlns:a16="http://schemas.microsoft.com/office/drawing/2014/main" id="{E291DE25-B804-DC8E-766D-B4A9F6105DBC}"/>
              </a:ext>
            </a:extLst>
          </p:cNvPr>
          <p:cNvPicPr>
            <a:picLocks noChangeAspect="1"/>
          </p:cNvPicPr>
          <p:nvPr/>
        </p:nvPicPr>
        <p:blipFill>
          <a:blip r:embed="rId2"/>
          <a:stretch>
            <a:fillRect/>
          </a:stretch>
        </p:blipFill>
        <p:spPr>
          <a:xfrm>
            <a:off x="4212200" y="3313009"/>
            <a:ext cx="5734050" cy="2867025"/>
          </a:xfrm>
          <a:prstGeom prst="rect">
            <a:avLst/>
          </a:prstGeom>
        </p:spPr>
      </p:pic>
    </p:spTree>
    <p:extLst>
      <p:ext uri="{BB962C8B-B14F-4D97-AF65-F5344CB8AC3E}">
        <p14:creationId xmlns:p14="http://schemas.microsoft.com/office/powerpoint/2010/main" val="375275384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descr="output 10">
            <a:extLst>
              <a:ext uri="{FF2B5EF4-FFF2-40B4-BE49-F238E27FC236}">
                <a16:creationId xmlns:a16="http://schemas.microsoft.com/office/drawing/2014/main" id="{9ABDA49C-03A4-0903-59C3-61F4FFC0188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9063" y="749864"/>
            <a:ext cx="5924860" cy="1472226"/>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8F42D68F-8F66-6FB8-F129-8B789747B574}"/>
              </a:ext>
            </a:extLst>
          </p:cNvPr>
          <p:cNvSpPr txBox="1"/>
          <p:nvPr/>
        </p:nvSpPr>
        <p:spPr>
          <a:xfrm>
            <a:off x="707923" y="2694490"/>
            <a:ext cx="10235380" cy="1261884"/>
          </a:xfrm>
          <a:prstGeom prst="rect">
            <a:avLst/>
          </a:prstGeom>
          <a:noFill/>
        </p:spPr>
        <p:txBody>
          <a:bodyPr wrap="square">
            <a:spAutoFit/>
          </a:bodyPr>
          <a:lstStyle/>
          <a:p>
            <a:r>
              <a:rPr lang="en-US" sz="2000" b="1" dirty="0"/>
              <a:t>create view </a:t>
            </a:r>
            <a:r>
              <a:rPr lang="en-US" sz="2000" b="1" dirty="0" err="1"/>
              <a:t>female_employee</a:t>
            </a:r>
            <a:r>
              <a:rPr lang="en-US" sz="2000" b="1" dirty="0"/>
              <a:t> as select * from employee where </a:t>
            </a:r>
            <a:r>
              <a:rPr lang="en-US" sz="2000" b="1" dirty="0" err="1"/>
              <a:t>e_gender</a:t>
            </a:r>
            <a:r>
              <a:rPr lang="en-US" sz="2000" b="1" dirty="0"/>
              <a:t>=’Female’</a:t>
            </a:r>
          </a:p>
          <a:p>
            <a:r>
              <a:rPr lang="en-US" sz="2000" b="1" dirty="0"/>
              <a:t>select * from </a:t>
            </a:r>
            <a:r>
              <a:rPr lang="en-US" sz="2000" b="1" dirty="0" err="1"/>
              <a:t>female_employee</a:t>
            </a:r>
            <a:endParaRPr lang="en-US" sz="2000" b="1" dirty="0"/>
          </a:p>
          <a:p>
            <a:endParaRPr lang="en-US" dirty="0"/>
          </a:p>
          <a:p>
            <a:r>
              <a:rPr lang="en-US" dirty="0" err="1"/>
              <a:t>OutPut</a:t>
            </a:r>
            <a:endParaRPr lang="en-IN" dirty="0"/>
          </a:p>
        </p:txBody>
      </p:sp>
      <p:sp>
        <p:nvSpPr>
          <p:cNvPr id="9" name="TextBox 8">
            <a:extLst>
              <a:ext uri="{FF2B5EF4-FFF2-40B4-BE49-F238E27FC236}">
                <a16:creationId xmlns:a16="http://schemas.microsoft.com/office/drawing/2014/main" id="{656A2326-5892-11E3-8998-CBEE2B1474AA}"/>
              </a:ext>
            </a:extLst>
          </p:cNvPr>
          <p:cNvSpPr txBox="1"/>
          <p:nvPr/>
        </p:nvSpPr>
        <p:spPr>
          <a:xfrm>
            <a:off x="353961" y="240509"/>
            <a:ext cx="6096000" cy="369332"/>
          </a:xfrm>
          <a:prstGeom prst="rect">
            <a:avLst/>
          </a:prstGeom>
          <a:noFill/>
        </p:spPr>
        <p:txBody>
          <a:bodyPr wrap="square">
            <a:spAutoFit/>
          </a:bodyPr>
          <a:lstStyle/>
          <a:p>
            <a:r>
              <a:rPr lang="en-US" dirty="0"/>
              <a:t>This is the employee table:</a:t>
            </a:r>
          </a:p>
        </p:txBody>
      </p:sp>
      <p:pic>
        <p:nvPicPr>
          <p:cNvPr id="10245" name="Picture 5" descr="output 11">
            <a:extLst>
              <a:ext uri="{FF2B5EF4-FFF2-40B4-BE49-F238E27FC236}">
                <a16:creationId xmlns:a16="http://schemas.microsoft.com/office/drawing/2014/main" id="{03E9E65C-9F5E-9A5E-117A-95487868601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13362" y="4306739"/>
            <a:ext cx="6554121" cy="17026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4069012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57435ED2-F18F-BCE5-4EA3-0BAD63CB5B81}"/>
              </a:ext>
            </a:extLst>
          </p:cNvPr>
          <p:cNvGraphicFramePr>
            <a:graphicFrameLocks noGrp="1"/>
          </p:cNvGraphicFramePr>
          <p:nvPr>
            <p:extLst>
              <p:ext uri="{D42A27DB-BD31-4B8C-83A1-F6EECF244321}">
                <p14:modId xmlns:p14="http://schemas.microsoft.com/office/powerpoint/2010/main" val="1495370721"/>
              </p:ext>
            </p:extLst>
          </p:nvPr>
        </p:nvGraphicFramePr>
        <p:xfrm>
          <a:off x="648929" y="403123"/>
          <a:ext cx="10314039" cy="5892376"/>
        </p:xfrm>
        <a:graphic>
          <a:graphicData uri="http://schemas.openxmlformats.org/drawingml/2006/table">
            <a:tbl>
              <a:tblPr/>
              <a:tblGrid>
                <a:gridCol w="4666680">
                  <a:extLst>
                    <a:ext uri="{9D8B030D-6E8A-4147-A177-3AD203B41FA5}">
                      <a16:colId xmlns:a16="http://schemas.microsoft.com/office/drawing/2014/main" val="2866327509"/>
                    </a:ext>
                  </a:extLst>
                </a:gridCol>
                <a:gridCol w="5647359">
                  <a:extLst>
                    <a:ext uri="{9D8B030D-6E8A-4147-A177-3AD203B41FA5}">
                      <a16:colId xmlns:a16="http://schemas.microsoft.com/office/drawing/2014/main" val="1725279410"/>
                    </a:ext>
                  </a:extLst>
                </a:gridCol>
              </a:tblGrid>
              <a:tr h="412417">
                <a:tc>
                  <a:txBody>
                    <a:bodyPr/>
                    <a:lstStyle/>
                    <a:p>
                      <a:pPr algn="ctr" fontAlgn="t"/>
                      <a:r>
                        <a:rPr lang="en-IN" sz="2400">
                          <a:solidFill>
                            <a:srgbClr val="FFFFFF"/>
                          </a:solidFill>
                          <a:effectLst/>
                          <a:highlight>
                            <a:srgbClr val="008DD9"/>
                          </a:highlight>
                        </a:rPr>
                        <a:t>Views</a:t>
                      </a:r>
                    </a:p>
                  </a:txBody>
                  <a:tcPr marL="77702" marR="77702" marT="38851" marB="38851">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008DD9"/>
                    </a:solidFill>
                  </a:tcPr>
                </a:tc>
                <a:tc>
                  <a:txBody>
                    <a:bodyPr/>
                    <a:lstStyle/>
                    <a:p>
                      <a:pPr algn="ctr" fontAlgn="t"/>
                      <a:r>
                        <a:rPr lang="en-IN" sz="2400">
                          <a:solidFill>
                            <a:srgbClr val="FFFFFF"/>
                          </a:solidFill>
                          <a:effectLst/>
                          <a:highlight>
                            <a:srgbClr val="008DD9"/>
                          </a:highlight>
                        </a:rPr>
                        <a:t>Tables</a:t>
                      </a:r>
                    </a:p>
                  </a:txBody>
                  <a:tcPr marL="77702" marR="77702" marT="38851" marB="38851">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008DD9"/>
                    </a:solidFill>
                  </a:tcPr>
                </a:tc>
                <a:extLst>
                  <a:ext uri="{0D108BD9-81ED-4DB2-BD59-A6C34878D82A}">
                    <a16:rowId xmlns:a16="http://schemas.microsoft.com/office/drawing/2014/main" val="4208115710"/>
                  </a:ext>
                </a:extLst>
              </a:tr>
              <a:tr h="1340356">
                <a:tc>
                  <a:txBody>
                    <a:bodyPr/>
                    <a:lstStyle/>
                    <a:p>
                      <a:pPr fontAlgn="t"/>
                      <a:r>
                        <a:rPr lang="en-US" sz="2400" dirty="0">
                          <a:effectLst/>
                        </a:rPr>
                        <a:t>A view is a virtual table that is extracted from a database.</a:t>
                      </a:r>
                    </a:p>
                  </a:txBody>
                  <a:tcPr marL="77702" marR="77702" marT="38851" marB="38851">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r>
                        <a:rPr lang="en-US" sz="2400">
                          <a:effectLst/>
                        </a:rPr>
                        <a:t>A table is structured with a set number of columns and a boundless number of rows.</a:t>
                      </a:r>
                    </a:p>
                  </a:txBody>
                  <a:tcPr marL="77702" marR="77702" marT="38851" marB="38851">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539392246"/>
                  </a:ext>
                </a:extLst>
              </a:tr>
              <a:tr h="721730">
                <a:tc>
                  <a:txBody>
                    <a:bodyPr/>
                    <a:lstStyle/>
                    <a:p>
                      <a:pPr fontAlgn="t"/>
                      <a:r>
                        <a:rPr lang="en-US" sz="2400">
                          <a:effectLst/>
                        </a:rPr>
                        <a:t>A view does not hold the data itself.</a:t>
                      </a:r>
                    </a:p>
                  </a:txBody>
                  <a:tcPr marL="77702" marR="77702" marT="38851" marB="38851">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r>
                        <a:rPr lang="en-US" sz="2400">
                          <a:effectLst/>
                        </a:rPr>
                        <a:t>A table contains data and stores it in databases.</a:t>
                      </a:r>
                    </a:p>
                  </a:txBody>
                  <a:tcPr marL="77702" marR="77702" marT="38851" marB="38851">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3395686253"/>
                  </a:ext>
                </a:extLst>
              </a:tr>
              <a:tr h="1649668">
                <a:tc>
                  <a:txBody>
                    <a:bodyPr/>
                    <a:lstStyle/>
                    <a:p>
                      <a:pPr fontAlgn="t"/>
                      <a:r>
                        <a:rPr lang="en-US" sz="2400">
                          <a:effectLst/>
                        </a:rPr>
                        <a:t>A view is utilized to query certain information contained in a few distinct tables.</a:t>
                      </a:r>
                    </a:p>
                  </a:txBody>
                  <a:tcPr marL="77702" marR="77702" marT="38851" marB="38851">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r>
                        <a:rPr lang="en-US" sz="2400">
                          <a:effectLst/>
                        </a:rPr>
                        <a:t>A table holds fundamental client information and cases of a characterized object.</a:t>
                      </a:r>
                    </a:p>
                  </a:txBody>
                  <a:tcPr marL="77702" marR="77702" marT="38851" marB="38851">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1899412221"/>
                  </a:ext>
                </a:extLst>
              </a:tr>
              <a:tr h="1649668">
                <a:tc>
                  <a:txBody>
                    <a:bodyPr/>
                    <a:lstStyle/>
                    <a:p>
                      <a:pPr fontAlgn="t"/>
                      <a:r>
                        <a:rPr lang="en-US" sz="2400">
                          <a:effectLst/>
                        </a:rPr>
                        <a:t>In a view, we will get frequently queried information.</a:t>
                      </a:r>
                    </a:p>
                  </a:txBody>
                  <a:tcPr marL="77702" marR="77702" marT="38851" marB="38851">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r>
                        <a:rPr lang="en-US" sz="2400" dirty="0">
                          <a:effectLst/>
                        </a:rPr>
                        <a:t>In a table, changing the information in the database changes the information that appears in the view</a:t>
                      </a:r>
                    </a:p>
                  </a:txBody>
                  <a:tcPr marL="77702" marR="77702" marT="38851" marB="38851">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676960369"/>
                  </a:ext>
                </a:extLst>
              </a:tr>
            </a:tbl>
          </a:graphicData>
        </a:graphic>
      </p:graphicFrame>
    </p:spTree>
    <p:extLst>
      <p:ext uri="{BB962C8B-B14F-4D97-AF65-F5344CB8AC3E}">
        <p14:creationId xmlns:p14="http://schemas.microsoft.com/office/powerpoint/2010/main" val="211460816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3442CDF-E50C-1500-2164-3E32754CED77}"/>
              </a:ext>
            </a:extLst>
          </p:cNvPr>
          <p:cNvSpPr txBox="1"/>
          <p:nvPr/>
        </p:nvSpPr>
        <p:spPr>
          <a:xfrm>
            <a:off x="393291" y="149631"/>
            <a:ext cx="11139948" cy="6586418"/>
          </a:xfrm>
          <a:prstGeom prst="rect">
            <a:avLst/>
          </a:prstGeom>
          <a:noFill/>
        </p:spPr>
        <p:txBody>
          <a:bodyPr wrap="square">
            <a:spAutoFit/>
          </a:bodyPr>
          <a:lstStyle/>
          <a:p>
            <a:pPr algn="l"/>
            <a:r>
              <a:rPr lang="en-US" sz="2800" b="1" i="0" dirty="0">
                <a:solidFill>
                  <a:srgbClr val="3A3A3A"/>
                </a:solidFill>
                <a:effectLst/>
                <a:highlight>
                  <a:srgbClr val="FFFFFF"/>
                </a:highlight>
                <a:latin typeface="Open Sans" panose="020B0606030504020204" pitchFamily="34" charset="0"/>
              </a:rPr>
              <a:t> What are the types of views in SQL?</a:t>
            </a:r>
          </a:p>
          <a:p>
            <a:pPr algn="l"/>
            <a:endParaRPr lang="en-US" b="1" i="0" dirty="0">
              <a:solidFill>
                <a:srgbClr val="3A3A3A"/>
              </a:solidFill>
              <a:effectLst/>
              <a:highlight>
                <a:srgbClr val="FFFFFF"/>
              </a:highlight>
              <a:latin typeface="Open Sans" panose="020B0606030504020204" pitchFamily="34" charset="0"/>
            </a:endParaRPr>
          </a:p>
          <a:p>
            <a:pPr algn="l"/>
            <a:r>
              <a:rPr lang="en-US" sz="2400" b="0" i="0" dirty="0">
                <a:solidFill>
                  <a:srgbClr val="3A3A3A"/>
                </a:solidFill>
                <a:effectLst/>
                <a:highlight>
                  <a:srgbClr val="FFFFFF"/>
                </a:highlight>
                <a:latin typeface="Open Sans" panose="020B0606030504020204" pitchFamily="34" charset="0"/>
              </a:rPr>
              <a:t>In SQL, the views are classified into four types. They are the following:</a:t>
            </a:r>
          </a:p>
          <a:p>
            <a:pPr algn="l">
              <a:buFont typeface="Arial" panose="020B0604020202020204" pitchFamily="34" charset="0"/>
              <a:buChar char="•"/>
            </a:pPr>
            <a:r>
              <a:rPr lang="en-US" sz="2400" b="1" i="0" dirty="0">
                <a:solidFill>
                  <a:srgbClr val="3A3A3A"/>
                </a:solidFill>
                <a:effectLst/>
                <a:highlight>
                  <a:srgbClr val="FFFFFF"/>
                </a:highlight>
                <a:latin typeface="Open Sans" panose="020B0606030504020204" pitchFamily="34" charset="0"/>
              </a:rPr>
              <a:t>Simple View:</a:t>
            </a:r>
            <a:r>
              <a:rPr lang="en-US" sz="2400" b="0" i="0" dirty="0">
                <a:solidFill>
                  <a:srgbClr val="3A3A3A"/>
                </a:solidFill>
                <a:effectLst/>
                <a:highlight>
                  <a:srgbClr val="FFFFFF"/>
                </a:highlight>
                <a:latin typeface="Open Sans" panose="020B0606030504020204" pitchFamily="34" charset="0"/>
              </a:rPr>
              <a:t> It is a view based on a single table and does not have a GROUP BY clause or other features.</a:t>
            </a:r>
          </a:p>
          <a:p>
            <a:pPr algn="l">
              <a:buFont typeface="Arial" panose="020B0604020202020204" pitchFamily="34" charset="0"/>
              <a:buChar char="•"/>
            </a:pPr>
            <a:endParaRPr lang="en-US" sz="2400" b="0" i="0" dirty="0">
              <a:solidFill>
                <a:srgbClr val="3A3A3A"/>
              </a:solidFill>
              <a:effectLst/>
              <a:highlight>
                <a:srgbClr val="FFFFFF"/>
              </a:highlight>
              <a:latin typeface="Open Sans" panose="020B0606030504020204" pitchFamily="34" charset="0"/>
            </a:endParaRPr>
          </a:p>
          <a:p>
            <a:pPr algn="l">
              <a:buFont typeface="Arial" panose="020B0604020202020204" pitchFamily="34" charset="0"/>
              <a:buChar char="•"/>
            </a:pPr>
            <a:r>
              <a:rPr lang="en-US" sz="2400" b="1" i="0" dirty="0">
                <a:solidFill>
                  <a:srgbClr val="3A3A3A"/>
                </a:solidFill>
                <a:effectLst/>
                <a:highlight>
                  <a:srgbClr val="FFFFFF"/>
                </a:highlight>
                <a:latin typeface="Open Sans" panose="020B0606030504020204" pitchFamily="34" charset="0"/>
              </a:rPr>
              <a:t>Complex View:</a:t>
            </a:r>
            <a:r>
              <a:rPr lang="en-US" sz="2400" b="0" i="0" dirty="0">
                <a:solidFill>
                  <a:srgbClr val="3A3A3A"/>
                </a:solidFill>
                <a:effectLst/>
                <a:highlight>
                  <a:srgbClr val="FFFFFF"/>
                </a:highlight>
                <a:latin typeface="Open Sans" panose="020B0606030504020204" pitchFamily="34" charset="0"/>
              </a:rPr>
              <a:t> It is a view built from several tables and includes a GROUP BY clause as well as functions.</a:t>
            </a:r>
          </a:p>
          <a:p>
            <a:pPr algn="l">
              <a:buFont typeface="Arial" panose="020B0604020202020204" pitchFamily="34" charset="0"/>
              <a:buChar char="•"/>
            </a:pPr>
            <a:endParaRPr lang="en-US" sz="2400" b="0" i="0" dirty="0">
              <a:solidFill>
                <a:srgbClr val="3A3A3A"/>
              </a:solidFill>
              <a:effectLst/>
              <a:highlight>
                <a:srgbClr val="FFFFFF"/>
              </a:highlight>
              <a:latin typeface="Open Sans" panose="020B0606030504020204" pitchFamily="34" charset="0"/>
            </a:endParaRPr>
          </a:p>
          <a:p>
            <a:pPr algn="l">
              <a:buFont typeface="Arial" panose="020B0604020202020204" pitchFamily="34" charset="0"/>
              <a:buChar char="•"/>
            </a:pPr>
            <a:r>
              <a:rPr lang="en-US" sz="2400" b="1" i="0" dirty="0">
                <a:solidFill>
                  <a:srgbClr val="3A3A3A"/>
                </a:solidFill>
                <a:effectLst/>
                <a:highlight>
                  <a:srgbClr val="FFFFFF"/>
                </a:highlight>
                <a:latin typeface="Open Sans" panose="020B0606030504020204" pitchFamily="34" charset="0"/>
              </a:rPr>
              <a:t>Inline View:</a:t>
            </a:r>
            <a:r>
              <a:rPr lang="en-US" sz="2400" b="0" i="0" dirty="0">
                <a:solidFill>
                  <a:srgbClr val="3A3A3A"/>
                </a:solidFill>
                <a:effectLst/>
                <a:highlight>
                  <a:srgbClr val="FFFFFF"/>
                </a:highlight>
                <a:latin typeface="Open Sans" panose="020B0606030504020204" pitchFamily="34" charset="0"/>
              </a:rPr>
              <a:t> It is a view built on a subquery in the FROM clause, which provides a temporary table and simplifies a complicated query.</a:t>
            </a:r>
          </a:p>
          <a:p>
            <a:pPr algn="l">
              <a:buFont typeface="Arial" panose="020B0604020202020204" pitchFamily="34" charset="0"/>
              <a:buChar char="•"/>
            </a:pPr>
            <a:endParaRPr lang="en-US" sz="2400" b="0" i="0" dirty="0">
              <a:solidFill>
                <a:srgbClr val="3A3A3A"/>
              </a:solidFill>
              <a:effectLst/>
              <a:highlight>
                <a:srgbClr val="FFFFFF"/>
              </a:highlight>
              <a:latin typeface="Open Sans" panose="020B0606030504020204" pitchFamily="34" charset="0"/>
            </a:endParaRPr>
          </a:p>
          <a:p>
            <a:pPr algn="l">
              <a:buFont typeface="Arial" panose="020B0604020202020204" pitchFamily="34" charset="0"/>
              <a:buChar char="•"/>
            </a:pPr>
            <a:r>
              <a:rPr lang="en-US" sz="2400" b="1" i="0" dirty="0">
                <a:solidFill>
                  <a:srgbClr val="3A3A3A"/>
                </a:solidFill>
                <a:effectLst/>
                <a:highlight>
                  <a:srgbClr val="FFFFFF"/>
                </a:highlight>
                <a:latin typeface="Open Sans" panose="020B0606030504020204" pitchFamily="34" charset="0"/>
              </a:rPr>
              <a:t>Materialized View:</a:t>
            </a:r>
            <a:r>
              <a:rPr lang="en-US" sz="2400" b="0" i="0" dirty="0">
                <a:solidFill>
                  <a:srgbClr val="3A3A3A"/>
                </a:solidFill>
                <a:effectLst/>
                <a:highlight>
                  <a:srgbClr val="FFFFFF"/>
                </a:highlight>
                <a:latin typeface="Open Sans" panose="020B0606030504020204" pitchFamily="34" charset="0"/>
              </a:rPr>
              <a:t> It is a view that saves both the definition and the details. It builds data replicas by physically preserving them.</a:t>
            </a:r>
          </a:p>
          <a:p>
            <a:pPr algn="l">
              <a:buFont typeface="Arial" panose="020B0604020202020204" pitchFamily="34" charset="0"/>
              <a:buChar char="•"/>
            </a:pPr>
            <a:endParaRPr lang="en-US" sz="2400" b="0" i="0" dirty="0">
              <a:solidFill>
                <a:srgbClr val="3A3A3A"/>
              </a:solidFill>
              <a:effectLst/>
              <a:highlight>
                <a:srgbClr val="FFFFFF"/>
              </a:highlight>
              <a:latin typeface="Open Sans" panose="020B0606030504020204" pitchFamily="34" charset="0"/>
            </a:endParaRPr>
          </a:p>
          <a:p>
            <a:pPr algn="l">
              <a:buFont typeface="Arial" panose="020B0604020202020204" pitchFamily="34" charset="0"/>
              <a:buChar char="•"/>
            </a:pPr>
            <a:r>
              <a:rPr lang="en-US" sz="3200" b="0" i="0" dirty="0">
                <a:solidFill>
                  <a:srgbClr val="3A3A3A"/>
                </a:solidFill>
                <a:effectLst/>
                <a:highlight>
                  <a:srgbClr val="FFFFFF"/>
                </a:highlight>
                <a:latin typeface="Open Sans" panose="020B0606030504020204" pitchFamily="34" charset="0"/>
                <a:hlinkClick r:id="rId2"/>
              </a:rPr>
              <a:t>https://www.linkedin.com/pulse/what-some-common-uses-views-sql-databases-amr-saafan/</a:t>
            </a:r>
            <a:endParaRPr lang="en-US" sz="3200" dirty="0">
              <a:solidFill>
                <a:srgbClr val="3A3A3A"/>
              </a:solidFill>
              <a:highlight>
                <a:srgbClr val="FFFFFF"/>
              </a:highlight>
              <a:latin typeface="Open Sans" panose="020B0606030504020204" pitchFamily="34" charset="0"/>
            </a:endParaRPr>
          </a:p>
        </p:txBody>
      </p:sp>
    </p:spTree>
    <p:extLst>
      <p:ext uri="{BB962C8B-B14F-4D97-AF65-F5344CB8AC3E}">
        <p14:creationId xmlns:p14="http://schemas.microsoft.com/office/powerpoint/2010/main" val="233846464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BFFEE52-E79E-FDE0-D874-54D929C110CB}"/>
              </a:ext>
            </a:extLst>
          </p:cNvPr>
          <p:cNvSpPr txBox="1"/>
          <p:nvPr/>
        </p:nvSpPr>
        <p:spPr>
          <a:xfrm>
            <a:off x="285134" y="255639"/>
            <a:ext cx="11100621" cy="3139321"/>
          </a:xfrm>
          <a:prstGeom prst="rect">
            <a:avLst/>
          </a:prstGeom>
          <a:noFill/>
        </p:spPr>
        <p:txBody>
          <a:bodyPr wrap="square">
            <a:spAutoFit/>
          </a:bodyPr>
          <a:lstStyle/>
          <a:p>
            <a:pPr algn="l"/>
            <a:r>
              <a:rPr lang="en-US" b="1" i="0" dirty="0">
                <a:solidFill>
                  <a:srgbClr val="3A3A3A"/>
                </a:solidFill>
                <a:effectLst/>
                <a:highlight>
                  <a:srgbClr val="FFFFFF"/>
                </a:highlight>
                <a:latin typeface="Open Sans" panose="020B0606030504020204" pitchFamily="34" charset="0"/>
              </a:rPr>
              <a:t>What do you understand by Self Join? Explain using an example</a:t>
            </a:r>
          </a:p>
          <a:p>
            <a:pPr algn="l"/>
            <a:r>
              <a:rPr lang="en-US" b="0" i="0" u="none" strike="noStrike" dirty="0">
                <a:solidFill>
                  <a:srgbClr val="3A3A3A"/>
                </a:solidFill>
                <a:effectLst/>
                <a:highlight>
                  <a:srgbClr val="FFFFFF"/>
                </a:highlight>
                <a:latin typeface="Open Sans" panose="020B0606030504020204" pitchFamily="34" charset="0"/>
                <a:hlinkClick r:id="rId2"/>
              </a:rPr>
              <a:t>Self Join in SQL</a:t>
            </a:r>
            <a:r>
              <a:rPr lang="en-US" b="0" i="0" dirty="0">
                <a:solidFill>
                  <a:srgbClr val="3A3A3A"/>
                </a:solidFill>
                <a:effectLst/>
                <a:highlight>
                  <a:srgbClr val="FFFFFF"/>
                </a:highlight>
                <a:latin typeface="Open Sans" panose="020B0606030504020204" pitchFamily="34" charset="0"/>
              </a:rPr>
              <a:t> is used for joining a table with itself. Here, depending on some conditions, each row of the table is joined with itself and with other rows of the table.</a:t>
            </a:r>
          </a:p>
          <a:p>
            <a:pPr algn="l"/>
            <a:endParaRPr lang="en-US" dirty="0">
              <a:solidFill>
                <a:srgbClr val="3A3A3A"/>
              </a:solidFill>
              <a:highlight>
                <a:srgbClr val="FFFFFF"/>
              </a:highlight>
              <a:latin typeface="Open Sans" panose="020B0606030504020204" pitchFamily="34" charset="0"/>
            </a:endParaRPr>
          </a:p>
          <a:p>
            <a:pPr algn="l"/>
            <a:r>
              <a:rPr lang="en-US" b="1" i="0" dirty="0">
                <a:solidFill>
                  <a:srgbClr val="3A3A3A"/>
                </a:solidFill>
                <a:effectLst/>
                <a:highlight>
                  <a:srgbClr val="FFFFFF"/>
                </a:highlight>
                <a:latin typeface="Open Sans" panose="020B0606030504020204" pitchFamily="34" charset="0"/>
              </a:rPr>
              <a:t>SELECT </a:t>
            </a:r>
            <a:r>
              <a:rPr lang="en-US" b="1" i="0" dirty="0" err="1">
                <a:solidFill>
                  <a:srgbClr val="3A3A3A"/>
                </a:solidFill>
                <a:effectLst/>
                <a:highlight>
                  <a:srgbClr val="FFFFFF"/>
                </a:highlight>
                <a:latin typeface="Open Sans" panose="020B0606030504020204" pitchFamily="34" charset="0"/>
              </a:rPr>
              <a:t>a.column_name</a:t>
            </a:r>
            <a:r>
              <a:rPr lang="en-US" b="1" i="0" dirty="0">
                <a:solidFill>
                  <a:srgbClr val="3A3A3A"/>
                </a:solidFill>
                <a:effectLst/>
                <a:highlight>
                  <a:srgbClr val="FFFFFF"/>
                </a:highlight>
                <a:latin typeface="Open Sans" panose="020B0606030504020204" pitchFamily="34" charset="0"/>
              </a:rPr>
              <a:t>, </a:t>
            </a:r>
            <a:r>
              <a:rPr lang="en-US" b="1" i="0" dirty="0" err="1">
                <a:solidFill>
                  <a:srgbClr val="3A3A3A"/>
                </a:solidFill>
                <a:effectLst/>
                <a:highlight>
                  <a:srgbClr val="FFFFFF"/>
                </a:highlight>
                <a:latin typeface="Open Sans" panose="020B0606030504020204" pitchFamily="34" charset="0"/>
              </a:rPr>
              <a:t>b.column_name</a:t>
            </a:r>
            <a:endParaRPr lang="en-US" b="1" i="0" dirty="0">
              <a:solidFill>
                <a:srgbClr val="3A3A3A"/>
              </a:solidFill>
              <a:effectLst/>
              <a:highlight>
                <a:srgbClr val="FFFFFF"/>
              </a:highlight>
              <a:latin typeface="Open Sans" panose="020B0606030504020204" pitchFamily="34" charset="0"/>
            </a:endParaRPr>
          </a:p>
          <a:p>
            <a:pPr algn="l"/>
            <a:r>
              <a:rPr lang="en-US" b="1" i="0" dirty="0">
                <a:solidFill>
                  <a:srgbClr val="3A3A3A"/>
                </a:solidFill>
                <a:effectLst/>
                <a:highlight>
                  <a:srgbClr val="FFFFFF"/>
                </a:highlight>
                <a:latin typeface="Open Sans" panose="020B0606030504020204" pitchFamily="34" charset="0"/>
              </a:rPr>
              <a:t>FROM table a, table b</a:t>
            </a:r>
          </a:p>
          <a:p>
            <a:pPr algn="l"/>
            <a:r>
              <a:rPr lang="en-US" b="1" i="0" dirty="0">
                <a:solidFill>
                  <a:srgbClr val="3A3A3A"/>
                </a:solidFill>
                <a:effectLst/>
                <a:highlight>
                  <a:srgbClr val="FFFFFF"/>
                </a:highlight>
                <a:latin typeface="Open Sans" panose="020B0606030504020204" pitchFamily="34" charset="0"/>
              </a:rPr>
              <a:t>WHERE condition</a:t>
            </a:r>
          </a:p>
          <a:p>
            <a:pPr algn="l"/>
            <a:endParaRPr lang="en-US" b="1" dirty="0">
              <a:solidFill>
                <a:srgbClr val="3A3A3A"/>
              </a:solidFill>
              <a:highlight>
                <a:srgbClr val="FFFFFF"/>
              </a:highlight>
              <a:latin typeface="Open Sans" panose="020B0606030504020204" pitchFamily="34" charset="0"/>
            </a:endParaRPr>
          </a:p>
          <a:p>
            <a:pPr algn="l"/>
            <a:r>
              <a:rPr lang="en-US" b="1" i="0" dirty="0">
                <a:solidFill>
                  <a:srgbClr val="3A3A3A"/>
                </a:solidFill>
                <a:effectLst/>
                <a:highlight>
                  <a:srgbClr val="FFFFFF"/>
                </a:highlight>
                <a:latin typeface="Open Sans" panose="020B0606030504020204" pitchFamily="34" charset="0"/>
              </a:rPr>
              <a:t>SELECT a.ID, b.NAME, </a:t>
            </a:r>
            <a:r>
              <a:rPr lang="en-US" b="1" i="0" dirty="0" err="1">
                <a:solidFill>
                  <a:srgbClr val="3A3A3A"/>
                </a:solidFill>
                <a:effectLst/>
                <a:highlight>
                  <a:srgbClr val="FFFFFF"/>
                </a:highlight>
                <a:latin typeface="Open Sans" panose="020B0606030504020204" pitchFamily="34" charset="0"/>
              </a:rPr>
              <a:t>a.SALARY</a:t>
            </a:r>
            <a:br>
              <a:rPr lang="en-US" b="1" dirty="0"/>
            </a:br>
            <a:r>
              <a:rPr lang="en-US" b="1" i="0" dirty="0">
                <a:solidFill>
                  <a:srgbClr val="3A3A3A"/>
                </a:solidFill>
                <a:effectLst/>
                <a:highlight>
                  <a:srgbClr val="FFFFFF"/>
                </a:highlight>
                <a:latin typeface="Open Sans" panose="020B0606030504020204" pitchFamily="34" charset="0"/>
              </a:rPr>
              <a:t>FROM CUSTOMERS a, CUSTOMERS b</a:t>
            </a:r>
            <a:br>
              <a:rPr lang="en-US" b="1" dirty="0"/>
            </a:br>
            <a:r>
              <a:rPr lang="en-US" b="1" i="0" dirty="0">
                <a:solidFill>
                  <a:srgbClr val="3A3A3A"/>
                </a:solidFill>
                <a:effectLst/>
                <a:highlight>
                  <a:srgbClr val="FFFFFF"/>
                </a:highlight>
                <a:latin typeface="Open Sans" panose="020B0606030504020204" pitchFamily="34" charset="0"/>
              </a:rPr>
              <a:t>WHERE </a:t>
            </a:r>
            <a:r>
              <a:rPr lang="en-US" b="1" i="0" dirty="0" err="1">
                <a:solidFill>
                  <a:srgbClr val="3A3A3A"/>
                </a:solidFill>
                <a:effectLst/>
                <a:highlight>
                  <a:srgbClr val="FFFFFF"/>
                </a:highlight>
                <a:latin typeface="Open Sans" panose="020B0606030504020204" pitchFamily="34" charset="0"/>
              </a:rPr>
              <a:t>a.SALARY</a:t>
            </a:r>
            <a:r>
              <a:rPr lang="en-US" b="1" i="0" dirty="0">
                <a:solidFill>
                  <a:srgbClr val="3A3A3A"/>
                </a:solidFill>
                <a:effectLst/>
                <a:highlight>
                  <a:srgbClr val="FFFFFF"/>
                </a:highlight>
                <a:latin typeface="Open Sans" panose="020B0606030504020204" pitchFamily="34" charset="0"/>
              </a:rPr>
              <a:t> &lt; </a:t>
            </a:r>
            <a:r>
              <a:rPr lang="en-US" b="1" i="0" dirty="0" err="1">
                <a:solidFill>
                  <a:srgbClr val="3A3A3A"/>
                </a:solidFill>
                <a:effectLst/>
                <a:highlight>
                  <a:srgbClr val="FFFFFF"/>
                </a:highlight>
                <a:latin typeface="Open Sans" panose="020B0606030504020204" pitchFamily="34" charset="0"/>
              </a:rPr>
              <a:t>b.SALARY</a:t>
            </a:r>
            <a:endParaRPr lang="en-US" b="1" i="0" dirty="0">
              <a:solidFill>
                <a:srgbClr val="3A3A3A"/>
              </a:solidFill>
              <a:effectLst/>
              <a:highlight>
                <a:srgbClr val="FFFFFF"/>
              </a:highlight>
              <a:latin typeface="Open Sans" panose="020B0606030504020204" pitchFamily="34" charset="0"/>
            </a:endParaRPr>
          </a:p>
        </p:txBody>
      </p:sp>
    </p:spTree>
    <p:extLst>
      <p:ext uri="{BB962C8B-B14F-4D97-AF65-F5344CB8AC3E}">
        <p14:creationId xmlns:p14="http://schemas.microsoft.com/office/powerpoint/2010/main" val="399098575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0EE35F6-6801-325D-F0E0-74A859613FE2}"/>
              </a:ext>
            </a:extLst>
          </p:cNvPr>
          <p:cNvSpPr txBox="1"/>
          <p:nvPr/>
        </p:nvSpPr>
        <p:spPr>
          <a:xfrm>
            <a:off x="412954" y="483080"/>
            <a:ext cx="11228440" cy="2308324"/>
          </a:xfrm>
          <a:prstGeom prst="rect">
            <a:avLst/>
          </a:prstGeom>
          <a:noFill/>
        </p:spPr>
        <p:txBody>
          <a:bodyPr wrap="square">
            <a:spAutoFit/>
          </a:bodyPr>
          <a:lstStyle/>
          <a:p>
            <a:pPr algn="l"/>
            <a:r>
              <a:rPr lang="en-US" b="1" i="0" dirty="0">
                <a:solidFill>
                  <a:srgbClr val="3A3A3A"/>
                </a:solidFill>
                <a:effectLst/>
                <a:highlight>
                  <a:srgbClr val="FFFFFF"/>
                </a:highlight>
                <a:latin typeface="Open Sans" panose="020B0606030504020204" pitchFamily="34" charset="0"/>
              </a:rPr>
              <a:t>What is the difference between HAVING and WHERE clauses?</a:t>
            </a:r>
          </a:p>
          <a:p>
            <a:pPr algn="l"/>
            <a:endParaRPr lang="en-US" b="1" dirty="0">
              <a:solidFill>
                <a:srgbClr val="3A3A3A"/>
              </a:solidFill>
              <a:highlight>
                <a:srgbClr val="FFFFFF"/>
              </a:highlight>
              <a:latin typeface="Open Sans" panose="020B0606030504020204" pitchFamily="34" charset="0"/>
            </a:endParaRPr>
          </a:p>
          <a:p>
            <a:pPr algn="l"/>
            <a:r>
              <a:rPr lang="en-US" b="0" i="0" dirty="0">
                <a:solidFill>
                  <a:srgbClr val="3A3A3A"/>
                </a:solidFill>
                <a:effectLst/>
                <a:highlight>
                  <a:srgbClr val="FFFFFF"/>
                </a:highlight>
                <a:latin typeface="Open Sans" panose="020B0606030504020204" pitchFamily="34" charset="0"/>
              </a:rPr>
              <a:t>The main difference between the ‘HAVING’ and ‘WHERE’ clauses in SQL is that the ‘WHERE’ clause operates on individual rows of data, while the ‘HAVING’ clause is used to filter aggregated data. The </a:t>
            </a:r>
            <a:r>
              <a:rPr lang="en-US" b="0" i="0" u="none" strike="noStrike" dirty="0">
                <a:effectLst/>
                <a:highlight>
                  <a:srgbClr val="FFFFFF"/>
                </a:highlight>
                <a:latin typeface="Open Sans" panose="020B0606030504020204" pitchFamily="34" charset="0"/>
                <a:hlinkClick r:id="rId2"/>
              </a:rPr>
              <a:t>‘WHERE’ clause</a:t>
            </a:r>
            <a:r>
              <a:rPr lang="en-US" b="0" i="0" dirty="0">
                <a:solidFill>
                  <a:srgbClr val="3A3A3A"/>
                </a:solidFill>
                <a:effectLst/>
                <a:highlight>
                  <a:srgbClr val="FFFFFF"/>
                </a:highlight>
                <a:latin typeface="Open Sans" panose="020B0606030504020204" pitchFamily="34" charset="0"/>
              </a:rPr>
              <a:t> cannot be used with aggregate functions, whereas the ‘HAVING’ clause specifically filters results based on aggregate conditions.</a:t>
            </a:r>
          </a:p>
          <a:p>
            <a:pPr algn="l"/>
            <a:endParaRPr lang="en-US" dirty="0">
              <a:solidFill>
                <a:srgbClr val="3A3A3A"/>
              </a:solidFill>
              <a:highlight>
                <a:srgbClr val="FFFFFF"/>
              </a:highlight>
              <a:latin typeface="Open Sans" panose="020B0606030504020204" pitchFamily="34" charset="0"/>
            </a:endParaRPr>
          </a:p>
          <a:p>
            <a:pPr algn="l"/>
            <a:endParaRPr lang="en-US" b="1" i="0" dirty="0">
              <a:solidFill>
                <a:srgbClr val="3A3A3A"/>
              </a:solidFill>
              <a:effectLst/>
              <a:highlight>
                <a:srgbClr val="FFFFFF"/>
              </a:highlight>
              <a:latin typeface="Open Sans" panose="020B0606030504020204" pitchFamily="34" charset="0"/>
            </a:endParaRPr>
          </a:p>
        </p:txBody>
      </p:sp>
      <p:graphicFrame>
        <p:nvGraphicFramePr>
          <p:cNvPr id="6" name="Table 5">
            <a:extLst>
              <a:ext uri="{FF2B5EF4-FFF2-40B4-BE49-F238E27FC236}">
                <a16:creationId xmlns:a16="http://schemas.microsoft.com/office/drawing/2014/main" id="{DF336BDD-8543-1021-A856-7F578778BB2E}"/>
              </a:ext>
            </a:extLst>
          </p:cNvPr>
          <p:cNvGraphicFramePr>
            <a:graphicFrameLocks noGrp="1"/>
          </p:cNvGraphicFramePr>
          <p:nvPr>
            <p:extLst>
              <p:ext uri="{D42A27DB-BD31-4B8C-83A1-F6EECF244321}">
                <p14:modId xmlns:p14="http://schemas.microsoft.com/office/powerpoint/2010/main" val="1351717903"/>
              </p:ext>
            </p:extLst>
          </p:nvPr>
        </p:nvGraphicFramePr>
        <p:xfrm>
          <a:off x="299392" y="2517084"/>
          <a:ext cx="6736080" cy="548640"/>
        </p:xfrm>
        <a:graphic>
          <a:graphicData uri="http://schemas.openxmlformats.org/drawingml/2006/table">
            <a:tbl>
              <a:tblPr/>
              <a:tblGrid>
                <a:gridCol w="6736080">
                  <a:extLst>
                    <a:ext uri="{9D8B030D-6E8A-4147-A177-3AD203B41FA5}">
                      <a16:colId xmlns:a16="http://schemas.microsoft.com/office/drawing/2014/main" val="129528144"/>
                    </a:ext>
                  </a:extLst>
                </a:gridCol>
              </a:tblGrid>
              <a:tr h="0">
                <a:tc>
                  <a:txBody>
                    <a:bodyPr/>
                    <a:lstStyle/>
                    <a:p>
                      <a:pPr algn="l" rtl="0" fontAlgn="base"/>
                      <a:br>
                        <a:rPr lang="en-US" b="1" i="0" dirty="0">
                          <a:effectLst/>
                          <a:highlight>
                            <a:srgbClr val="FFFFFF"/>
                          </a:highlight>
                          <a:latin typeface="Monaco"/>
                        </a:rPr>
                      </a:br>
                      <a:r>
                        <a:rPr lang="en-US" b="1" i="0" dirty="0">
                          <a:effectLst/>
                          <a:highlight>
                            <a:srgbClr val="FFFFFF"/>
                          </a:highlight>
                          <a:latin typeface="Monaco"/>
                        </a:rPr>
                        <a:t>UPDATE </a:t>
                      </a:r>
                      <a:r>
                        <a:rPr lang="en-US" b="1" i="0" dirty="0" err="1">
                          <a:effectLst/>
                          <a:highlight>
                            <a:srgbClr val="FFFFFF"/>
                          </a:highlight>
                          <a:latin typeface="Monaco"/>
                        </a:rPr>
                        <a:t>table_name</a:t>
                      </a:r>
                      <a:r>
                        <a:rPr lang="en-US" b="1" i="0" dirty="0">
                          <a:effectLst/>
                          <a:highlight>
                            <a:srgbClr val="FFFFFF"/>
                          </a:highlight>
                          <a:latin typeface="Monaco"/>
                        </a:rPr>
                        <a:t> SET price = price*1.05;</a:t>
                      </a:r>
                    </a:p>
                  </a:txBody>
                  <a:tcPr marL="0" marR="0" marT="0" marB="0" anchor="ctr">
                    <a:lnL>
                      <a:noFill/>
                    </a:lnL>
                    <a:lnR>
                      <a:noFill/>
                    </a:lnR>
                    <a:lnT>
                      <a:noFill/>
                    </a:lnT>
                    <a:lnB>
                      <a:noFill/>
                    </a:lnB>
                    <a:noFill/>
                  </a:tcPr>
                </a:tc>
                <a:extLst>
                  <a:ext uri="{0D108BD9-81ED-4DB2-BD59-A6C34878D82A}">
                    <a16:rowId xmlns:a16="http://schemas.microsoft.com/office/drawing/2014/main" val="3526225015"/>
                  </a:ext>
                </a:extLst>
              </a:tr>
            </a:tbl>
          </a:graphicData>
        </a:graphic>
      </p:graphicFrame>
    </p:spTree>
    <p:extLst>
      <p:ext uri="{BB962C8B-B14F-4D97-AF65-F5344CB8AC3E}">
        <p14:creationId xmlns:p14="http://schemas.microsoft.com/office/powerpoint/2010/main" val="416821125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FB5330E-A044-53E4-A671-7E623391A635}"/>
              </a:ext>
            </a:extLst>
          </p:cNvPr>
          <p:cNvSpPr txBox="1"/>
          <p:nvPr/>
        </p:nvSpPr>
        <p:spPr>
          <a:xfrm>
            <a:off x="580104" y="410863"/>
            <a:ext cx="11375922" cy="4154984"/>
          </a:xfrm>
          <a:prstGeom prst="rect">
            <a:avLst/>
          </a:prstGeom>
          <a:noFill/>
        </p:spPr>
        <p:txBody>
          <a:bodyPr wrap="square">
            <a:spAutoFit/>
          </a:bodyPr>
          <a:lstStyle/>
          <a:p>
            <a:r>
              <a:rPr lang="en-US" sz="2400" dirty="0">
                <a:solidFill>
                  <a:srgbClr val="3A3A3A"/>
                </a:solidFill>
                <a:highlight>
                  <a:srgbClr val="FFFFFF"/>
                </a:highlight>
                <a:latin typeface="Open Sans" panose="020B0606030504020204" pitchFamily="34" charset="0"/>
              </a:rPr>
              <a:t>The </a:t>
            </a:r>
            <a:r>
              <a:rPr lang="en-US" sz="2400" b="1" dirty="0">
                <a:solidFill>
                  <a:srgbClr val="3A3A3A"/>
                </a:solidFill>
                <a:highlight>
                  <a:srgbClr val="FFFFFF"/>
                </a:highlight>
                <a:latin typeface="Open Sans" panose="020B0606030504020204" pitchFamily="34" charset="0"/>
              </a:rPr>
              <a:t>self join </a:t>
            </a:r>
            <a:r>
              <a:rPr lang="en-US" sz="2400" dirty="0">
                <a:solidFill>
                  <a:srgbClr val="3A3A3A"/>
                </a:solidFill>
                <a:highlight>
                  <a:srgbClr val="FFFFFF"/>
                </a:highlight>
                <a:latin typeface="Open Sans" panose="020B0606030504020204" pitchFamily="34" charset="0"/>
              </a:rPr>
              <a:t>is a popular special case of the SQL JOIN. While most JOINs link two or more tables with each other to present their data together, a self join links a table to itself. This is usually done by joining a table to itself just once within a SQL query, but it is possible to do so multiple times within the same query.</a:t>
            </a:r>
          </a:p>
          <a:p>
            <a:r>
              <a:rPr lang="en-US" sz="2400" dirty="0">
                <a:solidFill>
                  <a:srgbClr val="3A3A3A"/>
                </a:solidFill>
                <a:highlight>
                  <a:srgbClr val="FFFFFF"/>
                </a:highlight>
                <a:latin typeface="Open Sans" panose="020B0606030504020204" pitchFamily="34" charset="0"/>
              </a:rPr>
              <a:t>The self join, as its name implies, joins a table to itself. To use a self join, the table must contain a column (call it X) that acts as the primary key and a different column (call it Y) that stores values that can be matched up with the values in Column X. The values of Columns X and Y do not have to be the same for any given row, and the value in Column Y may even be null.</a:t>
            </a:r>
          </a:p>
          <a:p>
            <a:endParaRPr lang="en-IN" sz="2400" dirty="0">
              <a:solidFill>
                <a:srgbClr val="3A3A3A"/>
              </a:solidFill>
              <a:highlight>
                <a:srgbClr val="FFFFFF"/>
              </a:highlight>
              <a:latin typeface="Open Sans" panose="020B0606030504020204" pitchFamily="34" charset="0"/>
            </a:endParaRPr>
          </a:p>
        </p:txBody>
      </p:sp>
    </p:spTree>
    <p:extLst>
      <p:ext uri="{BB962C8B-B14F-4D97-AF65-F5344CB8AC3E}">
        <p14:creationId xmlns:p14="http://schemas.microsoft.com/office/powerpoint/2010/main" val="48883170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able 6">
            <a:extLst>
              <a:ext uri="{FF2B5EF4-FFF2-40B4-BE49-F238E27FC236}">
                <a16:creationId xmlns:a16="http://schemas.microsoft.com/office/drawing/2014/main" id="{DD608899-DEDF-38E8-2E8B-5D799241A184}"/>
              </a:ext>
            </a:extLst>
          </p:cNvPr>
          <p:cNvGraphicFramePr>
            <a:graphicFrameLocks noGrp="1"/>
          </p:cNvGraphicFramePr>
          <p:nvPr>
            <p:extLst>
              <p:ext uri="{D42A27DB-BD31-4B8C-83A1-F6EECF244321}">
                <p14:modId xmlns:p14="http://schemas.microsoft.com/office/powerpoint/2010/main" val="841491733"/>
              </p:ext>
            </p:extLst>
          </p:nvPr>
        </p:nvGraphicFramePr>
        <p:xfrm>
          <a:off x="435078" y="1305289"/>
          <a:ext cx="10515600" cy="2560320"/>
        </p:xfrm>
        <a:graphic>
          <a:graphicData uri="http://schemas.openxmlformats.org/drawingml/2006/table">
            <a:tbl>
              <a:tblPr/>
              <a:tblGrid>
                <a:gridCol w="2628900">
                  <a:extLst>
                    <a:ext uri="{9D8B030D-6E8A-4147-A177-3AD203B41FA5}">
                      <a16:colId xmlns:a16="http://schemas.microsoft.com/office/drawing/2014/main" val="3903998394"/>
                    </a:ext>
                  </a:extLst>
                </a:gridCol>
                <a:gridCol w="2628900">
                  <a:extLst>
                    <a:ext uri="{9D8B030D-6E8A-4147-A177-3AD203B41FA5}">
                      <a16:colId xmlns:a16="http://schemas.microsoft.com/office/drawing/2014/main" val="3871316880"/>
                    </a:ext>
                  </a:extLst>
                </a:gridCol>
                <a:gridCol w="2628900">
                  <a:extLst>
                    <a:ext uri="{9D8B030D-6E8A-4147-A177-3AD203B41FA5}">
                      <a16:colId xmlns:a16="http://schemas.microsoft.com/office/drawing/2014/main" val="960587029"/>
                    </a:ext>
                  </a:extLst>
                </a:gridCol>
                <a:gridCol w="2628900">
                  <a:extLst>
                    <a:ext uri="{9D8B030D-6E8A-4147-A177-3AD203B41FA5}">
                      <a16:colId xmlns:a16="http://schemas.microsoft.com/office/drawing/2014/main" val="866141022"/>
                    </a:ext>
                  </a:extLst>
                </a:gridCol>
              </a:tblGrid>
              <a:tr h="0">
                <a:tc>
                  <a:txBody>
                    <a:bodyPr/>
                    <a:lstStyle/>
                    <a:p>
                      <a:pPr algn="l"/>
                      <a:r>
                        <a:rPr lang="en-IN" b="1">
                          <a:effectLst/>
                          <a:highlight>
                            <a:srgbClr val="CECECE"/>
                          </a:highlight>
                        </a:rPr>
                        <a:t>Id</a:t>
                      </a:r>
                    </a:p>
                  </a:txBody>
                  <a:tcPr marL="152400" marR="533400" marT="76200" marB="76200" anchor="ctr">
                    <a:lnL w="7620" cap="flat" cmpd="sng" algn="ctr">
                      <a:solidFill>
                        <a:srgbClr val="EDEDED"/>
                      </a:solidFill>
                      <a:prstDash val="solid"/>
                      <a:round/>
                      <a:headEnd type="none" w="med" len="med"/>
                      <a:tailEnd type="none" w="med" len="med"/>
                    </a:lnL>
                    <a:lnR w="7620" cap="flat" cmpd="sng" algn="ctr">
                      <a:solidFill>
                        <a:srgbClr val="EDEDED"/>
                      </a:solidFill>
                      <a:prstDash val="solid"/>
                      <a:round/>
                      <a:headEnd type="none" w="med" len="med"/>
                      <a:tailEnd type="none" w="med" len="med"/>
                    </a:lnR>
                    <a:lnT w="7620" cap="flat" cmpd="sng" algn="ctr">
                      <a:solidFill>
                        <a:srgbClr val="EDEDED"/>
                      </a:solidFill>
                      <a:prstDash val="solid"/>
                      <a:round/>
                      <a:headEnd type="none" w="med" len="med"/>
                      <a:tailEnd type="none" w="med" len="med"/>
                    </a:lnT>
                    <a:lnB w="7620" cap="flat" cmpd="sng" algn="ctr">
                      <a:solidFill>
                        <a:srgbClr val="EDEDED"/>
                      </a:solidFill>
                      <a:prstDash val="solid"/>
                      <a:round/>
                      <a:headEnd type="none" w="med" len="med"/>
                      <a:tailEnd type="none" w="med" len="med"/>
                    </a:lnB>
                    <a:solidFill>
                      <a:srgbClr val="CECECE"/>
                    </a:solidFill>
                  </a:tcPr>
                </a:tc>
                <a:tc>
                  <a:txBody>
                    <a:bodyPr/>
                    <a:lstStyle/>
                    <a:p>
                      <a:pPr algn="l"/>
                      <a:r>
                        <a:rPr lang="en-IN" b="1">
                          <a:effectLst/>
                          <a:highlight>
                            <a:srgbClr val="CECECE"/>
                          </a:highlight>
                        </a:rPr>
                        <a:t>FullName</a:t>
                      </a:r>
                    </a:p>
                  </a:txBody>
                  <a:tcPr marL="152400" marR="533400" marT="76200" marB="76200" anchor="ctr">
                    <a:lnL w="7620" cap="flat" cmpd="sng" algn="ctr">
                      <a:solidFill>
                        <a:srgbClr val="EDEDED"/>
                      </a:solidFill>
                      <a:prstDash val="solid"/>
                      <a:round/>
                      <a:headEnd type="none" w="med" len="med"/>
                      <a:tailEnd type="none" w="med" len="med"/>
                    </a:lnL>
                    <a:lnR w="7620" cap="flat" cmpd="sng" algn="ctr">
                      <a:solidFill>
                        <a:srgbClr val="EDEDED"/>
                      </a:solidFill>
                      <a:prstDash val="solid"/>
                      <a:round/>
                      <a:headEnd type="none" w="med" len="med"/>
                      <a:tailEnd type="none" w="med" len="med"/>
                    </a:lnR>
                    <a:lnT w="7620" cap="flat" cmpd="sng" algn="ctr">
                      <a:solidFill>
                        <a:srgbClr val="EDEDED"/>
                      </a:solidFill>
                      <a:prstDash val="solid"/>
                      <a:round/>
                      <a:headEnd type="none" w="med" len="med"/>
                      <a:tailEnd type="none" w="med" len="med"/>
                    </a:lnT>
                    <a:lnB w="7620" cap="flat" cmpd="sng" algn="ctr">
                      <a:solidFill>
                        <a:srgbClr val="EDEDED"/>
                      </a:solidFill>
                      <a:prstDash val="solid"/>
                      <a:round/>
                      <a:headEnd type="none" w="med" len="med"/>
                      <a:tailEnd type="none" w="med" len="med"/>
                    </a:lnB>
                    <a:solidFill>
                      <a:srgbClr val="CECECE"/>
                    </a:solidFill>
                  </a:tcPr>
                </a:tc>
                <a:tc>
                  <a:txBody>
                    <a:bodyPr/>
                    <a:lstStyle/>
                    <a:p>
                      <a:pPr algn="l"/>
                      <a:r>
                        <a:rPr lang="en-IN" b="1">
                          <a:effectLst/>
                          <a:highlight>
                            <a:srgbClr val="CECECE"/>
                          </a:highlight>
                        </a:rPr>
                        <a:t>Salary</a:t>
                      </a:r>
                    </a:p>
                  </a:txBody>
                  <a:tcPr marL="152400" marR="533400" marT="76200" marB="76200" anchor="ctr">
                    <a:lnL w="7620" cap="flat" cmpd="sng" algn="ctr">
                      <a:solidFill>
                        <a:srgbClr val="EDEDED"/>
                      </a:solidFill>
                      <a:prstDash val="solid"/>
                      <a:round/>
                      <a:headEnd type="none" w="med" len="med"/>
                      <a:tailEnd type="none" w="med" len="med"/>
                    </a:lnL>
                    <a:lnR w="7620" cap="flat" cmpd="sng" algn="ctr">
                      <a:solidFill>
                        <a:srgbClr val="EDEDED"/>
                      </a:solidFill>
                      <a:prstDash val="solid"/>
                      <a:round/>
                      <a:headEnd type="none" w="med" len="med"/>
                      <a:tailEnd type="none" w="med" len="med"/>
                    </a:lnR>
                    <a:lnT w="7620" cap="flat" cmpd="sng" algn="ctr">
                      <a:solidFill>
                        <a:srgbClr val="EDEDED"/>
                      </a:solidFill>
                      <a:prstDash val="solid"/>
                      <a:round/>
                      <a:headEnd type="none" w="med" len="med"/>
                      <a:tailEnd type="none" w="med" len="med"/>
                    </a:lnT>
                    <a:lnB w="7620" cap="flat" cmpd="sng" algn="ctr">
                      <a:solidFill>
                        <a:srgbClr val="EDEDED"/>
                      </a:solidFill>
                      <a:prstDash val="solid"/>
                      <a:round/>
                      <a:headEnd type="none" w="med" len="med"/>
                      <a:tailEnd type="none" w="med" len="med"/>
                    </a:lnB>
                    <a:solidFill>
                      <a:srgbClr val="CECECE"/>
                    </a:solidFill>
                  </a:tcPr>
                </a:tc>
                <a:tc>
                  <a:txBody>
                    <a:bodyPr/>
                    <a:lstStyle/>
                    <a:p>
                      <a:pPr algn="l"/>
                      <a:r>
                        <a:rPr lang="en-IN" b="1">
                          <a:effectLst/>
                          <a:highlight>
                            <a:srgbClr val="CECECE"/>
                          </a:highlight>
                        </a:rPr>
                        <a:t>ManagerId</a:t>
                      </a:r>
                    </a:p>
                  </a:txBody>
                  <a:tcPr marL="152400" marR="533400" marT="76200" marB="76200" anchor="ctr">
                    <a:lnL w="7620" cap="flat" cmpd="sng" algn="ctr">
                      <a:solidFill>
                        <a:srgbClr val="EDEDED"/>
                      </a:solidFill>
                      <a:prstDash val="solid"/>
                      <a:round/>
                      <a:headEnd type="none" w="med" len="med"/>
                      <a:tailEnd type="none" w="med" len="med"/>
                    </a:lnL>
                    <a:lnR w="7620" cap="flat" cmpd="sng" algn="ctr">
                      <a:solidFill>
                        <a:srgbClr val="EDEDED"/>
                      </a:solidFill>
                      <a:prstDash val="solid"/>
                      <a:round/>
                      <a:headEnd type="none" w="med" len="med"/>
                      <a:tailEnd type="none" w="med" len="med"/>
                    </a:lnR>
                    <a:lnT w="7620" cap="flat" cmpd="sng" algn="ctr">
                      <a:solidFill>
                        <a:srgbClr val="EDEDED"/>
                      </a:solidFill>
                      <a:prstDash val="solid"/>
                      <a:round/>
                      <a:headEnd type="none" w="med" len="med"/>
                      <a:tailEnd type="none" w="med" len="med"/>
                    </a:lnT>
                    <a:lnB w="7620" cap="flat" cmpd="sng" algn="ctr">
                      <a:solidFill>
                        <a:srgbClr val="EDEDED"/>
                      </a:solidFill>
                      <a:prstDash val="solid"/>
                      <a:round/>
                      <a:headEnd type="none" w="med" len="med"/>
                      <a:tailEnd type="none" w="med" len="med"/>
                    </a:lnB>
                    <a:solidFill>
                      <a:srgbClr val="CECECE"/>
                    </a:solidFill>
                  </a:tcPr>
                </a:tc>
                <a:extLst>
                  <a:ext uri="{0D108BD9-81ED-4DB2-BD59-A6C34878D82A}">
                    <a16:rowId xmlns:a16="http://schemas.microsoft.com/office/drawing/2014/main" val="3006769530"/>
                  </a:ext>
                </a:extLst>
              </a:tr>
              <a:tr h="0">
                <a:tc>
                  <a:txBody>
                    <a:bodyPr/>
                    <a:lstStyle/>
                    <a:p>
                      <a:pPr algn="l"/>
                      <a:r>
                        <a:rPr lang="en-IN" b="0">
                          <a:effectLst/>
                        </a:rPr>
                        <a:t>1</a:t>
                      </a:r>
                    </a:p>
                  </a:txBody>
                  <a:tcPr marL="152400" marR="533400" marT="76200" marB="76200" anchor="ctr">
                    <a:lnL w="7620" cap="flat" cmpd="sng" algn="ctr">
                      <a:solidFill>
                        <a:srgbClr val="EDEDED"/>
                      </a:solidFill>
                      <a:prstDash val="solid"/>
                      <a:round/>
                      <a:headEnd type="none" w="med" len="med"/>
                      <a:tailEnd type="none" w="med" len="med"/>
                    </a:lnL>
                    <a:lnR w="7620" cap="flat" cmpd="sng" algn="ctr">
                      <a:solidFill>
                        <a:srgbClr val="EDEDED"/>
                      </a:solidFill>
                      <a:prstDash val="solid"/>
                      <a:round/>
                      <a:headEnd type="none" w="med" len="med"/>
                      <a:tailEnd type="none" w="med" len="med"/>
                    </a:lnR>
                    <a:lnT w="7620" cap="flat" cmpd="sng" algn="ctr">
                      <a:solidFill>
                        <a:srgbClr val="EDEDED"/>
                      </a:solidFill>
                      <a:prstDash val="solid"/>
                      <a:round/>
                      <a:headEnd type="none" w="med" len="med"/>
                      <a:tailEnd type="none" w="med" len="med"/>
                    </a:lnT>
                    <a:lnB w="7620" cap="flat" cmpd="sng" algn="ctr">
                      <a:solidFill>
                        <a:srgbClr val="EDEDED"/>
                      </a:solidFill>
                      <a:prstDash val="solid"/>
                      <a:round/>
                      <a:headEnd type="none" w="med" len="med"/>
                      <a:tailEnd type="none" w="med" len="med"/>
                    </a:lnB>
                    <a:noFill/>
                  </a:tcPr>
                </a:tc>
                <a:tc>
                  <a:txBody>
                    <a:bodyPr/>
                    <a:lstStyle/>
                    <a:p>
                      <a:pPr algn="l"/>
                      <a:r>
                        <a:rPr lang="en-IN" b="0">
                          <a:effectLst/>
                        </a:rPr>
                        <a:t>John Smith</a:t>
                      </a:r>
                    </a:p>
                  </a:txBody>
                  <a:tcPr marL="152400" marR="533400" marT="76200" marB="76200" anchor="ctr">
                    <a:lnL w="7620" cap="flat" cmpd="sng" algn="ctr">
                      <a:solidFill>
                        <a:srgbClr val="EDEDED"/>
                      </a:solidFill>
                      <a:prstDash val="solid"/>
                      <a:round/>
                      <a:headEnd type="none" w="med" len="med"/>
                      <a:tailEnd type="none" w="med" len="med"/>
                    </a:lnL>
                    <a:lnR w="7620" cap="flat" cmpd="sng" algn="ctr">
                      <a:solidFill>
                        <a:srgbClr val="EDEDED"/>
                      </a:solidFill>
                      <a:prstDash val="solid"/>
                      <a:round/>
                      <a:headEnd type="none" w="med" len="med"/>
                      <a:tailEnd type="none" w="med" len="med"/>
                    </a:lnR>
                    <a:lnT w="7620" cap="flat" cmpd="sng" algn="ctr">
                      <a:solidFill>
                        <a:srgbClr val="EDEDED"/>
                      </a:solidFill>
                      <a:prstDash val="solid"/>
                      <a:round/>
                      <a:headEnd type="none" w="med" len="med"/>
                      <a:tailEnd type="none" w="med" len="med"/>
                    </a:lnT>
                    <a:lnB w="7620" cap="flat" cmpd="sng" algn="ctr">
                      <a:solidFill>
                        <a:srgbClr val="EDEDED"/>
                      </a:solidFill>
                      <a:prstDash val="solid"/>
                      <a:round/>
                      <a:headEnd type="none" w="med" len="med"/>
                      <a:tailEnd type="none" w="med" len="med"/>
                    </a:lnB>
                    <a:noFill/>
                  </a:tcPr>
                </a:tc>
                <a:tc>
                  <a:txBody>
                    <a:bodyPr/>
                    <a:lstStyle/>
                    <a:p>
                      <a:pPr algn="l"/>
                      <a:r>
                        <a:rPr lang="en-IN" b="0">
                          <a:effectLst/>
                        </a:rPr>
                        <a:t>10000</a:t>
                      </a:r>
                    </a:p>
                  </a:txBody>
                  <a:tcPr marL="152400" marR="533400" marT="76200" marB="76200" anchor="ctr">
                    <a:lnL w="7620" cap="flat" cmpd="sng" algn="ctr">
                      <a:solidFill>
                        <a:srgbClr val="EDEDED"/>
                      </a:solidFill>
                      <a:prstDash val="solid"/>
                      <a:round/>
                      <a:headEnd type="none" w="med" len="med"/>
                      <a:tailEnd type="none" w="med" len="med"/>
                    </a:lnL>
                    <a:lnR w="7620" cap="flat" cmpd="sng" algn="ctr">
                      <a:solidFill>
                        <a:srgbClr val="EDEDED"/>
                      </a:solidFill>
                      <a:prstDash val="solid"/>
                      <a:round/>
                      <a:headEnd type="none" w="med" len="med"/>
                      <a:tailEnd type="none" w="med" len="med"/>
                    </a:lnR>
                    <a:lnT w="7620" cap="flat" cmpd="sng" algn="ctr">
                      <a:solidFill>
                        <a:srgbClr val="EDEDED"/>
                      </a:solidFill>
                      <a:prstDash val="solid"/>
                      <a:round/>
                      <a:headEnd type="none" w="med" len="med"/>
                      <a:tailEnd type="none" w="med" len="med"/>
                    </a:lnT>
                    <a:lnB w="7620" cap="flat" cmpd="sng" algn="ctr">
                      <a:solidFill>
                        <a:srgbClr val="EDEDED"/>
                      </a:solidFill>
                      <a:prstDash val="solid"/>
                      <a:round/>
                      <a:headEnd type="none" w="med" len="med"/>
                      <a:tailEnd type="none" w="med" len="med"/>
                    </a:lnB>
                    <a:noFill/>
                  </a:tcPr>
                </a:tc>
                <a:tc>
                  <a:txBody>
                    <a:bodyPr/>
                    <a:lstStyle/>
                    <a:p>
                      <a:pPr algn="l"/>
                      <a:r>
                        <a:rPr lang="en-IN" b="0">
                          <a:effectLst/>
                        </a:rPr>
                        <a:t>3</a:t>
                      </a:r>
                    </a:p>
                  </a:txBody>
                  <a:tcPr marL="152400" marR="533400" marT="76200" marB="76200" anchor="ctr">
                    <a:lnL w="7620" cap="flat" cmpd="sng" algn="ctr">
                      <a:solidFill>
                        <a:srgbClr val="EDEDED"/>
                      </a:solidFill>
                      <a:prstDash val="solid"/>
                      <a:round/>
                      <a:headEnd type="none" w="med" len="med"/>
                      <a:tailEnd type="none" w="med" len="med"/>
                    </a:lnL>
                    <a:lnR w="7620" cap="flat" cmpd="sng" algn="ctr">
                      <a:solidFill>
                        <a:srgbClr val="EDEDED"/>
                      </a:solidFill>
                      <a:prstDash val="solid"/>
                      <a:round/>
                      <a:headEnd type="none" w="med" len="med"/>
                      <a:tailEnd type="none" w="med" len="med"/>
                    </a:lnR>
                    <a:lnT w="7620" cap="flat" cmpd="sng" algn="ctr">
                      <a:solidFill>
                        <a:srgbClr val="EDEDED"/>
                      </a:solidFill>
                      <a:prstDash val="solid"/>
                      <a:round/>
                      <a:headEnd type="none" w="med" len="med"/>
                      <a:tailEnd type="none" w="med" len="med"/>
                    </a:lnT>
                    <a:lnB w="7620" cap="flat" cmpd="sng" algn="ctr">
                      <a:solidFill>
                        <a:srgbClr val="EDEDED"/>
                      </a:solidFill>
                      <a:prstDash val="solid"/>
                      <a:round/>
                      <a:headEnd type="none" w="med" len="med"/>
                      <a:tailEnd type="none" w="med" len="med"/>
                    </a:lnB>
                    <a:noFill/>
                  </a:tcPr>
                </a:tc>
                <a:extLst>
                  <a:ext uri="{0D108BD9-81ED-4DB2-BD59-A6C34878D82A}">
                    <a16:rowId xmlns:a16="http://schemas.microsoft.com/office/drawing/2014/main" val="2425754902"/>
                  </a:ext>
                </a:extLst>
              </a:tr>
              <a:tr h="0">
                <a:tc>
                  <a:txBody>
                    <a:bodyPr/>
                    <a:lstStyle/>
                    <a:p>
                      <a:pPr algn="l"/>
                      <a:r>
                        <a:rPr lang="en-IN" b="0">
                          <a:effectLst/>
                        </a:rPr>
                        <a:t>2</a:t>
                      </a:r>
                    </a:p>
                  </a:txBody>
                  <a:tcPr marL="152400" marR="533400" marT="76200" marB="76200" anchor="ctr">
                    <a:lnL w="7620" cap="flat" cmpd="sng" algn="ctr">
                      <a:solidFill>
                        <a:srgbClr val="EDEDED"/>
                      </a:solidFill>
                      <a:prstDash val="solid"/>
                      <a:round/>
                      <a:headEnd type="none" w="med" len="med"/>
                      <a:tailEnd type="none" w="med" len="med"/>
                    </a:lnL>
                    <a:lnR w="7620" cap="flat" cmpd="sng" algn="ctr">
                      <a:solidFill>
                        <a:srgbClr val="EDEDED"/>
                      </a:solidFill>
                      <a:prstDash val="solid"/>
                      <a:round/>
                      <a:headEnd type="none" w="med" len="med"/>
                      <a:tailEnd type="none" w="med" len="med"/>
                    </a:lnR>
                    <a:lnT w="7620" cap="flat" cmpd="sng" algn="ctr">
                      <a:solidFill>
                        <a:srgbClr val="EDEDED"/>
                      </a:solidFill>
                      <a:prstDash val="solid"/>
                      <a:round/>
                      <a:headEnd type="none" w="med" len="med"/>
                      <a:tailEnd type="none" w="med" len="med"/>
                    </a:lnT>
                    <a:lnB w="7620" cap="flat" cmpd="sng" algn="ctr">
                      <a:solidFill>
                        <a:srgbClr val="EDEDED"/>
                      </a:solidFill>
                      <a:prstDash val="solid"/>
                      <a:round/>
                      <a:headEnd type="none" w="med" len="med"/>
                      <a:tailEnd type="none" w="med" len="med"/>
                    </a:lnB>
                    <a:solidFill>
                      <a:srgbClr val="F8F8F8"/>
                    </a:solidFill>
                  </a:tcPr>
                </a:tc>
                <a:tc>
                  <a:txBody>
                    <a:bodyPr/>
                    <a:lstStyle/>
                    <a:p>
                      <a:pPr algn="l"/>
                      <a:r>
                        <a:rPr lang="en-IN" b="0">
                          <a:effectLst/>
                        </a:rPr>
                        <a:t>Jane Anderson</a:t>
                      </a:r>
                    </a:p>
                  </a:txBody>
                  <a:tcPr marL="152400" marR="533400" marT="76200" marB="76200" anchor="ctr">
                    <a:lnL w="7620" cap="flat" cmpd="sng" algn="ctr">
                      <a:solidFill>
                        <a:srgbClr val="EDEDED"/>
                      </a:solidFill>
                      <a:prstDash val="solid"/>
                      <a:round/>
                      <a:headEnd type="none" w="med" len="med"/>
                      <a:tailEnd type="none" w="med" len="med"/>
                    </a:lnL>
                    <a:lnR w="7620" cap="flat" cmpd="sng" algn="ctr">
                      <a:solidFill>
                        <a:srgbClr val="EDEDED"/>
                      </a:solidFill>
                      <a:prstDash val="solid"/>
                      <a:round/>
                      <a:headEnd type="none" w="med" len="med"/>
                      <a:tailEnd type="none" w="med" len="med"/>
                    </a:lnR>
                    <a:lnT w="7620" cap="flat" cmpd="sng" algn="ctr">
                      <a:solidFill>
                        <a:srgbClr val="EDEDED"/>
                      </a:solidFill>
                      <a:prstDash val="solid"/>
                      <a:round/>
                      <a:headEnd type="none" w="med" len="med"/>
                      <a:tailEnd type="none" w="med" len="med"/>
                    </a:lnT>
                    <a:lnB w="7620" cap="flat" cmpd="sng" algn="ctr">
                      <a:solidFill>
                        <a:srgbClr val="EDEDED"/>
                      </a:solidFill>
                      <a:prstDash val="solid"/>
                      <a:round/>
                      <a:headEnd type="none" w="med" len="med"/>
                      <a:tailEnd type="none" w="med" len="med"/>
                    </a:lnB>
                    <a:solidFill>
                      <a:srgbClr val="F8F8F8"/>
                    </a:solidFill>
                  </a:tcPr>
                </a:tc>
                <a:tc>
                  <a:txBody>
                    <a:bodyPr/>
                    <a:lstStyle/>
                    <a:p>
                      <a:pPr algn="l"/>
                      <a:r>
                        <a:rPr lang="en-IN" b="0">
                          <a:effectLst/>
                        </a:rPr>
                        <a:t>12000</a:t>
                      </a:r>
                    </a:p>
                  </a:txBody>
                  <a:tcPr marL="152400" marR="533400" marT="76200" marB="76200" anchor="ctr">
                    <a:lnL w="7620" cap="flat" cmpd="sng" algn="ctr">
                      <a:solidFill>
                        <a:srgbClr val="EDEDED"/>
                      </a:solidFill>
                      <a:prstDash val="solid"/>
                      <a:round/>
                      <a:headEnd type="none" w="med" len="med"/>
                      <a:tailEnd type="none" w="med" len="med"/>
                    </a:lnL>
                    <a:lnR w="7620" cap="flat" cmpd="sng" algn="ctr">
                      <a:solidFill>
                        <a:srgbClr val="EDEDED"/>
                      </a:solidFill>
                      <a:prstDash val="solid"/>
                      <a:round/>
                      <a:headEnd type="none" w="med" len="med"/>
                      <a:tailEnd type="none" w="med" len="med"/>
                    </a:lnR>
                    <a:lnT w="7620" cap="flat" cmpd="sng" algn="ctr">
                      <a:solidFill>
                        <a:srgbClr val="EDEDED"/>
                      </a:solidFill>
                      <a:prstDash val="solid"/>
                      <a:round/>
                      <a:headEnd type="none" w="med" len="med"/>
                      <a:tailEnd type="none" w="med" len="med"/>
                    </a:lnT>
                    <a:lnB w="7620" cap="flat" cmpd="sng" algn="ctr">
                      <a:solidFill>
                        <a:srgbClr val="EDEDED"/>
                      </a:solidFill>
                      <a:prstDash val="solid"/>
                      <a:round/>
                      <a:headEnd type="none" w="med" len="med"/>
                      <a:tailEnd type="none" w="med" len="med"/>
                    </a:lnB>
                    <a:solidFill>
                      <a:srgbClr val="F8F8F8"/>
                    </a:solidFill>
                  </a:tcPr>
                </a:tc>
                <a:tc>
                  <a:txBody>
                    <a:bodyPr/>
                    <a:lstStyle/>
                    <a:p>
                      <a:pPr algn="l"/>
                      <a:r>
                        <a:rPr lang="en-IN" b="0">
                          <a:effectLst/>
                        </a:rPr>
                        <a:t>3</a:t>
                      </a:r>
                    </a:p>
                  </a:txBody>
                  <a:tcPr marL="152400" marR="533400" marT="76200" marB="76200" anchor="ctr">
                    <a:lnL w="7620" cap="flat" cmpd="sng" algn="ctr">
                      <a:solidFill>
                        <a:srgbClr val="EDEDED"/>
                      </a:solidFill>
                      <a:prstDash val="solid"/>
                      <a:round/>
                      <a:headEnd type="none" w="med" len="med"/>
                      <a:tailEnd type="none" w="med" len="med"/>
                    </a:lnL>
                    <a:lnR w="7620" cap="flat" cmpd="sng" algn="ctr">
                      <a:solidFill>
                        <a:srgbClr val="EDEDED"/>
                      </a:solidFill>
                      <a:prstDash val="solid"/>
                      <a:round/>
                      <a:headEnd type="none" w="med" len="med"/>
                      <a:tailEnd type="none" w="med" len="med"/>
                    </a:lnR>
                    <a:lnT w="7620" cap="flat" cmpd="sng" algn="ctr">
                      <a:solidFill>
                        <a:srgbClr val="EDEDED"/>
                      </a:solidFill>
                      <a:prstDash val="solid"/>
                      <a:round/>
                      <a:headEnd type="none" w="med" len="med"/>
                      <a:tailEnd type="none" w="med" len="med"/>
                    </a:lnT>
                    <a:lnB w="7620" cap="flat" cmpd="sng" algn="ctr">
                      <a:solidFill>
                        <a:srgbClr val="EDEDED"/>
                      </a:solidFill>
                      <a:prstDash val="solid"/>
                      <a:round/>
                      <a:headEnd type="none" w="med" len="med"/>
                      <a:tailEnd type="none" w="med" len="med"/>
                    </a:lnB>
                    <a:solidFill>
                      <a:srgbClr val="F8F8F8"/>
                    </a:solidFill>
                  </a:tcPr>
                </a:tc>
                <a:extLst>
                  <a:ext uri="{0D108BD9-81ED-4DB2-BD59-A6C34878D82A}">
                    <a16:rowId xmlns:a16="http://schemas.microsoft.com/office/drawing/2014/main" val="3339267204"/>
                  </a:ext>
                </a:extLst>
              </a:tr>
              <a:tr h="0">
                <a:tc>
                  <a:txBody>
                    <a:bodyPr/>
                    <a:lstStyle/>
                    <a:p>
                      <a:pPr algn="l"/>
                      <a:r>
                        <a:rPr lang="en-IN" b="0">
                          <a:effectLst/>
                        </a:rPr>
                        <a:t>3</a:t>
                      </a:r>
                    </a:p>
                  </a:txBody>
                  <a:tcPr marL="152400" marR="533400" marT="76200" marB="76200" anchor="ctr">
                    <a:lnL w="7620" cap="flat" cmpd="sng" algn="ctr">
                      <a:solidFill>
                        <a:srgbClr val="EDEDED"/>
                      </a:solidFill>
                      <a:prstDash val="solid"/>
                      <a:round/>
                      <a:headEnd type="none" w="med" len="med"/>
                      <a:tailEnd type="none" w="med" len="med"/>
                    </a:lnL>
                    <a:lnR w="7620" cap="flat" cmpd="sng" algn="ctr">
                      <a:solidFill>
                        <a:srgbClr val="EDEDED"/>
                      </a:solidFill>
                      <a:prstDash val="solid"/>
                      <a:round/>
                      <a:headEnd type="none" w="med" len="med"/>
                      <a:tailEnd type="none" w="med" len="med"/>
                    </a:lnR>
                    <a:lnT w="7620" cap="flat" cmpd="sng" algn="ctr">
                      <a:solidFill>
                        <a:srgbClr val="EDEDED"/>
                      </a:solidFill>
                      <a:prstDash val="solid"/>
                      <a:round/>
                      <a:headEnd type="none" w="med" len="med"/>
                      <a:tailEnd type="none" w="med" len="med"/>
                    </a:lnT>
                    <a:lnB w="7620" cap="flat" cmpd="sng" algn="ctr">
                      <a:solidFill>
                        <a:srgbClr val="EDEDED"/>
                      </a:solidFill>
                      <a:prstDash val="solid"/>
                      <a:round/>
                      <a:headEnd type="none" w="med" len="med"/>
                      <a:tailEnd type="none" w="med" len="med"/>
                    </a:lnB>
                    <a:noFill/>
                  </a:tcPr>
                </a:tc>
                <a:tc>
                  <a:txBody>
                    <a:bodyPr/>
                    <a:lstStyle/>
                    <a:p>
                      <a:pPr algn="l"/>
                      <a:r>
                        <a:rPr lang="en-IN" b="0">
                          <a:effectLst/>
                        </a:rPr>
                        <a:t>Tom Lanon</a:t>
                      </a:r>
                    </a:p>
                  </a:txBody>
                  <a:tcPr marL="152400" marR="533400" marT="76200" marB="76200" anchor="ctr">
                    <a:lnL w="7620" cap="flat" cmpd="sng" algn="ctr">
                      <a:solidFill>
                        <a:srgbClr val="EDEDED"/>
                      </a:solidFill>
                      <a:prstDash val="solid"/>
                      <a:round/>
                      <a:headEnd type="none" w="med" len="med"/>
                      <a:tailEnd type="none" w="med" len="med"/>
                    </a:lnL>
                    <a:lnR w="7620" cap="flat" cmpd="sng" algn="ctr">
                      <a:solidFill>
                        <a:srgbClr val="EDEDED"/>
                      </a:solidFill>
                      <a:prstDash val="solid"/>
                      <a:round/>
                      <a:headEnd type="none" w="med" len="med"/>
                      <a:tailEnd type="none" w="med" len="med"/>
                    </a:lnR>
                    <a:lnT w="7620" cap="flat" cmpd="sng" algn="ctr">
                      <a:solidFill>
                        <a:srgbClr val="EDEDED"/>
                      </a:solidFill>
                      <a:prstDash val="solid"/>
                      <a:round/>
                      <a:headEnd type="none" w="med" len="med"/>
                      <a:tailEnd type="none" w="med" len="med"/>
                    </a:lnT>
                    <a:lnB w="7620" cap="flat" cmpd="sng" algn="ctr">
                      <a:solidFill>
                        <a:srgbClr val="EDEDED"/>
                      </a:solidFill>
                      <a:prstDash val="solid"/>
                      <a:round/>
                      <a:headEnd type="none" w="med" len="med"/>
                      <a:tailEnd type="none" w="med" len="med"/>
                    </a:lnB>
                    <a:noFill/>
                  </a:tcPr>
                </a:tc>
                <a:tc>
                  <a:txBody>
                    <a:bodyPr/>
                    <a:lstStyle/>
                    <a:p>
                      <a:pPr algn="l"/>
                      <a:r>
                        <a:rPr lang="en-IN" b="0">
                          <a:effectLst/>
                        </a:rPr>
                        <a:t>15000</a:t>
                      </a:r>
                    </a:p>
                  </a:txBody>
                  <a:tcPr marL="152400" marR="533400" marT="76200" marB="76200" anchor="ctr">
                    <a:lnL w="7620" cap="flat" cmpd="sng" algn="ctr">
                      <a:solidFill>
                        <a:srgbClr val="EDEDED"/>
                      </a:solidFill>
                      <a:prstDash val="solid"/>
                      <a:round/>
                      <a:headEnd type="none" w="med" len="med"/>
                      <a:tailEnd type="none" w="med" len="med"/>
                    </a:lnL>
                    <a:lnR w="7620" cap="flat" cmpd="sng" algn="ctr">
                      <a:solidFill>
                        <a:srgbClr val="EDEDED"/>
                      </a:solidFill>
                      <a:prstDash val="solid"/>
                      <a:round/>
                      <a:headEnd type="none" w="med" len="med"/>
                      <a:tailEnd type="none" w="med" len="med"/>
                    </a:lnR>
                    <a:lnT w="7620" cap="flat" cmpd="sng" algn="ctr">
                      <a:solidFill>
                        <a:srgbClr val="EDEDED"/>
                      </a:solidFill>
                      <a:prstDash val="solid"/>
                      <a:round/>
                      <a:headEnd type="none" w="med" len="med"/>
                      <a:tailEnd type="none" w="med" len="med"/>
                    </a:lnT>
                    <a:lnB w="7620" cap="flat" cmpd="sng" algn="ctr">
                      <a:solidFill>
                        <a:srgbClr val="EDEDED"/>
                      </a:solidFill>
                      <a:prstDash val="solid"/>
                      <a:round/>
                      <a:headEnd type="none" w="med" len="med"/>
                      <a:tailEnd type="none" w="med" len="med"/>
                    </a:lnB>
                    <a:noFill/>
                  </a:tcPr>
                </a:tc>
                <a:tc>
                  <a:txBody>
                    <a:bodyPr/>
                    <a:lstStyle/>
                    <a:p>
                      <a:pPr algn="l"/>
                      <a:r>
                        <a:rPr lang="en-IN" b="0">
                          <a:effectLst/>
                        </a:rPr>
                        <a:t>4</a:t>
                      </a:r>
                    </a:p>
                  </a:txBody>
                  <a:tcPr marL="152400" marR="533400" marT="76200" marB="76200" anchor="ctr">
                    <a:lnL w="7620" cap="flat" cmpd="sng" algn="ctr">
                      <a:solidFill>
                        <a:srgbClr val="EDEDED"/>
                      </a:solidFill>
                      <a:prstDash val="solid"/>
                      <a:round/>
                      <a:headEnd type="none" w="med" len="med"/>
                      <a:tailEnd type="none" w="med" len="med"/>
                    </a:lnL>
                    <a:lnR w="7620" cap="flat" cmpd="sng" algn="ctr">
                      <a:solidFill>
                        <a:srgbClr val="EDEDED"/>
                      </a:solidFill>
                      <a:prstDash val="solid"/>
                      <a:round/>
                      <a:headEnd type="none" w="med" len="med"/>
                      <a:tailEnd type="none" w="med" len="med"/>
                    </a:lnR>
                    <a:lnT w="7620" cap="flat" cmpd="sng" algn="ctr">
                      <a:solidFill>
                        <a:srgbClr val="EDEDED"/>
                      </a:solidFill>
                      <a:prstDash val="solid"/>
                      <a:round/>
                      <a:headEnd type="none" w="med" len="med"/>
                      <a:tailEnd type="none" w="med" len="med"/>
                    </a:lnT>
                    <a:lnB w="7620" cap="flat" cmpd="sng" algn="ctr">
                      <a:solidFill>
                        <a:srgbClr val="EDEDED"/>
                      </a:solidFill>
                      <a:prstDash val="solid"/>
                      <a:round/>
                      <a:headEnd type="none" w="med" len="med"/>
                      <a:tailEnd type="none" w="med" len="med"/>
                    </a:lnB>
                    <a:noFill/>
                  </a:tcPr>
                </a:tc>
                <a:extLst>
                  <a:ext uri="{0D108BD9-81ED-4DB2-BD59-A6C34878D82A}">
                    <a16:rowId xmlns:a16="http://schemas.microsoft.com/office/drawing/2014/main" val="296941121"/>
                  </a:ext>
                </a:extLst>
              </a:tr>
              <a:tr h="0">
                <a:tc>
                  <a:txBody>
                    <a:bodyPr/>
                    <a:lstStyle/>
                    <a:p>
                      <a:pPr algn="l"/>
                      <a:r>
                        <a:rPr lang="en-IN" b="0">
                          <a:effectLst/>
                        </a:rPr>
                        <a:t>4</a:t>
                      </a:r>
                    </a:p>
                  </a:txBody>
                  <a:tcPr marL="152400" marR="533400" marT="76200" marB="76200" anchor="ctr">
                    <a:lnL w="7620" cap="flat" cmpd="sng" algn="ctr">
                      <a:solidFill>
                        <a:srgbClr val="EDEDED"/>
                      </a:solidFill>
                      <a:prstDash val="solid"/>
                      <a:round/>
                      <a:headEnd type="none" w="med" len="med"/>
                      <a:tailEnd type="none" w="med" len="med"/>
                    </a:lnL>
                    <a:lnR w="7620" cap="flat" cmpd="sng" algn="ctr">
                      <a:solidFill>
                        <a:srgbClr val="EDEDED"/>
                      </a:solidFill>
                      <a:prstDash val="solid"/>
                      <a:round/>
                      <a:headEnd type="none" w="med" len="med"/>
                      <a:tailEnd type="none" w="med" len="med"/>
                    </a:lnR>
                    <a:lnT w="7620" cap="flat" cmpd="sng" algn="ctr">
                      <a:solidFill>
                        <a:srgbClr val="EDEDED"/>
                      </a:solidFill>
                      <a:prstDash val="solid"/>
                      <a:round/>
                      <a:headEnd type="none" w="med" len="med"/>
                      <a:tailEnd type="none" w="med" len="med"/>
                    </a:lnT>
                    <a:lnB w="7620" cap="flat" cmpd="sng" algn="ctr">
                      <a:solidFill>
                        <a:srgbClr val="EDEDED"/>
                      </a:solidFill>
                      <a:prstDash val="solid"/>
                      <a:round/>
                      <a:headEnd type="none" w="med" len="med"/>
                      <a:tailEnd type="none" w="med" len="med"/>
                    </a:lnB>
                    <a:solidFill>
                      <a:srgbClr val="F8F8F8"/>
                    </a:solidFill>
                  </a:tcPr>
                </a:tc>
                <a:tc>
                  <a:txBody>
                    <a:bodyPr/>
                    <a:lstStyle/>
                    <a:p>
                      <a:pPr algn="l"/>
                      <a:r>
                        <a:rPr lang="en-IN" b="0">
                          <a:effectLst/>
                        </a:rPr>
                        <a:t>Anne Connor</a:t>
                      </a:r>
                    </a:p>
                  </a:txBody>
                  <a:tcPr marL="152400" marR="533400" marT="76200" marB="76200" anchor="ctr">
                    <a:lnL w="7620" cap="flat" cmpd="sng" algn="ctr">
                      <a:solidFill>
                        <a:srgbClr val="EDEDED"/>
                      </a:solidFill>
                      <a:prstDash val="solid"/>
                      <a:round/>
                      <a:headEnd type="none" w="med" len="med"/>
                      <a:tailEnd type="none" w="med" len="med"/>
                    </a:lnL>
                    <a:lnR w="7620" cap="flat" cmpd="sng" algn="ctr">
                      <a:solidFill>
                        <a:srgbClr val="EDEDED"/>
                      </a:solidFill>
                      <a:prstDash val="solid"/>
                      <a:round/>
                      <a:headEnd type="none" w="med" len="med"/>
                      <a:tailEnd type="none" w="med" len="med"/>
                    </a:lnR>
                    <a:lnT w="7620" cap="flat" cmpd="sng" algn="ctr">
                      <a:solidFill>
                        <a:srgbClr val="EDEDED"/>
                      </a:solidFill>
                      <a:prstDash val="solid"/>
                      <a:round/>
                      <a:headEnd type="none" w="med" len="med"/>
                      <a:tailEnd type="none" w="med" len="med"/>
                    </a:lnT>
                    <a:lnB w="7620" cap="flat" cmpd="sng" algn="ctr">
                      <a:solidFill>
                        <a:srgbClr val="EDEDED"/>
                      </a:solidFill>
                      <a:prstDash val="solid"/>
                      <a:round/>
                      <a:headEnd type="none" w="med" len="med"/>
                      <a:tailEnd type="none" w="med" len="med"/>
                    </a:lnB>
                    <a:solidFill>
                      <a:srgbClr val="F8F8F8"/>
                    </a:solidFill>
                  </a:tcPr>
                </a:tc>
                <a:tc>
                  <a:txBody>
                    <a:bodyPr/>
                    <a:lstStyle/>
                    <a:p>
                      <a:pPr algn="l"/>
                      <a:r>
                        <a:rPr lang="en-IN" b="0">
                          <a:effectLst/>
                        </a:rPr>
                        <a:t>20000</a:t>
                      </a:r>
                    </a:p>
                  </a:txBody>
                  <a:tcPr marL="152400" marR="533400" marT="76200" marB="76200" anchor="ctr">
                    <a:lnL w="7620" cap="flat" cmpd="sng" algn="ctr">
                      <a:solidFill>
                        <a:srgbClr val="EDEDED"/>
                      </a:solidFill>
                      <a:prstDash val="solid"/>
                      <a:round/>
                      <a:headEnd type="none" w="med" len="med"/>
                      <a:tailEnd type="none" w="med" len="med"/>
                    </a:lnL>
                    <a:lnR w="7620" cap="flat" cmpd="sng" algn="ctr">
                      <a:solidFill>
                        <a:srgbClr val="EDEDED"/>
                      </a:solidFill>
                      <a:prstDash val="solid"/>
                      <a:round/>
                      <a:headEnd type="none" w="med" len="med"/>
                      <a:tailEnd type="none" w="med" len="med"/>
                    </a:lnR>
                    <a:lnT w="7620" cap="flat" cmpd="sng" algn="ctr">
                      <a:solidFill>
                        <a:srgbClr val="EDEDED"/>
                      </a:solidFill>
                      <a:prstDash val="solid"/>
                      <a:round/>
                      <a:headEnd type="none" w="med" len="med"/>
                      <a:tailEnd type="none" w="med" len="med"/>
                    </a:lnT>
                    <a:lnB w="7620" cap="flat" cmpd="sng" algn="ctr">
                      <a:solidFill>
                        <a:srgbClr val="EDEDED"/>
                      </a:solidFill>
                      <a:prstDash val="solid"/>
                      <a:round/>
                      <a:headEnd type="none" w="med" len="med"/>
                      <a:tailEnd type="none" w="med" len="med"/>
                    </a:lnB>
                    <a:solidFill>
                      <a:srgbClr val="F8F8F8"/>
                    </a:solidFill>
                  </a:tcPr>
                </a:tc>
                <a:tc>
                  <a:txBody>
                    <a:bodyPr/>
                    <a:lstStyle/>
                    <a:p>
                      <a:pPr algn="l"/>
                      <a:endParaRPr lang="en-IN" b="0">
                        <a:effectLst/>
                      </a:endParaRPr>
                    </a:p>
                  </a:txBody>
                  <a:tcPr marL="152400" marR="533400" marT="76200" marB="76200" anchor="ctr">
                    <a:lnL w="7620" cap="flat" cmpd="sng" algn="ctr">
                      <a:solidFill>
                        <a:srgbClr val="EDEDED"/>
                      </a:solidFill>
                      <a:prstDash val="solid"/>
                      <a:round/>
                      <a:headEnd type="none" w="med" len="med"/>
                      <a:tailEnd type="none" w="med" len="med"/>
                    </a:lnL>
                    <a:lnR w="7620" cap="flat" cmpd="sng" algn="ctr">
                      <a:solidFill>
                        <a:srgbClr val="EDEDED"/>
                      </a:solidFill>
                      <a:prstDash val="solid"/>
                      <a:round/>
                      <a:headEnd type="none" w="med" len="med"/>
                      <a:tailEnd type="none" w="med" len="med"/>
                    </a:lnR>
                    <a:lnT w="7620" cap="flat" cmpd="sng" algn="ctr">
                      <a:solidFill>
                        <a:srgbClr val="EDEDED"/>
                      </a:solidFill>
                      <a:prstDash val="solid"/>
                      <a:round/>
                      <a:headEnd type="none" w="med" len="med"/>
                      <a:tailEnd type="none" w="med" len="med"/>
                    </a:lnT>
                    <a:lnB w="7620" cap="flat" cmpd="sng" algn="ctr">
                      <a:solidFill>
                        <a:srgbClr val="EDEDED"/>
                      </a:solidFill>
                      <a:prstDash val="solid"/>
                      <a:round/>
                      <a:headEnd type="none" w="med" len="med"/>
                      <a:tailEnd type="none" w="med" len="med"/>
                    </a:lnB>
                    <a:solidFill>
                      <a:srgbClr val="F8F8F8"/>
                    </a:solidFill>
                  </a:tcPr>
                </a:tc>
                <a:extLst>
                  <a:ext uri="{0D108BD9-81ED-4DB2-BD59-A6C34878D82A}">
                    <a16:rowId xmlns:a16="http://schemas.microsoft.com/office/drawing/2014/main" val="2185284936"/>
                  </a:ext>
                </a:extLst>
              </a:tr>
              <a:tr h="0">
                <a:tc>
                  <a:txBody>
                    <a:bodyPr/>
                    <a:lstStyle/>
                    <a:p>
                      <a:pPr algn="l"/>
                      <a:r>
                        <a:rPr lang="en-IN" b="0">
                          <a:effectLst/>
                        </a:rPr>
                        <a:t>5</a:t>
                      </a:r>
                    </a:p>
                  </a:txBody>
                  <a:tcPr marL="152400" marR="533400" marT="76200" marB="76200" anchor="ctr">
                    <a:lnL w="7620" cap="flat" cmpd="sng" algn="ctr">
                      <a:solidFill>
                        <a:srgbClr val="EDEDED"/>
                      </a:solidFill>
                      <a:prstDash val="solid"/>
                      <a:round/>
                      <a:headEnd type="none" w="med" len="med"/>
                      <a:tailEnd type="none" w="med" len="med"/>
                    </a:lnL>
                    <a:lnR w="7620" cap="flat" cmpd="sng" algn="ctr">
                      <a:solidFill>
                        <a:srgbClr val="EDEDED"/>
                      </a:solidFill>
                      <a:prstDash val="solid"/>
                      <a:round/>
                      <a:headEnd type="none" w="med" len="med"/>
                      <a:tailEnd type="none" w="med" len="med"/>
                    </a:lnR>
                    <a:lnT w="7620" cap="flat" cmpd="sng" algn="ctr">
                      <a:solidFill>
                        <a:srgbClr val="EDEDED"/>
                      </a:solidFill>
                      <a:prstDash val="solid"/>
                      <a:round/>
                      <a:headEnd type="none" w="med" len="med"/>
                      <a:tailEnd type="none" w="med" len="med"/>
                    </a:lnT>
                    <a:lnB>
                      <a:noFill/>
                    </a:lnB>
                    <a:noFill/>
                  </a:tcPr>
                </a:tc>
                <a:tc>
                  <a:txBody>
                    <a:bodyPr/>
                    <a:lstStyle/>
                    <a:p>
                      <a:pPr algn="l"/>
                      <a:r>
                        <a:rPr lang="en-IN" b="0">
                          <a:effectLst/>
                        </a:rPr>
                        <a:t>Jeremy York</a:t>
                      </a:r>
                    </a:p>
                  </a:txBody>
                  <a:tcPr marL="152400" marR="533400" marT="76200" marB="76200" anchor="ctr">
                    <a:lnL w="7620" cap="flat" cmpd="sng" algn="ctr">
                      <a:solidFill>
                        <a:srgbClr val="EDEDED"/>
                      </a:solidFill>
                      <a:prstDash val="solid"/>
                      <a:round/>
                      <a:headEnd type="none" w="med" len="med"/>
                      <a:tailEnd type="none" w="med" len="med"/>
                    </a:lnL>
                    <a:lnR w="7620" cap="flat" cmpd="sng" algn="ctr">
                      <a:solidFill>
                        <a:srgbClr val="EDEDED"/>
                      </a:solidFill>
                      <a:prstDash val="solid"/>
                      <a:round/>
                      <a:headEnd type="none" w="med" len="med"/>
                      <a:tailEnd type="none" w="med" len="med"/>
                    </a:lnR>
                    <a:lnT w="7620" cap="flat" cmpd="sng" algn="ctr">
                      <a:solidFill>
                        <a:srgbClr val="EDEDED"/>
                      </a:solidFill>
                      <a:prstDash val="solid"/>
                      <a:round/>
                      <a:headEnd type="none" w="med" len="med"/>
                      <a:tailEnd type="none" w="med" len="med"/>
                    </a:lnT>
                    <a:lnB>
                      <a:noFill/>
                    </a:lnB>
                    <a:noFill/>
                  </a:tcPr>
                </a:tc>
                <a:tc>
                  <a:txBody>
                    <a:bodyPr/>
                    <a:lstStyle/>
                    <a:p>
                      <a:pPr algn="l"/>
                      <a:r>
                        <a:rPr lang="en-IN" b="0">
                          <a:effectLst/>
                        </a:rPr>
                        <a:t>9000</a:t>
                      </a:r>
                    </a:p>
                  </a:txBody>
                  <a:tcPr marL="152400" marR="533400" marT="76200" marB="76200" anchor="ctr">
                    <a:lnL w="7620" cap="flat" cmpd="sng" algn="ctr">
                      <a:solidFill>
                        <a:srgbClr val="EDEDED"/>
                      </a:solidFill>
                      <a:prstDash val="solid"/>
                      <a:round/>
                      <a:headEnd type="none" w="med" len="med"/>
                      <a:tailEnd type="none" w="med" len="med"/>
                    </a:lnL>
                    <a:lnR w="7620" cap="flat" cmpd="sng" algn="ctr">
                      <a:solidFill>
                        <a:srgbClr val="EDEDED"/>
                      </a:solidFill>
                      <a:prstDash val="solid"/>
                      <a:round/>
                      <a:headEnd type="none" w="med" len="med"/>
                      <a:tailEnd type="none" w="med" len="med"/>
                    </a:lnR>
                    <a:lnT w="7620" cap="flat" cmpd="sng" algn="ctr">
                      <a:solidFill>
                        <a:srgbClr val="EDEDED"/>
                      </a:solidFill>
                      <a:prstDash val="solid"/>
                      <a:round/>
                      <a:headEnd type="none" w="med" len="med"/>
                      <a:tailEnd type="none" w="med" len="med"/>
                    </a:lnT>
                    <a:lnB>
                      <a:noFill/>
                    </a:lnB>
                    <a:noFill/>
                  </a:tcPr>
                </a:tc>
                <a:tc>
                  <a:txBody>
                    <a:bodyPr/>
                    <a:lstStyle/>
                    <a:p>
                      <a:pPr algn="l"/>
                      <a:r>
                        <a:rPr lang="en-IN" b="0" dirty="0">
                          <a:effectLst/>
                        </a:rPr>
                        <a:t>1</a:t>
                      </a:r>
                    </a:p>
                  </a:txBody>
                  <a:tcPr marL="152400" marR="533400" marT="76200" marB="76200" anchor="ctr">
                    <a:lnL w="7620" cap="flat" cmpd="sng" algn="ctr">
                      <a:solidFill>
                        <a:srgbClr val="EDEDED"/>
                      </a:solidFill>
                      <a:prstDash val="solid"/>
                      <a:round/>
                      <a:headEnd type="none" w="med" len="med"/>
                      <a:tailEnd type="none" w="med" len="med"/>
                    </a:lnL>
                    <a:lnR w="7620" cap="flat" cmpd="sng" algn="ctr">
                      <a:solidFill>
                        <a:srgbClr val="EDEDED"/>
                      </a:solidFill>
                      <a:prstDash val="solid"/>
                      <a:round/>
                      <a:headEnd type="none" w="med" len="med"/>
                      <a:tailEnd type="none" w="med" len="med"/>
                    </a:lnR>
                    <a:lnT w="7620" cap="flat" cmpd="sng" algn="ctr">
                      <a:solidFill>
                        <a:srgbClr val="EDEDED"/>
                      </a:solidFill>
                      <a:prstDash val="solid"/>
                      <a:round/>
                      <a:headEnd type="none" w="med" len="med"/>
                      <a:tailEnd type="none" w="med" len="med"/>
                    </a:lnT>
                    <a:lnB>
                      <a:noFill/>
                    </a:lnB>
                    <a:noFill/>
                  </a:tcPr>
                </a:tc>
                <a:extLst>
                  <a:ext uri="{0D108BD9-81ED-4DB2-BD59-A6C34878D82A}">
                    <a16:rowId xmlns:a16="http://schemas.microsoft.com/office/drawing/2014/main" val="3512042963"/>
                  </a:ext>
                </a:extLst>
              </a:tr>
            </a:tbl>
          </a:graphicData>
        </a:graphic>
      </p:graphicFrame>
      <p:sp>
        <p:nvSpPr>
          <p:cNvPr id="13" name="TextBox 12">
            <a:extLst>
              <a:ext uri="{FF2B5EF4-FFF2-40B4-BE49-F238E27FC236}">
                <a16:creationId xmlns:a16="http://schemas.microsoft.com/office/drawing/2014/main" id="{E3A6E16F-A61C-84B3-987D-ADBCE6831F93}"/>
              </a:ext>
            </a:extLst>
          </p:cNvPr>
          <p:cNvSpPr txBox="1"/>
          <p:nvPr/>
        </p:nvSpPr>
        <p:spPr>
          <a:xfrm>
            <a:off x="196645" y="513424"/>
            <a:ext cx="6096000" cy="369332"/>
          </a:xfrm>
          <a:prstGeom prst="rect">
            <a:avLst/>
          </a:prstGeom>
          <a:noFill/>
        </p:spPr>
        <p:txBody>
          <a:bodyPr wrap="square">
            <a:spAutoFit/>
          </a:bodyPr>
          <a:lstStyle/>
          <a:p>
            <a:r>
              <a:rPr lang="en-US" dirty="0"/>
              <a:t>Let’s take a look at an example. Consider the table Employee</a:t>
            </a:r>
            <a:endParaRPr lang="en-IN" dirty="0"/>
          </a:p>
        </p:txBody>
      </p:sp>
      <p:sp>
        <p:nvSpPr>
          <p:cNvPr id="16" name="TextBox 15">
            <a:extLst>
              <a:ext uri="{FF2B5EF4-FFF2-40B4-BE49-F238E27FC236}">
                <a16:creationId xmlns:a16="http://schemas.microsoft.com/office/drawing/2014/main" id="{1C79B0FD-6E5F-D4DD-C2F1-A8951D8B7E9A}"/>
              </a:ext>
            </a:extLst>
          </p:cNvPr>
          <p:cNvSpPr txBox="1"/>
          <p:nvPr/>
        </p:nvSpPr>
        <p:spPr>
          <a:xfrm>
            <a:off x="304799" y="4167633"/>
            <a:ext cx="11248103" cy="1200329"/>
          </a:xfrm>
          <a:prstGeom prst="rect">
            <a:avLst/>
          </a:prstGeom>
          <a:noFill/>
        </p:spPr>
        <p:txBody>
          <a:bodyPr wrap="square">
            <a:spAutoFit/>
          </a:bodyPr>
          <a:lstStyle/>
          <a:p>
            <a:r>
              <a:rPr lang="en-IN" sz="2400" dirty="0"/>
              <a:t>Each employee has his/her own Id, which is our “Column X.” For a given employee (i.e., row), the column </a:t>
            </a:r>
            <a:r>
              <a:rPr lang="en-IN" sz="2400" dirty="0" err="1"/>
              <a:t>ManagerId</a:t>
            </a:r>
            <a:r>
              <a:rPr lang="en-IN" sz="2400" dirty="0"/>
              <a:t> contains the Id of his or her manager; this is our “Column Y.” If we trace the employee-manager pairs in this table using these columns:</a:t>
            </a:r>
          </a:p>
        </p:txBody>
      </p:sp>
    </p:spTree>
    <p:extLst>
      <p:ext uri="{BB962C8B-B14F-4D97-AF65-F5344CB8AC3E}">
        <p14:creationId xmlns:p14="http://schemas.microsoft.com/office/powerpoint/2010/main" val="182914598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1EA86650-8C2A-0920-1E3D-BEFFBCB9CE62}"/>
              </a:ext>
            </a:extLst>
          </p:cNvPr>
          <p:cNvSpPr txBox="1"/>
          <p:nvPr/>
        </p:nvSpPr>
        <p:spPr>
          <a:xfrm>
            <a:off x="349045" y="348477"/>
            <a:ext cx="11493909" cy="1938992"/>
          </a:xfrm>
          <a:prstGeom prst="rect">
            <a:avLst/>
          </a:prstGeom>
          <a:noFill/>
        </p:spPr>
        <p:txBody>
          <a:bodyPr wrap="square">
            <a:spAutoFit/>
          </a:bodyPr>
          <a:lstStyle/>
          <a:p>
            <a:pPr marL="285750" indent="-285750">
              <a:buFont typeface="Arial" panose="020B0604020202020204" pitchFamily="34" charset="0"/>
              <a:buChar char="•"/>
            </a:pPr>
            <a:r>
              <a:rPr lang="en-US" sz="2400" dirty="0"/>
              <a:t>The manager of the employee John Smith is the employee with Id 3, i.e., Tom </a:t>
            </a:r>
            <a:r>
              <a:rPr lang="en-US" sz="2400" dirty="0" err="1"/>
              <a:t>Lanon</a:t>
            </a:r>
            <a:r>
              <a:rPr lang="en-US" sz="2400" dirty="0"/>
              <a:t>.</a:t>
            </a:r>
          </a:p>
          <a:p>
            <a:pPr marL="285750" indent="-285750">
              <a:buFont typeface="Arial" panose="020B0604020202020204" pitchFamily="34" charset="0"/>
              <a:buChar char="•"/>
            </a:pPr>
            <a:r>
              <a:rPr lang="en-US" sz="2400" dirty="0"/>
              <a:t>The manager of the employee Jane Anderson is the employee with Id 3, i.e., Tom </a:t>
            </a:r>
            <a:r>
              <a:rPr lang="en-US" sz="2400" dirty="0" err="1"/>
              <a:t>Lanon</a:t>
            </a:r>
            <a:r>
              <a:rPr lang="en-US" sz="2400" dirty="0"/>
              <a:t>.</a:t>
            </a:r>
          </a:p>
          <a:p>
            <a:pPr marL="285750" indent="-285750">
              <a:buFont typeface="Arial" panose="020B0604020202020204" pitchFamily="34" charset="0"/>
              <a:buChar char="•"/>
            </a:pPr>
            <a:r>
              <a:rPr lang="en-US" sz="2400" dirty="0"/>
              <a:t>The manager of the employee Tom </a:t>
            </a:r>
            <a:r>
              <a:rPr lang="en-US" sz="2400" dirty="0" err="1"/>
              <a:t>Lanon</a:t>
            </a:r>
            <a:r>
              <a:rPr lang="en-US" sz="2400" dirty="0"/>
              <a:t> is the employee with Id 4, i.e., Anne Connor.</a:t>
            </a:r>
          </a:p>
          <a:p>
            <a:pPr marL="285750" indent="-285750">
              <a:buFont typeface="Arial" panose="020B0604020202020204" pitchFamily="34" charset="0"/>
              <a:buChar char="•"/>
            </a:pPr>
            <a:r>
              <a:rPr lang="en-US" sz="2400" dirty="0"/>
              <a:t>The employee Anne Connor does not have a manager; her </a:t>
            </a:r>
            <a:r>
              <a:rPr lang="en-US" sz="2400" dirty="0" err="1"/>
              <a:t>ManagerId</a:t>
            </a:r>
            <a:r>
              <a:rPr lang="en-US" sz="2400" dirty="0"/>
              <a:t> is null.</a:t>
            </a:r>
          </a:p>
          <a:p>
            <a:pPr marL="285750" indent="-285750">
              <a:buFont typeface="Arial" panose="020B0604020202020204" pitchFamily="34" charset="0"/>
              <a:buChar char="•"/>
            </a:pPr>
            <a:r>
              <a:rPr lang="en-US" sz="2400" dirty="0"/>
              <a:t>The manager of the employee Jeremy York is the employee with Id 1, i.e., John Smith.</a:t>
            </a:r>
            <a:endParaRPr lang="en-IN" sz="2400" dirty="0"/>
          </a:p>
        </p:txBody>
      </p:sp>
      <p:sp>
        <p:nvSpPr>
          <p:cNvPr id="12" name="TextBox 11">
            <a:extLst>
              <a:ext uri="{FF2B5EF4-FFF2-40B4-BE49-F238E27FC236}">
                <a16:creationId xmlns:a16="http://schemas.microsoft.com/office/drawing/2014/main" id="{8F310C53-2B15-34F9-DDB9-CE9417D8DF2B}"/>
              </a:ext>
            </a:extLst>
          </p:cNvPr>
          <p:cNvSpPr txBox="1"/>
          <p:nvPr/>
        </p:nvSpPr>
        <p:spPr>
          <a:xfrm>
            <a:off x="127819" y="2478180"/>
            <a:ext cx="11621729" cy="646331"/>
          </a:xfrm>
          <a:prstGeom prst="rect">
            <a:avLst/>
          </a:prstGeom>
          <a:noFill/>
        </p:spPr>
        <p:txBody>
          <a:bodyPr wrap="square">
            <a:spAutoFit/>
          </a:bodyPr>
          <a:lstStyle/>
          <a:p>
            <a:r>
              <a:rPr lang="en-US" dirty="0"/>
              <a:t>This type of table structure is very common in hierarchies. Now, to show the name of the manager for each employee in the same row, we can run the following query:</a:t>
            </a:r>
            <a:endParaRPr lang="en-IN" dirty="0"/>
          </a:p>
        </p:txBody>
      </p:sp>
      <p:sp>
        <p:nvSpPr>
          <p:cNvPr id="18" name="TextBox 17">
            <a:extLst>
              <a:ext uri="{FF2B5EF4-FFF2-40B4-BE49-F238E27FC236}">
                <a16:creationId xmlns:a16="http://schemas.microsoft.com/office/drawing/2014/main" id="{1AEDE60D-A9BA-0854-7715-C058F59E77A6}"/>
              </a:ext>
            </a:extLst>
          </p:cNvPr>
          <p:cNvSpPr txBox="1"/>
          <p:nvPr/>
        </p:nvSpPr>
        <p:spPr>
          <a:xfrm>
            <a:off x="589935" y="3551197"/>
            <a:ext cx="10422193" cy="2308324"/>
          </a:xfrm>
          <a:prstGeom prst="rect">
            <a:avLst/>
          </a:prstGeom>
          <a:noFill/>
        </p:spPr>
        <p:txBody>
          <a:bodyPr wrap="square">
            <a:spAutoFit/>
          </a:bodyPr>
          <a:lstStyle/>
          <a:p>
            <a:r>
              <a:rPr lang="en-US" dirty="0"/>
              <a:t>SELECT</a:t>
            </a:r>
          </a:p>
          <a:p>
            <a:r>
              <a:rPr lang="en-US" dirty="0"/>
              <a:t>    </a:t>
            </a:r>
            <a:r>
              <a:rPr lang="en-US" dirty="0" err="1"/>
              <a:t>employee.Id</a:t>
            </a:r>
            <a:r>
              <a:rPr lang="en-US" dirty="0"/>
              <a:t>,</a:t>
            </a:r>
          </a:p>
          <a:p>
            <a:r>
              <a:rPr lang="en-US" dirty="0"/>
              <a:t>        </a:t>
            </a:r>
            <a:r>
              <a:rPr lang="en-US" dirty="0" err="1"/>
              <a:t>employee.FullName</a:t>
            </a:r>
            <a:r>
              <a:rPr lang="en-US" dirty="0"/>
              <a:t>,</a:t>
            </a:r>
          </a:p>
          <a:p>
            <a:r>
              <a:rPr lang="en-US" dirty="0"/>
              <a:t>        </a:t>
            </a:r>
            <a:r>
              <a:rPr lang="en-US" dirty="0" err="1"/>
              <a:t>employee.ManagerId</a:t>
            </a:r>
            <a:r>
              <a:rPr lang="en-US" dirty="0"/>
              <a:t>,</a:t>
            </a:r>
          </a:p>
          <a:p>
            <a:r>
              <a:rPr lang="en-US" dirty="0"/>
              <a:t>        </a:t>
            </a:r>
            <a:r>
              <a:rPr lang="en-US" dirty="0" err="1"/>
              <a:t>manager.FullName</a:t>
            </a:r>
            <a:r>
              <a:rPr lang="en-US" dirty="0"/>
              <a:t> as </a:t>
            </a:r>
            <a:r>
              <a:rPr lang="en-US" dirty="0" err="1"/>
              <a:t>ManagerName</a:t>
            </a:r>
            <a:endParaRPr lang="en-US" dirty="0"/>
          </a:p>
          <a:p>
            <a:r>
              <a:rPr lang="en-US" dirty="0"/>
              <a:t>FROM Employees employee</a:t>
            </a:r>
          </a:p>
          <a:p>
            <a:r>
              <a:rPr lang="en-US" dirty="0"/>
              <a:t>JOIN Employees manager</a:t>
            </a:r>
          </a:p>
          <a:p>
            <a:r>
              <a:rPr lang="en-US" dirty="0"/>
              <a:t>ON </a:t>
            </a:r>
            <a:r>
              <a:rPr lang="en-US" dirty="0" err="1"/>
              <a:t>employee.ManagerId</a:t>
            </a:r>
            <a:r>
              <a:rPr lang="en-US" dirty="0"/>
              <a:t> = </a:t>
            </a:r>
            <a:r>
              <a:rPr lang="en-US" dirty="0" err="1"/>
              <a:t>manager.Id</a:t>
            </a:r>
            <a:endParaRPr lang="en-IN" dirty="0"/>
          </a:p>
        </p:txBody>
      </p:sp>
    </p:spTree>
    <p:extLst>
      <p:ext uri="{BB962C8B-B14F-4D97-AF65-F5344CB8AC3E}">
        <p14:creationId xmlns:p14="http://schemas.microsoft.com/office/powerpoint/2010/main" val="193269657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E84296-7FC4-0BD5-0B91-66BA9D0E2139}"/>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43FE77AF-F76A-1F72-038E-EA2495D69EA3}"/>
              </a:ext>
            </a:extLst>
          </p:cNvPr>
          <p:cNvSpPr>
            <a:spLocks noGrp="1"/>
          </p:cNvSpPr>
          <p:nvPr>
            <p:ph idx="1"/>
          </p:nvPr>
        </p:nvSpPr>
        <p:spPr/>
        <p:txBody>
          <a:bodyPr/>
          <a:lstStyle/>
          <a:p>
            <a:r>
              <a:rPr lang="en-IN" dirty="0">
                <a:hlinkClick r:id="rId2"/>
              </a:rPr>
              <a:t>https://learnsql.com/blog/what-is-self-join-sql/</a:t>
            </a:r>
            <a:r>
              <a:rPr lang="en-IN" dirty="0"/>
              <a:t> </a:t>
            </a:r>
          </a:p>
          <a:p>
            <a:r>
              <a:rPr lang="en-IN" dirty="0">
                <a:hlinkClick r:id="rId3"/>
              </a:rPr>
              <a:t>https://intellipaat.com/blog/self-join-in-sql/</a:t>
            </a:r>
            <a:r>
              <a:rPr lang="en-IN" dirty="0"/>
              <a:t> </a:t>
            </a:r>
          </a:p>
          <a:p>
            <a:r>
              <a:rPr lang="en-IN" dirty="0">
                <a:hlinkClick r:id="rId4"/>
              </a:rPr>
              <a:t>https://www.javatpoint.com/mysql-self-join</a:t>
            </a:r>
            <a:r>
              <a:rPr lang="en-IN" dirty="0"/>
              <a:t> </a:t>
            </a:r>
          </a:p>
          <a:p>
            <a:r>
              <a:rPr lang="en-IN" dirty="0">
                <a:hlinkClick r:id="rId5"/>
              </a:rPr>
              <a:t>https://www.stratascratch.com/blog/illustrated-guide-about-self-join-in-sql/</a:t>
            </a:r>
            <a:r>
              <a:rPr lang="en-IN" dirty="0"/>
              <a:t> </a:t>
            </a:r>
          </a:p>
        </p:txBody>
      </p:sp>
    </p:spTree>
    <p:extLst>
      <p:ext uri="{BB962C8B-B14F-4D97-AF65-F5344CB8AC3E}">
        <p14:creationId xmlns:p14="http://schemas.microsoft.com/office/powerpoint/2010/main" val="321061295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C8A20C5-C902-F6B9-B65A-848A8F6E8F79}"/>
              </a:ext>
            </a:extLst>
          </p:cNvPr>
          <p:cNvSpPr txBox="1"/>
          <p:nvPr/>
        </p:nvSpPr>
        <p:spPr>
          <a:xfrm>
            <a:off x="216310" y="519865"/>
            <a:ext cx="11484077" cy="3693319"/>
          </a:xfrm>
          <a:prstGeom prst="rect">
            <a:avLst/>
          </a:prstGeom>
          <a:noFill/>
        </p:spPr>
        <p:txBody>
          <a:bodyPr wrap="square">
            <a:spAutoFit/>
          </a:bodyPr>
          <a:lstStyle/>
          <a:p>
            <a:r>
              <a:rPr lang="en-US" sz="2400" b="0" i="0" dirty="0">
                <a:effectLst/>
                <a:highlight>
                  <a:srgbClr val="FFFFFF"/>
                </a:highlight>
                <a:latin typeface="-apple-system"/>
              </a:rPr>
              <a:t>A subquery is a query within a query. It's a separate task that needs to be completed before the main query can be executed. It's like asking the database to find some information first, and then using that information to find more specific information later.</a:t>
            </a:r>
          </a:p>
          <a:p>
            <a:endParaRPr lang="en-US" sz="2400" b="0" i="0" dirty="0">
              <a:effectLst/>
              <a:highlight>
                <a:srgbClr val="FFFFFF"/>
              </a:highlight>
              <a:latin typeface="-apple-system"/>
            </a:endParaRPr>
          </a:p>
          <a:p>
            <a:r>
              <a:rPr lang="en-IN" sz="2400" dirty="0">
                <a:hlinkClick r:id="rId2"/>
              </a:rPr>
              <a:t>https://www.javatpoint.com/sql-subquery</a:t>
            </a:r>
            <a:r>
              <a:rPr lang="en-IN" sz="2400" dirty="0"/>
              <a:t> </a:t>
            </a:r>
          </a:p>
          <a:p>
            <a:r>
              <a:rPr lang="en-IN" sz="2400" dirty="0">
                <a:hlinkClick r:id="rId3"/>
              </a:rPr>
              <a:t>https://learnsql.com/blog/sql-subquery-examples/</a:t>
            </a:r>
            <a:r>
              <a:rPr lang="en-IN" sz="2400" dirty="0"/>
              <a:t> </a:t>
            </a:r>
          </a:p>
          <a:p>
            <a:r>
              <a:rPr lang="en-IN" sz="2400" dirty="0">
                <a:hlinkClick r:id="rId4"/>
              </a:rPr>
              <a:t>https://www.w3resource.com/sql/subqueries/understanding-sql-subqueries.php#google_vignette</a:t>
            </a:r>
            <a:r>
              <a:rPr lang="en-IN" sz="2400" dirty="0"/>
              <a:t> </a:t>
            </a:r>
          </a:p>
          <a:p>
            <a:r>
              <a:rPr lang="en-IN" sz="2400" dirty="0">
                <a:hlinkClick r:id="rId5"/>
              </a:rPr>
              <a:t>https://www.almabetter.com/bytes/tutorials/sql/types-of-subqueries-in-sql</a:t>
            </a:r>
            <a:r>
              <a:rPr lang="en-IN" sz="2400" dirty="0"/>
              <a:t> </a:t>
            </a:r>
          </a:p>
          <a:p>
            <a:endParaRPr lang="en-IN" dirty="0"/>
          </a:p>
        </p:txBody>
      </p:sp>
    </p:spTree>
    <p:extLst>
      <p:ext uri="{BB962C8B-B14F-4D97-AF65-F5344CB8AC3E}">
        <p14:creationId xmlns:p14="http://schemas.microsoft.com/office/powerpoint/2010/main" val="67728308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3BFFEF0-3328-4933-FB77-70BCD7428D7E}"/>
              </a:ext>
            </a:extLst>
          </p:cNvPr>
          <p:cNvSpPr>
            <a:spLocks noGrp="1"/>
          </p:cNvSpPr>
          <p:nvPr>
            <p:ph idx="1"/>
          </p:nvPr>
        </p:nvSpPr>
        <p:spPr>
          <a:xfrm>
            <a:off x="916858" y="186813"/>
            <a:ext cx="10515600" cy="6176963"/>
          </a:xfrm>
        </p:spPr>
        <p:txBody>
          <a:bodyPr/>
          <a:lstStyle/>
          <a:p>
            <a:r>
              <a:rPr lang="en-IN" dirty="0">
                <a:hlinkClick r:id="rId2"/>
              </a:rPr>
              <a:t>https://www.shiksha.com/online-courses/articles/sql-left-join-examples-and-syntax/</a:t>
            </a:r>
            <a:r>
              <a:rPr lang="en-IN" dirty="0"/>
              <a:t> </a:t>
            </a:r>
          </a:p>
          <a:p>
            <a:r>
              <a:rPr lang="en-IN" dirty="0">
                <a:hlinkClick r:id="rId3"/>
              </a:rPr>
              <a:t>https://learnsql.com/blog/left-join-examples/</a:t>
            </a:r>
            <a:r>
              <a:rPr lang="en-IN" dirty="0"/>
              <a:t> </a:t>
            </a:r>
          </a:p>
          <a:p>
            <a:r>
              <a:rPr lang="en-IN" dirty="0">
                <a:hlinkClick r:id="rId4"/>
              </a:rPr>
              <a:t>https://www.shiksha.com/online-courses/articles/how-to-use-group-by-in-sql/</a:t>
            </a:r>
            <a:endParaRPr lang="en-IN" dirty="0"/>
          </a:p>
          <a:p>
            <a:r>
              <a:rPr lang="en-IN" dirty="0">
                <a:hlinkClick r:id="rId5"/>
              </a:rPr>
              <a:t>https://www.datacamp.com/tutorial/group-by-having-clause-sql</a:t>
            </a:r>
            <a:endParaRPr lang="en-IN" dirty="0"/>
          </a:p>
          <a:p>
            <a:r>
              <a:rPr lang="en-IN" dirty="0">
                <a:hlinkClick r:id="rId6"/>
              </a:rPr>
              <a:t>https://www.almabetter.com/bytes/tutorials/sql/group-by-clause-in-sql</a:t>
            </a:r>
            <a:r>
              <a:rPr lang="en-IN" dirty="0"/>
              <a:t> </a:t>
            </a:r>
          </a:p>
          <a:p>
            <a:r>
              <a:rPr lang="en-IN" dirty="0">
                <a:hlinkClick r:id="rId7"/>
              </a:rPr>
              <a:t>https://www.scaler.com/topics/sql/group-by-in-sql/</a:t>
            </a:r>
            <a:r>
              <a:rPr lang="en-IN" dirty="0"/>
              <a:t> </a:t>
            </a:r>
          </a:p>
          <a:p>
            <a:r>
              <a:rPr lang="en-IN" dirty="0"/>
              <a:t> </a:t>
            </a:r>
            <a:r>
              <a:rPr lang="en-US" sz="2800" b="0" i="0" dirty="0">
                <a:solidFill>
                  <a:srgbClr val="3A3A3A"/>
                </a:solidFill>
                <a:effectLst/>
                <a:highlight>
                  <a:srgbClr val="FFFFFF"/>
                </a:highlight>
                <a:latin typeface="Open Sans" panose="020B0606030504020204" pitchFamily="34" charset="0"/>
                <a:hlinkClick r:id="rId8"/>
              </a:rPr>
              <a:t>https://www.linkedin.com/pulse/what-some-common-uses-views-sql-databases-amr-saafan/</a:t>
            </a:r>
            <a:r>
              <a:rPr lang="en-US" sz="2800" b="0" i="0" dirty="0">
                <a:solidFill>
                  <a:srgbClr val="3A3A3A"/>
                </a:solidFill>
                <a:effectLst/>
                <a:highlight>
                  <a:srgbClr val="FFFFFF"/>
                </a:highlight>
                <a:latin typeface="Open Sans" panose="020B0606030504020204" pitchFamily="34" charset="0"/>
              </a:rPr>
              <a:t>  // views</a:t>
            </a:r>
            <a:endParaRPr lang="en-US" sz="2800" dirty="0">
              <a:solidFill>
                <a:srgbClr val="3A3A3A"/>
              </a:solidFill>
              <a:highlight>
                <a:srgbClr val="FFFFFF"/>
              </a:highlight>
              <a:latin typeface="Open Sans" panose="020B0606030504020204" pitchFamily="34" charset="0"/>
            </a:endParaRPr>
          </a:p>
          <a:p>
            <a:endParaRPr lang="en-IN" dirty="0"/>
          </a:p>
        </p:txBody>
      </p:sp>
    </p:spTree>
    <p:extLst>
      <p:ext uri="{BB962C8B-B14F-4D97-AF65-F5344CB8AC3E}">
        <p14:creationId xmlns:p14="http://schemas.microsoft.com/office/powerpoint/2010/main" val="318758154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618F96E-C5FA-4235-14AD-AB0EA6CB6575}"/>
              </a:ext>
            </a:extLst>
          </p:cNvPr>
          <p:cNvPicPr>
            <a:picLocks noChangeAspect="1"/>
          </p:cNvPicPr>
          <p:nvPr/>
        </p:nvPicPr>
        <p:blipFill>
          <a:blip r:embed="rId2"/>
          <a:stretch>
            <a:fillRect/>
          </a:stretch>
        </p:blipFill>
        <p:spPr>
          <a:xfrm>
            <a:off x="858066" y="0"/>
            <a:ext cx="10475868" cy="6858000"/>
          </a:xfrm>
          <a:prstGeom prst="rect">
            <a:avLst/>
          </a:prstGeom>
        </p:spPr>
      </p:pic>
    </p:spTree>
    <p:extLst>
      <p:ext uri="{BB962C8B-B14F-4D97-AF65-F5344CB8AC3E}">
        <p14:creationId xmlns:p14="http://schemas.microsoft.com/office/powerpoint/2010/main" val="134326578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609D1FE-EAAA-0C62-739F-6937482DB033}"/>
              </a:ext>
            </a:extLst>
          </p:cNvPr>
          <p:cNvPicPr>
            <a:picLocks noChangeAspect="1"/>
          </p:cNvPicPr>
          <p:nvPr/>
        </p:nvPicPr>
        <p:blipFill>
          <a:blip r:embed="rId2"/>
          <a:stretch>
            <a:fillRect/>
          </a:stretch>
        </p:blipFill>
        <p:spPr>
          <a:xfrm>
            <a:off x="587256" y="0"/>
            <a:ext cx="11017488" cy="6858000"/>
          </a:xfrm>
          <a:prstGeom prst="rect">
            <a:avLst/>
          </a:prstGeom>
        </p:spPr>
      </p:pic>
    </p:spTree>
    <p:extLst>
      <p:ext uri="{BB962C8B-B14F-4D97-AF65-F5344CB8AC3E}">
        <p14:creationId xmlns:p14="http://schemas.microsoft.com/office/powerpoint/2010/main" val="232669304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E69538E-D3BF-83A8-7BAD-202B3E400690}"/>
              </a:ext>
            </a:extLst>
          </p:cNvPr>
          <p:cNvPicPr>
            <a:picLocks noChangeAspect="1"/>
          </p:cNvPicPr>
          <p:nvPr/>
        </p:nvPicPr>
        <p:blipFill>
          <a:blip r:embed="rId2"/>
          <a:stretch>
            <a:fillRect/>
          </a:stretch>
        </p:blipFill>
        <p:spPr>
          <a:xfrm>
            <a:off x="1045228" y="0"/>
            <a:ext cx="10101543" cy="6858000"/>
          </a:xfrm>
          <a:prstGeom prst="rect">
            <a:avLst/>
          </a:prstGeom>
        </p:spPr>
      </p:pic>
    </p:spTree>
    <p:extLst>
      <p:ext uri="{BB962C8B-B14F-4D97-AF65-F5344CB8AC3E}">
        <p14:creationId xmlns:p14="http://schemas.microsoft.com/office/powerpoint/2010/main" val="173437538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6699A49-B8D4-83B4-FCF1-D6F4F14F61E7}"/>
              </a:ext>
            </a:extLst>
          </p:cNvPr>
          <p:cNvPicPr>
            <a:picLocks noChangeAspect="1"/>
          </p:cNvPicPr>
          <p:nvPr/>
        </p:nvPicPr>
        <p:blipFill>
          <a:blip r:embed="rId2"/>
          <a:stretch>
            <a:fillRect/>
          </a:stretch>
        </p:blipFill>
        <p:spPr>
          <a:xfrm>
            <a:off x="105921" y="0"/>
            <a:ext cx="11980158" cy="6858000"/>
          </a:xfrm>
          <a:prstGeom prst="rect">
            <a:avLst/>
          </a:prstGeom>
        </p:spPr>
      </p:pic>
    </p:spTree>
    <p:extLst>
      <p:ext uri="{BB962C8B-B14F-4D97-AF65-F5344CB8AC3E}">
        <p14:creationId xmlns:p14="http://schemas.microsoft.com/office/powerpoint/2010/main" val="214309138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151038B-1579-BA53-C779-0671E87A5F47}"/>
              </a:ext>
            </a:extLst>
          </p:cNvPr>
          <p:cNvPicPr>
            <a:picLocks noChangeAspect="1"/>
          </p:cNvPicPr>
          <p:nvPr/>
        </p:nvPicPr>
        <p:blipFill>
          <a:blip r:embed="rId2"/>
          <a:stretch>
            <a:fillRect/>
          </a:stretch>
        </p:blipFill>
        <p:spPr>
          <a:xfrm>
            <a:off x="84886" y="18574"/>
            <a:ext cx="12022228" cy="6820852"/>
          </a:xfrm>
          <a:prstGeom prst="rect">
            <a:avLst/>
          </a:prstGeom>
        </p:spPr>
      </p:pic>
    </p:spTree>
    <p:extLst>
      <p:ext uri="{BB962C8B-B14F-4D97-AF65-F5344CB8AC3E}">
        <p14:creationId xmlns:p14="http://schemas.microsoft.com/office/powerpoint/2010/main" val="85596923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32A997C-2F6B-C97C-034D-A4043C8286B8}"/>
              </a:ext>
            </a:extLst>
          </p:cNvPr>
          <p:cNvPicPr>
            <a:picLocks noChangeAspect="1"/>
          </p:cNvPicPr>
          <p:nvPr/>
        </p:nvPicPr>
        <p:blipFill>
          <a:blip r:embed="rId2"/>
          <a:stretch>
            <a:fillRect/>
          </a:stretch>
        </p:blipFill>
        <p:spPr>
          <a:xfrm>
            <a:off x="84886" y="752101"/>
            <a:ext cx="12022228" cy="5353797"/>
          </a:xfrm>
          <a:prstGeom prst="rect">
            <a:avLst/>
          </a:prstGeom>
        </p:spPr>
      </p:pic>
    </p:spTree>
    <p:extLst>
      <p:ext uri="{BB962C8B-B14F-4D97-AF65-F5344CB8AC3E}">
        <p14:creationId xmlns:p14="http://schemas.microsoft.com/office/powerpoint/2010/main" val="128935601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CB6243D-2EE6-0620-4094-09CA35B461A3}"/>
              </a:ext>
            </a:extLst>
          </p:cNvPr>
          <p:cNvPicPr>
            <a:picLocks noChangeAspect="1"/>
          </p:cNvPicPr>
          <p:nvPr/>
        </p:nvPicPr>
        <p:blipFill>
          <a:blip r:embed="rId2"/>
          <a:stretch>
            <a:fillRect/>
          </a:stretch>
        </p:blipFill>
        <p:spPr>
          <a:xfrm>
            <a:off x="841005" y="0"/>
            <a:ext cx="10509990" cy="6858000"/>
          </a:xfrm>
          <a:prstGeom prst="rect">
            <a:avLst/>
          </a:prstGeom>
        </p:spPr>
      </p:pic>
    </p:spTree>
    <p:extLst>
      <p:ext uri="{BB962C8B-B14F-4D97-AF65-F5344CB8AC3E}">
        <p14:creationId xmlns:p14="http://schemas.microsoft.com/office/powerpoint/2010/main" val="339751695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B5C5536-5DF8-23BE-3B81-53F5AC2F644D}"/>
              </a:ext>
            </a:extLst>
          </p:cNvPr>
          <p:cNvPicPr>
            <a:picLocks noChangeAspect="1"/>
          </p:cNvPicPr>
          <p:nvPr/>
        </p:nvPicPr>
        <p:blipFill>
          <a:blip r:embed="rId2"/>
          <a:stretch>
            <a:fillRect/>
          </a:stretch>
        </p:blipFill>
        <p:spPr>
          <a:xfrm>
            <a:off x="474761" y="0"/>
            <a:ext cx="11242477" cy="6858000"/>
          </a:xfrm>
          <a:prstGeom prst="rect">
            <a:avLst/>
          </a:prstGeom>
        </p:spPr>
      </p:pic>
    </p:spTree>
    <p:extLst>
      <p:ext uri="{BB962C8B-B14F-4D97-AF65-F5344CB8AC3E}">
        <p14:creationId xmlns:p14="http://schemas.microsoft.com/office/powerpoint/2010/main" val="49517913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505AC3D-9444-5D90-288A-F2C30894E894}"/>
              </a:ext>
            </a:extLst>
          </p:cNvPr>
          <p:cNvPicPr>
            <a:picLocks noChangeAspect="1"/>
          </p:cNvPicPr>
          <p:nvPr/>
        </p:nvPicPr>
        <p:blipFill>
          <a:blip r:embed="rId2"/>
          <a:stretch>
            <a:fillRect/>
          </a:stretch>
        </p:blipFill>
        <p:spPr>
          <a:xfrm>
            <a:off x="976993" y="0"/>
            <a:ext cx="10238014" cy="6858000"/>
          </a:xfrm>
          <a:prstGeom prst="rect">
            <a:avLst/>
          </a:prstGeom>
        </p:spPr>
      </p:pic>
    </p:spTree>
    <p:extLst>
      <p:ext uri="{BB962C8B-B14F-4D97-AF65-F5344CB8AC3E}">
        <p14:creationId xmlns:p14="http://schemas.microsoft.com/office/powerpoint/2010/main" val="52452919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3488BE3-0503-FC5A-866D-9083007C4E92}"/>
              </a:ext>
            </a:extLst>
          </p:cNvPr>
          <p:cNvPicPr>
            <a:picLocks noChangeAspect="1"/>
          </p:cNvPicPr>
          <p:nvPr/>
        </p:nvPicPr>
        <p:blipFill>
          <a:blip r:embed="rId2"/>
          <a:stretch>
            <a:fillRect/>
          </a:stretch>
        </p:blipFill>
        <p:spPr>
          <a:xfrm>
            <a:off x="868661" y="0"/>
            <a:ext cx="10454678" cy="6858000"/>
          </a:xfrm>
          <a:prstGeom prst="rect">
            <a:avLst/>
          </a:prstGeom>
        </p:spPr>
      </p:pic>
    </p:spTree>
    <p:extLst>
      <p:ext uri="{BB962C8B-B14F-4D97-AF65-F5344CB8AC3E}">
        <p14:creationId xmlns:p14="http://schemas.microsoft.com/office/powerpoint/2010/main" val="204334712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5E4CCD0-19DA-3D98-84D4-1D25AA6683FA}"/>
              </a:ext>
            </a:extLst>
          </p:cNvPr>
          <p:cNvPicPr>
            <a:picLocks noChangeAspect="1"/>
          </p:cNvPicPr>
          <p:nvPr/>
        </p:nvPicPr>
        <p:blipFill>
          <a:blip r:embed="rId2"/>
          <a:stretch>
            <a:fillRect/>
          </a:stretch>
        </p:blipFill>
        <p:spPr>
          <a:xfrm>
            <a:off x="0" y="91850"/>
            <a:ext cx="12192000" cy="6398996"/>
          </a:xfrm>
          <a:prstGeom prst="rect">
            <a:avLst/>
          </a:prstGeom>
        </p:spPr>
      </p:pic>
    </p:spTree>
    <p:extLst>
      <p:ext uri="{BB962C8B-B14F-4D97-AF65-F5344CB8AC3E}">
        <p14:creationId xmlns:p14="http://schemas.microsoft.com/office/powerpoint/2010/main" val="198736423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EBD58BD-E244-BB77-622F-D89B89432E3C}"/>
              </a:ext>
            </a:extLst>
          </p:cNvPr>
          <p:cNvPicPr>
            <a:picLocks noChangeAspect="1"/>
          </p:cNvPicPr>
          <p:nvPr/>
        </p:nvPicPr>
        <p:blipFill>
          <a:blip r:embed="rId2"/>
          <a:stretch>
            <a:fillRect/>
          </a:stretch>
        </p:blipFill>
        <p:spPr>
          <a:xfrm>
            <a:off x="0" y="108497"/>
            <a:ext cx="12192000" cy="6641006"/>
          </a:xfrm>
          <a:prstGeom prst="rect">
            <a:avLst/>
          </a:prstGeom>
        </p:spPr>
      </p:pic>
    </p:spTree>
    <p:extLst>
      <p:ext uri="{BB962C8B-B14F-4D97-AF65-F5344CB8AC3E}">
        <p14:creationId xmlns:p14="http://schemas.microsoft.com/office/powerpoint/2010/main" val="125020728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8A5B220-9BED-89F3-3153-8E432DC246E1}"/>
              </a:ext>
            </a:extLst>
          </p:cNvPr>
          <p:cNvPicPr>
            <a:picLocks noChangeAspect="1"/>
          </p:cNvPicPr>
          <p:nvPr/>
        </p:nvPicPr>
        <p:blipFill>
          <a:blip r:embed="rId2"/>
          <a:stretch>
            <a:fillRect/>
          </a:stretch>
        </p:blipFill>
        <p:spPr>
          <a:xfrm>
            <a:off x="896660" y="0"/>
            <a:ext cx="10398680" cy="5633884"/>
          </a:xfrm>
          <a:prstGeom prst="rect">
            <a:avLst/>
          </a:prstGeom>
        </p:spPr>
      </p:pic>
      <p:sp>
        <p:nvSpPr>
          <p:cNvPr id="6" name="TextBox 5">
            <a:extLst>
              <a:ext uri="{FF2B5EF4-FFF2-40B4-BE49-F238E27FC236}">
                <a16:creationId xmlns:a16="http://schemas.microsoft.com/office/drawing/2014/main" id="{4B8B38F5-50FD-26E3-F8B8-F6143E0B0A56}"/>
              </a:ext>
            </a:extLst>
          </p:cNvPr>
          <p:cNvSpPr txBox="1"/>
          <p:nvPr/>
        </p:nvSpPr>
        <p:spPr>
          <a:xfrm>
            <a:off x="1592826" y="5899355"/>
            <a:ext cx="5299587" cy="584775"/>
          </a:xfrm>
          <a:prstGeom prst="rect">
            <a:avLst/>
          </a:prstGeom>
          <a:noFill/>
        </p:spPr>
        <p:txBody>
          <a:bodyPr wrap="square" rtlCol="0">
            <a:spAutoFit/>
          </a:bodyPr>
          <a:lstStyle/>
          <a:p>
            <a:r>
              <a:rPr lang="en-IN" sz="3200" b="1" dirty="0"/>
              <a:t>View does not store any data</a:t>
            </a:r>
          </a:p>
        </p:txBody>
      </p:sp>
    </p:spTree>
    <p:extLst>
      <p:ext uri="{BB962C8B-B14F-4D97-AF65-F5344CB8AC3E}">
        <p14:creationId xmlns:p14="http://schemas.microsoft.com/office/powerpoint/2010/main" val="78249837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65B671E-6969-DD1A-434C-64697B00DB39}"/>
              </a:ext>
            </a:extLst>
          </p:cNvPr>
          <p:cNvPicPr>
            <a:picLocks noChangeAspect="1"/>
          </p:cNvPicPr>
          <p:nvPr/>
        </p:nvPicPr>
        <p:blipFill>
          <a:blip r:embed="rId2"/>
          <a:stretch>
            <a:fillRect/>
          </a:stretch>
        </p:blipFill>
        <p:spPr>
          <a:xfrm>
            <a:off x="94061" y="216310"/>
            <a:ext cx="12003877" cy="6400800"/>
          </a:xfrm>
          <a:prstGeom prst="rect">
            <a:avLst/>
          </a:prstGeom>
        </p:spPr>
      </p:pic>
    </p:spTree>
    <p:extLst>
      <p:ext uri="{BB962C8B-B14F-4D97-AF65-F5344CB8AC3E}">
        <p14:creationId xmlns:p14="http://schemas.microsoft.com/office/powerpoint/2010/main" val="223463250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F4ECAFC-3B3D-2DC3-FAF8-3690FC6F4064}"/>
              </a:ext>
            </a:extLst>
          </p:cNvPr>
          <p:cNvPicPr>
            <a:picLocks noChangeAspect="1"/>
          </p:cNvPicPr>
          <p:nvPr/>
        </p:nvPicPr>
        <p:blipFill>
          <a:blip r:embed="rId2"/>
          <a:stretch>
            <a:fillRect/>
          </a:stretch>
        </p:blipFill>
        <p:spPr>
          <a:xfrm>
            <a:off x="810668" y="0"/>
            <a:ext cx="10570664" cy="6410632"/>
          </a:xfrm>
          <a:prstGeom prst="rect">
            <a:avLst/>
          </a:prstGeom>
        </p:spPr>
      </p:pic>
    </p:spTree>
    <p:extLst>
      <p:ext uri="{BB962C8B-B14F-4D97-AF65-F5344CB8AC3E}">
        <p14:creationId xmlns:p14="http://schemas.microsoft.com/office/powerpoint/2010/main" val="175511022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70C979B-5669-7D24-437C-7795E1AB06EE}"/>
              </a:ext>
            </a:extLst>
          </p:cNvPr>
          <p:cNvPicPr>
            <a:picLocks noChangeAspect="1"/>
          </p:cNvPicPr>
          <p:nvPr/>
        </p:nvPicPr>
        <p:blipFill>
          <a:blip r:embed="rId2"/>
          <a:stretch>
            <a:fillRect/>
          </a:stretch>
        </p:blipFill>
        <p:spPr>
          <a:xfrm>
            <a:off x="846111" y="0"/>
            <a:ext cx="10499778" cy="6858000"/>
          </a:xfrm>
          <a:prstGeom prst="rect">
            <a:avLst/>
          </a:prstGeom>
        </p:spPr>
      </p:pic>
    </p:spTree>
    <p:extLst>
      <p:ext uri="{BB962C8B-B14F-4D97-AF65-F5344CB8AC3E}">
        <p14:creationId xmlns:p14="http://schemas.microsoft.com/office/powerpoint/2010/main" val="168777345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DD4451E-8B1E-E343-918B-731C0B1674A9}"/>
              </a:ext>
            </a:extLst>
          </p:cNvPr>
          <p:cNvPicPr>
            <a:picLocks noChangeAspect="1"/>
          </p:cNvPicPr>
          <p:nvPr/>
        </p:nvPicPr>
        <p:blipFill>
          <a:blip r:embed="rId2"/>
          <a:stretch>
            <a:fillRect/>
          </a:stretch>
        </p:blipFill>
        <p:spPr>
          <a:xfrm>
            <a:off x="0" y="18421"/>
            <a:ext cx="12192000" cy="6821157"/>
          </a:xfrm>
          <a:prstGeom prst="rect">
            <a:avLst/>
          </a:prstGeom>
        </p:spPr>
      </p:pic>
    </p:spTree>
    <p:extLst>
      <p:ext uri="{BB962C8B-B14F-4D97-AF65-F5344CB8AC3E}">
        <p14:creationId xmlns:p14="http://schemas.microsoft.com/office/powerpoint/2010/main" val="276110722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EEB7647-88EA-8589-70AF-A0D51FBB2782}"/>
              </a:ext>
            </a:extLst>
          </p:cNvPr>
          <p:cNvPicPr>
            <a:picLocks noChangeAspect="1"/>
          </p:cNvPicPr>
          <p:nvPr/>
        </p:nvPicPr>
        <p:blipFill>
          <a:blip r:embed="rId2"/>
          <a:stretch>
            <a:fillRect/>
          </a:stretch>
        </p:blipFill>
        <p:spPr>
          <a:xfrm>
            <a:off x="963070" y="0"/>
            <a:ext cx="10265860" cy="6858000"/>
          </a:xfrm>
          <a:prstGeom prst="rect">
            <a:avLst/>
          </a:prstGeom>
        </p:spPr>
      </p:pic>
    </p:spTree>
    <p:extLst>
      <p:ext uri="{BB962C8B-B14F-4D97-AF65-F5344CB8AC3E}">
        <p14:creationId xmlns:p14="http://schemas.microsoft.com/office/powerpoint/2010/main" val="100647991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A48E677-D2E3-6A2D-745E-F204B53BCE74}"/>
              </a:ext>
            </a:extLst>
          </p:cNvPr>
          <p:cNvPicPr>
            <a:picLocks noChangeAspect="1"/>
          </p:cNvPicPr>
          <p:nvPr/>
        </p:nvPicPr>
        <p:blipFill>
          <a:blip r:embed="rId2"/>
          <a:stretch>
            <a:fillRect/>
          </a:stretch>
        </p:blipFill>
        <p:spPr>
          <a:xfrm>
            <a:off x="130070" y="303620"/>
            <a:ext cx="11774543" cy="5896798"/>
          </a:xfrm>
          <a:prstGeom prst="rect">
            <a:avLst/>
          </a:prstGeom>
        </p:spPr>
      </p:pic>
    </p:spTree>
    <p:extLst>
      <p:ext uri="{BB962C8B-B14F-4D97-AF65-F5344CB8AC3E}">
        <p14:creationId xmlns:p14="http://schemas.microsoft.com/office/powerpoint/2010/main" val="292259207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57466B3-F5B5-0FC4-AF55-F6C9CC55374D}"/>
              </a:ext>
            </a:extLst>
          </p:cNvPr>
          <p:cNvPicPr>
            <a:picLocks noChangeAspect="1"/>
          </p:cNvPicPr>
          <p:nvPr/>
        </p:nvPicPr>
        <p:blipFill>
          <a:blip r:embed="rId2"/>
          <a:stretch>
            <a:fillRect/>
          </a:stretch>
        </p:blipFill>
        <p:spPr>
          <a:xfrm>
            <a:off x="156333" y="0"/>
            <a:ext cx="11879333" cy="3496163"/>
          </a:xfrm>
          <a:prstGeom prst="rect">
            <a:avLst/>
          </a:prstGeom>
        </p:spPr>
      </p:pic>
      <p:sp>
        <p:nvSpPr>
          <p:cNvPr id="4" name="Rectangle 3">
            <a:extLst>
              <a:ext uri="{FF2B5EF4-FFF2-40B4-BE49-F238E27FC236}">
                <a16:creationId xmlns:a16="http://schemas.microsoft.com/office/drawing/2014/main" id="{6B017C0B-9887-EE4A-D30D-484C1B2E183D}"/>
              </a:ext>
            </a:extLst>
          </p:cNvPr>
          <p:cNvSpPr/>
          <p:nvPr/>
        </p:nvSpPr>
        <p:spPr>
          <a:xfrm>
            <a:off x="320503" y="4137374"/>
            <a:ext cx="11393696" cy="923330"/>
          </a:xfrm>
          <a:prstGeom prst="rect">
            <a:avLst/>
          </a:prstGeom>
          <a:noFill/>
        </p:spPr>
        <p:txBody>
          <a:bodyPr wrap="none" lIns="91440" tIns="45720" rIns="91440" bIns="45720">
            <a:spAutoFit/>
          </a:bodyPr>
          <a:lstStyle/>
          <a:p>
            <a:pPr algn="ctr"/>
            <a:r>
              <a:rPr lang="en-US" sz="5400" b="0" cap="none" spc="0" dirty="0">
                <a:ln w="0"/>
                <a:solidFill>
                  <a:schemeClr val="tx1"/>
                </a:solidFill>
                <a:effectLst>
                  <a:outerShdw blurRad="38100" dist="19050" dir="2700000" algn="tl" rotWithShape="0">
                    <a:schemeClr val="dk1">
                      <a:alpha val="40000"/>
                    </a:schemeClr>
                  </a:outerShdw>
                </a:effectLst>
              </a:rPr>
              <a:t>Having Clause With Aggregate Function </a:t>
            </a:r>
          </a:p>
        </p:txBody>
      </p:sp>
    </p:spTree>
    <p:extLst>
      <p:ext uri="{BB962C8B-B14F-4D97-AF65-F5344CB8AC3E}">
        <p14:creationId xmlns:p14="http://schemas.microsoft.com/office/powerpoint/2010/main" val="45764019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DC9CBB1-2AE1-376A-40D2-AEDB0B469F20}"/>
              </a:ext>
            </a:extLst>
          </p:cNvPr>
          <p:cNvPicPr>
            <a:picLocks noChangeAspect="1"/>
          </p:cNvPicPr>
          <p:nvPr/>
        </p:nvPicPr>
        <p:blipFill>
          <a:blip r:embed="rId2"/>
          <a:stretch>
            <a:fillRect/>
          </a:stretch>
        </p:blipFill>
        <p:spPr>
          <a:xfrm>
            <a:off x="676528" y="0"/>
            <a:ext cx="10838943" cy="6858000"/>
          </a:xfrm>
          <a:prstGeom prst="rect">
            <a:avLst/>
          </a:prstGeom>
        </p:spPr>
      </p:pic>
    </p:spTree>
    <p:extLst>
      <p:ext uri="{BB962C8B-B14F-4D97-AF65-F5344CB8AC3E}">
        <p14:creationId xmlns:p14="http://schemas.microsoft.com/office/powerpoint/2010/main" val="314672470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B74E7A3-3842-EE2B-F91B-84E2393D6C14}"/>
              </a:ext>
            </a:extLst>
          </p:cNvPr>
          <p:cNvPicPr>
            <a:picLocks noChangeAspect="1"/>
          </p:cNvPicPr>
          <p:nvPr/>
        </p:nvPicPr>
        <p:blipFill>
          <a:blip r:embed="rId2"/>
          <a:stretch>
            <a:fillRect/>
          </a:stretch>
        </p:blipFill>
        <p:spPr>
          <a:xfrm>
            <a:off x="0" y="334297"/>
            <a:ext cx="12192000" cy="6351638"/>
          </a:xfrm>
          <a:prstGeom prst="rect">
            <a:avLst/>
          </a:prstGeom>
        </p:spPr>
      </p:pic>
    </p:spTree>
    <p:extLst>
      <p:ext uri="{BB962C8B-B14F-4D97-AF65-F5344CB8AC3E}">
        <p14:creationId xmlns:p14="http://schemas.microsoft.com/office/powerpoint/2010/main" val="78294453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944</TotalTime>
  <Words>4907</Words>
  <Application>Microsoft Office PowerPoint</Application>
  <PresentationFormat>Widescreen</PresentationFormat>
  <Paragraphs>386</Paragraphs>
  <Slides>60</Slides>
  <Notes>3</Notes>
  <HiddenSlides>0</HiddenSlides>
  <MMClips>0</MMClips>
  <ScaleCrop>false</ScaleCrop>
  <HeadingPairs>
    <vt:vector size="6" baseType="variant">
      <vt:variant>
        <vt:lpstr>Fonts Used</vt:lpstr>
      </vt:variant>
      <vt:variant>
        <vt:i4>16</vt:i4>
      </vt:variant>
      <vt:variant>
        <vt:lpstr>Theme</vt:lpstr>
      </vt:variant>
      <vt:variant>
        <vt:i4>1</vt:i4>
      </vt:variant>
      <vt:variant>
        <vt:lpstr>Slide Titles</vt:lpstr>
      </vt:variant>
      <vt:variant>
        <vt:i4>60</vt:i4>
      </vt:variant>
    </vt:vector>
  </HeadingPairs>
  <TitlesOfParts>
    <vt:vector size="77" baseType="lpstr">
      <vt:lpstr>__Source_Sans_Pro_fa6df0</vt:lpstr>
      <vt:lpstr>-apple-system</vt:lpstr>
      <vt:lpstr>Aptos</vt:lpstr>
      <vt:lpstr>Arial</vt:lpstr>
      <vt:lpstr>Calibri</vt:lpstr>
      <vt:lpstr>Calibri Light</vt:lpstr>
      <vt:lpstr>Charlie Display</vt:lpstr>
      <vt:lpstr>Charlie Text</vt:lpstr>
      <vt:lpstr>GT Walsheim LC</vt:lpstr>
      <vt:lpstr>inherit</vt:lpstr>
      <vt:lpstr>Monaco</vt:lpstr>
      <vt:lpstr>Nunito</vt:lpstr>
      <vt:lpstr>Open Sans</vt:lpstr>
      <vt:lpstr>Oxygen</vt:lpstr>
      <vt:lpstr>public sans</vt:lpstr>
      <vt:lpstr>Source Sans Pro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Query caching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Arun Sunar</dc:creator>
  <cp:lastModifiedBy>Arun Sunar</cp:lastModifiedBy>
  <cp:revision>1</cp:revision>
  <dcterms:created xsi:type="dcterms:W3CDTF">2024-05-31T02:32:53Z</dcterms:created>
  <dcterms:modified xsi:type="dcterms:W3CDTF">2024-06-17T04:08:33Z</dcterms:modified>
</cp:coreProperties>
</file>