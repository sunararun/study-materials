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70" r:id="rId9"/>
    <p:sldId id="269" r:id="rId10"/>
    <p:sldId id="262" r:id="rId11"/>
    <p:sldId id="264" r:id="rId12"/>
    <p:sldId id="265" r:id="rId13"/>
    <p:sldId id="267" r:id="rId14"/>
    <p:sldId id="268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7FF05E-CB19-437F-8467-BF669D86687E}" v="53" dt="2023-08-21T02:13:16.1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un Sunar" userId="3fa9774ca67c7ab5" providerId="LiveId" clId="{A07FF05E-CB19-437F-8467-BF669D86687E}"/>
    <pc:docChg chg="undo redo custSel addSld modSld sldOrd">
      <pc:chgData name="Arun Sunar" userId="3fa9774ca67c7ab5" providerId="LiveId" clId="{A07FF05E-CB19-437F-8467-BF669D86687E}" dt="2023-08-21T03:37:34.264" v="205" actId="108"/>
      <pc:docMkLst>
        <pc:docMk/>
      </pc:docMkLst>
      <pc:sldChg chg="modSp add mod ord">
        <pc:chgData name="Arun Sunar" userId="3fa9774ca67c7ab5" providerId="LiveId" clId="{A07FF05E-CB19-437F-8467-BF669D86687E}" dt="2023-08-21T02:13:54.906" v="184" actId="207"/>
        <pc:sldMkLst>
          <pc:docMk/>
          <pc:sldMk cId="3393252145" sldId="258"/>
        </pc:sldMkLst>
        <pc:spChg chg="mod">
          <ac:chgData name="Arun Sunar" userId="3fa9774ca67c7ab5" providerId="LiveId" clId="{A07FF05E-CB19-437F-8467-BF669D86687E}" dt="2023-08-16T10:18:36.925" v="8" actId="120"/>
          <ac:spMkLst>
            <pc:docMk/>
            <pc:sldMk cId="3393252145" sldId="258"/>
            <ac:spMk id="2" creationId="{0FA9EFA1-95B7-147F-F2EC-28F8E565EA97}"/>
          </ac:spMkLst>
        </pc:spChg>
        <pc:spChg chg="mod">
          <ac:chgData name="Arun Sunar" userId="3fa9774ca67c7ab5" providerId="LiveId" clId="{A07FF05E-CB19-437F-8467-BF669D86687E}" dt="2023-08-21T02:13:54.906" v="184" actId="207"/>
          <ac:spMkLst>
            <pc:docMk/>
            <pc:sldMk cId="3393252145" sldId="258"/>
            <ac:spMk id="3" creationId="{495FC3B3-7BB1-627D-6ACA-5EE74EE567AD}"/>
          </ac:spMkLst>
        </pc:spChg>
      </pc:sldChg>
      <pc:sldChg chg="addSp delSp modSp add mod">
        <pc:chgData name="Arun Sunar" userId="3fa9774ca67c7ab5" providerId="LiveId" clId="{A07FF05E-CB19-437F-8467-BF669D86687E}" dt="2023-08-21T02:20:01.216" v="186" actId="207"/>
        <pc:sldMkLst>
          <pc:docMk/>
          <pc:sldMk cId="1646175974" sldId="259"/>
        </pc:sldMkLst>
        <pc:spChg chg="mod">
          <ac:chgData name="Arun Sunar" userId="3fa9774ca67c7ab5" providerId="LiveId" clId="{A07FF05E-CB19-437F-8467-BF669D86687E}" dt="2023-08-21T02:20:01.216" v="186" actId="207"/>
          <ac:spMkLst>
            <pc:docMk/>
            <pc:sldMk cId="1646175974" sldId="259"/>
            <ac:spMk id="3" creationId="{495FC3B3-7BB1-627D-6ACA-5EE74EE567AD}"/>
          </ac:spMkLst>
        </pc:spChg>
        <pc:spChg chg="add del">
          <ac:chgData name="Arun Sunar" userId="3fa9774ca67c7ab5" providerId="LiveId" clId="{A07FF05E-CB19-437F-8467-BF669D86687E}" dt="2023-08-16T10:21:31.871" v="24"/>
          <ac:spMkLst>
            <pc:docMk/>
            <pc:sldMk cId="1646175974" sldId="259"/>
            <ac:spMk id="4" creationId="{2660EC84-E3EA-B013-F8C7-4C74E65ACE8D}"/>
          </ac:spMkLst>
        </pc:spChg>
      </pc:sldChg>
      <pc:sldChg chg="addSp delSp modSp add mod">
        <pc:chgData name="Arun Sunar" userId="3fa9774ca67c7ab5" providerId="LiveId" clId="{A07FF05E-CB19-437F-8467-BF669D86687E}" dt="2023-08-21T02:20:09.401" v="187" actId="207"/>
        <pc:sldMkLst>
          <pc:docMk/>
          <pc:sldMk cId="1264136892" sldId="260"/>
        </pc:sldMkLst>
        <pc:spChg chg="mod">
          <ac:chgData name="Arun Sunar" userId="3fa9774ca67c7ab5" providerId="LiveId" clId="{A07FF05E-CB19-437F-8467-BF669D86687E}" dt="2023-08-16T10:23:11.859" v="35"/>
          <ac:spMkLst>
            <pc:docMk/>
            <pc:sldMk cId="1264136892" sldId="260"/>
            <ac:spMk id="2" creationId="{0FA9EFA1-95B7-147F-F2EC-28F8E565EA97}"/>
          </ac:spMkLst>
        </pc:spChg>
        <pc:spChg chg="mod">
          <ac:chgData name="Arun Sunar" userId="3fa9774ca67c7ab5" providerId="LiveId" clId="{A07FF05E-CB19-437F-8467-BF669D86687E}" dt="2023-08-21T02:20:09.401" v="187" actId="207"/>
          <ac:spMkLst>
            <pc:docMk/>
            <pc:sldMk cId="1264136892" sldId="260"/>
            <ac:spMk id="3" creationId="{495FC3B3-7BB1-627D-6ACA-5EE74EE567AD}"/>
          </ac:spMkLst>
        </pc:spChg>
        <pc:spChg chg="add del">
          <ac:chgData name="Arun Sunar" userId="3fa9774ca67c7ab5" providerId="LiveId" clId="{A07FF05E-CB19-437F-8467-BF669D86687E}" dt="2023-08-16T10:23:51.967" v="40"/>
          <ac:spMkLst>
            <pc:docMk/>
            <pc:sldMk cId="1264136892" sldId="260"/>
            <ac:spMk id="4" creationId="{FA86E62D-A4B1-8AB9-345F-C8AA4EB8E7BB}"/>
          </ac:spMkLst>
        </pc:spChg>
        <pc:spChg chg="add del">
          <ac:chgData name="Arun Sunar" userId="3fa9774ca67c7ab5" providerId="LiveId" clId="{A07FF05E-CB19-437F-8467-BF669D86687E}" dt="2023-08-16T10:29:47.928" v="65"/>
          <ac:spMkLst>
            <pc:docMk/>
            <pc:sldMk cId="1264136892" sldId="260"/>
            <ac:spMk id="5" creationId="{A1B24E6B-A60B-85C0-CA79-E93EBBFFB3BB}"/>
          </ac:spMkLst>
        </pc:spChg>
      </pc:sldChg>
      <pc:sldChg chg="addSp delSp modSp add mod">
        <pc:chgData name="Arun Sunar" userId="3fa9774ca67c7ab5" providerId="LiveId" clId="{A07FF05E-CB19-437F-8467-BF669D86687E}" dt="2023-08-21T02:20:17.524" v="188" actId="207"/>
        <pc:sldMkLst>
          <pc:docMk/>
          <pc:sldMk cId="2025491098" sldId="261"/>
        </pc:sldMkLst>
        <pc:spChg chg="mod">
          <ac:chgData name="Arun Sunar" userId="3fa9774ca67c7ab5" providerId="LiveId" clId="{A07FF05E-CB19-437F-8467-BF669D86687E}" dt="2023-08-21T02:20:17.524" v="188" actId="207"/>
          <ac:spMkLst>
            <pc:docMk/>
            <pc:sldMk cId="2025491098" sldId="261"/>
            <ac:spMk id="3" creationId="{495FC3B3-7BB1-627D-6ACA-5EE74EE567AD}"/>
          </ac:spMkLst>
        </pc:spChg>
        <pc:spChg chg="add del">
          <ac:chgData name="Arun Sunar" userId="3fa9774ca67c7ab5" providerId="LiveId" clId="{A07FF05E-CB19-437F-8467-BF669D86687E}" dt="2023-08-16T11:30:36.809" v="146"/>
          <ac:spMkLst>
            <pc:docMk/>
            <pc:sldMk cId="2025491098" sldId="261"/>
            <ac:spMk id="4" creationId="{FD54989C-F6B4-A503-21D5-F80D5416B112}"/>
          </ac:spMkLst>
        </pc:spChg>
        <pc:spChg chg="add del">
          <ac:chgData name="Arun Sunar" userId="3fa9774ca67c7ab5" providerId="LiveId" clId="{A07FF05E-CB19-437F-8467-BF669D86687E}" dt="2023-08-16T11:31:07.820" v="152"/>
          <ac:spMkLst>
            <pc:docMk/>
            <pc:sldMk cId="2025491098" sldId="261"/>
            <ac:spMk id="5" creationId="{F7AF6CD5-5E35-104C-B982-EE8A8E44B960}"/>
          </ac:spMkLst>
        </pc:spChg>
        <pc:spChg chg="add del mod">
          <ac:chgData name="Arun Sunar" userId="3fa9774ca67c7ab5" providerId="LiveId" clId="{A07FF05E-CB19-437F-8467-BF669D86687E}" dt="2023-08-16T11:31:56.679" v="161"/>
          <ac:spMkLst>
            <pc:docMk/>
            <pc:sldMk cId="2025491098" sldId="261"/>
            <ac:spMk id="6" creationId="{394AC516-567F-EBC0-BBD1-D0F746A19552}"/>
          </ac:spMkLst>
        </pc:spChg>
        <pc:spChg chg="add mod">
          <ac:chgData name="Arun Sunar" userId="3fa9774ca67c7ab5" providerId="LiveId" clId="{A07FF05E-CB19-437F-8467-BF669D86687E}" dt="2023-08-16T11:31:55.119" v="159" actId="571"/>
          <ac:spMkLst>
            <pc:docMk/>
            <pc:sldMk cId="2025491098" sldId="261"/>
            <ac:spMk id="7" creationId="{4720CCB2-B071-DFBC-C316-DF20011CC302}"/>
          </ac:spMkLst>
        </pc:spChg>
        <pc:spChg chg="add del">
          <ac:chgData name="Arun Sunar" userId="3fa9774ca67c7ab5" providerId="LiveId" clId="{A07FF05E-CB19-437F-8467-BF669D86687E}" dt="2023-08-16T11:32:21.828" v="166"/>
          <ac:spMkLst>
            <pc:docMk/>
            <pc:sldMk cId="2025491098" sldId="261"/>
            <ac:spMk id="8" creationId="{0A97FC34-F3A3-46EA-1E19-71B4B920D722}"/>
          </ac:spMkLst>
        </pc:spChg>
        <pc:spChg chg="add del">
          <ac:chgData name="Arun Sunar" userId="3fa9774ca67c7ab5" providerId="LiveId" clId="{A07FF05E-CB19-437F-8467-BF669D86687E}" dt="2023-08-16T11:33:09.560" v="173"/>
          <ac:spMkLst>
            <pc:docMk/>
            <pc:sldMk cId="2025491098" sldId="261"/>
            <ac:spMk id="9" creationId="{725BDD99-976D-DDC2-CD4A-E014504546E0}"/>
          </ac:spMkLst>
        </pc:spChg>
      </pc:sldChg>
      <pc:sldChg chg="addSp delSp modSp add mod">
        <pc:chgData name="Arun Sunar" userId="3fa9774ca67c7ab5" providerId="LiveId" clId="{A07FF05E-CB19-437F-8467-BF669D86687E}" dt="2023-08-21T02:21:02.098" v="191" actId="207"/>
        <pc:sldMkLst>
          <pc:docMk/>
          <pc:sldMk cId="489009143" sldId="262"/>
        </pc:sldMkLst>
        <pc:spChg chg="mod">
          <ac:chgData name="Arun Sunar" userId="3fa9774ca67c7ab5" providerId="LiveId" clId="{A07FF05E-CB19-437F-8467-BF669D86687E}" dt="2023-08-16T10:32:54.474" v="70"/>
          <ac:spMkLst>
            <pc:docMk/>
            <pc:sldMk cId="489009143" sldId="262"/>
            <ac:spMk id="2" creationId="{0FA9EFA1-95B7-147F-F2EC-28F8E565EA97}"/>
          </ac:spMkLst>
        </pc:spChg>
        <pc:spChg chg="add del mod">
          <ac:chgData name="Arun Sunar" userId="3fa9774ca67c7ab5" providerId="LiveId" clId="{A07FF05E-CB19-437F-8467-BF669D86687E}" dt="2023-08-21T02:21:02.098" v="191" actId="207"/>
          <ac:spMkLst>
            <pc:docMk/>
            <pc:sldMk cId="489009143" sldId="262"/>
            <ac:spMk id="3" creationId="{495FC3B3-7BB1-627D-6ACA-5EE74EE567AD}"/>
          </ac:spMkLst>
        </pc:spChg>
        <pc:spChg chg="add del mod">
          <ac:chgData name="Arun Sunar" userId="3fa9774ca67c7ab5" providerId="LiveId" clId="{A07FF05E-CB19-437F-8467-BF669D86687E}" dt="2023-08-16T10:33:09.683" v="76"/>
          <ac:spMkLst>
            <pc:docMk/>
            <pc:sldMk cId="489009143" sldId="262"/>
            <ac:spMk id="4" creationId="{D9030E51-88EA-B904-C0D9-CBB5AC2B7DE1}"/>
          </ac:spMkLst>
        </pc:spChg>
      </pc:sldChg>
      <pc:sldChg chg="addSp delSp add mod">
        <pc:chgData name="Arun Sunar" userId="3fa9774ca67c7ab5" providerId="LiveId" clId="{A07FF05E-CB19-437F-8467-BF669D86687E}" dt="2023-08-16T10:38:44.871" v="85"/>
        <pc:sldMkLst>
          <pc:docMk/>
          <pc:sldMk cId="334255845" sldId="263"/>
        </pc:sldMkLst>
        <pc:spChg chg="add del">
          <ac:chgData name="Arun Sunar" userId="3fa9774ca67c7ab5" providerId="LiveId" clId="{A07FF05E-CB19-437F-8467-BF669D86687E}" dt="2023-08-16T10:38:44.855" v="84"/>
          <ac:spMkLst>
            <pc:docMk/>
            <pc:sldMk cId="334255845" sldId="263"/>
            <ac:spMk id="2" creationId="{5EDB0A45-B22C-0DCF-0C1E-47D2900B3664}"/>
          </ac:spMkLst>
        </pc:spChg>
        <pc:picChg chg="add">
          <ac:chgData name="Arun Sunar" userId="3fa9774ca67c7ab5" providerId="LiveId" clId="{A07FF05E-CB19-437F-8467-BF669D86687E}" dt="2023-08-16T10:38:44.871" v="85"/>
          <ac:picMkLst>
            <pc:docMk/>
            <pc:sldMk cId="334255845" sldId="263"/>
            <ac:picMk id="3" creationId="{D52F31F8-533F-CA68-1E84-8511B113BA6D}"/>
          </ac:picMkLst>
        </pc:picChg>
        <pc:picChg chg="del">
          <ac:chgData name="Arun Sunar" userId="3fa9774ca67c7ab5" providerId="LiveId" clId="{A07FF05E-CB19-437F-8467-BF669D86687E}" dt="2023-08-16T10:38:36.763" v="80" actId="478"/>
          <ac:picMkLst>
            <pc:docMk/>
            <pc:sldMk cId="334255845" sldId="263"/>
            <ac:picMk id="9" creationId="{CDB3267F-1B11-5D76-C8A3-9532F0123C62}"/>
          </ac:picMkLst>
        </pc:picChg>
      </pc:sldChg>
      <pc:sldChg chg="addSp delSp modSp add mod">
        <pc:chgData name="Arun Sunar" userId="3fa9774ca67c7ab5" providerId="LiveId" clId="{A07FF05E-CB19-437F-8467-BF669D86687E}" dt="2023-08-21T02:21:18.687" v="192" actId="207"/>
        <pc:sldMkLst>
          <pc:docMk/>
          <pc:sldMk cId="1658063477" sldId="264"/>
        </pc:sldMkLst>
        <pc:spChg chg="del">
          <ac:chgData name="Arun Sunar" userId="3fa9774ca67c7ab5" providerId="LiveId" clId="{A07FF05E-CB19-437F-8467-BF669D86687E}" dt="2023-08-16T10:40:12.108" v="91" actId="478"/>
          <ac:spMkLst>
            <pc:docMk/>
            <pc:sldMk cId="1658063477" sldId="264"/>
            <ac:spMk id="2" creationId="{0FA9EFA1-95B7-147F-F2EC-28F8E565EA97}"/>
          </ac:spMkLst>
        </pc:spChg>
        <pc:spChg chg="mod">
          <ac:chgData name="Arun Sunar" userId="3fa9774ca67c7ab5" providerId="LiveId" clId="{A07FF05E-CB19-437F-8467-BF669D86687E}" dt="2023-08-21T02:21:18.687" v="192" actId="207"/>
          <ac:spMkLst>
            <pc:docMk/>
            <pc:sldMk cId="1658063477" sldId="264"/>
            <ac:spMk id="3" creationId="{495FC3B3-7BB1-627D-6ACA-5EE74EE567AD}"/>
          </ac:spMkLst>
        </pc:spChg>
        <pc:spChg chg="add del">
          <ac:chgData name="Arun Sunar" userId="3fa9774ca67c7ab5" providerId="LiveId" clId="{A07FF05E-CB19-437F-8467-BF669D86687E}" dt="2023-08-16T10:40:08.505" v="88"/>
          <ac:spMkLst>
            <pc:docMk/>
            <pc:sldMk cId="1658063477" sldId="264"/>
            <ac:spMk id="4" creationId="{2606C1D9-8BE6-73A9-CB3A-A24F157391EE}"/>
          </ac:spMkLst>
        </pc:spChg>
        <pc:spChg chg="add del mod">
          <ac:chgData name="Arun Sunar" userId="3fa9774ca67c7ab5" providerId="LiveId" clId="{A07FF05E-CB19-437F-8467-BF669D86687E}" dt="2023-08-16T10:40:14.428" v="92" actId="478"/>
          <ac:spMkLst>
            <pc:docMk/>
            <pc:sldMk cId="1658063477" sldId="264"/>
            <ac:spMk id="6" creationId="{4845C28B-407A-2BF8-3E1C-890FA422A008}"/>
          </ac:spMkLst>
        </pc:spChg>
        <pc:spChg chg="add del">
          <ac:chgData name="Arun Sunar" userId="3fa9774ca67c7ab5" providerId="LiveId" clId="{A07FF05E-CB19-437F-8467-BF669D86687E}" dt="2023-08-16T10:41:05.255" v="101"/>
          <ac:spMkLst>
            <pc:docMk/>
            <pc:sldMk cId="1658063477" sldId="264"/>
            <ac:spMk id="7" creationId="{3C97947D-C33B-5B6C-06E0-5F00A775919C}"/>
          </ac:spMkLst>
        </pc:spChg>
      </pc:sldChg>
      <pc:sldChg chg="modSp add mod">
        <pc:chgData name="Arun Sunar" userId="3fa9774ca67c7ab5" providerId="LiveId" clId="{A07FF05E-CB19-437F-8467-BF669D86687E}" dt="2023-08-21T02:49:09.238" v="197" actId="207"/>
        <pc:sldMkLst>
          <pc:docMk/>
          <pc:sldMk cId="2899180675" sldId="265"/>
        </pc:sldMkLst>
        <pc:spChg chg="mod">
          <ac:chgData name="Arun Sunar" userId="3fa9774ca67c7ab5" providerId="LiveId" clId="{A07FF05E-CB19-437F-8467-BF669D86687E}" dt="2023-08-21T02:49:09.238" v="197" actId="207"/>
          <ac:spMkLst>
            <pc:docMk/>
            <pc:sldMk cId="2899180675" sldId="265"/>
            <ac:spMk id="3" creationId="{495FC3B3-7BB1-627D-6ACA-5EE74EE567AD}"/>
          </ac:spMkLst>
        </pc:spChg>
      </pc:sldChg>
      <pc:sldChg chg="modSp add mod">
        <pc:chgData name="Arun Sunar" userId="3fa9774ca67c7ab5" providerId="LiveId" clId="{A07FF05E-CB19-437F-8467-BF669D86687E}" dt="2023-08-21T03:37:34.264" v="205" actId="108"/>
        <pc:sldMkLst>
          <pc:docMk/>
          <pc:sldMk cId="704863341" sldId="266"/>
        </pc:sldMkLst>
        <pc:spChg chg="mod">
          <ac:chgData name="Arun Sunar" userId="3fa9774ca67c7ab5" providerId="LiveId" clId="{A07FF05E-CB19-437F-8467-BF669D86687E}" dt="2023-08-21T03:37:34.264" v="205" actId="108"/>
          <ac:spMkLst>
            <pc:docMk/>
            <pc:sldMk cId="704863341" sldId="266"/>
            <ac:spMk id="3" creationId="{495FC3B3-7BB1-627D-6ACA-5EE74EE567AD}"/>
          </ac:spMkLst>
        </pc:spChg>
      </pc:sldChg>
      <pc:sldChg chg="modSp add mod">
        <pc:chgData name="Arun Sunar" userId="3fa9774ca67c7ab5" providerId="LiveId" clId="{A07FF05E-CB19-437F-8467-BF669D86687E}" dt="2023-08-21T02:21:28.911" v="193" actId="207"/>
        <pc:sldMkLst>
          <pc:docMk/>
          <pc:sldMk cId="490730143" sldId="267"/>
        </pc:sldMkLst>
        <pc:spChg chg="mod">
          <ac:chgData name="Arun Sunar" userId="3fa9774ca67c7ab5" providerId="LiveId" clId="{A07FF05E-CB19-437F-8467-BF669D86687E}" dt="2023-08-21T02:21:28.911" v="193" actId="207"/>
          <ac:spMkLst>
            <pc:docMk/>
            <pc:sldMk cId="490730143" sldId="267"/>
            <ac:spMk id="3" creationId="{495FC3B3-7BB1-627D-6ACA-5EE74EE567AD}"/>
          </ac:spMkLst>
        </pc:spChg>
      </pc:sldChg>
      <pc:sldChg chg="addSp delSp modSp add mod setBg">
        <pc:chgData name="Arun Sunar" userId="3fa9774ca67c7ab5" providerId="LiveId" clId="{A07FF05E-CB19-437F-8467-BF669D86687E}" dt="2023-08-21T02:21:45.492" v="194" actId="207"/>
        <pc:sldMkLst>
          <pc:docMk/>
          <pc:sldMk cId="2926933852" sldId="268"/>
        </pc:sldMkLst>
        <pc:spChg chg="add del">
          <ac:chgData name="Arun Sunar" userId="3fa9774ca67c7ab5" providerId="LiveId" clId="{A07FF05E-CB19-437F-8467-BF669D86687E}" dt="2023-08-16T10:52:49.373" v="135"/>
          <ac:spMkLst>
            <pc:docMk/>
            <pc:sldMk cId="2926933852" sldId="268"/>
            <ac:spMk id="2" creationId="{6C3506DC-6996-E221-296A-8C7BC0A4F3C9}"/>
          </ac:spMkLst>
        </pc:spChg>
        <pc:spChg chg="mod">
          <ac:chgData name="Arun Sunar" userId="3fa9774ca67c7ab5" providerId="LiveId" clId="{A07FF05E-CB19-437F-8467-BF669D86687E}" dt="2023-08-21T02:21:45.492" v="194" actId="207"/>
          <ac:spMkLst>
            <pc:docMk/>
            <pc:sldMk cId="2926933852" sldId="268"/>
            <ac:spMk id="3" creationId="{495FC3B3-7BB1-627D-6ACA-5EE74EE567AD}"/>
          </ac:spMkLst>
        </pc:spChg>
      </pc:sldChg>
      <pc:sldChg chg="modSp add mod">
        <pc:chgData name="Arun Sunar" userId="3fa9774ca67c7ab5" providerId="LiveId" clId="{A07FF05E-CB19-437F-8467-BF669D86687E}" dt="2023-08-21T02:20:43.736" v="190" actId="207"/>
        <pc:sldMkLst>
          <pc:docMk/>
          <pc:sldMk cId="1711686487" sldId="269"/>
        </pc:sldMkLst>
        <pc:spChg chg="mod">
          <ac:chgData name="Arun Sunar" userId="3fa9774ca67c7ab5" providerId="LiveId" clId="{A07FF05E-CB19-437F-8467-BF669D86687E}" dt="2023-08-21T02:20:43.736" v="190" actId="207"/>
          <ac:spMkLst>
            <pc:docMk/>
            <pc:sldMk cId="1711686487" sldId="269"/>
            <ac:spMk id="3" creationId="{495FC3B3-7BB1-627D-6ACA-5EE74EE567AD}"/>
          </ac:spMkLst>
        </pc:spChg>
      </pc:sldChg>
      <pc:sldChg chg="addSp delSp modSp add mod">
        <pc:chgData name="Arun Sunar" userId="3fa9774ca67c7ab5" providerId="LiveId" clId="{A07FF05E-CB19-437F-8467-BF669D86687E}" dt="2023-08-21T02:20:31.187" v="189" actId="207"/>
        <pc:sldMkLst>
          <pc:docMk/>
          <pc:sldMk cId="2709997624" sldId="270"/>
        </pc:sldMkLst>
        <pc:spChg chg="mod">
          <ac:chgData name="Arun Sunar" userId="3fa9774ca67c7ab5" providerId="LiveId" clId="{A07FF05E-CB19-437F-8467-BF669D86687E}" dt="2023-08-21T02:20:31.187" v="189" actId="207"/>
          <ac:spMkLst>
            <pc:docMk/>
            <pc:sldMk cId="2709997624" sldId="270"/>
            <ac:spMk id="3" creationId="{495FC3B3-7BB1-627D-6ACA-5EE74EE567AD}"/>
          </ac:spMkLst>
        </pc:spChg>
        <pc:spChg chg="add del">
          <ac:chgData name="Arun Sunar" userId="3fa9774ca67c7ab5" providerId="LiveId" clId="{A07FF05E-CB19-437F-8467-BF669D86687E}" dt="2023-08-16T11:34:27.212" v="178"/>
          <ac:spMkLst>
            <pc:docMk/>
            <pc:sldMk cId="2709997624" sldId="270"/>
            <ac:spMk id="4" creationId="{8F48BFA0-019D-FFE1-2039-F9B8A94C457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0A980-9450-486C-86F8-493B9A0CF807}" type="datetimeFigureOut">
              <a:rPr lang="en-IN" smtClean="0"/>
              <a:t>21-08-2023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5168D-6E6C-4318-80F8-7A6ECB056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2049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0A980-9450-486C-86F8-493B9A0CF807}" type="datetimeFigureOut">
              <a:rPr lang="en-IN" smtClean="0"/>
              <a:t>21-08-2023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5168D-6E6C-4318-80F8-7A6ECB056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998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0A980-9450-486C-86F8-493B9A0CF807}" type="datetimeFigureOut">
              <a:rPr lang="en-IN" smtClean="0"/>
              <a:t>21-08-2023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5168D-6E6C-4318-80F8-7A6ECB056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221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0A980-9450-486C-86F8-493B9A0CF807}" type="datetimeFigureOut">
              <a:rPr lang="en-IN" smtClean="0"/>
              <a:t>21-08-2023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5168D-6E6C-4318-80F8-7A6ECB056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276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0A980-9450-486C-86F8-493B9A0CF807}" type="datetimeFigureOut">
              <a:rPr lang="en-IN" smtClean="0"/>
              <a:t>21-08-2023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5168D-6E6C-4318-80F8-7A6ECB056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3776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0A980-9450-486C-86F8-493B9A0CF807}" type="datetimeFigureOut">
              <a:rPr lang="en-IN" smtClean="0"/>
              <a:t>21-08-2023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5168D-6E6C-4318-80F8-7A6ECB056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71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0A980-9450-486C-86F8-493B9A0CF807}" type="datetimeFigureOut">
              <a:rPr lang="en-IN" smtClean="0"/>
              <a:t>21-08-2023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5168D-6E6C-4318-80F8-7A6ECB056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947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0A980-9450-486C-86F8-493B9A0CF807}" type="datetimeFigureOut">
              <a:rPr lang="en-IN" smtClean="0"/>
              <a:t>21-08-2023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5168D-6E6C-4318-80F8-7A6ECB056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088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0A980-9450-486C-86F8-493B9A0CF807}" type="datetimeFigureOut">
              <a:rPr lang="en-IN" smtClean="0"/>
              <a:t>21-08-2023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5168D-6E6C-4318-80F8-7A6ECB056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5731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0A980-9450-486C-86F8-493B9A0CF807}" type="datetimeFigureOut">
              <a:rPr lang="en-IN" smtClean="0"/>
              <a:t>21-08-2023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5168D-6E6C-4318-80F8-7A6ECB056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5683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0A980-9450-486C-86F8-493B9A0CF807}" type="datetimeFigureOut">
              <a:rPr lang="en-IN" smtClean="0"/>
              <a:t>21-08-2023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5168D-6E6C-4318-80F8-7A6ECB056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2831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90A980-9450-486C-86F8-493B9A0CF807}" type="datetimeFigureOut">
              <a:rPr lang="en-IN" smtClean="0"/>
              <a:t>21-08-2023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D5168D-6E6C-4318-80F8-7A6ECB056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94732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oushikkothagal/spring-security-jwt/blob/master/src/main/java/io/javabrains/springsecurityjwt/util/JwtUtil.java" TargetMode="Externa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ezkoder.com/spring-boot-jwt-authentication/" TargetMode="External"/><Relationship Id="rId2" Type="http://schemas.openxmlformats.org/officeDocument/2006/relationships/hyperlink" Target="https://www.toptal.com/spring/spring-security-tutorial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medium.com/geekculture/spring-security-authentication-process-authentication-flow-behind-the-scenes-d56da63f04fa" TargetMode="External"/><Relationship Id="rId4" Type="http://schemas.openxmlformats.org/officeDocument/2006/relationships/hyperlink" Target="https://blog.knoldus.com/spring-boot-rest-authentication-with-jw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9EFA1-95B7-147F-F2EC-28F8E565EA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02433"/>
            <a:ext cx="9144000" cy="1017036"/>
          </a:xfrm>
        </p:spPr>
        <p:txBody>
          <a:bodyPr/>
          <a:lstStyle/>
          <a:p>
            <a:r>
              <a:rPr lang="en-IN" dirty="0"/>
              <a:t>Spring Security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5FC3B3-7BB1-627D-6ACA-5EE74EE567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175" y="2062065"/>
            <a:ext cx="10328987" cy="3195735"/>
          </a:xfrm>
        </p:spPr>
        <p:txBody>
          <a:bodyPr/>
          <a:lstStyle/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5076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DB3267F-1B11-5D76-C8A3-9532F0123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882"/>
            <a:ext cx="12192000" cy="6456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139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2F31F8-533F-CA68-1E84-8511B113B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" y="314325"/>
            <a:ext cx="10506075" cy="622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55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9EFA1-95B7-147F-F2EC-28F8E565EA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02433"/>
            <a:ext cx="9144000" cy="1017036"/>
          </a:xfrm>
        </p:spPr>
        <p:txBody>
          <a:bodyPr/>
          <a:lstStyle/>
          <a:p>
            <a:pPr algn="l"/>
            <a:r>
              <a:rPr lang="en-IN" dirty="0" err="1"/>
              <a:t>SecurityContextHolder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5FC3B3-7BB1-627D-6ACA-5EE74EE567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175" y="2062065"/>
            <a:ext cx="10328987" cy="4114800"/>
          </a:xfrm>
        </p:spPr>
        <p:txBody>
          <a:bodyPr>
            <a:normAutofit lnSpcReduction="10000"/>
          </a:bodyPr>
          <a:lstStyle/>
          <a:p>
            <a:pPr algn="l"/>
            <a:r>
              <a:rPr lang="en-US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The </a:t>
            </a:r>
            <a:r>
              <a:rPr lang="en-US" b="0" i="0" dirty="0" err="1">
                <a:solidFill>
                  <a:srgbClr val="FFFF00"/>
                </a:solidFill>
                <a:effectLst/>
                <a:latin typeface="courier new" panose="02070309020205020404" pitchFamily="49" charset="0"/>
              </a:rPr>
              <a:t>SecurityContext</a:t>
            </a:r>
            <a:r>
              <a:rPr lang="en-US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 is used to store the details of the currently authenticated user, also known as a principle. So, if you have to get the username or any other user details, you need to get this </a:t>
            </a:r>
            <a:r>
              <a:rPr lang="en-US" b="0" i="0" dirty="0" err="1">
                <a:solidFill>
                  <a:srgbClr val="FFFF00"/>
                </a:solidFill>
                <a:effectLst/>
                <a:latin typeface="courier new" panose="02070309020205020404" pitchFamily="49" charset="0"/>
              </a:rPr>
              <a:t>SecurityContext</a:t>
            </a:r>
            <a:r>
              <a:rPr lang="en-US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 first. The </a:t>
            </a:r>
            <a:r>
              <a:rPr lang="en-US" b="0" i="0" dirty="0" err="1">
                <a:solidFill>
                  <a:srgbClr val="FFFF00"/>
                </a:solidFill>
                <a:effectLst/>
                <a:latin typeface="courier new" panose="02070309020205020404" pitchFamily="49" charset="0"/>
              </a:rPr>
              <a:t>SecurityContextHolder</a:t>
            </a:r>
            <a:r>
              <a:rPr lang="en-US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 is a helper class, which provides access to the security context.</a:t>
            </a:r>
          </a:p>
          <a:p>
            <a:pPr algn="l"/>
            <a:r>
              <a:rPr lang="en-US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In order to get the current username, you first need a </a:t>
            </a:r>
            <a:r>
              <a:rPr lang="en-US" b="0" i="0" dirty="0" err="1">
                <a:solidFill>
                  <a:srgbClr val="FFFF00"/>
                </a:solidFill>
                <a:effectLst/>
                <a:latin typeface="courier new" panose="02070309020205020404" pitchFamily="49" charset="0"/>
              </a:rPr>
              <a:t>SecurityContext</a:t>
            </a:r>
            <a:r>
              <a:rPr lang="en-US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, which is obtained from </a:t>
            </a:r>
            <a:r>
              <a:rPr lang="en-US" b="0" i="0" dirty="0" err="1">
                <a:solidFill>
                  <a:srgbClr val="FFFF00"/>
                </a:solidFill>
                <a:effectLst/>
                <a:latin typeface="courier new" panose="02070309020205020404" pitchFamily="49" charset="0"/>
              </a:rPr>
              <a:t>SecurityContextHolder</a:t>
            </a:r>
            <a:r>
              <a:rPr lang="en-US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. This </a:t>
            </a:r>
            <a:r>
              <a:rPr lang="en-US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SecurityContext</a:t>
            </a:r>
            <a:r>
              <a:rPr lang="en-US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 keep the user details in an </a:t>
            </a:r>
            <a:r>
              <a:rPr lang="en-US" b="0" i="0" dirty="0">
                <a:solidFill>
                  <a:srgbClr val="FFFF00"/>
                </a:solidFill>
                <a:effectLst/>
                <a:latin typeface="courier"/>
              </a:rPr>
              <a:t>Authentication</a:t>
            </a:r>
            <a:r>
              <a:rPr lang="en-US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 object, which can be obtained by calling the </a:t>
            </a:r>
            <a:r>
              <a:rPr lang="en-US" b="0" i="0" dirty="0" err="1">
                <a:solidFill>
                  <a:srgbClr val="FFFF00"/>
                </a:solidFill>
                <a:effectLst/>
                <a:latin typeface="courier new" panose="02070309020205020404" pitchFamily="49" charset="0"/>
              </a:rPr>
              <a:t>getAuthentication</a:t>
            </a:r>
            <a:r>
              <a:rPr lang="en-US" b="0" i="0" dirty="0">
                <a:solidFill>
                  <a:srgbClr val="FFFF00"/>
                </a:solidFill>
                <a:effectLst/>
                <a:latin typeface="courier new" panose="02070309020205020404" pitchFamily="49" charset="0"/>
              </a:rPr>
              <a:t>()</a:t>
            </a:r>
            <a:r>
              <a:rPr lang="en-US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 method.</a:t>
            </a:r>
            <a:br>
              <a:rPr lang="en-US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</a:br>
            <a:br>
              <a:rPr lang="en-US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</a:br>
            <a:endParaRPr lang="en-IN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3252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9EFA1-95B7-147F-F2EC-28F8E565EA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02433"/>
            <a:ext cx="9144000" cy="1017036"/>
          </a:xfrm>
        </p:spPr>
        <p:txBody>
          <a:bodyPr/>
          <a:lstStyle/>
          <a:p>
            <a:pPr algn="l"/>
            <a:r>
              <a:rPr lang="en-IN" dirty="0" err="1"/>
              <a:t>SecurityContextHolder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5FC3B3-7BB1-627D-6ACA-5EE74EE567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175" y="2062065"/>
            <a:ext cx="10328987" cy="41148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Once you got the Authentication object, you can either cast it into </a:t>
            </a:r>
            <a:r>
              <a:rPr lang="en-US" b="0" i="0" dirty="0" err="1">
                <a:solidFill>
                  <a:srgbClr val="FFFF00"/>
                </a:solidFill>
                <a:effectLst/>
                <a:latin typeface="courier new" panose="02070309020205020404" pitchFamily="49" charset="0"/>
              </a:rPr>
              <a:t>UserDetails</a:t>
            </a:r>
            <a:r>
              <a:rPr lang="en-US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 or use it as it is. The </a:t>
            </a:r>
            <a:r>
              <a:rPr lang="en-US" b="0" i="0" dirty="0" err="1">
                <a:solidFill>
                  <a:srgbClr val="FFFF00"/>
                </a:solidFill>
                <a:effectLst/>
                <a:latin typeface="courier new" panose="02070309020205020404" pitchFamily="49" charset="0"/>
              </a:rPr>
              <a:t>UserDetails</a:t>
            </a:r>
            <a:r>
              <a:rPr lang="en-US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 object is the one Spring Security uses to keep user-related information.</a:t>
            </a:r>
          </a:p>
          <a:p>
            <a:pPr algn="l"/>
            <a:r>
              <a:rPr lang="en-US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bject</a:t>
            </a:r>
            <a:r>
              <a:rPr lang="en-US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 principal = </a:t>
            </a:r>
            <a:r>
              <a:rPr lang="en-US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SecurityContextHolder.getContext</a:t>
            </a:r>
            <a:r>
              <a:rPr lang="en-US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()</a:t>
            </a:r>
          </a:p>
          <a:p>
            <a:pPr algn="l"/>
            <a:r>
              <a:rPr lang="en-US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                                        .</a:t>
            </a:r>
            <a:r>
              <a:rPr lang="en-US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getAuthentication</a:t>
            </a:r>
            <a:r>
              <a:rPr lang="en-US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()</a:t>
            </a:r>
          </a:p>
          <a:p>
            <a:pPr algn="l"/>
            <a:r>
              <a:rPr lang="en-US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                                        .</a:t>
            </a:r>
            <a:r>
              <a:rPr lang="en-US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getPrincipal</a:t>
            </a:r>
            <a:r>
              <a:rPr lang="en-US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();</a:t>
            </a:r>
          </a:p>
          <a:p>
            <a:pPr algn="l"/>
            <a:endParaRPr lang="en-US" b="0" i="0" dirty="0">
              <a:solidFill>
                <a:srgbClr val="FFFF00"/>
              </a:solidFill>
              <a:effectLst/>
              <a:latin typeface="Trebuchet MS" panose="020B0603020202020204" pitchFamily="34" charset="0"/>
            </a:endParaRPr>
          </a:p>
          <a:p>
            <a:pPr algn="l"/>
            <a:r>
              <a:rPr lang="en-US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if (principal </a:t>
            </a:r>
            <a:r>
              <a:rPr lang="en-US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instanceof</a:t>
            </a:r>
            <a:r>
              <a:rPr lang="en-US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 </a:t>
            </a:r>
            <a:r>
              <a:rPr lang="en-US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UserDetails</a:t>
            </a:r>
            <a:r>
              <a:rPr lang="en-US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) {</a:t>
            </a:r>
          </a:p>
          <a:p>
            <a:pPr algn="l"/>
            <a:r>
              <a:rPr lang="en-US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  String username = ((</a:t>
            </a:r>
            <a:r>
              <a:rPr lang="en-US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UserDetails</a:t>
            </a:r>
            <a:r>
              <a:rPr lang="en-US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)principal).</a:t>
            </a:r>
            <a:r>
              <a:rPr lang="en-US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getUsername</a:t>
            </a:r>
            <a:r>
              <a:rPr lang="en-US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();</a:t>
            </a:r>
          </a:p>
          <a:p>
            <a:pPr algn="l"/>
            <a:r>
              <a:rPr lang="en-US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} else {</a:t>
            </a:r>
          </a:p>
          <a:p>
            <a:pPr algn="l"/>
            <a:r>
              <a:rPr lang="en-US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  String username = </a:t>
            </a:r>
            <a:r>
              <a:rPr lang="en-US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principal.toString</a:t>
            </a:r>
            <a:r>
              <a:rPr lang="en-US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();</a:t>
            </a:r>
          </a:p>
          <a:p>
            <a:pPr algn="l"/>
            <a:r>
              <a:rPr lang="en-US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}</a:t>
            </a:r>
          </a:p>
          <a:p>
            <a:pPr algn="l"/>
            <a:endParaRPr lang="en-US" b="0" i="0" dirty="0">
              <a:solidFill>
                <a:srgbClr val="FFFF00"/>
              </a:solidFill>
              <a:effectLst/>
              <a:latin typeface="Trebuchet MS" panose="020B0603020202020204" pitchFamily="34" charset="0"/>
            </a:endParaRPr>
          </a:p>
          <a:p>
            <a:pPr algn="l"/>
            <a:endParaRPr lang="en-US" b="0" i="0" dirty="0">
              <a:solidFill>
                <a:srgbClr val="FFFF00"/>
              </a:solidFill>
              <a:effectLst/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175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9EFA1-95B7-147F-F2EC-28F8E565EA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02433"/>
            <a:ext cx="9144000" cy="1017036"/>
          </a:xfrm>
        </p:spPr>
        <p:txBody>
          <a:bodyPr/>
          <a:lstStyle/>
          <a:p>
            <a:pPr algn="l"/>
            <a:r>
              <a:rPr lang="en-IN" dirty="0"/>
              <a:t> </a:t>
            </a:r>
            <a:r>
              <a:rPr lang="en-IN" dirty="0" err="1"/>
              <a:t>UserDetailsService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5FC3B3-7BB1-627D-6ACA-5EE74EE567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175" y="2062065"/>
            <a:ext cx="10328987" cy="4114800"/>
          </a:xfrm>
        </p:spPr>
        <p:txBody>
          <a:bodyPr>
            <a:normAutofit/>
          </a:bodyPr>
          <a:lstStyle/>
          <a:p>
            <a:pPr algn="l"/>
            <a:r>
              <a:rPr lang="en-US" b="0" i="0" dirty="0">
                <a:solidFill>
                  <a:srgbClr val="FFFF00"/>
                </a:solidFill>
                <a:effectLst/>
                <a:latin typeface="-apple-system"/>
              </a:rPr>
              <a:t>The </a:t>
            </a:r>
            <a:r>
              <a:rPr lang="en-US" b="0" i="1" dirty="0" err="1">
                <a:solidFill>
                  <a:srgbClr val="FFFF00"/>
                </a:solidFill>
                <a:effectLst/>
                <a:latin typeface="-apple-system"/>
              </a:rPr>
              <a:t>UserDetailsService</a:t>
            </a:r>
            <a:r>
              <a:rPr lang="en-US" b="0" i="0" dirty="0">
                <a:solidFill>
                  <a:srgbClr val="FFFF00"/>
                </a:solidFill>
                <a:effectLst/>
                <a:latin typeface="-apple-system"/>
              </a:rPr>
              <a:t> is a core interface in Spring Security framework, which is used to retrieve the user’s authentication and authorization information.</a:t>
            </a:r>
          </a:p>
          <a:p>
            <a:pPr algn="l"/>
            <a:r>
              <a:rPr lang="en-US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This interface has only one method named </a:t>
            </a:r>
            <a:r>
              <a:rPr lang="en-US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loadUserByUsername</a:t>
            </a:r>
            <a:r>
              <a:rPr lang="en-US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() which we can implement to feed the customer information to the Spring security API. The </a:t>
            </a:r>
            <a:r>
              <a:rPr lang="en-US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DaoAuthenticationProvider</a:t>
            </a:r>
            <a:r>
              <a:rPr lang="en-US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 will use this information to load the user information during authentication process. Here is the definition of the interface.</a:t>
            </a:r>
          </a:p>
          <a:p>
            <a:pPr algn="l"/>
            <a:r>
              <a:rPr lang="en-US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UserDetailsService</a:t>
            </a:r>
            <a:r>
              <a:rPr lang="en-US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 is used by </a:t>
            </a:r>
            <a:r>
              <a:rPr lang="en-US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DaoAuthenticationProvider</a:t>
            </a:r>
            <a:r>
              <a:rPr lang="en-US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 for retrieving a username, a password, and other attributes for authenticating with a username and password. Spring Security provides in-memory and JDBC implementations of </a:t>
            </a:r>
            <a:r>
              <a:rPr lang="en-US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UserDetailsService</a:t>
            </a:r>
            <a:endParaRPr lang="en-US" b="0" i="0" dirty="0">
              <a:solidFill>
                <a:srgbClr val="FFFF00"/>
              </a:solidFill>
              <a:effectLst/>
              <a:latin typeface="Trebuchet MS" panose="020B0603020202020204" pitchFamily="34" charset="0"/>
            </a:endParaRPr>
          </a:p>
          <a:p>
            <a:pPr algn="l"/>
            <a:endParaRPr lang="en-US" b="0" i="0" dirty="0">
              <a:solidFill>
                <a:srgbClr val="FFFF00"/>
              </a:solidFill>
              <a:effectLst/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136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9EFA1-95B7-147F-F2EC-28F8E565EA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02433"/>
            <a:ext cx="9144000" cy="1017036"/>
          </a:xfrm>
        </p:spPr>
        <p:txBody>
          <a:bodyPr/>
          <a:lstStyle/>
          <a:p>
            <a:pPr algn="l"/>
            <a:r>
              <a:rPr lang="en-IN" dirty="0"/>
              <a:t> </a:t>
            </a:r>
            <a:r>
              <a:rPr lang="en-IN" dirty="0" err="1"/>
              <a:t>UserDetailsService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5FC3B3-7BB1-627D-6ACA-5EE74EE567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175" y="2062065"/>
            <a:ext cx="10328987" cy="4114800"/>
          </a:xfrm>
        </p:spPr>
        <p:txBody>
          <a:bodyPr>
            <a:normAutofit/>
          </a:bodyPr>
          <a:lstStyle/>
          <a:p>
            <a:pPr algn="l"/>
            <a:r>
              <a:rPr lang="en-US" sz="2000" b="0" i="0" dirty="0" err="1">
                <a:solidFill>
                  <a:srgbClr val="FFFF00"/>
                </a:solidFill>
                <a:effectLst/>
                <a:latin typeface="Monaco"/>
              </a:rPr>
              <a:t>UserDetailsService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Monaco"/>
              </a:rPr>
              <a:t> interface has a method to load User by username and returns a </a:t>
            </a:r>
            <a:r>
              <a:rPr lang="en-US" sz="2000" b="0" i="0" dirty="0" err="1">
                <a:solidFill>
                  <a:srgbClr val="FFFF00"/>
                </a:solidFill>
                <a:effectLst/>
                <a:latin typeface="Monaco"/>
              </a:rPr>
              <a:t>UserDetails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Monaco"/>
              </a:rPr>
              <a:t> object that Spring Security can use for authentication and validation.</a:t>
            </a:r>
          </a:p>
          <a:p>
            <a:pPr algn="l"/>
            <a:r>
              <a:rPr lang="en-US" sz="2000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UserDetails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 contains necessary information (such as: username, password, authorities) to build an Authentication object.</a:t>
            </a:r>
          </a:p>
          <a:p>
            <a:pPr algn="l"/>
            <a:r>
              <a:rPr lang="en-US" sz="2000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UsernamePasswordAuthenticationToken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 gets {username, password} from login Request, </a:t>
            </a:r>
            <a:r>
              <a:rPr lang="en-US" sz="2000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AuthenticationManager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 will use it to authenticate a login account.</a:t>
            </a:r>
          </a:p>
          <a:p>
            <a:pPr algn="l"/>
            <a:r>
              <a:rPr lang="en-US" sz="2000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AuthenticationManager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 has a </a:t>
            </a:r>
            <a:r>
              <a:rPr lang="en-US" sz="2000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DaoAuthenticationProvider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 (with help of </a:t>
            </a:r>
            <a:r>
              <a:rPr lang="en-US" sz="2000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UserDetailsService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 &amp; </a:t>
            </a:r>
            <a:r>
              <a:rPr lang="en-US" sz="2000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PasswordEncoder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) to validate </a:t>
            </a:r>
            <a:r>
              <a:rPr lang="en-US" sz="2000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UsernamePasswordAuthenticationToken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 object. If successful, </a:t>
            </a:r>
            <a:r>
              <a:rPr lang="en-US" sz="2000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AuthenticationManager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 returns a fully populated Authentication object (including granted authorities).</a:t>
            </a:r>
          </a:p>
          <a:p>
            <a:pPr algn="l"/>
            <a:endParaRPr lang="en-US" sz="2000" b="0" i="0" dirty="0">
              <a:solidFill>
                <a:srgbClr val="FFFF00"/>
              </a:solidFill>
              <a:effectLst/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491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9EFA1-95B7-147F-F2EC-28F8E565EA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02433"/>
            <a:ext cx="9144000" cy="1017036"/>
          </a:xfrm>
        </p:spPr>
        <p:txBody>
          <a:bodyPr/>
          <a:lstStyle/>
          <a:p>
            <a:pPr algn="l"/>
            <a:r>
              <a:rPr lang="en-IN" dirty="0"/>
              <a:t> </a:t>
            </a:r>
            <a:r>
              <a:rPr lang="en-IN" dirty="0" err="1"/>
              <a:t>UserDetailsService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5FC3B3-7BB1-627D-6ACA-5EE74EE567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175" y="2062065"/>
            <a:ext cx="10328987" cy="4114800"/>
          </a:xfrm>
        </p:spPr>
        <p:txBody>
          <a:bodyPr>
            <a:normAutofit/>
          </a:bodyPr>
          <a:lstStyle/>
          <a:p>
            <a:pPr algn="l"/>
            <a:r>
              <a:rPr lang="en-US" sz="2000" b="0" i="0" dirty="0" err="1">
                <a:solidFill>
                  <a:srgbClr val="FFFF00"/>
                </a:solidFill>
                <a:effectLst/>
                <a:latin typeface="Monaco"/>
              </a:rPr>
              <a:t>OncePerRequestFilter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Monaco"/>
              </a:rPr>
              <a:t> makes a single execution for each request to our API. It provides a </a:t>
            </a:r>
            <a:r>
              <a:rPr lang="en-US" sz="2000" b="0" i="0" dirty="0" err="1">
                <a:solidFill>
                  <a:srgbClr val="FFFF00"/>
                </a:solidFill>
                <a:effectLst/>
                <a:latin typeface="Monaco"/>
              </a:rPr>
              <a:t>doFilterInternal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Monaco"/>
              </a:rPr>
              <a:t>() method that we will implement parsing &amp; validating JWT, loading User details (using </a:t>
            </a:r>
            <a:r>
              <a:rPr lang="en-US" sz="2000" b="0" i="0" dirty="0" err="1">
                <a:solidFill>
                  <a:srgbClr val="FFFF00"/>
                </a:solidFill>
                <a:effectLst/>
                <a:latin typeface="Monaco"/>
              </a:rPr>
              <a:t>UserDetailsService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Monaco"/>
              </a:rPr>
              <a:t>), checking </a:t>
            </a:r>
            <a:r>
              <a:rPr lang="en-US" sz="2000" b="0" i="0" dirty="0" err="1">
                <a:solidFill>
                  <a:srgbClr val="FFFF00"/>
                </a:solidFill>
                <a:effectLst/>
                <a:latin typeface="Monaco"/>
              </a:rPr>
              <a:t>Authorizaion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Monaco"/>
              </a:rPr>
              <a:t> (using </a:t>
            </a:r>
            <a:r>
              <a:rPr lang="en-US" sz="2000" b="0" i="0" dirty="0" err="1">
                <a:solidFill>
                  <a:srgbClr val="FFFF00"/>
                </a:solidFill>
                <a:effectLst/>
                <a:latin typeface="Monaco"/>
              </a:rPr>
              <a:t>UsernamePasswordAuthenticationToken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Monaco"/>
              </a:rPr>
              <a:t>).</a:t>
            </a:r>
          </a:p>
          <a:p>
            <a:pPr algn="l"/>
            <a:endParaRPr lang="en-US" sz="2000" b="0" i="0" dirty="0">
              <a:solidFill>
                <a:srgbClr val="000000"/>
              </a:solidFill>
              <a:effectLst/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997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9EFA1-95B7-147F-F2EC-28F8E565EA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02433"/>
            <a:ext cx="9144000" cy="1017036"/>
          </a:xfrm>
        </p:spPr>
        <p:txBody>
          <a:bodyPr/>
          <a:lstStyle/>
          <a:p>
            <a:pPr algn="l"/>
            <a:r>
              <a:rPr lang="en-IN" dirty="0"/>
              <a:t> </a:t>
            </a:r>
            <a:r>
              <a:rPr lang="en-IN" dirty="0" err="1"/>
              <a:t>UserDetailsService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5FC3B3-7BB1-627D-6ACA-5EE74EE567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175" y="2062065"/>
            <a:ext cx="10328987" cy="411480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IN" sz="2000" b="0" i="0" dirty="0">
                <a:solidFill>
                  <a:srgbClr val="FFFF00"/>
                </a:solidFill>
                <a:effectLst/>
                <a:latin typeface="Monaco"/>
              </a:rPr>
              <a:t>public class </a:t>
            </a:r>
            <a:r>
              <a:rPr lang="en-IN" sz="2000" b="0" i="0" dirty="0" err="1">
                <a:solidFill>
                  <a:srgbClr val="FFFF00"/>
                </a:solidFill>
                <a:effectLst/>
                <a:latin typeface="Monaco"/>
              </a:rPr>
              <a:t>CustomUserDetailService</a:t>
            </a:r>
            <a:r>
              <a:rPr lang="en-IN" sz="2000" b="0" i="0" dirty="0">
                <a:solidFill>
                  <a:srgbClr val="FFFF00"/>
                </a:solidFill>
                <a:effectLst/>
                <a:latin typeface="Monaco"/>
              </a:rPr>
              <a:t> implements </a:t>
            </a:r>
            <a:r>
              <a:rPr lang="en-IN" sz="2000" b="0" i="0" dirty="0" err="1">
                <a:solidFill>
                  <a:srgbClr val="FFFF00"/>
                </a:solidFill>
                <a:effectLst/>
                <a:latin typeface="Monaco"/>
              </a:rPr>
              <a:t>UserDetailsService</a:t>
            </a:r>
            <a:r>
              <a:rPr lang="en-IN" sz="2000" b="0" i="0" dirty="0">
                <a:solidFill>
                  <a:srgbClr val="FFFF00"/>
                </a:solidFill>
                <a:effectLst/>
                <a:latin typeface="Monaco"/>
              </a:rPr>
              <a:t> { </a:t>
            </a:r>
          </a:p>
          <a:p>
            <a:pPr algn="l"/>
            <a:r>
              <a:rPr lang="en-IN" sz="2000" b="0" i="0" dirty="0">
                <a:solidFill>
                  <a:srgbClr val="FFFF00"/>
                </a:solidFill>
                <a:effectLst/>
                <a:latin typeface="Monaco"/>
              </a:rPr>
              <a:t>@Autowired private </a:t>
            </a:r>
            <a:r>
              <a:rPr lang="en-IN" sz="2000" b="0" i="0" dirty="0" err="1">
                <a:solidFill>
                  <a:srgbClr val="FFFF00"/>
                </a:solidFill>
                <a:effectLst/>
                <a:latin typeface="Monaco"/>
              </a:rPr>
              <a:t>CustomerRepository</a:t>
            </a:r>
            <a:r>
              <a:rPr lang="en-IN" sz="2000" b="0" i="0" dirty="0">
                <a:solidFill>
                  <a:srgbClr val="FFFF00"/>
                </a:solidFill>
                <a:effectLst/>
                <a:latin typeface="Monaco"/>
              </a:rPr>
              <a:t> </a:t>
            </a:r>
            <a:r>
              <a:rPr lang="en-IN" sz="2000" b="0" i="0" dirty="0" err="1">
                <a:solidFill>
                  <a:srgbClr val="FFFF00"/>
                </a:solidFill>
                <a:effectLst/>
                <a:latin typeface="Monaco"/>
              </a:rPr>
              <a:t>customerRepository</a:t>
            </a:r>
            <a:r>
              <a:rPr lang="en-IN" sz="2000" b="0" i="0" dirty="0">
                <a:solidFill>
                  <a:srgbClr val="FFFF00"/>
                </a:solidFill>
                <a:effectLst/>
                <a:latin typeface="Monaco"/>
              </a:rPr>
              <a:t>; </a:t>
            </a:r>
          </a:p>
          <a:p>
            <a:pPr algn="l"/>
            <a:r>
              <a:rPr lang="en-IN" sz="2000" b="0" i="0" dirty="0">
                <a:solidFill>
                  <a:srgbClr val="FFFF00"/>
                </a:solidFill>
                <a:effectLst/>
                <a:latin typeface="Monaco"/>
              </a:rPr>
              <a:t>@Override public </a:t>
            </a:r>
            <a:r>
              <a:rPr lang="en-IN" sz="2000" b="0" i="0" dirty="0" err="1">
                <a:solidFill>
                  <a:srgbClr val="FFFF00"/>
                </a:solidFill>
                <a:effectLst/>
                <a:latin typeface="Monaco"/>
              </a:rPr>
              <a:t>UserDetails</a:t>
            </a:r>
            <a:r>
              <a:rPr lang="en-IN" sz="2000" b="0" i="0" dirty="0">
                <a:solidFill>
                  <a:srgbClr val="FFFF00"/>
                </a:solidFill>
                <a:effectLst/>
                <a:latin typeface="Monaco"/>
              </a:rPr>
              <a:t> </a:t>
            </a:r>
            <a:r>
              <a:rPr lang="en-IN" sz="2000" b="0" i="0" dirty="0" err="1">
                <a:solidFill>
                  <a:srgbClr val="FFFF00"/>
                </a:solidFill>
                <a:effectLst/>
                <a:latin typeface="Monaco"/>
              </a:rPr>
              <a:t>loadUserByUsername</a:t>
            </a:r>
            <a:r>
              <a:rPr lang="en-IN" sz="2000" b="0" i="0" dirty="0">
                <a:solidFill>
                  <a:srgbClr val="FFFF00"/>
                </a:solidFill>
                <a:effectLst/>
                <a:latin typeface="Monaco"/>
              </a:rPr>
              <a:t>(String username) throws </a:t>
            </a:r>
            <a:r>
              <a:rPr lang="en-IN" sz="2000" b="0" i="0" dirty="0" err="1">
                <a:solidFill>
                  <a:srgbClr val="FFFF00"/>
                </a:solidFill>
                <a:effectLst/>
                <a:latin typeface="Monaco"/>
              </a:rPr>
              <a:t>UsernameNotFoundException</a:t>
            </a:r>
            <a:r>
              <a:rPr lang="en-IN" sz="2000" b="0" i="0" dirty="0">
                <a:solidFill>
                  <a:srgbClr val="FFFF00"/>
                </a:solidFill>
                <a:effectLst/>
                <a:latin typeface="Monaco"/>
              </a:rPr>
              <a:t> { </a:t>
            </a:r>
          </a:p>
          <a:p>
            <a:pPr algn="l"/>
            <a:r>
              <a:rPr lang="en-IN" sz="2000" b="0" i="0" dirty="0">
                <a:solidFill>
                  <a:srgbClr val="FFFF00"/>
                </a:solidFill>
                <a:effectLst/>
                <a:latin typeface="Monaco"/>
              </a:rPr>
              <a:t>final </a:t>
            </a:r>
            <a:r>
              <a:rPr lang="en-IN" sz="2000" b="0" i="0" dirty="0" err="1">
                <a:solidFill>
                  <a:srgbClr val="FFFF00"/>
                </a:solidFill>
                <a:effectLst/>
                <a:latin typeface="Monaco"/>
              </a:rPr>
              <a:t>CustomerEntity</a:t>
            </a:r>
            <a:r>
              <a:rPr lang="en-IN" sz="2000" b="0" i="0" dirty="0">
                <a:solidFill>
                  <a:srgbClr val="FFFF00"/>
                </a:solidFill>
                <a:effectLst/>
                <a:latin typeface="Monaco"/>
              </a:rPr>
              <a:t> customer = </a:t>
            </a:r>
            <a:r>
              <a:rPr lang="en-IN" sz="2000" b="0" i="0" dirty="0" err="1">
                <a:solidFill>
                  <a:srgbClr val="FFFF00"/>
                </a:solidFill>
                <a:effectLst/>
                <a:latin typeface="Monaco"/>
              </a:rPr>
              <a:t>customerRepository.findByEmail</a:t>
            </a:r>
            <a:r>
              <a:rPr lang="en-IN" sz="2000" b="0" i="0" dirty="0">
                <a:solidFill>
                  <a:srgbClr val="FFFF00"/>
                </a:solidFill>
                <a:effectLst/>
                <a:latin typeface="Monaco"/>
              </a:rPr>
              <a:t>(username);</a:t>
            </a:r>
          </a:p>
          <a:p>
            <a:pPr algn="l"/>
            <a:r>
              <a:rPr lang="en-IN" sz="2000" b="0" i="0" dirty="0">
                <a:solidFill>
                  <a:srgbClr val="FFFF00"/>
                </a:solidFill>
                <a:effectLst/>
                <a:latin typeface="Monaco"/>
              </a:rPr>
              <a:t> if (customer == null) { </a:t>
            </a:r>
          </a:p>
          <a:p>
            <a:pPr algn="l"/>
            <a:r>
              <a:rPr lang="en-IN" sz="2000" b="0" i="0" dirty="0">
                <a:solidFill>
                  <a:srgbClr val="FFFF00"/>
                </a:solidFill>
                <a:effectLst/>
                <a:latin typeface="Monaco"/>
              </a:rPr>
              <a:t>throw new </a:t>
            </a:r>
            <a:r>
              <a:rPr lang="en-IN" sz="2000" b="0" i="0" dirty="0" err="1">
                <a:solidFill>
                  <a:srgbClr val="FFFF00"/>
                </a:solidFill>
                <a:effectLst/>
                <a:latin typeface="Monaco"/>
              </a:rPr>
              <a:t>UsernameNotFoundException</a:t>
            </a:r>
            <a:r>
              <a:rPr lang="en-IN" sz="2000" b="0" i="0" dirty="0">
                <a:solidFill>
                  <a:srgbClr val="FFFF00"/>
                </a:solidFill>
                <a:effectLst/>
                <a:latin typeface="Monaco"/>
              </a:rPr>
              <a:t>(username); </a:t>
            </a:r>
          </a:p>
          <a:p>
            <a:pPr algn="l"/>
            <a:r>
              <a:rPr lang="en-IN" sz="2000" b="0" i="0" dirty="0">
                <a:solidFill>
                  <a:srgbClr val="FFFF00"/>
                </a:solidFill>
                <a:effectLst/>
                <a:latin typeface="Monaco"/>
              </a:rPr>
              <a:t>}</a:t>
            </a:r>
          </a:p>
          <a:p>
            <a:pPr algn="l"/>
            <a:r>
              <a:rPr lang="en-IN" sz="2000" b="0" i="0" dirty="0">
                <a:solidFill>
                  <a:srgbClr val="FFFF00"/>
                </a:solidFill>
                <a:effectLst/>
                <a:latin typeface="Monaco"/>
              </a:rPr>
              <a:t> </a:t>
            </a:r>
            <a:r>
              <a:rPr lang="en-IN" sz="2000" b="0" i="0" dirty="0" err="1">
                <a:solidFill>
                  <a:srgbClr val="FFFF00"/>
                </a:solidFill>
                <a:effectLst/>
                <a:latin typeface="Monaco"/>
              </a:rPr>
              <a:t>UserDetails</a:t>
            </a:r>
            <a:r>
              <a:rPr lang="en-IN" sz="2000" b="0" i="0" dirty="0">
                <a:solidFill>
                  <a:srgbClr val="FFFF00"/>
                </a:solidFill>
                <a:effectLst/>
                <a:latin typeface="Monaco"/>
              </a:rPr>
              <a:t> user = </a:t>
            </a:r>
            <a:r>
              <a:rPr lang="en-IN" sz="2000" b="0" i="0" dirty="0" err="1">
                <a:solidFill>
                  <a:srgbClr val="FFFF00"/>
                </a:solidFill>
                <a:effectLst/>
                <a:latin typeface="Monaco"/>
              </a:rPr>
              <a:t>User.withUsername</a:t>
            </a:r>
            <a:r>
              <a:rPr lang="en-IN" sz="2000" b="0" i="0" dirty="0">
                <a:solidFill>
                  <a:srgbClr val="FFFF00"/>
                </a:solidFill>
                <a:effectLst/>
                <a:latin typeface="Monaco"/>
              </a:rPr>
              <a:t>(</a:t>
            </a:r>
            <a:r>
              <a:rPr lang="en-IN" sz="2000" b="0" i="0" dirty="0" err="1">
                <a:solidFill>
                  <a:srgbClr val="FFFF00"/>
                </a:solidFill>
                <a:effectLst/>
                <a:latin typeface="Monaco"/>
              </a:rPr>
              <a:t>customer.getEmail</a:t>
            </a:r>
            <a:r>
              <a:rPr lang="en-IN" sz="2000" b="0" i="0" dirty="0">
                <a:solidFill>
                  <a:srgbClr val="FFFF00"/>
                </a:solidFill>
                <a:effectLst/>
                <a:latin typeface="Monaco"/>
              </a:rPr>
              <a:t>()).password(</a:t>
            </a:r>
            <a:r>
              <a:rPr lang="en-IN" sz="2000" b="0" i="0" dirty="0" err="1">
                <a:solidFill>
                  <a:srgbClr val="FFFF00"/>
                </a:solidFill>
                <a:effectLst/>
                <a:latin typeface="Monaco"/>
              </a:rPr>
              <a:t>customer.getPassword</a:t>
            </a:r>
            <a:r>
              <a:rPr lang="en-IN" sz="2000" b="0" i="0" dirty="0">
                <a:solidFill>
                  <a:srgbClr val="FFFF00"/>
                </a:solidFill>
                <a:effectLst/>
                <a:latin typeface="Monaco"/>
              </a:rPr>
              <a:t>()).authorities("USER").build(); return user;</a:t>
            </a:r>
          </a:p>
          <a:p>
            <a:pPr algn="l"/>
            <a:r>
              <a:rPr lang="en-IN" sz="2000" b="0" i="0" dirty="0">
                <a:solidFill>
                  <a:srgbClr val="FFFF00"/>
                </a:solidFill>
                <a:effectLst/>
                <a:latin typeface="Monaco"/>
              </a:rPr>
              <a:t> }</a:t>
            </a:r>
          </a:p>
          <a:p>
            <a:pPr algn="l"/>
            <a:r>
              <a:rPr lang="en-IN" sz="2000" b="0" i="0" dirty="0">
                <a:solidFill>
                  <a:srgbClr val="383A42"/>
                </a:solidFill>
                <a:effectLst/>
                <a:latin typeface="Monaco"/>
              </a:rPr>
              <a:t> }</a:t>
            </a:r>
            <a:endParaRPr lang="en-US" sz="2000" b="0" i="0" dirty="0">
              <a:solidFill>
                <a:srgbClr val="000000"/>
              </a:solidFill>
              <a:effectLst/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1686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9EFA1-95B7-147F-F2EC-28F8E565EA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02433"/>
            <a:ext cx="9144000" cy="1017036"/>
          </a:xfrm>
        </p:spPr>
        <p:txBody>
          <a:bodyPr/>
          <a:lstStyle/>
          <a:p>
            <a:pPr algn="l"/>
            <a:r>
              <a:rPr lang="en-IN" dirty="0"/>
              <a:t>Granted authority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5FC3B3-7BB1-627D-6ACA-5EE74EE567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175" y="2062065"/>
            <a:ext cx="10328987" cy="4114800"/>
          </a:xfrm>
        </p:spPr>
        <p:txBody>
          <a:bodyPr>
            <a:normAutofit/>
          </a:bodyPr>
          <a:lstStyle/>
          <a:p>
            <a:pPr algn="l"/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To put in simple words, Granted authority in spring security is a “permission” or “right” given to a role. Some example of the granted authorities can be</a:t>
            </a:r>
          </a:p>
          <a:p>
            <a:pPr algn="l"/>
            <a:endParaRPr lang="en-US" sz="2000" b="0" i="0" dirty="0">
              <a:solidFill>
                <a:srgbClr val="FFFF00"/>
              </a:solidFill>
              <a:effectLst/>
              <a:latin typeface="Trebuchet MS" panose="020B0603020202020204" pitchFamily="34" charset="0"/>
            </a:endParaRPr>
          </a:p>
          <a:p>
            <a:pPr algn="l"/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READ_AUTHORITY</a:t>
            </a:r>
          </a:p>
          <a:p>
            <a:pPr algn="l"/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WRITE_AUTHORITY</a:t>
            </a:r>
          </a:p>
          <a:p>
            <a:pPr algn="l"/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UPDATE_AUTHORITY</a:t>
            </a:r>
          </a:p>
          <a:p>
            <a:pPr algn="l"/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DELETE_AUTHORITY</a:t>
            </a:r>
          </a:p>
        </p:txBody>
      </p:sp>
    </p:spTree>
    <p:extLst>
      <p:ext uri="{BB962C8B-B14F-4D97-AF65-F5344CB8AC3E}">
        <p14:creationId xmlns:p14="http://schemas.microsoft.com/office/powerpoint/2010/main" val="489009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95FC3B3-7BB1-627D-6ACA-5EE74EE567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175" y="531845"/>
            <a:ext cx="10328987" cy="5645020"/>
          </a:xfrm>
        </p:spPr>
        <p:txBody>
          <a:bodyPr>
            <a:normAutofit/>
          </a:bodyPr>
          <a:lstStyle/>
          <a:p>
            <a:pPr algn="l"/>
            <a:r>
              <a:rPr lang="en-US" sz="2000" b="0" i="0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Authentication Manager</a:t>
            </a:r>
          </a:p>
          <a:p>
            <a:pPr algn="l"/>
            <a:r>
              <a:rPr lang="en-US" sz="2000" b="0" i="0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Authentication Manager is the core for the Spring security authentication process. </a:t>
            </a:r>
            <a:r>
              <a:rPr lang="en-US" sz="2000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AuthenticationManager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 is the API that defines how Spring Security’s Filters perform authentication.</a:t>
            </a:r>
          </a:p>
          <a:p>
            <a:pPr algn="l"/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important points for the </a:t>
            </a:r>
            <a:r>
              <a:rPr lang="en-US" sz="2000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AuthenticationManager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.</a:t>
            </a:r>
          </a:p>
          <a:p>
            <a:pPr algn="l"/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Internally the </a:t>
            </a:r>
            <a:r>
              <a:rPr lang="en-US" sz="2000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AuthenticationProvider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  are responsible to perform the authentication process.</a:t>
            </a:r>
          </a:p>
          <a:p>
            <a:pPr algn="l"/>
            <a:r>
              <a:rPr lang="en-US" sz="2000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ProviderManager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 manager is the most commonly used implementation of </a:t>
            </a:r>
            <a:r>
              <a:rPr lang="en-US" sz="2000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AuthenticationProvider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.</a:t>
            </a:r>
          </a:p>
          <a:p>
            <a:pPr algn="l"/>
            <a:r>
              <a:rPr lang="en-US" sz="2000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ProviderManager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 delegates the request to the list of </a:t>
            </a:r>
            <a:r>
              <a:rPr lang="en-US" sz="2000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AuthenticationProvider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 (We will discuss this in details during this series).</a:t>
            </a:r>
          </a:p>
        </p:txBody>
      </p:sp>
    </p:spTree>
    <p:extLst>
      <p:ext uri="{BB962C8B-B14F-4D97-AF65-F5344CB8AC3E}">
        <p14:creationId xmlns:p14="http://schemas.microsoft.com/office/powerpoint/2010/main" val="1658063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95FC3B3-7BB1-627D-6ACA-5EE74EE567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175" y="531845"/>
            <a:ext cx="10328987" cy="5645020"/>
          </a:xfrm>
        </p:spPr>
        <p:txBody>
          <a:bodyPr>
            <a:normAutofit/>
          </a:bodyPr>
          <a:lstStyle/>
          <a:p>
            <a:pPr algn="l"/>
            <a:r>
              <a:rPr lang="en-US" sz="2000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AuthenticationProviders</a:t>
            </a:r>
            <a:endParaRPr lang="en-US" sz="2000" b="0" i="0" dirty="0">
              <a:solidFill>
                <a:srgbClr val="FFFF00"/>
              </a:solidFill>
              <a:effectLst/>
              <a:latin typeface="Trebuchet MS" panose="020B0603020202020204" pitchFamily="34" charset="0"/>
            </a:endParaRPr>
          </a:p>
          <a:p>
            <a:pPr algn="l"/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The </a:t>
            </a:r>
            <a:r>
              <a:rPr lang="en-US" sz="2000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AuthenticationProvider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 are responsible to process the request and perform a specific authentication. It provides a mechanism for getting the user details with which we can perform authentication. This is how the </a:t>
            </a:r>
            <a:r>
              <a:rPr lang="en-US" sz="2000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AuthenticationProvider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 interface looks like:</a:t>
            </a:r>
          </a:p>
        </p:txBody>
      </p:sp>
    </p:spTree>
    <p:extLst>
      <p:ext uri="{BB962C8B-B14F-4D97-AF65-F5344CB8AC3E}">
        <p14:creationId xmlns:p14="http://schemas.microsoft.com/office/powerpoint/2010/main" val="2899180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95FC3B3-7BB1-627D-6ACA-5EE74EE567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175" y="531845"/>
            <a:ext cx="10328987" cy="5645020"/>
          </a:xfrm>
        </p:spPr>
        <p:txBody>
          <a:bodyPr>
            <a:normAutofit/>
          </a:bodyPr>
          <a:lstStyle/>
          <a:p>
            <a:pPr algn="l"/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 private String </a:t>
            </a:r>
            <a:r>
              <a:rPr lang="en-US" sz="2000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createToken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(Map&lt;String, Object&gt; claims, String subject) {</a:t>
            </a:r>
          </a:p>
          <a:p>
            <a:pPr algn="l"/>
            <a:endParaRPr lang="en-US" sz="2000" b="0" i="0" dirty="0">
              <a:solidFill>
                <a:srgbClr val="FFFF00"/>
              </a:solidFill>
              <a:effectLst/>
              <a:latin typeface="Trebuchet MS" panose="020B0603020202020204" pitchFamily="34" charset="0"/>
            </a:endParaRPr>
          </a:p>
          <a:p>
            <a:pPr algn="l"/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        return </a:t>
            </a:r>
            <a:r>
              <a:rPr lang="en-US" sz="2000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Jwts.builder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().</a:t>
            </a:r>
            <a:r>
              <a:rPr lang="en-US" sz="2000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setClaims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(claims).</a:t>
            </a:r>
            <a:r>
              <a:rPr lang="en-US" sz="2000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setSubject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(subject).</a:t>
            </a:r>
            <a:r>
              <a:rPr lang="en-US" sz="2000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setIssuedAt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(new Date(</a:t>
            </a:r>
            <a:r>
              <a:rPr lang="en-US" sz="2000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System.currentTimeMillis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()))</a:t>
            </a:r>
          </a:p>
          <a:p>
            <a:pPr algn="l"/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                .</a:t>
            </a:r>
            <a:r>
              <a:rPr lang="en-US" sz="2000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setExpiration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(new Date(</a:t>
            </a:r>
            <a:r>
              <a:rPr lang="en-US" sz="2000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System.currentTimeMillis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() + 1000 * 60 * 60 * 10))</a:t>
            </a:r>
          </a:p>
          <a:p>
            <a:pPr algn="l"/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                .</a:t>
            </a:r>
            <a:r>
              <a:rPr lang="en-US" sz="2000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signWith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(SignatureAlgorithm.HS256, SECRET_KEY).compact();</a:t>
            </a:r>
          </a:p>
          <a:p>
            <a:pPr algn="l"/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    }</a:t>
            </a:r>
          </a:p>
          <a:p>
            <a:pPr algn="l"/>
            <a:r>
              <a:rPr lang="en-IN" sz="1600" dirty="0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spring-security-</a:t>
            </a:r>
            <a:r>
              <a:rPr lang="en-IN" sz="1600" dirty="0" err="1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jwt</a:t>
            </a:r>
            <a:r>
              <a:rPr lang="en-IN" sz="1600" dirty="0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IN" sz="1600" dirty="0" err="1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src</a:t>
            </a:r>
            <a:r>
              <a:rPr lang="en-IN" sz="1600" dirty="0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/main/java/io/</a:t>
            </a:r>
            <a:r>
              <a:rPr lang="en-IN" sz="1600" dirty="0" err="1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javabrains</a:t>
            </a:r>
            <a:r>
              <a:rPr lang="en-IN" sz="1600" dirty="0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IN" sz="1600" dirty="0" err="1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springsecurityjwt</a:t>
            </a:r>
            <a:r>
              <a:rPr lang="en-IN" sz="1600" dirty="0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/util/JwtUtil.java at master · </a:t>
            </a:r>
            <a:r>
              <a:rPr lang="en-IN" sz="1600" dirty="0" err="1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koushikkothagal</a:t>
            </a:r>
            <a:r>
              <a:rPr lang="en-IN" sz="1600" dirty="0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/spring-security-</a:t>
            </a:r>
            <a:r>
              <a:rPr lang="en-IN" sz="1600" dirty="0" err="1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jwt</a:t>
            </a:r>
            <a:r>
              <a:rPr lang="en-IN" sz="1600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</a:t>
            </a:r>
            <a:r>
              <a:rPr lang="en-US" sz="2000" dirty="0">
                <a:solidFill>
                  <a:srgbClr val="FFFF00"/>
                </a:solidFill>
                <a:latin typeface="Trebuchet MS" panose="020B0603020202020204" pitchFamily="34" charset="0"/>
              </a:rPr>
              <a:t> </a:t>
            </a:r>
            <a:endParaRPr lang="en-US" sz="2000" b="0" i="0" dirty="0">
              <a:solidFill>
                <a:srgbClr val="FFFF00"/>
              </a:solidFill>
              <a:effectLst/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7301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95FC3B3-7BB1-627D-6ACA-5EE74EE567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175" y="531845"/>
            <a:ext cx="10328987" cy="5645020"/>
          </a:xfrm>
        </p:spPr>
        <p:txBody>
          <a:bodyPr>
            <a:normAutofit/>
          </a:bodyPr>
          <a:lstStyle/>
          <a:p>
            <a:pPr algn="l"/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 </a:t>
            </a:r>
            <a:r>
              <a:rPr lang="en-US" sz="2000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Jws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&lt;Claims&gt; </a:t>
            </a:r>
            <a:r>
              <a:rPr lang="en-US" sz="2000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jwt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 = </a:t>
            </a:r>
            <a:r>
              <a:rPr lang="en-US" sz="2000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Jwts.parserBuilder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()</a:t>
            </a:r>
          </a:p>
          <a:p>
            <a:pPr algn="l"/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            .</a:t>
            </a:r>
            <a:r>
              <a:rPr lang="en-US" sz="2000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setSigningKey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(</a:t>
            </a:r>
            <a:r>
              <a:rPr lang="en-US" sz="2000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hmacKey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)</a:t>
            </a:r>
          </a:p>
          <a:p>
            <a:pPr algn="l"/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            .build()</a:t>
            </a:r>
          </a:p>
          <a:p>
            <a:pPr algn="l"/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            .</a:t>
            </a:r>
            <a:r>
              <a:rPr lang="en-US" sz="2000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parseClaimsJws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(</a:t>
            </a:r>
            <a:r>
              <a:rPr lang="en-US" sz="2000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jwtString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);</a:t>
            </a:r>
          </a:p>
          <a:p>
            <a:pPr algn="l"/>
            <a:endParaRPr lang="en-US" sz="2000" b="0" i="0" dirty="0">
              <a:solidFill>
                <a:srgbClr val="FFFF00"/>
              </a:solidFill>
              <a:effectLst/>
              <a:latin typeface="Trebuchet MS" panose="020B0603020202020204" pitchFamily="34" charset="0"/>
            </a:endParaRPr>
          </a:p>
          <a:p>
            <a:pPr algn="l"/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    return </a:t>
            </a:r>
            <a:r>
              <a:rPr lang="en-US" sz="2000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jwt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;</a:t>
            </a:r>
          </a:p>
          <a:p>
            <a:pPr algn="l"/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public static Claims </a:t>
            </a:r>
            <a:r>
              <a:rPr lang="en-US" sz="2000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decodeJWT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(String </a:t>
            </a:r>
            <a:r>
              <a:rPr lang="en-US" sz="2000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jwt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) {</a:t>
            </a:r>
          </a:p>
          <a:p>
            <a:pPr algn="l"/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    //This line will throw an exception if it is not a signed JWS (as expected)</a:t>
            </a:r>
          </a:p>
          <a:p>
            <a:pPr algn="l"/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    Claims </a:t>
            </a:r>
            <a:r>
              <a:rPr lang="en-US" sz="2000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claims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 = </a:t>
            </a:r>
            <a:r>
              <a:rPr lang="en-US" sz="2000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Jwts.parser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()</a:t>
            </a:r>
          </a:p>
          <a:p>
            <a:pPr algn="l"/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            .</a:t>
            </a:r>
            <a:r>
              <a:rPr lang="en-US" sz="2000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setSigningKey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(DatatypeConverter.parseBase64Binary(SECRET_KEY))</a:t>
            </a:r>
          </a:p>
          <a:p>
            <a:pPr algn="l"/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            .</a:t>
            </a:r>
            <a:r>
              <a:rPr lang="en-US" sz="2000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parseClaimsJws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(</a:t>
            </a:r>
            <a:r>
              <a:rPr lang="en-US" sz="2000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jwt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).</a:t>
            </a:r>
            <a:r>
              <a:rPr lang="en-US" sz="2000" b="0" i="0" dirty="0" err="1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getBody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();</a:t>
            </a:r>
          </a:p>
          <a:p>
            <a:pPr algn="l"/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    return claims;</a:t>
            </a:r>
          </a:p>
          <a:p>
            <a:pPr algn="l"/>
            <a:r>
              <a:rPr lang="en-US" sz="2000" b="0" i="0" dirty="0">
                <a:solidFill>
                  <a:srgbClr val="FFFF00"/>
                </a:solidFill>
                <a:effectLst/>
                <a:latin typeface="Trebuchet MS" panose="020B0603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26933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95FC3B3-7BB1-627D-6ACA-5EE74EE567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175" y="531845"/>
            <a:ext cx="10328987" cy="5645020"/>
          </a:xfrm>
        </p:spPr>
        <p:txBody>
          <a:bodyPr>
            <a:normAutofit/>
          </a:bodyPr>
          <a:lstStyle/>
          <a:p>
            <a:pPr algn="l"/>
            <a:r>
              <a:rPr lang="en-US" sz="2000" b="0" i="0" dirty="0" err="1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Refresnces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 </a:t>
            </a:r>
          </a:p>
          <a:p>
            <a:pPr algn="l"/>
            <a:r>
              <a:rPr lang="en-US" sz="1600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Spring Security JWT Tutorial | </a:t>
            </a:r>
            <a:r>
              <a:rPr lang="en-US" sz="1600" dirty="0" err="1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Toptal</a:t>
            </a:r>
            <a:r>
              <a:rPr lang="en-US" sz="1600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®</a:t>
            </a:r>
            <a:r>
              <a:rPr lang="en-US" sz="2000" dirty="0">
                <a:solidFill>
                  <a:srgbClr val="FFFF00"/>
                </a:solidFill>
                <a:latin typeface="Trebuchet MS" panose="020B0603020202020204" pitchFamily="34" charset="0"/>
              </a:rPr>
              <a:t> </a:t>
            </a:r>
          </a:p>
          <a:p>
            <a:pPr algn="l"/>
            <a:r>
              <a:rPr lang="en-US" sz="1600" dirty="0">
                <a:solidFill>
                  <a:srgbClr val="FFFF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Spring Boot Token based Authentication with Spring Security &amp; JWT – </a:t>
            </a:r>
            <a:r>
              <a:rPr lang="en-US" sz="1600" dirty="0" err="1">
                <a:solidFill>
                  <a:srgbClr val="FFFF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BezKoder</a:t>
            </a:r>
            <a:endParaRPr lang="en-US" sz="1600" dirty="0">
              <a:solidFill>
                <a:srgbClr val="FFFF00"/>
              </a:solidFill>
            </a:endParaRPr>
          </a:p>
          <a:p>
            <a:pPr algn="l"/>
            <a:r>
              <a:rPr lang="en-US" sz="1600" dirty="0">
                <a:solidFill>
                  <a:srgbClr val="FFFF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Spring Boot Rest Authentication with JWT - </a:t>
            </a:r>
            <a:r>
              <a:rPr lang="en-US" sz="1600" dirty="0" err="1">
                <a:solidFill>
                  <a:srgbClr val="FFFF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Knoldus</a:t>
            </a:r>
            <a:r>
              <a:rPr lang="en-US" sz="1600" dirty="0">
                <a:solidFill>
                  <a:srgbClr val="FFFF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Blogs</a:t>
            </a:r>
            <a:r>
              <a:rPr lang="en-US" sz="1600" dirty="0">
                <a:solidFill>
                  <a:srgbClr val="FFFF00"/>
                </a:solidFill>
              </a:rPr>
              <a:t> </a:t>
            </a:r>
          </a:p>
          <a:p>
            <a:pPr algn="l"/>
            <a:r>
              <a:rPr lang="en-US" sz="1600" dirty="0">
                <a:solidFill>
                  <a:srgbClr val="FFFF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Spring Security Authentication Process | Geek Culture (medium.com)</a:t>
            </a:r>
            <a:r>
              <a:rPr lang="en-US" sz="1600" dirty="0">
                <a:solidFill>
                  <a:srgbClr val="FFFF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04863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115</TotalTime>
  <Words>913</Words>
  <Application>Microsoft Office PowerPoint</Application>
  <PresentationFormat>Widescreen</PresentationFormat>
  <Paragraphs>77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-apple-system</vt:lpstr>
      <vt:lpstr>Arial</vt:lpstr>
      <vt:lpstr>Calibri</vt:lpstr>
      <vt:lpstr>Calibri Light</vt:lpstr>
      <vt:lpstr>courier</vt:lpstr>
      <vt:lpstr>courier new</vt:lpstr>
      <vt:lpstr>Monaco</vt:lpstr>
      <vt:lpstr>Trebuchet MS</vt:lpstr>
      <vt:lpstr>Office Theme</vt:lpstr>
      <vt:lpstr>Spring Security </vt:lpstr>
      <vt:lpstr>PowerPoint Presentation</vt:lpstr>
      <vt:lpstr>PowerPoint Presentation</vt:lpstr>
      <vt:lpstr>SecurityContextHolder</vt:lpstr>
      <vt:lpstr>SecurityContextHolder</vt:lpstr>
      <vt:lpstr> UserDetailsService</vt:lpstr>
      <vt:lpstr> UserDetailsService</vt:lpstr>
      <vt:lpstr> UserDetailsService</vt:lpstr>
      <vt:lpstr> UserDetailsService</vt:lpstr>
      <vt:lpstr>Granted authority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Security </dc:title>
  <dc:creator>Arun Sunar</dc:creator>
  <cp:lastModifiedBy>Arun Sunar</cp:lastModifiedBy>
  <cp:revision>1</cp:revision>
  <dcterms:created xsi:type="dcterms:W3CDTF">2023-08-08T06:43:49Z</dcterms:created>
  <dcterms:modified xsi:type="dcterms:W3CDTF">2023-08-21T03:37:36Z</dcterms:modified>
</cp:coreProperties>
</file>