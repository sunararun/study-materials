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84" r:id="rId3"/>
    <p:sldId id="285" r:id="rId4"/>
    <p:sldId id="286" r:id="rId5"/>
    <p:sldId id="287" r:id="rId6"/>
    <p:sldId id="256" r:id="rId7"/>
    <p:sldId id="277" r:id="rId8"/>
    <p:sldId id="281" r:id="rId9"/>
    <p:sldId id="282" r:id="rId10"/>
    <p:sldId id="283" r:id="rId11"/>
    <p:sldId id="257" r:id="rId12"/>
    <p:sldId id="258" r:id="rId13"/>
    <p:sldId id="269" r:id="rId14"/>
    <p:sldId id="259" r:id="rId15"/>
    <p:sldId id="260" r:id="rId16"/>
    <p:sldId id="268" r:id="rId17"/>
    <p:sldId id="272" r:id="rId18"/>
    <p:sldId id="273" r:id="rId19"/>
    <p:sldId id="261" r:id="rId20"/>
    <p:sldId id="278" r:id="rId21"/>
    <p:sldId id="279" r:id="rId22"/>
    <p:sldId id="266" r:id="rId23"/>
    <p:sldId id="271" r:id="rId24"/>
    <p:sldId id="263" r:id="rId25"/>
    <p:sldId id="265" r:id="rId26"/>
    <p:sldId id="280" r:id="rId27"/>
    <p:sldId id="274" r:id="rId28"/>
    <p:sldId id="275" r:id="rId29"/>
    <p:sldId id="267" r:id="rId30"/>
    <p:sldId id="27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unar" userId="3fa9774ca67c7ab5" providerId="LiveId" clId="{96A839AA-413A-422F-86AE-09BC2E167C99}"/>
    <pc:docChg chg="custSel modSld">
      <pc:chgData name="Arun Sunar" userId="3fa9774ca67c7ab5" providerId="LiveId" clId="{96A839AA-413A-422F-86AE-09BC2E167C99}" dt="2024-03-11T05:48:21.243" v="8" actId="20577"/>
      <pc:docMkLst>
        <pc:docMk/>
      </pc:docMkLst>
      <pc:sldChg chg="modSp mod">
        <pc:chgData name="Arun Sunar" userId="3fa9774ca67c7ab5" providerId="LiveId" clId="{96A839AA-413A-422F-86AE-09BC2E167C99}" dt="2024-03-11T05:43:31.787" v="2" actId="14100"/>
        <pc:sldMkLst>
          <pc:docMk/>
          <pc:sldMk cId="3469829736" sldId="276"/>
        </pc:sldMkLst>
        <pc:spChg chg="mod">
          <ac:chgData name="Arun Sunar" userId="3fa9774ca67c7ab5" providerId="LiveId" clId="{96A839AA-413A-422F-86AE-09BC2E167C99}" dt="2024-03-11T05:42:56.772" v="0" actId="14100"/>
          <ac:spMkLst>
            <pc:docMk/>
            <pc:sldMk cId="3469829736" sldId="276"/>
            <ac:spMk id="2" creationId="{A0B83015-7698-E7B5-DAE6-2DC0E173EE6A}"/>
          </ac:spMkLst>
        </pc:spChg>
        <pc:spChg chg="mod">
          <ac:chgData name="Arun Sunar" userId="3fa9774ca67c7ab5" providerId="LiveId" clId="{96A839AA-413A-422F-86AE-09BC2E167C99}" dt="2024-03-11T05:43:31.787" v="2" actId="14100"/>
          <ac:spMkLst>
            <pc:docMk/>
            <pc:sldMk cId="3469829736" sldId="276"/>
            <ac:spMk id="3" creationId="{D517E3EF-8B85-EAFD-D23A-226592FA4307}"/>
          </ac:spMkLst>
        </pc:spChg>
      </pc:sldChg>
      <pc:sldChg chg="modSp mod">
        <pc:chgData name="Arun Sunar" userId="3fa9774ca67c7ab5" providerId="LiveId" clId="{96A839AA-413A-422F-86AE-09BC2E167C99}" dt="2024-03-11T05:48:21.243" v="8" actId="20577"/>
        <pc:sldMkLst>
          <pc:docMk/>
          <pc:sldMk cId="3470524277" sldId="277"/>
        </pc:sldMkLst>
        <pc:spChg chg="mod">
          <ac:chgData name="Arun Sunar" userId="3fa9774ca67c7ab5" providerId="LiveId" clId="{96A839AA-413A-422F-86AE-09BC2E167C99}" dt="2024-03-11T05:48:21.243" v="8" actId="20577"/>
          <ac:spMkLst>
            <pc:docMk/>
            <pc:sldMk cId="3470524277" sldId="277"/>
            <ac:spMk id="3" creationId="{0BC51F88-9917-7888-BB3F-ADF356009186}"/>
          </ac:spMkLst>
        </pc:spChg>
      </pc:sldChg>
    </pc:docChg>
  </pc:docChgLst>
  <pc:docChgLst>
    <pc:chgData name="Arun Sunar" userId="3fa9774ca67c7ab5" providerId="LiveId" clId="{1A784313-AA5B-4B4E-8AE0-192B788504BC}"/>
    <pc:docChg chg="undo redo custSel addSld modSld">
      <pc:chgData name="Arun Sunar" userId="3fa9774ca67c7ab5" providerId="LiveId" clId="{1A784313-AA5B-4B4E-8AE0-192B788504BC}" dt="2024-02-14T03:41:17.402" v="102" actId="313"/>
      <pc:docMkLst>
        <pc:docMk/>
      </pc:docMkLst>
      <pc:sldChg chg="modSp new mod">
        <pc:chgData name="Arun Sunar" userId="3fa9774ca67c7ab5" providerId="LiveId" clId="{1A784313-AA5B-4B4E-8AE0-192B788504BC}" dt="2024-02-05T10:04:59.393" v="22" actId="20577"/>
        <pc:sldMkLst>
          <pc:docMk/>
          <pc:sldMk cId="4076710909" sldId="281"/>
        </pc:sldMkLst>
        <pc:spChg chg="mod">
          <ac:chgData name="Arun Sunar" userId="3fa9774ca67c7ab5" providerId="LiveId" clId="{1A784313-AA5B-4B4E-8AE0-192B788504BC}" dt="2024-02-05T10:04:59.393" v="22" actId="20577"/>
          <ac:spMkLst>
            <pc:docMk/>
            <pc:sldMk cId="4076710909" sldId="281"/>
            <ac:spMk id="3" creationId="{E37E430E-4C8B-DD40-47B7-6869C82573F8}"/>
          </ac:spMkLst>
        </pc:spChg>
      </pc:sldChg>
      <pc:sldChg chg="modSp new mod">
        <pc:chgData name="Arun Sunar" userId="3fa9774ca67c7ab5" providerId="LiveId" clId="{1A784313-AA5B-4B4E-8AE0-192B788504BC}" dt="2024-02-05T10:38:05.419" v="46" actId="20577"/>
        <pc:sldMkLst>
          <pc:docMk/>
          <pc:sldMk cId="1059751951" sldId="282"/>
        </pc:sldMkLst>
        <pc:spChg chg="mod">
          <ac:chgData name="Arun Sunar" userId="3fa9774ca67c7ab5" providerId="LiveId" clId="{1A784313-AA5B-4B4E-8AE0-192B788504BC}" dt="2024-02-05T10:38:05.419" v="46" actId="20577"/>
          <ac:spMkLst>
            <pc:docMk/>
            <pc:sldMk cId="1059751951" sldId="282"/>
            <ac:spMk id="3" creationId="{B7D4AFAB-CC72-1B7F-BE06-BEC987912216}"/>
          </ac:spMkLst>
        </pc:spChg>
      </pc:sldChg>
      <pc:sldChg chg="addSp delSp modSp new mod">
        <pc:chgData name="Arun Sunar" userId="3fa9774ca67c7ab5" providerId="LiveId" clId="{1A784313-AA5B-4B4E-8AE0-192B788504BC}" dt="2024-02-05T10:32:22.917" v="42" actId="1076"/>
        <pc:sldMkLst>
          <pc:docMk/>
          <pc:sldMk cId="2514534658" sldId="283"/>
        </pc:sldMkLst>
        <pc:spChg chg="del">
          <ac:chgData name="Arun Sunar" userId="3fa9774ca67c7ab5" providerId="LiveId" clId="{1A784313-AA5B-4B4E-8AE0-192B788504BC}" dt="2024-02-05T10:31:20.409" v="30" actId="478"/>
          <ac:spMkLst>
            <pc:docMk/>
            <pc:sldMk cId="2514534658" sldId="283"/>
            <ac:spMk id="2" creationId="{344E8DF4-EEEC-50EF-679D-895E9E2D63E6}"/>
          </ac:spMkLst>
        </pc:spChg>
        <pc:spChg chg="del mod">
          <ac:chgData name="Arun Sunar" userId="3fa9774ca67c7ab5" providerId="LiveId" clId="{1A784313-AA5B-4B4E-8AE0-192B788504BC}" dt="2024-02-05T10:31:33.638" v="34" actId="478"/>
          <ac:spMkLst>
            <pc:docMk/>
            <pc:sldMk cId="2514534658" sldId="283"/>
            <ac:spMk id="3" creationId="{3E45AEBC-0B18-7CBE-1D92-500BAC39DC69}"/>
          </ac:spMkLst>
        </pc:spChg>
        <pc:spChg chg="add del mod">
          <ac:chgData name="Arun Sunar" userId="3fa9774ca67c7ab5" providerId="LiveId" clId="{1A784313-AA5B-4B4E-8AE0-192B788504BC}" dt="2024-02-05T10:32:06.760" v="38" actId="478"/>
          <ac:spMkLst>
            <pc:docMk/>
            <pc:sldMk cId="2514534658" sldId="283"/>
            <ac:spMk id="4" creationId="{3E452805-44BB-EA33-68CB-23F56DFA1F6E}"/>
          </ac:spMkLst>
        </pc:spChg>
        <pc:spChg chg="add mod">
          <ac:chgData name="Arun Sunar" userId="3fa9774ca67c7ab5" providerId="LiveId" clId="{1A784313-AA5B-4B4E-8AE0-192B788504BC}" dt="2024-02-05T10:32:22.917" v="42" actId="1076"/>
          <ac:spMkLst>
            <pc:docMk/>
            <pc:sldMk cId="2514534658" sldId="283"/>
            <ac:spMk id="6" creationId="{969D8662-0E10-C47A-07C2-371F1C21EAF8}"/>
          </ac:spMkLst>
        </pc:spChg>
        <pc:picChg chg="add mod">
          <ac:chgData name="Arun Sunar" userId="3fa9774ca67c7ab5" providerId="LiveId" clId="{1A784313-AA5B-4B4E-8AE0-192B788504BC}" dt="2024-02-05T10:31:27.471" v="32" actId="1076"/>
          <ac:picMkLst>
            <pc:docMk/>
            <pc:sldMk cId="2514534658" sldId="283"/>
            <ac:picMk id="1026" creationId="{2CF0A916-4735-60E6-BD38-A641FCE5FBD0}"/>
          </ac:picMkLst>
        </pc:picChg>
      </pc:sldChg>
      <pc:sldChg chg="delSp modSp new mod">
        <pc:chgData name="Arun Sunar" userId="3fa9774ca67c7ab5" providerId="LiveId" clId="{1A784313-AA5B-4B4E-8AE0-192B788504BC}" dt="2024-02-14T02:56:15.118" v="55"/>
        <pc:sldMkLst>
          <pc:docMk/>
          <pc:sldMk cId="3438105207" sldId="284"/>
        </pc:sldMkLst>
        <pc:spChg chg="del">
          <ac:chgData name="Arun Sunar" userId="3fa9774ca67c7ab5" providerId="LiveId" clId="{1A784313-AA5B-4B4E-8AE0-192B788504BC}" dt="2024-02-14T02:56:01.436" v="48" actId="478"/>
          <ac:spMkLst>
            <pc:docMk/>
            <pc:sldMk cId="3438105207" sldId="284"/>
            <ac:spMk id="2" creationId="{E1058581-1567-B787-7178-32221FA678B6}"/>
          </ac:spMkLst>
        </pc:spChg>
        <pc:spChg chg="mod">
          <ac:chgData name="Arun Sunar" userId="3fa9774ca67c7ab5" providerId="LiveId" clId="{1A784313-AA5B-4B4E-8AE0-192B788504BC}" dt="2024-02-14T02:56:15.118" v="55"/>
          <ac:spMkLst>
            <pc:docMk/>
            <pc:sldMk cId="3438105207" sldId="284"/>
            <ac:spMk id="3" creationId="{08A3CA82-F4A7-BEE5-9BA8-F68A223812BA}"/>
          </ac:spMkLst>
        </pc:spChg>
      </pc:sldChg>
      <pc:sldChg chg="addSp modSp new mod">
        <pc:chgData name="Arun Sunar" userId="3fa9774ca67c7ab5" providerId="LiveId" clId="{1A784313-AA5B-4B4E-8AE0-192B788504BC}" dt="2024-02-14T03:17:48.233" v="73" actId="1076"/>
        <pc:sldMkLst>
          <pc:docMk/>
          <pc:sldMk cId="3734947443" sldId="285"/>
        </pc:sldMkLst>
        <pc:spChg chg="mod">
          <ac:chgData name="Arun Sunar" userId="3fa9774ca67c7ab5" providerId="LiveId" clId="{1A784313-AA5B-4B4E-8AE0-192B788504BC}" dt="2024-02-14T03:15:58.205" v="61" actId="27636"/>
          <ac:spMkLst>
            <pc:docMk/>
            <pc:sldMk cId="3734947443" sldId="285"/>
            <ac:spMk id="2" creationId="{FDB8139E-90BD-AA3E-74B0-391700DCC031}"/>
          </ac:spMkLst>
        </pc:spChg>
        <pc:spChg chg="mod">
          <ac:chgData name="Arun Sunar" userId="3fa9774ca67c7ab5" providerId="LiveId" clId="{1A784313-AA5B-4B4E-8AE0-192B788504BC}" dt="2024-02-14T03:16:20.955" v="69"/>
          <ac:spMkLst>
            <pc:docMk/>
            <pc:sldMk cId="3734947443" sldId="285"/>
            <ac:spMk id="3" creationId="{35AEF1D7-DF0D-DB00-2891-61C9F6540F5B}"/>
          </ac:spMkLst>
        </pc:spChg>
        <pc:picChg chg="add mod">
          <ac:chgData name="Arun Sunar" userId="3fa9774ca67c7ab5" providerId="LiveId" clId="{1A784313-AA5B-4B4E-8AE0-192B788504BC}" dt="2024-02-14T03:17:48.233" v="73" actId="1076"/>
          <ac:picMkLst>
            <pc:docMk/>
            <pc:sldMk cId="3734947443" sldId="285"/>
            <ac:picMk id="4" creationId="{563A0E61-3463-B9E8-BB1D-3DBB6FB259EB}"/>
          </ac:picMkLst>
        </pc:picChg>
        <pc:picChg chg="add">
          <ac:chgData name="Arun Sunar" userId="3fa9774ca67c7ab5" providerId="LiveId" clId="{1A784313-AA5B-4B4E-8AE0-192B788504BC}" dt="2024-02-14T03:17:40.818" v="70"/>
          <ac:picMkLst>
            <pc:docMk/>
            <pc:sldMk cId="3734947443" sldId="285"/>
            <ac:picMk id="1026" creationId="{DCE11E9E-D55C-A3DB-7FCA-3D8610328240}"/>
          </ac:picMkLst>
        </pc:picChg>
      </pc:sldChg>
      <pc:sldChg chg="delSp modSp add mod">
        <pc:chgData name="Arun Sunar" userId="3fa9774ca67c7ab5" providerId="LiveId" clId="{1A784313-AA5B-4B4E-8AE0-192B788504BC}" dt="2024-02-14T03:33:39.185" v="82"/>
        <pc:sldMkLst>
          <pc:docMk/>
          <pc:sldMk cId="200571194" sldId="286"/>
        </pc:sldMkLst>
        <pc:spChg chg="mod">
          <ac:chgData name="Arun Sunar" userId="3fa9774ca67c7ab5" providerId="LiveId" clId="{1A784313-AA5B-4B4E-8AE0-192B788504BC}" dt="2024-02-14T03:27:46.942" v="77"/>
          <ac:spMkLst>
            <pc:docMk/>
            <pc:sldMk cId="200571194" sldId="286"/>
            <ac:spMk id="2" creationId="{BE21BD2E-A173-7EC4-CF4C-768BBC0C6F38}"/>
          </ac:spMkLst>
        </pc:spChg>
        <pc:spChg chg="mod">
          <ac:chgData name="Arun Sunar" userId="3fa9774ca67c7ab5" providerId="LiveId" clId="{1A784313-AA5B-4B4E-8AE0-192B788504BC}" dt="2024-02-14T03:33:39.185" v="82"/>
          <ac:spMkLst>
            <pc:docMk/>
            <pc:sldMk cId="200571194" sldId="286"/>
            <ac:spMk id="3" creationId="{888BAEB7-D945-EB80-A851-E289AF5F2367}"/>
          </ac:spMkLst>
        </pc:spChg>
        <pc:picChg chg="del">
          <ac:chgData name="Arun Sunar" userId="3fa9774ca67c7ab5" providerId="LiveId" clId="{1A784313-AA5B-4B4E-8AE0-192B788504BC}" dt="2024-02-14T03:27:48.699" v="78" actId="478"/>
          <ac:picMkLst>
            <pc:docMk/>
            <pc:sldMk cId="200571194" sldId="286"/>
            <ac:picMk id="4" creationId="{AE9FC9DF-B376-7ED5-B0B7-7C20BDBEA3BC}"/>
          </ac:picMkLst>
        </pc:picChg>
      </pc:sldChg>
      <pc:sldChg chg="addSp modSp add mod">
        <pc:chgData name="Arun Sunar" userId="3fa9774ca67c7ab5" providerId="LiveId" clId="{1A784313-AA5B-4B4E-8AE0-192B788504BC}" dt="2024-02-14T03:41:17.402" v="102" actId="313"/>
        <pc:sldMkLst>
          <pc:docMk/>
          <pc:sldMk cId="870747828" sldId="287"/>
        </pc:sldMkLst>
        <pc:spChg chg="mod">
          <ac:chgData name="Arun Sunar" userId="3fa9774ca67c7ab5" providerId="LiveId" clId="{1A784313-AA5B-4B4E-8AE0-192B788504BC}" dt="2024-02-14T03:40:31.299" v="94" actId="27636"/>
          <ac:spMkLst>
            <pc:docMk/>
            <pc:sldMk cId="870747828" sldId="287"/>
            <ac:spMk id="2" creationId="{1EE34632-F4BC-BD51-D0B0-74C1D6B681E0}"/>
          </ac:spMkLst>
        </pc:spChg>
        <pc:spChg chg="mod">
          <ac:chgData name="Arun Sunar" userId="3fa9774ca67c7ab5" providerId="LiveId" clId="{1A784313-AA5B-4B4E-8AE0-192B788504BC}" dt="2024-02-14T03:41:17.402" v="102" actId="313"/>
          <ac:spMkLst>
            <pc:docMk/>
            <pc:sldMk cId="870747828" sldId="287"/>
            <ac:spMk id="3" creationId="{BA797E36-D0CB-C464-6FE0-058A76ACC2D5}"/>
          </ac:spMkLst>
        </pc:spChg>
        <pc:picChg chg="add mod">
          <ac:chgData name="Arun Sunar" userId="3fa9774ca67c7ab5" providerId="LiveId" clId="{1A784313-AA5B-4B4E-8AE0-192B788504BC}" dt="2024-02-14T03:40:59.461" v="101" actId="14100"/>
          <ac:picMkLst>
            <pc:docMk/>
            <pc:sldMk cId="870747828" sldId="287"/>
            <ac:picMk id="4" creationId="{A45985C2-1F67-9E87-2D66-ACC64C7DDE98}"/>
          </ac:picMkLst>
        </pc:picChg>
        <pc:picChg chg="add">
          <ac:chgData name="Arun Sunar" userId="3fa9774ca67c7ab5" providerId="LiveId" clId="{1A784313-AA5B-4B4E-8AE0-192B788504BC}" dt="2024-02-14T03:40:45.718" v="95"/>
          <ac:picMkLst>
            <pc:docMk/>
            <pc:sldMk cId="870747828" sldId="287"/>
            <ac:picMk id="1026" creationId="{5B6BD53E-789A-A494-68B5-BDF170E5E1B7}"/>
          </ac:picMkLst>
        </pc:picChg>
      </pc:sldChg>
    </pc:docChg>
  </pc:docChgLst>
  <pc:docChgLst>
    <pc:chgData name="Arun Sunar" userId="3fa9774ca67c7ab5" providerId="LiveId" clId="{0234F917-A4D1-4D94-AAAA-A7CE42DCCE08}"/>
    <pc:docChg chg="custSel addSld modSld">
      <pc:chgData name="Arun Sunar" userId="3fa9774ca67c7ab5" providerId="LiveId" clId="{0234F917-A4D1-4D94-AAAA-A7CE42DCCE08}" dt="2023-10-10T02:39:10.516" v="71"/>
      <pc:docMkLst>
        <pc:docMk/>
      </pc:docMkLst>
      <pc:sldChg chg="addSp modSp mod">
        <pc:chgData name="Arun Sunar" userId="3fa9774ca67c7ab5" providerId="LiveId" clId="{0234F917-A4D1-4D94-AAAA-A7CE42DCCE08}" dt="2023-10-10T02:08:27.152" v="7" actId="255"/>
        <pc:sldMkLst>
          <pc:docMk/>
          <pc:sldMk cId="3651213139" sldId="256"/>
        </pc:sldMkLst>
        <pc:spChg chg="add mod">
          <ac:chgData name="Arun Sunar" userId="3fa9774ca67c7ab5" providerId="LiveId" clId="{0234F917-A4D1-4D94-AAAA-A7CE42DCCE08}" dt="2023-10-10T02:08:27.152" v="7" actId="255"/>
          <ac:spMkLst>
            <pc:docMk/>
            <pc:sldMk cId="3651213139" sldId="256"/>
            <ac:spMk id="2" creationId="{5DE6F4B3-7350-B84B-CDB3-051F2B3F0F3C}"/>
          </ac:spMkLst>
        </pc:spChg>
        <pc:picChg chg="mod">
          <ac:chgData name="Arun Sunar" userId="3fa9774ca67c7ab5" providerId="LiveId" clId="{0234F917-A4D1-4D94-AAAA-A7CE42DCCE08}" dt="2023-10-10T02:07:38.966" v="3" actId="1076"/>
          <ac:picMkLst>
            <pc:docMk/>
            <pc:sldMk cId="3651213139" sldId="256"/>
            <ac:picMk id="5" creationId="{9259E43E-9D44-676F-5F94-E062D370147B}"/>
          </ac:picMkLst>
        </pc:picChg>
      </pc:sldChg>
      <pc:sldChg chg="addSp delSp modSp mod">
        <pc:chgData name="Arun Sunar" userId="3fa9774ca67c7ab5" providerId="LiveId" clId="{0234F917-A4D1-4D94-AAAA-A7CE42DCCE08}" dt="2023-10-10T02:37:07.285" v="41" actId="27636"/>
        <pc:sldMkLst>
          <pc:docMk/>
          <pc:sldMk cId="2509515572" sldId="263"/>
        </pc:sldMkLst>
        <pc:spChg chg="mod">
          <ac:chgData name="Arun Sunar" userId="3fa9774ca67c7ab5" providerId="LiveId" clId="{0234F917-A4D1-4D94-AAAA-A7CE42DCCE08}" dt="2023-10-10T02:37:07.285" v="41" actId="27636"/>
          <ac:spMkLst>
            <pc:docMk/>
            <pc:sldMk cId="2509515572" sldId="263"/>
            <ac:spMk id="3" creationId="{52F5C353-8E85-4184-BC75-1E7E57173ACB}"/>
          </ac:spMkLst>
        </pc:spChg>
        <pc:spChg chg="add del">
          <ac:chgData name="Arun Sunar" userId="3fa9774ca67c7ab5" providerId="LiveId" clId="{0234F917-A4D1-4D94-AAAA-A7CE42DCCE08}" dt="2023-10-10T02:37:00.642" v="36"/>
          <ac:spMkLst>
            <pc:docMk/>
            <pc:sldMk cId="2509515572" sldId="263"/>
            <ac:spMk id="4" creationId="{6AA0DA69-A8E9-7F2D-BD13-01AAF34777B0}"/>
          </ac:spMkLst>
        </pc:spChg>
      </pc:sldChg>
      <pc:sldChg chg="addSp delSp modSp mod">
        <pc:chgData name="Arun Sunar" userId="3fa9774ca67c7ab5" providerId="LiveId" clId="{0234F917-A4D1-4D94-AAAA-A7CE42DCCE08}" dt="2023-10-10T02:38:05.789" v="62" actId="5793"/>
        <pc:sldMkLst>
          <pc:docMk/>
          <pc:sldMk cId="900253821" sldId="265"/>
        </pc:sldMkLst>
        <pc:spChg chg="mod">
          <ac:chgData name="Arun Sunar" userId="3fa9774ca67c7ab5" providerId="LiveId" clId="{0234F917-A4D1-4D94-AAAA-A7CE42DCCE08}" dt="2023-10-10T02:37:24.792" v="47"/>
          <ac:spMkLst>
            <pc:docMk/>
            <pc:sldMk cId="900253821" sldId="265"/>
            <ac:spMk id="2" creationId="{43770B5C-CDA2-7EE6-E34A-0466774C35DE}"/>
          </ac:spMkLst>
        </pc:spChg>
        <pc:spChg chg="add del mod">
          <ac:chgData name="Arun Sunar" userId="3fa9774ca67c7ab5" providerId="LiveId" clId="{0234F917-A4D1-4D94-AAAA-A7CE42DCCE08}" dt="2023-10-10T02:38:05.789" v="62" actId="5793"/>
          <ac:spMkLst>
            <pc:docMk/>
            <pc:sldMk cId="900253821" sldId="265"/>
            <ac:spMk id="3" creationId="{52F5C353-8E85-4184-BC75-1E7E57173ACB}"/>
          </ac:spMkLst>
        </pc:spChg>
        <pc:spChg chg="add del">
          <ac:chgData name="Arun Sunar" userId="3fa9774ca67c7ab5" providerId="LiveId" clId="{0234F917-A4D1-4D94-AAAA-A7CE42DCCE08}" dt="2023-10-10T02:37:24.776" v="45"/>
          <ac:spMkLst>
            <pc:docMk/>
            <pc:sldMk cId="900253821" sldId="265"/>
            <ac:spMk id="4" creationId="{B1EB7CF9-FFCD-7CBB-3697-5B6358CC912C}"/>
          </ac:spMkLst>
        </pc:spChg>
        <pc:spChg chg="add del mod">
          <ac:chgData name="Arun Sunar" userId="3fa9774ca67c7ab5" providerId="LiveId" clId="{0234F917-A4D1-4D94-AAAA-A7CE42DCCE08}" dt="2023-10-10T02:37:46.862" v="53"/>
          <ac:spMkLst>
            <pc:docMk/>
            <pc:sldMk cId="900253821" sldId="265"/>
            <ac:spMk id="5" creationId="{3EA2582D-B022-F55E-8F68-8E647384D39E}"/>
          </ac:spMkLst>
        </pc:spChg>
      </pc:sldChg>
      <pc:sldChg chg="delSp modSp new mod">
        <pc:chgData name="Arun Sunar" userId="3fa9774ca67c7ab5" providerId="LiveId" clId="{0234F917-A4D1-4D94-AAAA-A7CE42DCCE08}" dt="2023-10-10T02:12:33.817" v="16" actId="27636"/>
        <pc:sldMkLst>
          <pc:docMk/>
          <pc:sldMk cId="3470524277" sldId="277"/>
        </pc:sldMkLst>
        <pc:spChg chg="del">
          <ac:chgData name="Arun Sunar" userId="3fa9774ca67c7ab5" providerId="LiveId" clId="{0234F917-A4D1-4D94-AAAA-A7CE42DCCE08}" dt="2023-10-10T02:11:48.689" v="9" actId="478"/>
          <ac:spMkLst>
            <pc:docMk/>
            <pc:sldMk cId="3470524277" sldId="277"/>
            <ac:spMk id="2" creationId="{B16F6DCA-973B-D271-3B63-17A11AED8D47}"/>
          </ac:spMkLst>
        </pc:spChg>
        <pc:spChg chg="mod">
          <ac:chgData name="Arun Sunar" userId="3fa9774ca67c7ab5" providerId="LiveId" clId="{0234F917-A4D1-4D94-AAAA-A7CE42DCCE08}" dt="2023-10-10T02:12:33.817" v="16" actId="27636"/>
          <ac:spMkLst>
            <pc:docMk/>
            <pc:sldMk cId="3470524277" sldId="277"/>
            <ac:spMk id="3" creationId="{0BC51F88-9917-7888-BB3F-ADF356009186}"/>
          </ac:spMkLst>
        </pc:spChg>
      </pc:sldChg>
      <pc:sldChg chg="addSp delSp modSp new mod">
        <pc:chgData name="Arun Sunar" userId="3fa9774ca67c7ab5" providerId="LiveId" clId="{0234F917-A4D1-4D94-AAAA-A7CE42DCCE08}" dt="2023-10-10T02:33:34.511" v="25" actId="1076"/>
        <pc:sldMkLst>
          <pc:docMk/>
          <pc:sldMk cId="403231159" sldId="278"/>
        </pc:sldMkLst>
        <pc:spChg chg="del mod">
          <ac:chgData name="Arun Sunar" userId="3fa9774ca67c7ab5" providerId="LiveId" clId="{0234F917-A4D1-4D94-AAAA-A7CE42DCCE08}" dt="2023-10-10T02:33:13.475" v="19" actId="478"/>
          <ac:spMkLst>
            <pc:docMk/>
            <pc:sldMk cId="403231159" sldId="278"/>
            <ac:spMk id="2" creationId="{BF969563-C607-DC7B-FF0A-C565A851E6E3}"/>
          </ac:spMkLst>
        </pc:spChg>
        <pc:spChg chg="del">
          <ac:chgData name="Arun Sunar" userId="3fa9774ca67c7ab5" providerId="LiveId" clId="{0234F917-A4D1-4D94-AAAA-A7CE42DCCE08}" dt="2023-10-10T02:33:17.580" v="20" actId="478"/>
          <ac:spMkLst>
            <pc:docMk/>
            <pc:sldMk cId="403231159" sldId="278"/>
            <ac:spMk id="3" creationId="{39364C3B-79E7-37AA-D947-25C31CD94078}"/>
          </ac:spMkLst>
        </pc:spChg>
        <pc:picChg chg="add mod">
          <ac:chgData name="Arun Sunar" userId="3fa9774ca67c7ab5" providerId="LiveId" clId="{0234F917-A4D1-4D94-AAAA-A7CE42DCCE08}" dt="2023-10-10T02:33:34.511" v="25" actId="1076"/>
          <ac:picMkLst>
            <pc:docMk/>
            <pc:sldMk cId="403231159" sldId="278"/>
            <ac:picMk id="5" creationId="{CD2C797B-B4E2-2B4B-9F83-03701619B32E}"/>
          </ac:picMkLst>
        </pc:picChg>
      </pc:sldChg>
      <pc:sldChg chg="addSp delSp modSp add mod">
        <pc:chgData name="Arun Sunar" userId="3fa9774ca67c7ab5" providerId="LiveId" clId="{0234F917-A4D1-4D94-AAAA-A7CE42DCCE08}" dt="2023-10-10T02:34:26.408" v="32" actId="14100"/>
        <pc:sldMkLst>
          <pc:docMk/>
          <pc:sldMk cId="2180660278" sldId="279"/>
        </pc:sldMkLst>
        <pc:graphicFrameChg chg="add mod modGraphic">
          <ac:chgData name="Arun Sunar" userId="3fa9774ca67c7ab5" providerId="LiveId" clId="{0234F917-A4D1-4D94-AAAA-A7CE42DCCE08}" dt="2023-10-10T02:34:26.408" v="32" actId="14100"/>
          <ac:graphicFrameMkLst>
            <pc:docMk/>
            <pc:sldMk cId="2180660278" sldId="279"/>
            <ac:graphicFrameMk id="2" creationId="{C9C96B4F-1919-E984-92EA-6694A8535EFB}"/>
          </ac:graphicFrameMkLst>
        </pc:graphicFrameChg>
        <pc:picChg chg="del">
          <ac:chgData name="Arun Sunar" userId="3fa9774ca67c7ab5" providerId="LiveId" clId="{0234F917-A4D1-4D94-AAAA-A7CE42DCCE08}" dt="2023-10-10T02:34:10.293" v="27" actId="478"/>
          <ac:picMkLst>
            <pc:docMk/>
            <pc:sldMk cId="2180660278" sldId="279"/>
            <ac:picMk id="5" creationId="{CD2C797B-B4E2-2B4B-9F83-03701619B32E}"/>
          </ac:picMkLst>
        </pc:picChg>
      </pc:sldChg>
      <pc:sldChg chg="addSp delSp modSp add mod">
        <pc:chgData name="Arun Sunar" userId="3fa9774ca67c7ab5" providerId="LiveId" clId="{0234F917-A4D1-4D94-AAAA-A7CE42DCCE08}" dt="2023-10-10T02:39:10.516" v="71"/>
        <pc:sldMkLst>
          <pc:docMk/>
          <pc:sldMk cId="88577193" sldId="280"/>
        </pc:sldMkLst>
        <pc:spChg chg="mod">
          <ac:chgData name="Arun Sunar" userId="3fa9774ca67c7ab5" providerId="LiveId" clId="{0234F917-A4D1-4D94-AAAA-A7CE42DCCE08}" dt="2023-10-10T02:39:10.516" v="71"/>
          <ac:spMkLst>
            <pc:docMk/>
            <pc:sldMk cId="88577193" sldId="280"/>
            <ac:spMk id="2" creationId="{43770B5C-CDA2-7EE6-E34A-0466774C35DE}"/>
          </ac:spMkLst>
        </pc:spChg>
        <pc:spChg chg="mod">
          <ac:chgData name="Arun Sunar" userId="3fa9774ca67c7ab5" providerId="LiveId" clId="{0234F917-A4D1-4D94-AAAA-A7CE42DCCE08}" dt="2023-10-10T02:39:07.219" v="70" actId="27636"/>
          <ac:spMkLst>
            <pc:docMk/>
            <pc:sldMk cId="88577193" sldId="280"/>
            <ac:spMk id="3" creationId="{52F5C353-8E85-4184-BC75-1E7E57173ACB}"/>
          </ac:spMkLst>
        </pc:spChg>
        <pc:spChg chg="add del">
          <ac:chgData name="Arun Sunar" userId="3fa9774ca67c7ab5" providerId="LiveId" clId="{0234F917-A4D1-4D94-AAAA-A7CE42DCCE08}" dt="2023-10-10T02:38:50.158" v="65"/>
          <ac:spMkLst>
            <pc:docMk/>
            <pc:sldMk cId="88577193" sldId="280"/>
            <ac:spMk id="4" creationId="{1B909C36-D606-BD54-2899-DC94F336BF25}"/>
          </ac:spMkLst>
        </pc:spChg>
      </pc:sldChg>
    </pc:docChg>
  </pc:docChgLst>
  <pc:docChgLst>
    <pc:chgData name="Arun Sunar" userId="3fa9774ca67c7ab5" providerId="LiveId" clId="{2D5B724D-293C-4567-AF1F-1C65161DF9A4}"/>
    <pc:docChg chg="undo redo custSel modSld">
      <pc:chgData name="Arun Sunar" userId="3fa9774ca67c7ab5" providerId="LiveId" clId="{2D5B724D-293C-4567-AF1F-1C65161DF9A4}" dt="2024-04-29T04:20:40.007" v="11" actId="27636"/>
      <pc:docMkLst>
        <pc:docMk/>
      </pc:docMkLst>
      <pc:sldChg chg="modSp mod">
        <pc:chgData name="Arun Sunar" userId="3fa9774ca67c7ab5" providerId="LiveId" clId="{2D5B724D-293C-4567-AF1F-1C65161DF9A4}" dt="2024-04-29T04:11:49.648" v="7" actId="1076"/>
        <pc:sldMkLst>
          <pc:docMk/>
          <pc:sldMk cId="3734947443" sldId="285"/>
        </pc:sldMkLst>
        <pc:spChg chg="mod">
          <ac:chgData name="Arun Sunar" userId="3fa9774ca67c7ab5" providerId="LiveId" clId="{2D5B724D-293C-4567-AF1F-1C65161DF9A4}" dt="2024-04-29T04:11:13.495" v="6" actId="20577"/>
          <ac:spMkLst>
            <pc:docMk/>
            <pc:sldMk cId="3734947443" sldId="285"/>
            <ac:spMk id="3" creationId="{35AEF1D7-DF0D-DB00-2891-61C9F6540F5B}"/>
          </ac:spMkLst>
        </pc:spChg>
        <pc:picChg chg="mod">
          <ac:chgData name="Arun Sunar" userId="3fa9774ca67c7ab5" providerId="LiveId" clId="{2D5B724D-293C-4567-AF1F-1C65161DF9A4}" dt="2024-04-29T04:11:49.648" v="7" actId="1076"/>
          <ac:picMkLst>
            <pc:docMk/>
            <pc:sldMk cId="3734947443" sldId="285"/>
            <ac:picMk id="4" creationId="{563A0E61-3463-B9E8-BB1D-3DBB6FB259EB}"/>
          </ac:picMkLst>
        </pc:picChg>
      </pc:sldChg>
      <pc:sldChg chg="modSp mod">
        <pc:chgData name="Arun Sunar" userId="3fa9774ca67c7ab5" providerId="LiveId" clId="{2D5B724D-293C-4567-AF1F-1C65161DF9A4}" dt="2024-04-29T04:20:40.007" v="11" actId="27636"/>
        <pc:sldMkLst>
          <pc:docMk/>
          <pc:sldMk cId="200571194" sldId="286"/>
        </pc:sldMkLst>
        <pc:spChg chg="mod">
          <ac:chgData name="Arun Sunar" userId="3fa9774ca67c7ab5" providerId="LiveId" clId="{2D5B724D-293C-4567-AF1F-1C65161DF9A4}" dt="2024-04-29T04:20:40.007" v="11" actId="27636"/>
          <ac:spMkLst>
            <pc:docMk/>
            <pc:sldMk cId="200571194" sldId="286"/>
            <ac:spMk id="3" creationId="{888BAEB7-D945-EB80-A851-E289AF5F2367}"/>
          </ac:spMkLst>
        </pc:spChg>
      </pc:sldChg>
    </pc:docChg>
  </pc:docChgLst>
  <pc:docChgLst>
    <pc:chgData name="Arun Sunar" userId="3fa9774ca67c7ab5" providerId="LiveId" clId="{147FFB81-3BCE-4A5E-A297-29A0D2C63311}"/>
    <pc:docChg chg="undo redo custSel addSld delSld modSld sldOrd">
      <pc:chgData name="Arun Sunar" userId="3fa9774ca67c7ab5" providerId="LiveId" clId="{147FFB81-3BCE-4A5E-A297-29A0D2C63311}" dt="2023-08-14T14:40:19.914" v="288"/>
      <pc:docMkLst>
        <pc:docMk/>
      </pc:docMkLst>
      <pc:sldChg chg="addSp delSp new mod">
        <pc:chgData name="Arun Sunar" userId="3fa9774ca67c7ab5" providerId="LiveId" clId="{147FFB81-3BCE-4A5E-A297-29A0D2C63311}" dt="2023-08-09T05:52:53.833" v="3" actId="22"/>
        <pc:sldMkLst>
          <pc:docMk/>
          <pc:sldMk cId="3233629713" sldId="257"/>
        </pc:sldMkLst>
        <pc:spChg chg="del">
          <ac:chgData name="Arun Sunar" userId="3fa9774ca67c7ab5" providerId="LiveId" clId="{147FFB81-3BCE-4A5E-A297-29A0D2C63311}" dt="2023-08-09T05:52:50.017" v="1" actId="478"/>
          <ac:spMkLst>
            <pc:docMk/>
            <pc:sldMk cId="3233629713" sldId="257"/>
            <ac:spMk id="2" creationId="{C9F8BBF0-DE45-99E2-9A5B-49B9C780080A}"/>
          </ac:spMkLst>
        </pc:spChg>
        <pc:spChg chg="del">
          <ac:chgData name="Arun Sunar" userId="3fa9774ca67c7ab5" providerId="LiveId" clId="{147FFB81-3BCE-4A5E-A297-29A0D2C63311}" dt="2023-08-09T05:52:52.096" v="2" actId="478"/>
          <ac:spMkLst>
            <pc:docMk/>
            <pc:sldMk cId="3233629713" sldId="257"/>
            <ac:spMk id="3" creationId="{8B6E7EF2-0884-0F98-7D1A-5512C362C3E2}"/>
          </ac:spMkLst>
        </pc:spChg>
        <pc:picChg chg="add">
          <ac:chgData name="Arun Sunar" userId="3fa9774ca67c7ab5" providerId="LiveId" clId="{147FFB81-3BCE-4A5E-A297-29A0D2C63311}" dt="2023-08-09T05:52:53.833" v="3" actId="22"/>
          <ac:picMkLst>
            <pc:docMk/>
            <pc:sldMk cId="3233629713" sldId="257"/>
            <ac:picMk id="5" creationId="{A3AFC0B9-42A4-58F5-E46D-D0827D98C31F}"/>
          </ac:picMkLst>
        </pc:picChg>
      </pc:sldChg>
      <pc:sldChg chg="addSp delSp modSp new mod">
        <pc:chgData name="Arun Sunar" userId="3fa9774ca67c7ab5" providerId="LiveId" clId="{147FFB81-3BCE-4A5E-A297-29A0D2C63311}" dt="2023-08-09T06:03:39.731" v="11" actId="22"/>
        <pc:sldMkLst>
          <pc:docMk/>
          <pc:sldMk cId="3384842105" sldId="258"/>
        </pc:sldMkLst>
        <pc:spChg chg="del">
          <ac:chgData name="Arun Sunar" userId="3fa9774ca67c7ab5" providerId="LiveId" clId="{147FFB81-3BCE-4A5E-A297-29A0D2C63311}" dt="2023-08-09T06:00:00.461" v="7" actId="478"/>
          <ac:spMkLst>
            <pc:docMk/>
            <pc:sldMk cId="3384842105" sldId="258"/>
            <ac:spMk id="2" creationId="{9718E737-0EDD-5C2B-68EB-6BBF34162250}"/>
          </ac:spMkLst>
        </pc:spChg>
        <pc:spChg chg="del">
          <ac:chgData name="Arun Sunar" userId="3fa9774ca67c7ab5" providerId="LiveId" clId="{147FFB81-3BCE-4A5E-A297-29A0D2C63311}" dt="2023-08-09T05:59:53.679" v="5" actId="22"/>
          <ac:spMkLst>
            <pc:docMk/>
            <pc:sldMk cId="3384842105" sldId="258"/>
            <ac:spMk id="3" creationId="{019605AF-EE7D-B609-40E3-CE8D55DCE0D4}"/>
          </ac:spMkLst>
        </pc:spChg>
        <pc:spChg chg="add del mod">
          <ac:chgData name="Arun Sunar" userId="3fa9774ca67c7ab5" providerId="LiveId" clId="{147FFB81-3BCE-4A5E-A297-29A0D2C63311}" dt="2023-08-09T06:03:38.054" v="10" actId="478"/>
          <ac:spMkLst>
            <pc:docMk/>
            <pc:sldMk cId="3384842105" sldId="258"/>
            <ac:spMk id="7" creationId="{C8315512-DB10-5B8A-7693-A2234C833D54}"/>
          </ac:spMkLst>
        </pc:spChg>
        <pc:picChg chg="add del mod ord">
          <ac:chgData name="Arun Sunar" userId="3fa9774ca67c7ab5" providerId="LiveId" clId="{147FFB81-3BCE-4A5E-A297-29A0D2C63311}" dt="2023-08-09T06:03:32.505" v="9" actId="478"/>
          <ac:picMkLst>
            <pc:docMk/>
            <pc:sldMk cId="3384842105" sldId="258"/>
            <ac:picMk id="5" creationId="{D62BE862-8855-2C5C-5E74-D659EBB6E490}"/>
          </ac:picMkLst>
        </pc:picChg>
        <pc:picChg chg="add">
          <ac:chgData name="Arun Sunar" userId="3fa9774ca67c7ab5" providerId="LiveId" clId="{147FFB81-3BCE-4A5E-A297-29A0D2C63311}" dt="2023-08-09T06:03:39.731" v="11" actId="22"/>
          <ac:picMkLst>
            <pc:docMk/>
            <pc:sldMk cId="3384842105" sldId="258"/>
            <ac:picMk id="9" creationId="{B1768C82-49E6-A1DD-C862-636F646CC55C}"/>
          </ac:picMkLst>
        </pc:picChg>
      </pc:sldChg>
      <pc:sldChg chg="modSp new mod">
        <pc:chgData name="Arun Sunar" userId="3fa9774ca67c7ab5" providerId="LiveId" clId="{147FFB81-3BCE-4A5E-A297-29A0D2C63311}" dt="2023-08-09T06:30:06.990" v="25" actId="6549"/>
        <pc:sldMkLst>
          <pc:docMk/>
          <pc:sldMk cId="601455003" sldId="259"/>
        </pc:sldMkLst>
        <pc:spChg chg="mod">
          <ac:chgData name="Arun Sunar" userId="3fa9774ca67c7ab5" providerId="LiveId" clId="{147FFB81-3BCE-4A5E-A297-29A0D2C63311}" dt="2023-08-09T06:29:18.374" v="18" actId="20577"/>
          <ac:spMkLst>
            <pc:docMk/>
            <pc:sldMk cId="601455003" sldId="259"/>
            <ac:spMk id="2" creationId="{8403788A-73B2-5DB7-2ABD-273FD7A6F5A6}"/>
          </ac:spMkLst>
        </pc:spChg>
        <pc:spChg chg="mod">
          <ac:chgData name="Arun Sunar" userId="3fa9774ca67c7ab5" providerId="LiveId" clId="{147FFB81-3BCE-4A5E-A297-29A0D2C63311}" dt="2023-08-09T06:30:06.990" v="25" actId="6549"/>
          <ac:spMkLst>
            <pc:docMk/>
            <pc:sldMk cId="601455003" sldId="259"/>
            <ac:spMk id="3" creationId="{40133E50-5D95-5E44-1FEF-379E86BF2EB5}"/>
          </ac:spMkLst>
        </pc:spChg>
      </pc:sldChg>
      <pc:sldChg chg="addSp delSp modSp new mod">
        <pc:chgData name="Arun Sunar" userId="3fa9774ca67c7ab5" providerId="LiveId" clId="{147FFB81-3BCE-4A5E-A297-29A0D2C63311}" dt="2023-08-09T06:39:13.846" v="87" actId="27636"/>
        <pc:sldMkLst>
          <pc:docMk/>
          <pc:sldMk cId="2846941747" sldId="260"/>
        </pc:sldMkLst>
        <pc:spChg chg="mod">
          <ac:chgData name="Arun Sunar" userId="3fa9774ca67c7ab5" providerId="LiveId" clId="{147FFB81-3BCE-4A5E-A297-29A0D2C63311}" dt="2023-08-09T06:39:10.540" v="85" actId="20577"/>
          <ac:spMkLst>
            <pc:docMk/>
            <pc:sldMk cId="2846941747" sldId="260"/>
            <ac:spMk id="2" creationId="{43770B5C-CDA2-7EE6-E34A-0466774C35DE}"/>
          </ac:spMkLst>
        </pc:spChg>
        <pc:spChg chg="add del mod">
          <ac:chgData name="Arun Sunar" userId="3fa9774ca67c7ab5" providerId="LiveId" clId="{147FFB81-3BCE-4A5E-A297-29A0D2C63311}" dt="2023-08-09T06:39:13.846" v="87" actId="27636"/>
          <ac:spMkLst>
            <pc:docMk/>
            <pc:sldMk cId="2846941747" sldId="260"/>
            <ac:spMk id="3" creationId="{52F5C353-8E85-4184-BC75-1E7E57173ACB}"/>
          </ac:spMkLst>
        </pc:spChg>
        <pc:spChg chg="add del mod">
          <ac:chgData name="Arun Sunar" userId="3fa9774ca67c7ab5" providerId="LiveId" clId="{147FFB81-3BCE-4A5E-A297-29A0D2C63311}" dt="2023-08-09T06:31:10.552" v="40"/>
          <ac:spMkLst>
            <pc:docMk/>
            <pc:sldMk cId="2846941747" sldId="260"/>
            <ac:spMk id="4" creationId="{9B283DBB-E7D0-BE04-49FA-2000843F7F71}"/>
          </ac:spMkLst>
        </pc:spChg>
      </pc:sldChg>
      <pc:sldChg chg="modSp add mod">
        <pc:chgData name="Arun Sunar" userId="3fa9774ca67c7ab5" providerId="LiveId" clId="{147FFB81-3BCE-4A5E-A297-29A0D2C63311}" dt="2023-08-14T14:26:42.558" v="228" actId="27636"/>
        <pc:sldMkLst>
          <pc:docMk/>
          <pc:sldMk cId="3229338291" sldId="261"/>
        </pc:sldMkLst>
        <pc:spChg chg="mod">
          <ac:chgData name="Arun Sunar" userId="3fa9774ca67c7ab5" providerId="LiveId" clId="{147FFB81-3BCE-4A5E-A297-29A0D2C63311}" dt="2023-08-09T06:31:37.414" v="45" actId="20577"/>
          <ac:spMkLst>
            <pc:docMk/>
            <pc:sldMk cId="3229338291" sldId="261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14T14:26:42.558" v="228" actId="27636"/>
          <ac:spMkLst>
            <pc:docMk/>
            <pc:sldMk cId="3229338291" sldId="261"/>
            <ac:spMk id="3" creationId="{52F5C353-8E85-4184-BC75-1E7E57173ACB}"/>
          </ac:spMkLst>
        </pc:spChg>
      </pc:sldChg>
      <pc:sldChg chg="modSp add del mod">
        <pc:chgData name="Arun Sunar" userId="3fa9774ca67c7ab5" providerId="LiveId" clId="{147FFB81-3BCE-4A5E-A297-29A0D2C63311}" dt="2023-08-14T14:31:31.501" v="281" actId="2696"/>
        <pc:sldMkLst>
          <pc:docMk/>
          <pc:sldMk cId="1650144505" sldId="262"/>
        </pc:sldMkLst>
        <pc:spChg chg="mod">
          <ac:chgData name="Arun Sunar" userId="3fa9774ca67c7ab5" providerId="LiveId" clId="{147FFB81-3BCE-4A5E-A297-29A0D2C63311}" dt="2023-08-09T06:32:41.767" v="50" actId="20577"/>
          <ac:spMkLst>
            <pc:docMk/>
            <pc:sldMk cId="1650144505" sldId="262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09T06:33:01.512" v="52" actId="27636"/>
          <ac:spMkLst>
            <pc:docMk/>
            <pc:sldMk cId="1650144505" sldId="262"/>
            <ac:spMk id="3" creationId="{52F5C353-8E85-4184-BC75-1E7E57173ACB}"/>
          </ac:spMkLst>
        </pc:spChg>
      </pc:sldChg>
      <pc:sldChg chg="modSp add mod">
        <pc:chgData name="Arun Sunar" userId="3fa9774ca67c7ab5" providerId="LiveId" clId="{147FFB81-3BCE-4A5E-A297-29A0D2C63311}" dt="2023-08-09T06:34:08.485" v="57" actId="27636"/>
        <pc:sldMkLst>
          <pc:docMk/>
          <pc:sldMk cId="2509515572" sldId="263"/>
        </pc:sldMkLst>
        <pc:spChg chg="mod">
          <ac:chgData name="Arun Sunar" userId="3fa9774ca67c7ab5" providerId="LiveId" clId="{147FFB81-3BCE-4A5E-A297-29A0D2C63311}" dt="2023-08-09T06:33:36.684" v="55" actId="20577"/>
          <ac:spMkLst>
            <pc:docMk/>
            <pc:sldMk cId="2509515572" sldId="263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09T06:34:08.485" v="57" actId="27636"/>
          <ac:spMkLst>
            <pc:docMk/>
            <pc:sldMk cId="2509515572" sldId="263"/>
            <ac:spMk id="3" creationId="{52F5C353-8E85-4184-BC75-1E7E57173ACB}"/>
          </ac:spMkLst>
        </pc:spChg>
      </pc:sldChg>
      <pc:sldChg chg="addSp delSp modSp add del mod ord">
        <pc:chgData name="Arun Sunar" userId="3fa9774ca67c7ab5" providerId="LiveId" clId="{147FFB81-3BCE-4A5E-A297-29A0D2C63311}" dt="2023-08-14T14:31:34.474" v="282" actId="2696"/>
        <pc:sldMkLst>
          <pc:docMk/>
          <pc:sldMk cId="2293966515" sldId="264"/>
        </pc:sldMkLst>
        <pc:spChg chg="mod">
          <ac:chgData name="Arun Sunar" userId="3fa9774ca67c7ab5" providerId="LiveId" clId="{147FFB81-3BCE-4A5E-A297-29A0D2C63311}" dt="2023-08-09T06:35:43.617" v="70"/>
          <ac:spMkLst>
            <pc:docMk/>
            <pc:sldMk cId="2293966515" sldId="264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09T06:35:42.317" v="68"/>
          <ac:spMkLst>
            <pc:docMk/>
            <pc:sldMk cId="2293966515" sldId="264"/>
            <ac:spMk id="3" creationId="{52F5C353-8E85-4184-BC75-1E7E57173ACB}"/>
          </ac:spMkLst>
        </pc:spChg>
        <pc:spChg chg="add del">
          <ac:chgData name="Arun Sunar" userId="3fa9774ca67c7ab5" providerId="LiveId" clId="{147FFB81-3BCE-4A5E-A297-29A0D2C63311}" dt="2023-08-09T06:35:21.800" v="65"/>
          <ac:spMkLst>
            <pc:docMk/>
            <pc:sldMk cId="2293966515" sldId="264"/>
            <ac:spMk id="4" creationId="{E0240EE8-2A2A-C352-288A-15932A27B111}"/>
          </ac:spMkLst>
        </pc:spChg>
      </pc:sldChg>
      <pc:sldChg chg="modSp add mod">
        <pc:chgData name="Arun Sunar" userId="3fa9774ca67c7ab5" providerId="LiveId" clId="{147FFB81-3BCE-4A5E-A297-29A0D2C63311}" dt="2023-08-14T14:27:43.648" v="241" actId="27636"/>
        <pc:sldMkLst>
          <pc:docMk/>
          <pc:sldMk cId="900253821" sldId="265"/>
        </pc:sldMkLst>
        <pc:spChg chg="mod">
          <ac:chgData name="Arun Sunar" userId="3fa9774ca67c7ab5" providerId="LiveId" clId="{147FFB81-3BCE-4A5E-A297-29A0D2C63311}" dt="2023-08-09T06:36:04.796" v="76" actId="20577"/>
          <ac:spMkLst>
            <pc:docMk/>
            <pc:sldMk cId="900253821" sldId="265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14T14:27:43.648" v="241" actId="27636"/>
          <ac:spMkLst>
            <pc:docMk/>
            <pc:sldMk cId="900253821" sldId="265"/>
            <ac:spMk id="3" creationId="{52F5C353-8E85-4184-BC75-1E7E57173ACB}"/>
          </ac:spMkLst>
        </pc:spChg>
      </pc:sldChg>
      <pc:sldChg chg="modSp add mod">
        <pc:chgData name="Arun Sunar" userId="3fa9774ca67c7ab5" providerId="LiveId" clId="{147FFB81-3BCE-4A5E-A297-29A0D2C63311}" dt="2023-08-14T14:26:20.287" v="226" actId="27636"/>
        <pc:sldMkLst>
          <pc:docMk/>
          <pc:sldMk cId="1056901862" sldId="266"/>
        </pc:sldMkLst>
        <pc:spChg chg="mod">
          <ac:chgData name="Arun Sunar" userId="3fa9774ca67c7ab5" providerId="LiveId" clId="{147FFB81-3BCE-4A5E-A297-29A0D2C63311}" dt="2023-08-09T06:36:22.124" v="78" actId="20577"/>
          <ac:spMkLst>
            <pc:docMk/>
            <pc:sldMk cId="1056901862" sldId="266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14T14:26:20.287" v="226" actId="27636"/>
          <ac:spMkLst>
            <pc:docMk/>
            <pc:sldMk cId="1056901862" sldId="266"/>
            <ac:spMk id="3" creationId="{52F5C353-8E85-4184-BC75-1E7E57173ACB}"/>
          </ac:spMkLst>
        </pc:spChg>
      </pc:sldChg>
      <pc:sldChg chg="modSp add mod">
        <pc:chgData name="Arun Sunar" userId="3fa9774ca67c7ab5" providerId="LiveId" clId="{147FFB81-3BCE-4A5E-A297-29A0D2C63311}" dt="2023-08-09T06:37:29.584" v="83" actId="27636"/>
        <pc:sldMkLst>
          <pc:docMk/>
          <pc:sldMk cId="1708629699" sldId="267"/>
        </pc:sldMkLst>
        <pc:spChg chg="mod">
          <ac:chgData name="Arun Sunar" userId="3fa9774ca67c7ab5" providerId="LiveId" clId="{147FFB81-3BCE-4A5E-A297-29A0D2C63311}" dt="2023-08-09T06:37:06.763" v="81"/>
          <ac:spMkLst>
            <pc:docMk/>
            <pc:sldMk cId="1708629699" sldId="267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09T06:37:29.584" v="83" actId="27636"/>
          <ac:spMkLst>
            <pc:docMk/>
            <pc:sldMk cId="1708629699" sldId="267"/>
            <ac:spMk id="3" creationId="{52F5C353-8E85-4184-BC75-1E7E57173ACB}"/>
          </ac:spMkLst>
        </pc:spChg>
      </pc:sldChg>
      <pc:sldChg chg="add">
        <pc:chgData name="Arun Sunar" userId="3fa9774ca67c7ab5" providerId="LiveId" clId="{147FFB81-3BCE-4A5E-A297-29A0D2C63311}" dt="2023-08-09T06:39:07.261" v="84" actId="2890"/>
        <pc:sldMkLst>
          <pc:docMk/>
          <pc:sldMk cId="468604970" sldId="268"/>
        </pc:sldMkLst>
      </pc:sldChg>
      <pc:sldChg chg="addSp delSp modSp add mod">
        <pc:chgData name="Arun Sunar" userId="3fa9774ca67c7ab5" providerId="LiveId" clId="{147FFB81-3BCE-4A5E-A297-29A0D2C63311}" dt="2023-08-09T06:42:39.113" v="92" actId="14100"/>
        <pc:sldMkLst>
          <pc:docMk/>
          <pc:sldMk cId="310712404" sldId="269"/>
        </pc:sldMkLst>
        <pc:picChg chg="add mod">
          <ac:chgData name="Arun Sunar" userId="3fa9774ca67c7ab5" providerId="LiveId" clId="{147FFB81-3BCE-4A5E-A297-29A0D2C63311}" dt="2023-08-09T06:42:39.113" v="92" actId="14100"/>
          <ac:picMkLst>
            <pc:docMk/>
            <pc:sldMk cId="310712404" sldId="269"/>
            <ac:picMk id="3" creationId="{88400833-919F-B2B5-A8C6-6AFEB24C1FB2}"/>
          </ac:picMkLst>
        </pc:picChg>
        <pc:picChg chg="del">
          <ac:chgData name="Arun Sunar" userId="3fa9774ca67c7ab5" providerId="LiveId" clId="{147FFB81-3BCE-4A5E-A297-29A0D2C63311}" dt="2023-08-09T06:42:32.544" v="89" actId="478"/>
          <ac:picMkLst>
            <pc:docMk/>
            <pc:sldMk cId="310712404" sldId="269"/>
            <ac:picMk id="9" creationId="{B1768C82-49E6-A1DD-C862-636F646CC55C}"/>
          </ac:picMkLst>
        </pc:picChg>
      </pc:sldChg>
      <pc:sldChg chg="modSp new mod ord">
        <pc:chgData name="Arun Sunar" userId="3fa9774ca67c7ab5" providerId="LiveId" clId="{147FFB81-3BCE-4A5E-A297-29A0D2C63311}" dt="2023-08-09T06:50:08.082" v="171" actId="313"/>
        <pc:sldMkLst>
          <pc:docMk/>
          <pc:sldMk cId="3303994595" sldId="270"/>
        </pc:sldMkLst>
        <pc:spChg chg="mod">
          <ac:chgData name="Arun Sunar" userId="3fa9774ca67c7ab5" providerId="LiveId" clId="{147FFB81-3BCE-4A5E-A297-29A0D2C63311}" dt="2023-08-09T06:49:36.190" v="98" actId="20577"/>
          <ac:spMkLst>
            <pc:docMk/>
            <pc:sldMk cId="3303994595" sldId="270"/>
            <ac:spMk id="2" creationId="{5FD84DAC-09F0-1BEE-A2A5-4D6309006D44}"/>
          </ac:spMkLst>
        </pc:spChg>
        <pc:spChg chg="mod">
          <ac:chgData name="Arun Sunar" userId="3fa9774ca67c7ab5" providerId="LiveId" clId="{147FFB81-3BCE-4A5E-A297-29A0D2C63311}" dt="2023-08-09T06:50:08.082" v="171" actId="313"/>
          <ac:spMkLst>
            <pc:docMk/>
            <pc:sldMk cId="3303994595" sldId="270"/>
            <ac:spMk id="3" creationId="{3DFADC97-3580-A580-CA23-D74448BB1048}"/>
          </ac:spMkLst>
        </pc:spChg>
      </pc:sldChg>
      <pc:sldChg chg="addSp delSp modSp add mod">
        <pc:chgData name="Arun Sunar" userId="3fa9774ca67c7ab5" providerId="LiveId" clId="{147FFB81-3BCE-4A5E-A297-29A0D2C63311}" dt="2023-08-14T14:22:24.252" v="197" actId="20577"/>
        <pc:sldMkLst>
          <pc:docMk/>
          <pc:sldMk cId="2204954478" sldId="271"/>
        </pc:sldMkLst>
        <pc:spChg chg="mod">
          <ac:chgData name="Arun Sunar" userId="3fa9774ca67c7ab5" providerId="LiveId" clId="{147FFB81-3BCE-4A5E-A297-29A0D2C63311}" dt="2023-08-14T14:22:24.252" v="197" actId="20577"/>
          <ac:spMkLst>
            <pc:docMk/>
            <pc:sldMk cId="2204954478" sldId="271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14T14:22:14.031" v="177"/>
          <ac:spMkLst>
            <pc:docMk/>
            <pc:sldMk cId="2204954478" sldId="271"/>
            <ac:spMk id="3" creationId="{52F5C353-8E85-4184-BC75-1E7E57173ACB}"/>
          </ac:spMkLst>
        </pc:spChg>
        <pc:spChg chg="add del">
          <ac:chgData name="Arun Sunar" userId="3fa9774ca67c7ab5" providerId="LiveId" clId="{147FFB81-3BCE-4A5E-A297-29A0D2C63311}" dt="2023-08-14T14:21:40.183" v="174"/>
          <ac:spMkLst>
            <pc:docMk/>
            <pc:sldMk cId="2204954478" sldId="271"/>
            <ac:spMk id="4" creationId="{3B6529C0-B4E1-62B7-74A4-F1AA4A1CD25D}"/>
          </ac:spMkLst>
        </pc:spChg>
        <pc:spChg chg="add del">
          <ac:chgData name="Arun Sunar" userId="3fa9774ca67c7ab5" providerId="LiveId" clId="{147FFB81-3BCE-4A5E-A297-29A0D2C63311}" dt="2023-08-14T14:21:59.193" v="176"/>
          <ac:spMkLst>
            <pc:docMk/>
            <pc:sldMk cId="2204954478" sldId="271"/>
            <ac:spMk id="5" creationId="{0275F416-F8B6-52BB-2D39-B93C8CA9F149}"/>
          </ac:spMkLst>
        </pc:spChg>
      </pc:sldChg>
      <pc:sldChg chg="addSp delSp modSp add mod">
        <pc:chgData name="Arun Sunar" userId="3fa9774ca67c7ab5" providerId="LiveId" clId="{147FFB81-3BCE-4A5E-A297-29A0D2C63311}" dt="2023-08-14T14:24:32.845" v="210" actId="20577"/>
        <pc:sldMkLst>
          <pc:docMk/>
          <pc:sldMk cId="3248222009" sldId="272"/>
        </pc:sldMkLst>
        <pc:spChg chg="mod">
          <ac:chgData name="Arun Sunar" userId="3fa9774ca67c7ab5" providerId="LiveId" clId="{147FFB81-3BCE-4A5E-A297-29A0D2C63311}" dt="2023-08-14T14:24:32.845" v="210" actId="20577"/>
          <ac:spMkLst>
            <pc:docMk/>
            <pc:sldMk cId="3248222009" sldId="272"/>
            <ac:spMk id="3" creationId="{52F5C353-8E85-4184-BC75-1E7E57173ACB}"/>
          </ac:spMkLst>
        </pc:spChg>
        <pc:spChg chg="add del">
          <ac:chgData name="Arun Sunar" userId="3fa9774ca67c7ab5" providerId="LiveId" clId="{147FFB81-3BCE-4A5E-A297-29A0D2C63311}" dt="2023-08-14T14:23:36.550" v="206"/>
          <ac:spMkLst>
            <pc:docMk/>
            <pc:sldMk cId="3248222009" sldId="272"/>
            <ac:spMk id="4" creationId="{702587FD-7147-72CA-DCD5-B3E913104858}"/>
          </ac:spMkLst>
        </pc:spChg>
      </pc:sldChg>
      <pc:sldChg chg="addSp delSp modSp add mod">
        <pc:chgData name="Arun Sunar" userId="3fa9774ca67c7ab5" providerId="LiveId" clId="{147FFB81-3BCE-4A5E-A297-29A0D2C63311}" dt="2023-08-14T14:24:59.346" v="215" actId="27636"/>
        <pc:sldMkLst>
          <pc:docMk/>
          <pc:sldMk cId="3273284275" sldId="273"/>
        </pc:sldMkLst>
        <pc:spChg chg="mod">
          <ac:chgData name="Arun Sunar" userId="3fa9774ca67c7ab5" providerId="LiveId" clId="{147FFB81-3BCE-4A5E-A297-29A0D2C63311}" dt="2023-08-14T14:24:59.346" v="215" actId="27636"/>
          <ac:spMkLst>
            <pc:docMk/>
            <pc:sldMk cId="3273284275" sldId="273"/>
            <ac:spMk id="3" creationId="{52F5C353-8E85-4184-BC75-1E7E57173ACB}"/>
          </ac:spMkLst>
        </pc:spChg>
        <pc:spChg chg="add del">
          <ac:chgData name="Arun Sunar" userId="3fa9774ca67c7ab5" providerId="LiveId" clId="{147FFB81-3BCE-4A5E-A297-29A0D2C63311}" dt="2023-08-14T14:24:50.872" v="213"/>
          <ac:spMkLst>
            <pc:docMk/>
            <pc:sldMk cId="3273284275" sldId="273"/>
            <ac:spMk id="4" creationId="{D61B813D-E2D5-8859-4B39-8FE53909FE9C}"/>
          </ac:spMkLst>
        </pc:spChg>
      </pc:sldChg>
      <pc:sldChg chg="modSp add mod">
        <pc:chgData name="Arun Sunar" userId="3fa9774ca67c7ab5" providerId="LiveId" clId="{147FFB81-3BCE-4A5E-A297-29A0D2C63311}" dt="2023-08-14T14:28:50.111" v="252" actId="27636"/>
        <pc:sldMkLst>
          <pc:docMk/>
          <pc:sldMk cId="1996848803" sldId="274"/>
        </pc:sldMkLst>
        <pc:spChg chg="mod">
          <ac:chgData name="Arun Sunar" userId="3fa9774ca67c7ab5" providerId="LiveId" clId="{147FFB81-3BCE-4A5E-A297-29A0D2C63311}" dt="2023-08-14T14:28:15.270" v="244" actId="20577"/>
          <ac:spMkLst>
            <pc:docMk/>
            <pc:sldMk cId="1996848803" sldId="274"/>
            <ac:spMk id="2" creationId="{43770B5C-CDA2-7EE6-E34A-0466774C35DE}"/>
          </ac:spMkLst>
        </pc:spChg>
        <pc:spChg chg="mod">
          <ac:chgData name="Arun Sunar" userId="3fa9774ca67c7ab5" providerId="LiveId" clId="{147FFB81-3BCE-4A5E-A297-29A0D2C63311}" dt="2023-08-14T14:28:50.111" v="252" actId="27636"/>
          <ac:spMkLst>
            <pc:docMk/>
            <pc:sldMk cId="1996848803" sldId="274"/>
            <ac:spMk id="3" creationId="{52F5C353-8E85-4184-BC75-1E7E57173ACB}"/>
          </ac:spMkLst>
        </pc:spChg>
      </pc:sldChg>
      <pc:sldChg chg="addSp delSp modSp add mod">
        <pc:chgData name="Arun Sunar" userId="3fa9774ca67c7ab5" providerId="LiveId" clId="{147FFB81-3BCE-4A5E-A297-29A0D2C63311}" dt="2023-08-14T14:29:22.596" v="260" actId="27636"/>
        <pc:sldMkLst>
          <pc:docMk/>
          <pc:sldMk cId="1954992153" sldId="275"/>
        </pc:sldMkLst>
        <pc:spChg chg="mod">
          <ac:chgData name="Arun Sunar" userId="3fa9774ca67c7ab5" providerId="LiveId" clId="{147FFB81-3BCE-4A5E-A297-29A0D2C63311}" dt="2023-08-14T14:29:22.596" v="260" actId="27636"/>
          <ac:spMkLst>
            <pc:docMk/>
            <pc:sldMk cId="1954992153" sldId="275"/>
            <ac:spMk id="3" creationId="{52F5C353-8E85-4184-BC75-1E7E57173ACB}"/>
          </ac:spMkLst>
        </pc:spChg>
        <pc:spChg chg="add del">
          <ac:chgData name="Arun Sunar" userId="3fa9774ca67c7ab5" providerId="LiveId" clId="{147FFB81-3BCE-4A5E-A297-29A0D2C63311}" dt="2023-08-14T14:29:22.438" v="257"/>
          <ac:spMkLst>
            <pc:docMk/>
            <pc:sldMk cId="1954992153" sldId="275"/>
            <ac:spMk id="4" creationId="{8BCE6AE0-3943-D008-2DD0-C18C108E990F}"/>
          </ac:spMkLst>
        </pc:spChg>
      </pc:sldChg>
      <pc:sldChg chg="modSp new mod">
        <pc:chgData name="Arun Sunar" userId="3fa9774ca67c7ab5" providerId="LiveId" clId="{147FFB81-3BCE-4A5E-A297-29A0D2C63311}" dt="2023-08-14T14:40:19.914" v="288"/>
        <pc:sldMkLst>
          <pc:docMk/>
          <pc:sldMk cId="3469829736" sldId="276"/>
        </pc:sldMkLst>
        <pc:spChg chg="mod">
          <ac:chgData name="Arun Sunar" userId="3fa9774ca67c7ab5" providerId="LiveId" clId="{147FFB81-3BCE-4A5E-A297-29A0D2C63311}" dt="2023-08-14T14:30:18.617" v="272" actId="20577"/>
          <ac:spMkLst>
            <pc:docMk/>
            <pc:sldMk cId="3469829736" sldId="276"/>
            <ac:spMk id="2" creationId="{A0B83015-7698-E7B5-DAE6-2DC0E173EE6A}"/>
          </ac:spMkLst>
        </pc:spChg>
        <pc:spChg chg="mod">
          <ac:chgData name="Arun Sunar" userId="3fa9774ca67c7ab5" providerId="LiveId" clId="{147FFB81-3BCE-4A5E-A297-29A0D2C63311}" dt="2023-08-14T14:40:19.914" v="288"/>
          <ac:spMkLst>
            <pc:docMk/>
            <pc:sldMk cId="3469829736" sldId="276"/>
            <ac:spMk id="3" creationId="{D517E3EF-8B85-EAFD-D23A-226592FA430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2A94-A6E7-EF6A-68E2-F353D973C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5ED06-C93A-DFE0-2F56-4471EA849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33C6B-86CC-DF31-41B8-42FDB790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9DC8C-61D3-BEDF-8E22-F1CCC38E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BB5E2-5634-2974-D879-1556C642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52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7D7A-0031-5FD3-8A02-CBBC2B057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B087D-4CFB-F618-1C45-28C0F9E38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CA422-661F-E8E2-109F-F510F45C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4827F-5B90-D915-ED1B-06FAB99C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51AC4-A4E2-BDD9-B68D-5506E383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064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6BF46-30C6-C564-A53B-B849A1F4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4AB58-8A0C-0EF5-3E6D-64579B719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E3FD6-1B72-4033-95EF-58442ED67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AA3F2-5E3E-0CBD-EDC0-4E5E76AE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A9C06-D1FB-63A4-A3FF-5A4C53F5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704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0408-85BF-AED2-9EB1-E5A0753B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7823B-549E-C7F5-519F-78A8950BD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C29DD-EC01-4760-1FDB-D75925DC4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5F74-B7BB-E99E-40CB-E853248FE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41996-9915-A9C2-761C-CE62EFED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A9AF9-CD03-8458-0DDA-0CD7D41DD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29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4866-7E57-94D2-CC6D-325AB9715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96A1D-A0C6-49EB-B2BF-3540CE368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CFB1D-03FA-C4AC-36E3-00447EAC0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77C912-5BBF-EEFF-E61D-931A74D96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E0B7FF-1274-2FD7-FDE7-B812C142F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82FD8-EEDB-7EF5-7E35-33AE1B0E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08335-E76C-513A-9EC9-12976BDBB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3EA8B0-AD94-7B48-1647-90BF1D78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02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B421-AC68-7788-3D97-A9F2B47A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14951C-938B-76BC-3E01-C6FDCF3C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8A370-245F-1169-5D8A-A2FE6D0C5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DA66A0-2E3E-CEEC-E6DE-23939EC7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43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9C0D83-27C6-D0AB-4574-5FFFD96D0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2A588-3BC2-9F45-E73C-1BAAB1139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5B90-F5C9-26B7-991C-BD99CCF2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59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8D03B-B86E-AD2C-C15B-A0FCC61A3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9C87B-CAFF-C360-2507-4357F3C40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06DDE-10A3-E8F6-621C-DF03AE623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30E4D-6D48-9314-6487-4E434A4D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C3AEB-764C-E3BD-99C0-8FAD9E446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2B2A7-8DE6-30F6-E631-6A8D6553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40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6791-DC3C-D0E6-CEEB-DA3CE3A36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C3738-DA75-7328-8FBF-1613332EC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83D33-070D-3E0E-6FEB-2E3411EFD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EA353-8D78-33E4-DCE8-14B530C8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8094F-CC2C-FF06-CEA5-EEEFB1EED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CAA18-8F96-DCA7-BEC1-99F75278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01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6FF4-6C5D-E111-0423-5F169773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81FFE-3480-B4C4-6F84-1F4A845E6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2A4BD-5092-97F9-1612-DBCE9D90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1CA0D-2467-A3FF-2EAC-41EF0ECB2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2F7AD-63C6-EA5E-0281-746529F6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370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64C5E-41CF-96AA-87F2-E2566EDF4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31EF1-9CBD-BB74-9178-72D386931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595A3-B97E-7BBC-28C2-011D64BD3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403A8-186A-DCD4-BA1F-6AB88CFE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0886-07C1-9F91-EF02-98C4AE55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084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12EE9-B0B0-A4E3-F8C8-E7A57F68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39317-2F86-85F4-07A5-A6CE38D12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E2084-6428-24DB-A86E-FAF68D908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EF3CD-D7DE-4929-9C04-40B2944BFF97}" type="datetimeFigureOut">
              <a:rPr lang="en-IN" smtClean="0"/>
              <a:t>29-04-2024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16DF-B546-0A60-B826-07ECC393B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C72FE-AE5A-4C12-B8A1-584C1814D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C8146-2BE0-44F4-8F95-D1EC5CF922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70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darogadibia/aspect-oriented-programming-for-dummies-775e1a432da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ebugagent.com/spring-boot-debugging-with-aspect-oriented-programming-aop#heading-logging-aspec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javainsimpleway.com/understanding-the-pointcut-expressions/" TargetMode="External"/><Relationship Id="rId2" Type="http://schemas.openxmlformats.org/officeDocument/2006/relationships/hyperlink" Target="https://reflectoring.io/aop-spr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avaguides.net/2019/05/spring-boot-spring-aop-logging-example-tutorial.html" TargetMode="External"/><Relationship Id="rId4" Type="http://schemas.openxmlformats.org/officeDocument/2006/relationships/hyperlink" Target="https://javatechonline.com/how-to-implement-aop-in-spring-boot-applic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4DAC-09F0-1BEE-A2A5-4D6309006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ADC97-3580-A580-CA23-D74448BB1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have to use </a:t>
            </a:r>
            <a:br>
              <a:rPr lang="en-IN" dirty="0"/>
            </a:br>
            <a:r>
              <a:rPr lang="en-IN" dirty="0"/>
              <a:t>@EnableAspectJAutoProxy in spring boot main class</a:t>
            </a:r>
          </a:p>
        </p:txBody>
      </p:sp>
    </p:spTree>
    <p:extLst>
      <p:ext uri="{BB962C8B-B14F-4D97-AF65-F5344CB8AC3E}">
        <p14:creationId xmlns:p14="http://schemas.microsoft.com/office/powerpoint/2010/main" val="330399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3CA82-F4A7-BEE5-9BA8-F68A22381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579" y="205273"/>
            <a:ext cx="11262049" cy="6335486"/>
          </a:xfrm>
        </p:spPr>
        <p:txBody>
          <a:bodyPr/>
          <a:lstStyle/>
          <a:p>
            <a:r>
              <a:rPr lang="en-US" dirty="0"/>
              <a:t>Aspect-oriented programming (AOP) is defined as a coding approach that helps developers write cleaner, more organized code by separating common tasks, such as logging or error handling, from the main program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10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139E-90BD-AA3E-74B0-391700DC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936"/>
          </a:xfrm>
        </p:spPr>
        <p:txBody>
          <a:bodyPr>
            <a:normAutofit/>
          </a:bodyPr>
          <a:lstStyle/>
          <a:p>
            <a:r>
              <a:rPr lang="en-IN" sz="2800" b="1" i="0" dirty="0">
                <a:solidFill>
                  <a:srgbClr val="080809"/>
                </a:solidFill>
                <a:effectLst/>
                <a:latin typeface="Roboto" panose="02000000000000000000" pitchFamily="2" charset="0"/>
              </a:rPr>
              <a:t>Defining aspects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F1D7-DF0D-DB00-2891-61C9F6540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88" y="1054359"/>
            <a:ext cx="10515600" cy="5075951"/>
          </a:xfrm>
        </p:spPr>
        <p:txBody>
          <a:bodyPr/>
          <a:lstStyle/>
          <a:p>
            <a:r>
              <a:rPr lang="en-US" dirty="0"/>
              <a:t> Aspect: An aspect is a module that encapsulates advice and pointcuts and provides cross-cutting, An application can have any number of aspects. We can implement an aspect using regular class annotated with @Aspect annotation.. For example, you might create an aspect for order validation, another for payment processing, and so on.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A0E61-3463-B9E8-BB1D-3DBB6FB25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150" y="3087752"/>
            <a:ext cx="3048000" cy="355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4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4F653-4327-A4F4-F1CE-E5AA91AE0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1BD2E-A173-7EC4-CF4C-768BBC0C6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936"/>
          </a:xfrm>
        </p:spPr>
        <p:txBody>
          <a:bodyPr>
            <a:normAutofit/>
          </a:bodyPr>
          <a:lstStyle/>
          <a:p>
            <a:r>
              <a:rPr lang="en-IN" sz="2800" b="1" i="0" dirty="0">
                <a:solidFill>
                  <a:srgbClr val="080809"/>
                </a:solidFill>
                <a:effectLst/>
                <a:latin typeface="Roboto" panose="02000000000000000000" pitchFamily="2" charset="0"/>
              </a:rPr>
              <a:t> Determining join points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BAEB7-D945-EB80-A851-E289AF5F2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88" y="1054359"/>
            <a:ext cx="10515600" cy="50759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b="0" i="0" dirty="0">
                <a:solidFill>
                  <a:srgbClr val="080809"/>
                </a:solidFill>
                <a:effectLst/>
                <a:latin typeface="PT Serif" panose="020A0603040505020204" pitchFamily="18" charset="0"/>
              </a:rPr>
              <a:t>A join point is a specific point in your program’s execution where an aspect can be applied. For example, a join point for the order validation aspect might be when a new order is submitted. You can define join points in your code using annotations or other markers.</a:t>
            </a:r>
          </a:p>
          <a:p>
            <a:endParaRPr lang="en-US" dirty="0">
              <a:solidFill>
                <a:srgbClr val="080809"/>
              </a:solidFill>
              <a:latin typeface="PT Serif" panose="020A0603040505020204" pitchFamily="18" charset="0"/>
            </a:endParaRPr>
          </a:p>
          <a:p>
            <a:r>
              <a:rPr lang="en-US" b="1" i="0" dirty="0" err="1">
                <a:solidFill>
                  <a:srgbClr val="0C0D0E"/>
                </a:solidFill>
                <a:effectLst/>
                <a:latin typeface="-apple-system"/>
              </a:rPr>
              <a:t>Joinpoint</a:t>
            </a:r>
            <a:r>
              <a:rPr lang="en-US" b="1" i="0" dirty="0">
                <a:solidFill>
                  <a:srgbClr val="0C0D0E"/>
                </a:solidFill>
                <a:effectLst/>
                <a:latin typeface="-apple-system"/>
              </a:rPr>
              <a:t>:</a:t>
            </a:r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 </a:t>
            </a:r>
            <a:r>
              <a:rPr lang="en-US" b="0" i="0" dirty="0">
                <a:solidFill>
                  <a:srgbClr val="4D5B7C"/>
                </a:solidFill>
                <a:effectLst/>
                <a:latin typeface="Inter"/>
              </a:rPr>
              <a:t>A join point is a specific point in the application such as method execution, exception handling, changing object variable values, etc. In Spring AOP a join point is always the execution of a method.</a:t>
            </a:r>
          </a:p>
          <a:p>
            <a:r>
              <a:rPr lang="en-IN"/>
              <a:t>https://www.javaguides.net/2019/05/understanding-spring-aop-concepts-and-terminology-with-example.html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7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91464-5742-A572-4345-28D95F750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34632-F4BC-BD51-D0B0-74C1D6B6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936"/>
          </a:xfrm>
        </p:spPr>
        <p:txBody>
          <a:bodyPr>
            <a:normAutofit/>
          </a:bodyPr>
          <a:lstStyle/>
          <a:p>
            <a:r>
              <a:rPr lang="en-IN" sz="2800" b="1" i="0" dirty="0">
                <a:solidFill>
                  <a:srgbClr val="080809"/>
                </a:solidFill>
                <a:effectLst/>
                <a:latin typeface="Roboto" panose="02000000000000000000" pitchFamily="2" charset="0"/>
              </a:rPr>
              <a:t> What is Advice?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97E36-D0CB-C464-6FE0-058A76ACC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588" y="1054359"/>
            <a:ext cx="10515600" cy="5075951"/>
          </a:xfrm>
        </p:spPr>
        <p:txBody>
          <a:bodyPr/>
          <a:lstStyle/>
          <a:p>
            <a:r>
              <a:rPr lang="en-US" b="1" dirty="0"/>
              <a:t>Advice </a:t>
            </a:r>
            <a:r>
              <a:rPr lang="en-US" dirty="0"/>
              <a:t>is additional behavior that will be inserted into the code, at each join point matched by pointcut.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5985C2-1F67-9E87-2D66-ACC64C7DD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33142"/>
            <a:ext cx="9593424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4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59E43E-9D44-676F-5F94-E062D370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6" y="0"/>
            <a:ext cx="12192000" cy="57061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E6F4B3-7350-B84B-CDB3-051F2B3F0F3C}"/>
              </a:ext>
            </a:extLst>
          </p:cNvPr>
          <p:cNvSpPr txBox="1"/>
          <p:nvPr/>
        </p:nvSpPr>
        <p:spPr>
          <a:xfrm>
            <a:off x="83976" y="5775650"/>
            <a:ext cx="1194318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Aspect: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An aspect is a module that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encapsulates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inter-bold"/>
              </a:rPr>
              <a:t>advice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and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inter-bold"/>
              </a:rPr>
              <a:t>pointcuts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and provides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inter-bold"/>
              </a:rPr>
              <a:t>cross-cutting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An application can have any number of aspects. We can implement an aspect using regular class annotated with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inter-bold"/>
              </a:rPr>
              <a:t>@Aspect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 annotation.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121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51F88-9917-7888-BB3F-ADF356009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16" y="158620"/>
            <a:ext cx="10952584" cy="6447453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Aspect: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An aspect is a module that encapsulates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advice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and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pointcuts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and provides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cross-cutting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An application can have any number of aspects. We can implement an aspect using regular class annotated with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@Aspect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annotation.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Pointcut: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 pointcut is an expression that selects one or more join points where advice is executed. We can define pointcuts using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expressions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or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patterns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 It uses different kinds of expressions that matched with the join points. In Spring Framework,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AspectJ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pointcut expression language is used.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Join point: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 join point is a point in the application where we apply an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AOP aspect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 Or it is a specific execution instance of an advice. In AOP, join point can be a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method execution, exception handling, changing object variable value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,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Advice: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The advice is an action that we take either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before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or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after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the method execution. The action is a piece of code that invokes during the program execution. There are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five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types of advices in the Spring AOP framework: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before, after, after-returning, after-throwing, 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and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around advice. 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Advices are taken for a particular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join point. 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We will discuss these advices further in this section.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Target object: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An object on which advices are applied, is called the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target object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 Target objects are always a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proxied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It means a subclass is created at run time in which the target method is overridden, and advices are included based on their configuration.</a:t>
            </a:r>
          </a:p>
          <a:p>
            <a:r>
              <a:rPr lang="en-US" b="1" i="0" err="1">
                <a:solidFill>
                  <a:srgbClr val="000000"/>
                </a:solidFill>
                <a:effectLst/>
                <a:latin typeface="inter-bold"/>
              </a:rPr>
              <a:t>Weaving</a:t>
            </a:r>
            <a:r>
              <a:rPr lang="en-US" b="1" i="0">
                <a:solidFill>
                  <a:srgbClr val="000000"/>
                </a:solidFill>
                <a:effectLst/>
                <a:latin typeface="inter-bold"/>
              </a:rPr>
              <a:t>: </a:t>
            </a:r>
            <a:r>
              <a:rPr lang="en-US" b="0" i="0">
                <a:solidFill>
                  <a:srgbClr val="3B4045"/>
                </a:solidFill>
                <a:effectLst/>
                <a:latin typeface="-apple-system"/>
              </a:rPr>
              <a:t>Weaving is the process of applying the </a:t>
            </a:r>
            <a:r>
              <a:rPr lang="en-US" b="1" i="0">
                <a:solidFill>
                  <a:srgbClr val="3B4045"/>
                </a:solidFill>
                <a:effectLst/>
                <a:latin typeface="-apple-system"/>
              </a:rPr>
              <a:t>Advices</a:t>
            </a:r>
            <a:r>
              <a:rPr lang="en-US" b="0" i="0">
                <a:solidFill>
                  <a:srgbClr val="3B4045"/>
                </a:solidFill>
                <a:effectLst/>
                <a:latin typeface="-apple-system"/>
              </a:rPr>
              <a:t> to the </a:t>
            </a:r>
            <a:r>
              <a:rPr lang="en-US" b="1" i="0">
                <a:solidFill>
                  <a:srgbClr val="3B4045"/>
                </a:solidFill>
                <a:effectLst/>
                <a:latin typeface="-apple-system"/>
              </a:rPr>
              <a:t>Target</a:t>
            </a:r>
            <a:r>
              <a:rPr lang="en-US" b="0" i="0">
                <a:solidFill>
                  <a:srgbClr val="3B4045"/>
                </a:solidFill>
                <a:effectLst/>
                <a:latin typeface="-apple-system"/>
              </a:rPr>
              <a:t> objects at given </a:t>
            </a:r>
            <a:r>
              <a:rPr lang="en-US" b="1" i="0">
                <a:solidFill>
                  <a:srgbClr val="3B4045"/>
                </a:solidFill>
                <a:effectLst/>
                <a:latin typeface="-apple-system"/>
              </a:rPr>
              <a:t>pointcuts</a:t>
            </a:r>
            <a:r>
              <a:rPr lang="en-US" b="0" i="0">
                <a:solidFill>
                  <a:srgbClr val="3B4045"/>
                </a:solidFill>
                <a:effectLst/>
                <a:latin typeface="-apple-system"/>
              </a:rPr>
              <a:t> to get the Proxy Objects.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It is a process of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linking aspects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with other application types. We can perform weaving at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run time, load time,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and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compile time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52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6BBCF-42D2-29B7-1C06-0296E76A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E430E-4C8B-DD40-47B7-6869C8257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realm of software development, certain functionalities or concerns spread across multiple parts of an application, affecting various modules. These are known as cross-cutting concerns</a:t>
            </a:r>
          </a:p>
          <a:p>
            <a:r>
              <a:rPr lang="en-US" dirty="0"/>
              <a:t>Join Point: These are specific points in your code where your aspect’s advice can run. For example, method executions, object creations, or exception handling can be Join points.</a:t>
            </a:r>
          </a:p>
          <a:p>
            <a:r>
              <a:rPr lang="en-US" dirty="0"/>
              <a:t> Weaving: Weaving is the process of integrating your aspects into your application code. In Spring Boot this happens automatically, so you don’t have to worry about it.</a:t>
            </a:r>
          </a:p>
          <a:p>
            <a:r>
              <a:rPr lang="en-IN" dirty="0">
                <a:hlinkClick r:id="rId2"/>
              </a:rPr>
              <a:t>https://medium.com/@darogadibia/aspect-oriented-programming-for-dummies-775e1a432daa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710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C2CC-A81C-3BE5-0A1D-496CCBAB6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AFAB-CC72-1B7F-BE06-BEC987912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These are specific points in your program, such as method executions, object instantiations, or even field access, where you might want to inject additional behavior or logic.</a:t>
            </a:r>
          </a:p>
          <a:p>
            <a:endParaRPr lang="en-US" dirty="0"/>
          </a:p>
          <a:p>
            <a:r>
              <a:rPr lang="en-IN" dirty="0">
                <a:hlinkClick r:id="rId2"/>
              </a:rPr>
              <a:t>https://debugagent.com/spring-boot-debugging-with-aspect-oriented-programming-aop#heading-logging-aspect</a:t>
            </a:r>
            <a:r>
              <a:rPr lang="en-US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9751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ot-27_2">
            <a:extLst>
              <a:ext uri="{FF2B5EF4-FFF2-40B4-BE49-F238E27FC236}">
                <a16:creationId xmlns:a16="http://schemas.microsoft.com/office/drawing/2014/main" id="{2CF0A916-4735-60E6-BD38-A641FCE5F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773362"/>
            <a:ext cx="4610100" cy="279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9D8662-0E10-C47A-07C2-371F1C21EAF8}"/>
              </a:ext>
            </a:extLst>
          </p:cNvPr>
          <p:cNvSpPr txBox="1"/>
          <p:nvPr/>
        </p:nvSpPr>
        <p:spPr>
          <a:xfrm>
            <a:off x="268255" y="693647"/>
            <a:ext cx="118242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In Spring, aspects are woven into Spring-managed beans at runtime by wrapping them with a proxy class.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The proxy class poses as the target bean, intercepting advised method calls and forwarding those calls to the target bean.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-apple-system"/>
              </a:rPr>
              <a:t>Between the time when the proxy intercepts the method call and the time when it invokes the target bean's method, the proxy performs the aspect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53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AFC0B9-42A4-58F5-E46D-D0827D98C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4534"/>
            <a:ext cx="12192000" cy="552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29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1768C82-49E6-A1DD-C862-636F646C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588"/>
            <a:ext cx="12192000" cy="331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42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400833-919F-B2B5-A8C6-6AFEB24C1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611" y="1889626"/>
            <a:ext cx="4122777" cy="3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3788A-73B2-5DB7-2ABD-273FD7A6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Raleway" pitchFamily="2" charset="0"/>
              </a:rPr>
              <a:t>Pointcut(Pointcut Designators)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33E50-5D95-5E44-1FEF-379E86BF2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A pointcut expression starts with a </a:t>
            </a:r>
            <a:r>
              <a:rPr lang="en-US" b="1" i="0" dirty="0">
                <a:solidFill>
                  <a:srgbClr val="000000"/>
                </a:solidFill>
                <a:effectLst/>
                <a:latin typeface="Raleway" pitchFamily="2" charset="0"/>
              </a:rPr>
              <a:t>pointcut designator (PCD)</a:t>
            </a:r>
            <a:r>
              <a:rPr lang="en-US" b="0" i="0" dirty="0">
                <a:solidFill>
                  <a:srgbClr val="000000"/>
                </a:solidFill>
                <a:effectLst/>
                <a:latin typeface="Raleway" pitchFamily="2" charset="0"/>
              </a:rPr>
              <a:t>, which is a keyword telling Spring AOP what to match. There are several pointcut designators, such as the execution of a method, type, method arguments, or annotations.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455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69767A"/>
                </a:solidFill>
                <a:effectLst/>
                <a:latin typeface="Open Sans" panose="020B0606030504020204" pitchFamily="34" charset="0"/>
              </a:rPr>
              <a:t>Pointcut</a:t>
            </a:r>
            <a:r>
              <a:rPr lang="en-US" b="0" i="0" dirty="0">
                <a:solidFill>
                  <a:srgbClr val="69767A"/>
                </a:solidFill>
                <a:effectLst/>
                <a:latin typeface="Open Sans" panose="020B0606030504020204" pitchFamily="34" charset="0"/>
              </a:rPr>
              <a:t> is an </a:t>
            </a:r>
            <a:r>
              <a:rPr lang="en-US" b="1" i="0" dirty="0">
                <a:solidFill>
                  <a:srgbClr val="69767A"/>
                </a:solidFill>
                <a:effectLst/>
                <a:latin typeface="Open Sans" panose="020B0606030504020204" pitchFamily="34" charset="0"/>
              </a:rPr>
              <a:t>expression language</a:t>
            </a:r>
            <a:r>
              <a:rPr lang="en-US" b="0" i="0" dirty="0">
                <a:solidFill>
                  <a:srgbClr val="69767A"/>
                </a:solidFill>
                <a:effectLst/>
                <a:latin typeface="Open Sans" panose="020B0606030504020204" pitchFamily="34" charset="0"/>
              </a:rPr>
              <a:t> of spring AOP which is basically used to match the target methods to apply the advice.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941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Pointcut(</a:t>
            </a:r>
            <a:r>
              <a:rPr lang="en-IN" b="1" i="1" dirty="0">
                <a:solidFill>
                  <a:srgbClr val="000000"/>
                </a:solidFill>
                <a:effectLst/>
                <a:latin typeface="Raleway" pitchFamily="2" charset="0"/>
              </a:rPr>
              <a:t>execution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primary Spring PCD is execution, which matches method execution join points:</a:t>
            </a:r>
          </a:p>
          <a:p>
            <a:endParaRPr lang="en-US" dirty="0"/>
          </a:p>
          <a:p>
            <a:r>
              <a:rPr lang="en-US" dirty="0"/>
              <a:t>@Pointcut("execution(public String </a:t>
            </a:r>
            <a:r>
              <a:rPr lang="en-US" dirty="0" err="1"/>
              <a:t>com.baeldung.pointcutadvice.dao.FooDao.findById</a:t>
            </a:r>
            <a:r>
              <a:rPr lang="en-US" dirty="0"/>
              <a:t>(Long))")</a:t>
            </a:r>
          </a:p>
          <a:p>
            <a:r>
              <a:rPr lang="en-US" dirty="0"/>
              <a:t>Copy</a:t>
            </a:r>
          </a:p>
          <a:p>
            <a:r>
              <a:rPr lang="en-US" dirty="0"/>
              <a:t>This example pointcut will exactly match the execution of the </a:t>
            </a:r>
            <a:r>
              <a:rPr lang="en-US" dirty="0" err="1"/>
              <a:t>findById</a:t>
            </a:r>
            <a:r>
              <a:rPr lang="en-US" dirty="0"/>
              <a:t> method of the </a:t>
            </a:r>
            <a:r>
              <a:rPr lang="en-US" dirty="0" err="1"/>
              <a:t>FooDao</a:t>
            </a:r>
            <a:r>
              <a:rPr lang="en-US" dirty="0"/>
              <a:t> class. This works, but it's not very flexible. Suppose we'd like to match all the methods of the </a:t>
            </a:r>
            <a:r>
              <a:rPr lang="en-US" dirty="0" err="1"/>
              <a:t>FooDao</a:t>
            </a:r>
            <a:r>
              <a:rPr lang="en-US" dirty="0"/>
              <a:t> class, which may have different signatures, return types, and arguments. To achieve this, we can use wildcards:</a:t>
            </a:r>
          </a:p>
          <a:p>
            <a:endParaRPr lang="en-US" dirty="0"/>
          </a:p>
          <a:p>
            <a:r>
              <a:rPr lang="en-US" dirty="0"/>
              <a:t>@Pointcut("execution(* </a:t>
            </a:r>
            <a:r>
              <a:rPr lang="en-US" dirty="0" err="1"/>
              <a:t>com.baeldung.pointcutadvice.dao.FooDao</a:t>
            </a:r>
            <a:r>
              <a:rPr lang="en-US" dirty="0"/>
              <a:t>.*(..))")</a:t>
            </a:r>
          </a:p>
          <a:p>
            <a:r>
              <a:rPr lang="en-US" dirty="0"/>
              <a:t>Copy</a:t>
            </a:r>
          </a:p>
          <a:p>
            <a:r>
              <a:rPr lang="en-US" dirty="0"/>
              <a:t>Here, the first wildcard matches any return value, the second matches any method name, and the (..) pattern matches any number of parameters (zero or more).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8604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Pointcut(</a:t>
            </a:r>
            <a:r>
              <a:rPr lang="en-IN" b="1" i="1" dirty="0">
                <a:solidFill>
                  <a:srgbClr val="000000"/>
                </a:solidFill>
                <a:effectLst/>
                <a:latin typeface="Raleway" pitchFamily="2" charset="0"/>
              </a:rPr>
              <a:t>execution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is used to match a </a:t>
            </a:r>
            <a:r>
              <a:rPr lang="en-US" dirty="0" err="1"/>
              <a:t>joinPoint</a:t>
            </a:r>
            <a:r>
              <a:rPr lang="en-US" dirty="0"/>
              <a:t> method’s signature.</a:t>
            </a:r>
          </a:p>
          <a:p>
            <a:r>
              <a:rPr lang="en-IN" dirty="0"/>
              <a:t>@Component  </a:t>
            </a:r>
          </a:p>
          <a:p>
            <a:r>
              <a:rPr lang="en-IN" dirty="0"/>
              <a:t>@Aspect  </a:t>
            </a:r>
          </a:p>
          <a:p>
            <a:r>
              <a:rPr lang="en-IN" dirty="0"/>
              <a:t>public class </a:t>
            </a:r>
            <a:r>
              <a:rPr lang="en-IN" dirty="0" err="1"/>
              <a:t>LoggingAspect</a:t>
            </a:r>
            <a:r>
              <a:rPr lang="en-IN" dirty="0"/>
              <a:t> {  </a:t>
            </a:r>
          </a:p>
          <a:p>
            <a:r>
              <a:rPr lang="en-IN" dirty="0"/>
              <a:t>    ...</a:t>
            </a:r>
          </a:p>
          <a:p>
            <a:r>
              <a:rPr lang="en-IN" dirty="0"/>
              <a:t>    @Pointcut("execution(public void io.reflectoring.springboot.aop.ShipmentService.shipStuffWithBill())")  </a:t>
            </a:r>
          </a:p>
          <a:p>
            <a:r>
              <a:rPr lang="en-IN" dirty="0"/>
              <a:t>    public void </a:t>
            </a:r>
            <a:r>
              <a:rPr lang="en-IN" dirty="0" err="1"/>
              <a:t>logPointcutWithExecution</a:t>
            </a:r>
            <a:r>
              <a:rPr lang="en-IN" dirty="0"/>
              <a:t>(){}  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222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Pointcut(</a:t>
            </a:r>
            <a:r>
              <a:rPr lang="en-IN" b="1" i="1" dirty="0">
                <a:solidFill>
                  <a:srgbClr val="000000"/>
                </a:solidFill>
                <a:effectLst/>
                <a:latin typeface="Raleway" pitchFamily="2" charset="0"/>
              </a:rPr>
              <a:t>execution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above Pointcut will match the method named </a:t>
            </a:r>
            <a:r>
              <a:rPr lang="en-US" dirty="0" err="1"/>
              <a:t>shipStuffWithBill</a:t>
            </a:r>
            <a:r>
              <a:rPr lang="en-US" dirty="0"/>
              <a:t> with the signature public void that lives in the class </a:t>
            </a:r>
            <a:r>
              <a:rPr lang="en-US" dirty="0" err="1"/>
              <a:t>io.reflectoring.springboot.aop.ShipmentService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284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Pointcut(</a:t>
            </a:r>
            <a:r>
              <a:rPr lang="en-IN" b="1" i="1" dirty="0">
                <a:solidFill>
                  <a:srgbClr val="000000"/>
                </a:solidFill>
                <a:effectLst/>
                <a:latin typeface="Raleway" pitchFamily="2" charset="0"/>
              </a:rPr>
              <a:t>within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used to match all the </a:t>
            </a:r>
            <a:r>
              <a:rPr lang="en-US" dirty="0" err="1"/>
              <a:t>JoinPoint</a:t>
            </a:r>
            <a:r>
              <a:rPr lang="en-US" dirty="0"/>
              <a:t> methods in a given class, package, or sub-package.</a:t>
            </a:r>
          </a:p>
          <a:p>
            <a:r>
              <a:rPr lang="en-US" dirty="0"/>
              <a:t>@Pointcut("within(com.baeldung.pointcutadvice.dao.FooDao)")</a:t>
            </a:r>
          </a:p>
          <a:p>
            <a:r>
              <a:rPr lang="en-US" dirty="0"/>
              <a:t>Copy</a:t>
            </a:r>
          </a:p>
          <a:p>
            <a:r>
              <a:rPr lang="en-US" dirty="0"/>
              <a:t>We can also match any type within the </a:t>
            </a:r>
            <a:r>
              <a:rPr lang="en-US" dirty="0" err="1"/>
              <a:t>com.baeldung</a:t>
            </a:r>
            <a:r>
              <a:rPr lang="en-US" dirty="0"/>
              <a:t> package or a sub-package:</a:t>
            </a:r>
          </a:p>
          <a:p>
            <a:endParaRPr lang="en-US" dirty="0"/>
          </a:p>
          <a:p>
            <a:r>
              <a:rPr lang="en-US" dirty="0"/>
              <a:t>@Pointcut("within(com.baeldung..*)")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9338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2C797B-B4E2-2B4B-9F83-03701619B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99" y="534102"/>
            <a:ext cx="9899780" cy="474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1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C96B4F-1919-E984-92EA-6694A8535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188312"/>
              </p:ext>
            </p:extLst>
          </p:nvPr>
        </p:nvGraphicFramePr>
        <p:xfrm>
          <a:off x="1240971" y="989045"/>
          <a:ext cx="9321282" cy="5122507"/>
        </p:xfrm>
        <a:graphic>
          <a:graphicData uri="http://schemas.openxmlformats.org/drawingml/2006/table">
            <a:tbl>
              <a:tblPr/>
              <a:tblGrid>
                <a:gridCol w="4660641">
                  <a:extLst>
                    <a:ext uri="{9D8B030D-6E8A-4147-A177-3AD203B41FA5}">
                      <a16:colId xmlns:a16="http://schemas.microsoft.com/office/drawing/2014/main" val="3005404397"/>
                    </a:ext>
                  </a:extLst>
                </a:gridCol>
                <a:gridCol w="4660641">
                  <a:extLst>
                    <a:ext uri="{9D8B030D-6E8A-4147-A177-3AD203B41FA5}">
                      <a16:colId xmlns:a16="http://schemas.microsoft.com/office/drawing/2014/main" val="3682635540"/>
                    </a:ext>
                  </a:extLst>
                </a:gridCol>
              </a:tblGrid>
              <a:tr h="683001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var(--h4_typography-font-family)"/>
                        </a:rPr>
                        <a:t>Explanation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  <a:latin typeface="var(--h4_typography-font-family)"/>
                        </a:rPr>
                        <a:t>Pattern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56947"/>
                  </a:ext>
                </a:extLst>
              </a:tr>
              <a:tr h="130908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Match with any joinpoint within business package.</a:t>
                      </a:r>
                    </a:p>
                  </a:txBody>
                  <a:tcPr marL="152400" marR="152400" marT="76200" marB="762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"within(</a:t>
                      </a:r>
                      <a:r>
                        <a:rPr lang="en-IN" dirty="0" err="1">
                          <a:effectLst/>
                        </a:rPr>
                        <a:t>com.jbd.business</a:t>
                      </a:r>
                      <a:r>
                        <a:rPr lang="en-IN" dirty="0">
                          <a:effectLst/>
                        </a:rPr>
                        <a:t>.*)"</a:t>
                      </a:r>
                    </a:p>
                  </a:txBody>
                  <a:tcPr marL="152400" marR="152400" marT="76200" marB="762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583463"/>
                  </a:ext>
                </a:extLst>
              </a:tr>
              <a:tr h="130908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Match with any joinpoint within business and its sub-packages</a:t>
                      </a:r>
                    </a:p>
                  </a:txBody>
                  <a:tcPr marL="152400" marR="152400" marT="76200" marB="762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"within(</a:t>
                      </a:r>
                      <a:r>
                        <a:rPr lang="en-IN" dirty="0" err="1">
                          <a:effectLst/>
                        </a:rPr>
                        <a:t>com.jbd.business</a:t>
                      </a:r>
                      <a:r>
                        <a:rPr lang="en-IN" dirty="0">
                          <a:effectLst/>
                        </a:rPr>
                        <a:t>..*)"</a:t>
                      </a:r>
                    </a:p>
                  </a:txBody>
                  <a:tcPr marL="152400" marR="152400" marT="76200" marB="762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905082"/>
                  </a:ext>
                </a:extLst>
              </a:tr>
              <a:tr h="182133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Match with any join point (method) execution where the declared type of the target object (the class) has an @Transactional annotation.</a:t>
                      </a:r>
                    </a:p>
                  </a:txBody>
                  <a:tcPr marL="152400" marR="152400" marT="76200" marB="762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"@within( </a:t>
                      </a:r>
                      <a:r>
                        <a:rPr lang="en-IN" dirty="0" err="1">
                          <a:effectLst/>
                        </a:rPr>
                        <a:t>org.springframework.transaction.annotation.Transactional</a:t>
                      </a:r>
                      <a:r>
                        <a:rPr lang="en-IN" dirty="0">
                          <a:effectLst/>
                        </a:rPr>
                        <a:t> )"</a:t>
                      </a:r>
                    </a:p>
                  </a:txBody>
                  <a:tcPr marL="152400" marR="152400" marT="76200" marB="7620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27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660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Pointcut(@</a:t>
            </a:r>
            <a:r>
              <a:rPr lang="en-IN" b="1" i="1" dirty="0">
                <a:solidFill>
                  <a:srgbClr val="000000"/>
                </a:solidFill>
                <a:effectLst/>
                <a:latin typeface="Raleway" pitchFamily="2" charset="0"/>
              </a:rPr>
              <a:t>within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@Component  </a:t>
            </a:r>
          </a:p>
          <a:p>
            <a:r>
              <a:rPr lang="en-US" dirty="0"/>
              <a:t>@Aspect  </a:t>
            </a:r>
          </a:p>
          <a:p>
            <a:r>
              <a:rPr lang="en-US" dirty="0"/>
              <a:t>public class </a:t>
            </a:r>
            <a:r>
              <a:rPr lang="en-US" dirty="0" err="1"/>
              <a:t>LoggingAspect</a:t>
            </a:r>
            <a:r>
              <a:rPr lang="en-US" dirty="0"/>
              <a:t> {</a:t>
            </a:r>
          </a:p>
          <a:p>
            <a:r>
              <a:rPr lang="en-US" dirty="0"/>
              <a:t>    ...</a:t>
            </a:r>
          </a:p>
          <a:p>
            <a:r>
              <a:rPr lang="en-US" dirty="0"/>
              <a:t>    @Pointcut("within(io.reflectoring.springboot.aop.BillingService)")  </a:t>
            </a:r>
          </a:p>
          <a:p>
            <a:r>
              <a:rPr lang="en-US" dirty="0"/>
              <a:t>	public void </a:t>
            </a:r>
            <a:r>
              <a:rPr lang="en-US" dirty="0" err="1"/>
              <a:t>logPointcutWithin</a:t>
            </a:r>
            <a:r>
              <a:rPr lang="en-US" dirty="0"/>
              <a:t>() {}  </a:t>
            </a:r>
          </a:p>
          <a:p>
            <a:r>
              <a:rPr lang="en-US" dirty="0"/>
              <a:t>	  </a:t>
            </a:r>
          </a:p>
          <a:p>
            <a:r>
              <a:rPr lang="en-US" dirty="0"/>
              <a:t>	@Before("logPointcutWithin()")  </a:t>
            </a:r>
          </a:p>
          <a:p>
            <a:r>
              <a:rPr lang="en-US" dirty="0"/>
              <a:t>	public void </a:t>
            </a:r>
            <a:r>
              <a:rPr lang="en-US" dirty="0" err="1"/>
              <a:t>logMethodCallsWithinAdvice</a:t>
            </a:r>
            <a:r>
              <a:rPr lang="en-US" dirty="0"/>
              <a:t>() {  </a:t>
            </a:r>
          </a:p>
          <a:p>
            <a:r>
              <a:rPr lang="en-US" dirty="0"/>
              <a:t>	    </a:t>
            </a:r>
            <a:r>
              <a:rPr lang="en-US" dirty="0" err="1"/>
              <a:t>System.out.println</a:t>
            </a:r>
            <a:r>
              <a:rPr lang="en-US" dirty="0"/>
              <a:t>("In Aspect from within");  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6901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Within vs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execution() - match a </a:t>
            </a:r>
            <a:r>
              <a:rPr lang="en-US" dirty="0" err="1"/>
              <a:t>joinPoint</a:t>
            </a:r>
            <a:r>
              <a:rPr lang="en-US" dirty="0"/>
              <a:t> method’s signature</a:t>
            </a:r>
          </a:p>
          <a:p>
            <a:r>
              <a:rPr lang="en-US" dirty="0"/>
              <a:t>within() - match all the </a:t>
            </a:r>
            <a:r>
              <a:rPr lang="en-US" dirty="0" err="1"/>
              <a:t>JoinPoint</a:t>
            </a:r>
            <a:r>
              <a:rPr lang="en-US" dirty="0"/>
              <a:t> methods in a given class, package, or sub-package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954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Pointcut(</a:t>
            </a:r>
            <a:r>
              <a:rPr lang="en-IN" b="1" i="1" dirty="0" err="1">
                <a:solidFill>
                  <a:srgbClr val="000000"/>
                </a:solidFill>
                <a:effectLst/>
                <a:latin typeface="Raleway" pitchFamily="2" charset="0"/>
              </a:rPr>
              <a:t>args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882"/>
            <a:ext cx="10515600" cy="462808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args</a:t>
            </a:r>
            <a:r>
              <a:rPr lang="en-US" dirty="0"/>
              <a:t> and @args designators</a:t>
            </a:r>
          </a:p>
          <a:p>
            <a:r>
              <a:rPr lang="en-US" dirty="0"/>
              <a:t>The </a:t>
            </a:r>
            <a:r>
              <a:rPr lang="en-US" dirty="0" err="1"/>
              <a:t>args</a:t>
            </a:r>
            <a:r>
              <a:rPr lang="en-US" dirty="0"/>
              <a:t> limits matching to join points (the execution of methods) where the arguments are instances of a given types.</a:t>
            </a:r>
          </a:p>
          <a:p>
            <a:endParaRPr lang="en-US" dirty="0"/>
          </a:p>
          <a:p>
            <a:r>
              <a:rPr lang="en-US" dirty="0"/>
              <a:t>For example, any join point (method execution) that takes a single parameter and where the argument passed at runtime is Serializable.</a:t>
            </a:r>
          </a:p>
          <a:p>
            <a:endParaRPr lang="en-US" dirty="0"/>
          </a:p>
          <a:p>
            <a:r>
              <a:rPr lang="en-US" dirty="0"/>
              <a:t>"</a:t>
            </a:r>
            <a:r>
              <a:rPr lang="en-US" dirty="0" err="1"/>
              <a:t>args</a:t>
            </a:r>
            <a:r>
              <a:rPr lang="en-US" dirty="0"/>
              <a:t>(</a:t>
            </a:r>
            <a:r>
              <a:rPr lang="en-US" dirty="0" err="1"/>
              <a:t>java.io.Serializable</a:t>
            </a:r>
            <a:r>
              <a:rPr lang="en-US" dirty="0"/>
              <a:t>)"</a:t>
            </a:r>
          </a:p>
          <a:p>
            <a:r>
              <a:rPr lang="en-US" dirty="0"/>
              <a:t>Similarly, the </a:t>
            </a:r>
            <a:r>
              <a:rPr lang="en-US" dirty="0" err="1"/>
              <a:t>args</a:t>
            </a:r>
            <a:r>
              <a:rPr lang="en-US" dirty="0"/>
              <a:t> limits the matching to join points where the runtime type of the actual arguments passed have annotations of the given types.</a:t>
            </a:r>
          </a:p>
          <a:p>
            <a:endParaRPr lang="en-US" dirty="0"/>
          </a:p>
          <a:p>
            <a:r>
              <a:rPr lang="en-US" dirty="0"/>
              <a:t>For example, any join point (method execution) which takes a single parameter, and where the runtime type of the argument passed has the @Classified annotation:</a:t>
            </a:r>
          </a:p>
          <a:p>
            <a:endParaRPr lang="en-US" dirty="0"/>
          </a:p>
          <a:p>
            <a:r>
              <a:rPr lang="en-US" dirty="0"/>
              <a:t>"@</a:t>
            </a:r>
            <a:r>
              <a:rPr lang="en-US" dirty="0" err="1"/>
              <a:t>args</a:t>
            </a:r>
            <a:r>
              <a:rPr lang="en-US" dirty="0"/>
              <a:t>(</a:t>
            </a:r>
            <a:r>
              <a:rPr lang="en-US" dirty="0" err="1"/>
              <a:t>com.jbd.security.Classified</a:t>
            </a:r>
            <a:r>
              <a:rPr lang="en-US" dirty="0"/>
              <a:t>)"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9515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@annotation designator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@annotation designator limits matching to join points where the subject of the join point (the method being executed) has the given annotation.</a:t>
            </a:r>
          </a:p>
          <a:p>
            <a:endParaRPr lang="en-US" dirty="0"/>
          </a:p>
          <a:p>
            <a:r>
              <a:rPr lang="en-US" dirty="0"/>
              <a:t>NOTE: The @annotation limits the matching of </a:t>
            </a:r>
            <a:r>
              <a:rPr lang="en-US" dirty="0" err="1"/>
              <a:t>joinpoint</a:t>
            </a:r>
            <a:r>
              <a:rPr lang="en-US" dirty="0"/>
              <a:t> where the method has the given annotation, whereas the @within matches if a class has the annotation.</a:t>
            </a:r>
          </a:p>
          <a:p>
            <a:endParaRPr lang="en-US" dirty="0"/>
          </a:p>
          <a:p>
            <a:r>
              <a:rPr lang="en-US" dirty="0"/>
              <a:t>Example, match with any join point (method execution) where the executing method has an @Transactional annotation.</a:t>
            </a:r>
          </a:p>
          <a:p>
            <a:endParaRPr lang="en-US" dirty="0"/>
          </a:p>
          <a:p>
            <a:r>
              <a:rPr lang="en-US" dirty="0"/>
              <a:t>"@annotation(</a:t>
            </a:r>
            <a:r>
              <a:rPr lang="en-US" dirty="0" err="1"/>
              <a:t>org.springframework.transaction.annotation.Transactional</a:t>
            </a:r>
            <a:r>
              <a:rPr lang="en-US" dirty="0"/>
              <a:t>)"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0253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bean Pointcut designator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bean PCD lets you limit the matching of join points to a particular named Spring bean or to a set of named Spring beans (when using wildcards).</a:t>
            </a:r>
          </a:p>
          <a:p>
            <a:endParaRPr lang="en-US" dirty="0"/>
          </a:p>
          <a:p>
            <a:r>
              <a:rPr lang="en-US" dirty="0"/>
              <a:t>Example, any join point (method execution) on Spring beans having names that match the wildcard expression *Manager.</a:t>
            </a:r>
          </a:p>
          <a:p>
            <a:endParaRPr lang="en-US" dirty="0"/>
          </a:p>
          <a:p>
            <a:r>
              <a:rPr lang="en-US" dirty="0"/>
              <a:t>"bean(*Manager)"</a:t>
            </a:r>
          </a:p>
          <a:p>
            <a:r>
              <a:rPr lang="en-US" dirty="0"/>
              <a:t>Another example, any join point where the Spring bean name is </a:t>
            </a:r>
            <a:r>
              <a:rPr lang="en-US" dirty="0" err="1"/>
              <a:t>accountRepository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577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Pointcut(</a:t>
            </a:r>
            <a:r>
              <a:rPr lang="en-IN" b="1" i="0" dirty="0">
                <a:solidFill>
                  <a:srgbClr val="222222"/>
                </a:solidFill>
                <a:effectLst/>
                <a:latin typeface="oswald" panose="00000500000000000000" pitchFamily="2" charset="0"/>
              </a:rPr>
              <a:t>@annotation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This is used to match a </a:t>
            </a:r>
            <a:r>
              <a:rPr lang="en-US" dirty="0" err="1"/>
              <a:t>JointPoint</a:t>
            </a:r>
            <a:r>
              <a:rPr lang="en-US" dirty="0"/>
              <a:t> method annotated with a given annotation. We used it in our first example of AOP.</a:t>
            </a:r>
          </a:p>
          <a:p>
            <a:r>
              <a:rPr lang="en-IN" dirty="0"/>
              <a:t>@Component  </a:t>
            </a:r>
          </a:p>
          <a:p>
            <a:r>
              <a:rPr lang="en-IN" dirty="0"/>
              <a:t>@Aspect  </a:t>
            </a:r>
          </a:p>
          <a:p>
            <a:r>
              <a:rPr lang="en-IN" dirty="0"/>
              <a:t>public class </a:t>
            </a:r>
            <a:r>
              <a:rPr lang="en-IN" dirty="0" err="1"/>
              <a:t>LoggingAspect</a:t>
            </a:r>
            <a:r>
              <a:rPr lang="en-IN" dirty="0"/>
              <a:t> {  </a:t>
            </a:r>
          </a:p>
          <a:p>
            <a:r>
              <a:rPr lang="en-IN" dirty="0"/>
              <a:t>    ...</a:t>
            </a:r>
          </a:p>
          <a:p>
            <a:r>
              <a:rPr lang="en-IN" dirty="0"/>
              <a:t>    @Pointcut("@annotation(Log)")  </a:t>
            </a:r>
          </a:p>
          <a:p>
            <a:r>
              <a:rPr lang="en-IN" dirty="0"/>
              <a:t>    public void </a:t>
            </a:r>
            <a:r>
              <a:rPr lang="en-IN" dirty="0" err="1"/>
              <a:t>logPointcut</a:t>
            </a:r>
            <a:r>
              <a:rPr lang="en-IN" dirty="0"/>
              <a:t>(){  </a:t>
            </a:r>
          </a:p>
          <a:p>
            <a:r>
              <a:rPr lang="en-IN" dirty="0"/>
              <a:t>    }  </a:t>
            </a:r>
          </a:p>
          <a:p>
            <a:r>
              <a:rPr lang="en-IN" dirty="0"/>
              <a:t>    @Before("logPointcut()")  </a:t>
            </a:r>
          </a:p>
          <a:p>
            <a:r>
              <a:rPr lang="en-IN" dirty="0"/>
              <a:t>    public void </a:t>
            </a:r>
            <a:r>
              <a:rPr lang="en-IN" dirty="0" err="1"/>
              <a:t>logAllMethodCallsAdvice</a:t>
            </a:r>
            <a:r>
              <a:rPr lang="en-IN" dirty="0"/>
              <a:t>(){  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("In Aspect");  </a:t>
            </a:r>
          </a:p>
          <a:p>
            <a:r>
              <a:rPr lang="en-IN" dirty="0"/>
              <a:t>  }  </a:t>
            </a:r>
          </a:p>
          <a:p>
            <a:r>
              <a:rPr lang="en-IN" dirty="0"/>
              <a:t>  ...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6848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Pointcut(</a:t>
            </a:r>
            <a:r>
              <a:rPr lang="en-IN" b="1" i="0" dirty="0">
                <a:solidFill>
                  <a:srgbClr val="222222"/>
                </a:solidFill>
                <a:effectLst/>
                <a:latin typeface="oswald" panose="00000500000000000000" pitchFamily="2" charset="0"/>
              </a:rPr>
              <a:t>@annotation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@Service  </a:t>
            </a:r>
          </a:p>
          <a:p>
            <a:r>
              <a:rPr lang="en-US" dirty="0"/>
              <a:t>public class </a:t>
            </a:r>
            <a:r>
              <a:rPr lang="en-US" dirty="0" err="1"/>
              <a:t>ShipmentService</a:t>
            </a:r>
            <a:r>
              <a:rPr lang="en-US" dirty="0"/>
              <a:t> {  </a:t>
            </a:r>
          </a:p>
          <a:p>
            <a:r>
              <a:rPr lang="en-US" dirty="0"/>
              <a:t>  @Log  </a:t>
            </a:r>
          </a:p>
          <a:p>
            <a:r>
              <a:rPr lang="en-US" dirty="0"/>
              <a:t>  // this here is what's called a join point  </a:t>
            </a:r>
          </a:p>
          <a:p>
            <a:r>
              <a:rPr lang="en-US" dirty="0"/>
              <a:t>  public void </a:t>
            </a:r>
            <a:r>
              <a:rPr lang="en-US" dirty="0" err="1"/>
              <a:t>shipStuff</a:t>
            </a:r>
            <a:r>
              <a:rPr lang="en-US" dirty="0"/>
              <a:t>(){  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("In Service");  </a:t>
            </a:r>
          </a:p>
          <a:p>
            <a:r>
              <a:rPr lang="en-US" dirty="0"/>
              <a:t>  }  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992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70B5C-CDA2-7EE6-E34A-0466774C3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i="0" dirty="0">
                <a:solidFill>
                  <a:srgbClr val="000000"/>
                </a:solidFill>
                <a:effectLst/>
                <a:latin typeface="Raleway" pitchFamily="2" charset="0"/>
              </a:rPr>
              <a:t>Combining Pointcut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5C353-8E85-4184-BC75-1E7E5717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Pointcut expressions can be combined using &amp;&amp;, ||, and ! operators:</a:t>
            </a:r>
          </a:p>
          <a:p>
            <a:endParaRPr lang="en-US" dirty="0"/>
          </a:p>
          <a:p>
            <a:r>
              <a:rPr lang="en-US" dirty="0"/>
              <a:t>@Pointcut("@target(org.springframework.stereotype.Repository)")</a:t>
            </a:r>
          </a:p>
          <a:p>
            <a:r>
              <a:rPr lang="en-US" dirty="0"/>
              <a:t>public void </a:t>
            </a:r>
            <a:r>
              <a:rPr lang="en-US" dirty="0" err="1"/>
              <a:t>repositoryMethods</a:t>
            </a:r>
            <a:r>
              <a:rPr lang="en-US" dirty="0"/>
              <a:t>() {}</a:t>
            </a:r>
          </a:p>
          <a:p>
            <a:endParaRPr lang="en-US" dirty="0"/>
          </a:p>
          <a:p>
            <a:r>
              <a:rPr lang="en-US" dirty="0"/>
              <a:t>@Pointcut("execution(* *..create*(Long,..))")</a:t>
            </a:r>
          </a:p>
          <a:p>
            <a:r>
              <a:rPr lang="en-US" dirty="0"/>
              <a:t>public void </a:t>
            </a:r>
            <a:r>
              <a:rPr lang="en-US" dirty="0" err="1"/>
              <a:t>firstLongParamMethods</a:t>
            </a:r>
            <a:r>
              <a:rPr lang="en-US" dirty="0"/>
              <a:t>() {}</a:t>
            </a:r>
          </a:p>
          <a:p>
            <a:endParaRPr lang="en-US" dirty="0"/>
          </a:p>
          <a:p>
            <a:r>
              <a:rPr lang="en-US" dirty="0"/>
              <a:t>@Pointcut("repositoryMethods() &amp;&amp; </a:t>
            </a:r>
            <a:r>
              <a:rPr lang="en-US" dirty="0" err="1"/>
              <a:t>firstLongParamMethods</a:t>
            </a:r>
            <a:r>
              <a:rPr lang="en-US" dirty="0"/>
              <a:t>()")</a:t>
            </a:r>
          </a:p>
          <a:p>
            <a:r>
              <a:rPr lang="en-US" dirty="0"/>
              <a:t>public void </a:t>
            </a:r>
            <a:r>
              <a:rPr lang="en-US" dirty="0" err="1"/>
              <a:t>entityCreationMethods</a:t>
            </a:r>
            <a:r>
              <a:rPr lang="en-US" dirty="0"/>
              <a:t>() {}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6296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3015-7698-E7B5-DAE6-2DC0E173E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9112"/>
          </a:xfrm>
        </p:spPr>
        <p:txBody>
          <a:bodyPr/>
          <a:lstStyle/>
          <a:p>
            <a:r>
              <a:rPr lang="en-IN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E3EF-8B85-EAFD-D23A-226592FA4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5257"/>
          </a:xfrm>
        </p:spPr>
        <p:txBody>
          <a:bodyPr/>
          <a:lstStyle/>
          <a:p>
            <a:r>
              <a:rPr lang="en-US" dirty="0">
                <a:hlinkClick r:id="rId2"/>
              </a:rPr>
              <a:t>AOP with Spring (Boot) (reflectoring.io)</a:t>
            </a:r>
            <a:endParaRPr lang="en-US" dirty="0"/>
          </a:p>
          <a:p>
            <a:r>
              <a:rPr lang="en-US" dirty="0">
                <a:hlinkClick r:id="rId3"/>
              </a:rPr>
              <a:t>Understanding the Pointcut expressions | </a:t>
            </a:r>
            <a:r>
              <a:rPr lang="en-US" dirty="0" err="1">
                <a:hlinkClick r:id="rId3"/>
              </a:rPr>
              <a:t>Javainsimpleway</a:t>
            </a:r>
            <a:endParaRPr lang="en-US" dirty="0"/>
          </a:p>
          <a:p>
            <a:r>
              <a:rPr lang="en-US" dirty="0">
                <a:hlinkClick r:id="rId4"/>
              </a:rPr>
              <a:t>How To Implement AOP In Spring Boot Application? – </a:t>
            </a:r>
            <a:r>
              <a:rPr lang="en-US" dirty="0" err="1">
                <a:hlinkClick r:id="rId4"/>
              </a:rPr>
              <a:t>JavaTechOnline</a:t>
            </a:r>
            <a:endParaRPr lang="en-US" dirty="0"/>
          </a:p>
          <a:p>
            <a:r>
              <a:rPr lang="en-IN" dirty="0">
                <a:hlinkClick r:id="rId5"/>
              </a:rPr>
              <a:t>Spring Boot + Spring AOP Logging Example Tutorial (javaguides.net)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829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1883</Words>
  <Application>Microsoft Office PowerPoint</Application>
  <PresentationFormat>Widescreen</PresentationFormat>
  <Paragraphs>153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-apple-system</vt:lpstr>
      <vt:lpstr>Arial</vt:lpstr>
      <vt:lpstr>Calibri</vt:lpstr>
      <vt:lpstr>Calibri Light</vt:lpstr>
      <vt:lpstr>Inter</vt:lpstr>
      <vt:lpstr>inter-bold</vt:lpstr>
      <vt:lpstr>inter-regular</vt:lpstr>
      <vt:lpstr>Open Sans</vt:lpstr>
      <vt:lpstr>oswald</vt:lpstr>
      <vt:lpstr>PT Serif</vt:lpstr>
      <vt:lpstr>Raleway</vt:lpstr>
      <vt:lpstr>Roboto</vt:lpstr>
      <vt:lpstr>var(--h4_typography-font-family)</vt:lpstr>
      <vt:lpstr>Office Theme</vt:lpstr>
      <vt:lpstr>AOP</vt:lpstr>
      <vt:lpstr>PowerPoint Presentation</vt:lpstr>
      <vt:lpstr>Defining aspects</vt:lpstr>
      <vt:lpstr> Determining join points</vt:lpstr>
      <vt:lpstr> What is Advice?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Pointcut(Pointcut Designators)</vt:lpstr>
      <vt:lpstr>Pointcut</vt:lpstr>
      <vt:lpstr>Pointcut(execution)</vt:lpstr>
      <vt:lpstr>Pointcut(execution)</vt:lpstr>
      <vt:lpstr>Pointcut(execution)</vt:lpstr>
      <vt:lpstr>Pointcut(within)</vt:lpstr>
      <vt:lpstr>PowerPoint Presentation</vt:lpstr>
      <vt:lpstr>PowerPoint Presentation</vt:lpstr>
      <vt:lpstr>Pointcut(@within)</vt:lpstr>
      <vt:lpstr>Within vs execution</vt:lpstr>
      <vt:lpstr>Pointcut(args)</vt:lpstr>
      <vt:lpstr>The @annotation designator</vt:lpstr>
      <vt:lpstr>The bean Pointcut designator</vt:lpstr>
      <vt:lpstr>Pointcut(@annotation)</vt:lpstr>
      <vt:lpstr>Pointcut(@annotation)</vt:lpstr>
      <vt:lpstr>Combining Pointcut Expressions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1</cp:revision>
  <dcterms:created xsi:type="dcterms:W3CDTF">2023-08-09T05:49:25Z</dcterms:created>
  <dcterms:modified xsi:type="dcterms:W3CDTF">2024-04-29T04:20:41Z</dcterms:modified>
</cp:coreProperties>
</file>