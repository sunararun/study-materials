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Sunar" userId="3fa9774ca67c7ab5" providerId="LiveId" clId="{C119AEC5-031B-4917-A5C1-9318D8698618}"/>
    <pc:docChg chg="custSel addSld modSld">
      <pc:chgData name="Arun Sunar" userId="3fa9774ca67c7ab5" providerId="LiveId" clId="{C119AEC5-031B-4917-A5C1-9318D8698618}" dt="2023-10-27T03:23:14.100" v="2" actId="22"/>
      <pc:docMkLst>
        <pc:docMk/>
      </pc:docMkLst>
      <pc:sldChg chg="addSp delSp mod">
        <pc:chgData name="Arun Sunar" userId="3fa9774ca67c7ab5" providerId="LiveId" clId="{C119AEC5-031B-4917-A5C1-9318D8698618}" dt="2023-10-27T03:23:14.100" v="2" actId="22"/>
        <pc:sldMkLst>
          <pc:docMk/>
          <pc:sldMk cId="2541691667" sldId="256"/>
        </pc:sldMkLst>
        <pc:picChg chg="del">
          <ac:chgData name="Arun Sunar" userId="3fa9774ca67c7ab5" providerId="LiveId" clId="{C119AEC5-031B-4917-A5C1-9318D8698618}" dt="2023-10-27T03:23:13.246" v="1" actId="478"/>
          <ac:picMkLst>
            <pc:docMk/>
            <pc:sldMk cId="2541691667" sldId="256"/>
            <ac:picMk id="7" creationId="{99BB9BA2-CC48-3834-4071-47091B8329C7}"/>
          </ac:picMkLst>
        </pc:picChg>
        <pc:picChg chg="add">
          <ac:chgData name="Arun Sunar" userId="3fa9774ca67c7ab5" providerId="LiveId" clId="{C119AEC5-031B-4917-A5C1-9318D8698618}" dt="2023-10-27T03:23:14.100" v="2" actId="22"/>
          <ac:picMkLst>
            <pc:docMk/>
            <pc:sldMk cId="2541691667" sldId="256"/>
            <ac:picMk id="9" creationId="{79FFC75D-9738-B835-E5AA-B17EC9B89A62}"/>
          </ac:picMkLst>
        </pc:picChg>
      </pc:sldChg>
      <pc:sldChg chg="add">
        <pc:chgData name="Arun Sunar" userId="3fa9774ca67c7ab5" providerId="LiveId" clId="{C119AEC5-031B-4917-A5C1-9318D8698618}" dt="2023-10-27T03:23:11.018" v="0" actId="2890"/>
        <pc:sldMkLst>
          <pc:docMk/>
          <pc:sldMk cId="1027740287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6B571-C454-6C1B-BB2E-24108A0E5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C8380-EB68-818A-7FA9-4E77AF19A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00BBC-CA84-4023-CFD3-1BD6DAFD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E0F7D-7916-4C0F-A701-567D6D54F448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19FA5-DB7C-FE9A-08B5-0252FFF4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3C741-D0A3-D5D1-EAF7-8740C846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F613B-A97D-405E-97D4-784D4E1E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34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FCE9-2C83-27D4-3AF2-6E27BCB8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3619E-45E5-73F4-4DA9-439E09FBF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FBB56-99C0-FDB0-09B6-11DC87E96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E0F7D-7916-4C0F-A701-567D6D54F448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8D481-F607-1A06-DA0B-EAC9D3F6A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247CB-8D0A-E269-2BBC-03812FDBE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F613B-A97D-405E-97D4-784D4E1E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13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D6C5F-667A-7AD3-4E52-BA2D8749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43FD7-203F-A1B8-DEA8-C99A12C4D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F4840-5087-8F4E-4476-D7F55C9E3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E0F7D-7916-4C0F-A701-567D6D54F448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3563A-C6D4-2794-C87D-93F227354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0A442-13C5-84C2-0EBD-6CA1E4651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F613B-A97D-405E-97D4-784D4E1E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B77FC-453E-3C72-9F6E-A202ED69C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3B6BA-8C51-6F53-EC87-173C44531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6A9F0-7B64-5596-8751-B068772EA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67F0F-5E93-1777-9E29-CE80AB600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E0F7D-7916-4C0F-A701-567D6D54F448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BC6DE-5C61-8218-DB30-ECB21DFEE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FD357-7B95-0CC7-7C6A-C6BA3BE1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F613B-A97D-405E-97D4-784D4E1E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039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5FAE0-A95A-2B5B-22CC-81AE10AA0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BFE92-273E-385D-9E30-30707DF4C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467DB-BC5F-348C-22FD-EF91BDB12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734D46-2985-4EFB-2B9F-476412B926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9E62B6-D7C1-3ACE-2126-5BE49748EF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593CE1-E2DC-DA3D-5EBF-68D3B0DA6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E0F7D-7916-4C0F-A701-567D6D54F448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E279DF-4B2B-A795-63B1-9C3107A9D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F4162C-0CA1-73F9-8052-2D92E67E7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F613B-A97D-405E-97D4-784D4E1E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40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67E95-9925-464A-A7BC-39352E53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7DB6D3-9F0C-DDFC-C9F2-407CB5A36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E0F7D-7916-4C0F-A701-567D6D54F448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DA9FE-B817-EEE0-84DF-C627A7C4F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8E62C-58E3-1378-40A2-B9498954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F613B-A97D-405E-97D4-784D4E1E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0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5CBE2-46C8-5E4D-71B8-DA49D92BF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E0F7D-7916-4C0F-A701-567D6D54F448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B1CE12-FDD6-5345-7E82-9DEC80409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FCDE0-82AF-18F1-BBC5-7F110A3C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F613B-A97D-405E-97D4-784D4E1E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565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9BC26-A277-959E-B0DD-98E8C5B68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ABE6-FB5E-F2DB-A5F0-AACC41C10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438CD-D18A-3BCE-9F08-C075D7946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C8435-2450-1BA0-CB2E-CBF0D6282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E0F7D-7916-4C0F-A701-567D6D54F448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334F7-0FA3-98EA-3455-D40BB497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9E538-DD4B-9317-8F4A-0803ABEBE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F613B-A97D-405E-97D4-784D4E1E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409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1E36-4EF5-43E5-5481-72D1BD900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0B6ACD-B3C7-E6A3-D90B-0B2891D67C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2C6B79-82BD-D8B5-00DA-801A5F07D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53075-E4AE-0243-A4DC-D0766A838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E0F7D-7916-4C0F-A701-567D6D54F448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2B7D4-4BA1-50EA-F332-F39604DDE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20EAA-A9B8-829D-CC35-4D494573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F613B-A97D-405E-97D4-784D4E1E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46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11E6-7AEA-4A8C-5B63-98CE1C8E5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1CF5E2-E6E8-0EFB-60C5-2D43C90F9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1C4E5-7F41-6694-24FB-6C43025EE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E0F7D-7916-4C0F-A701-567D6D54F448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E10A0-CA96-3152-F2CF-7E160467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64595-204E-9858-C7A0-BA8C2CBB7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F613B-A97D-405E-97D4-784D4E1E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479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B6685C-6135-8E83-4BDE-7432D2F469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E222C-94B0-656A-3A48-4A3D4B8AC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0B2AB-7656-05A0-4D8F-F334296A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E0F7D-7916-4C0F-A701-567D6D54F448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BD23F-B4C8-B2B6-4CB2-802AF16C9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E6EEB-C370-49BA-A6E3-E63C6668B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F613B-A97D-405E-97D4-784D4E1E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744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B39A-6A5C-DC95-A83B-378225746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A068F-CF12-1885-39E6-C193A1068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50AA7-74D8-2107-B677-BA9A12051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E0F7D-7916-4C0F-A701-567D6D54F448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39E12-9288-7A1D-F3CF-70C1E7EFF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1C866-40A5-AFFC-FDAF-5327F5D1A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F613B-A97D-405E-97D4-784D4E1E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260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9FFC75D-9738-B835-E5AA-B17EC9B89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691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9BB9BA2-CC48-3834-4071-47091B832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40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 Sunar</dc:creator>
  <cp:lastModifiedBy>Arun Sunar</cp:lastModifiedBy>
  <cp:revision>1</cp:revision>
  <dcterms:created xsi:type="dcterms:W3CDTF">2023-10-27T03:22:41Z</dcterms:created>
  <dcterms:modified xsi:type="dcterms:W3CDTF">2023-10-27T03:23:15Z</dcterms:modified>
</cp:coreProperties>
</file>