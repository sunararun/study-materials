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87EEF8-DDE9-4E54-A776-9D52292DDF0C}" v="28" dt="2024-03-11T14:54:15.3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0" d="100"/>
          <a:sy n="80" d="100"/>
        </p:scale>
        <p:origin x="58" y="110"/>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un Sunar" userId="3fa9774ca67c7ab5" providerId="LiveId" clId="{1A87EEF8-DDE9-4E54-A776-9D52292DDF0C}"/>
    <pc:docChg chg="undo custSel addSld delSld modSld sldOrd modMainMaster">
      <pc:chgData name="Arun Sunar" userId="3fa9774ca67c7ab5" providerId="LiveId" clId="{1A87EEF8-DDE9-4E54-A776-9D52292DDF0C}" dt="2024-03-11T14:54:15.379" v="305"/>
      <pc:docMkLst>
        <pc:docMk/>
      </pc:docMkLst>
      <pc:sldChg chg="setBg">
        <pc:chgData name="Arun Sunar" userId="3fa9774ca67c7ab5" providerId="LiveId" clId="{1A87EEF8-DDE9-4E54-A776-9D52292DDF0C}" dt="2024-03-11T14:54:15.379" v="305"/>
        <pc:sldMkLst>
          <pc:docMk/>
          <pc:sldMk cId="2176049460" sldId="256"/>
        </pc:sldMkLst>
      </pc:sldChg>
      <pc:sldChg chg="modSp new mod">
        <pc:chgData name="Arun Sunar" userId="3fa9774ca67c7ab5" providerId="LiveId" clId="{1A87EEF8-DDE9-4E54-A776-9D52292DDF0C}" dt="2024-02-26T10:14:57.543" v="17" actId="113"/>
        <pc:sldMkLst>
          <pc:docMk/>
          <pc:sldMk cId="1799289713" sldId="257"/>
        </pc:sldMkLst>
        <pc:spChg chg="mod">
          <ac:chgData name="Arun Sunar" userId="3fa9774ca67c7ab5" providerId="LiveId" clId="{1A87EEF8-DDE9-4E54-A776-9D52292DDF0C}" dt="2024-02-26T10:11:00.039" v="4" actId="14100"/>
          <ac:spMkLst>
            <pc:docMk/>
            <pc:sldMk cId="1799289713" sldId="257"/>
            <ac:spMk id="2" creationId="{58A0F32B-90FC-5411-C093-321C81DEC323}"/>
          </ac:spMkLst>
        </pc:spChg>
        <pc:spChg chg="mod">
          <ac:chgData name="Arun Sunar" userId="3fa9774ca67c7ab5" providerId="LiveId" clId="{1A87EEF8-DDE9-4E54-A776-9D52292DDF0C}" dt="2024-02-26T10:14:57.543" v="17" actId="113"/>
          <ac:spMkLst>
            <pc:docMk/>
            <pc:sldMk cId="1799289713" sldId="257"/>
            <ac:spMk id="3" creationId="{83B8E1A1-3F8B-1146-0B3D-B6EE29F9B080}"/>
          </ac:spMkLst>
        </pc:spChg>
      </pc:sldChg>
      <pc:sldChg chg="addSp delSp modSp new mod">
        <pc:chgData name="Arun Sunar" userId="3fa9774ca67c7ab5" providerId="LiveId" clId="{1A87EEF8-DDE9-4E54-A776-9D52292DDF0C}" dt="2024-02-26T10:19:23.870" v="61" actId="20577"/>
        <pc:sldMkLst>
          <pc:docMk/>
          <pc:sldMk cId="3748705929" sldId="258"/>
        </pc:sldMkLst>
        <pc:spChg chg="del">
          <ac:chgData name="Arun Sunar" userId="3fa9774ca67c7ab5" providerId="LiveId" clId="{1A87EEF8-DDE9-4E54-A776-9D52292DDF0C}" dt="2024-02-26T10:15:23.599" v="19" actId="478"/>
          <ac:spMkLst>
            <pc:docMk/>
            <pc:sldMk cId="3748705929" sldId="258"/>
            <ac:spMk id="2" creationId="{163E0CDD-B4BA-A89C-8347-CFF834264683}"/>
          </ac:spMkLst>
        </pc:spChg>
        <pc:spChg chg="add del mod">
          <ac:chgData name="Arun Sunar" userId="3fa9774ca67c7ab5" providerId="LiveId" clId="{1A87EEF8-DDE9-4E54-A776-9D52292DDF0C}" dt="2024-02-26T10:19:23.870" v="61" actId="20577"/>
          <ac:spMkLst>
            <pc:docMk/>
            <pc:sldMk cId="3748705929" sldId="258"/>
            <ac:spMk id="3" creationId="{1CFBE23F-13F1-4DD5-8202-CA262597B921}"/>
          </ac:spMkLst>
        </pc:spChg>
        <pc:spChg chg="add mod">
          <ac:chgData name="Arun Sunar" userId="3fa9774ca67c7ab5" providerId="LiveId" clId="{1A87EEF8-DDE9-4E54-A776-9D52292DDF0C}" dt="2024-02-26T10:18:10.683" v="40"/>
          <ac:spMkLst>
            <pc:docMk/>
            <pc:sldMk cId="3748705929" sldId="258"/>
            <ac:spMk id="4" creationId="{FB3E05BA-7AD0-1617-8E9B-9FF89750D0D1}"/>
          </ac:spMkLst>
        </pc:spChg>
        <pc:spChg chg="add">
          <ac:chgData name="Arun Sunar" userId="3fa9774ca67c7ab5" providerId="LiveId" clId="{1A87EEF8-DDE9-4E54-A776-9D52292DDF0C}" dt="2024-02-26T10:18:29.881" v="46"/>
          <ac:spMkLst>
            <pc:docMk/>
            <pc:sldMk cId="3748705929" sldId="258"/>
            <ac:spMk id="5" creationId="{B2688716-47E0-A92E-1129-A2C53BE7D405}"/>
          </ac:spMkLst>
        </pc:spChg>
      </pc:sldChg>
      <pc:sldChg chg="addSp modSp add del mod">
        <pc:chgData name="Arun Sunar" userId="3fa9774ca67c7ab5" providerId="LiveId" clId="{1A87EEF8-DDE9-4E54-A776-9D52292DDF0C}" dt="2024-02-26T10:17:54.687" v="34" actId="2890"/>
        <pc:sldMkLst>
          <pc:docMk/>
          <pc:sldMk cId="2714748684" sldId="259"/>
        </pc:sldMkLst>
        <pc:spChg chg="add">
          <ac:chgData name="Arun Sunar" userId="3fa9774ca67c7ab5" providerId="LiveId" clId="{1A87EEF8-DDE9-4E54-A776-9D52292DDF0C}" dt="2024-02-26T10:17:33.229" v="28"/>
          <ac:spMkLst>
            <pc:docMk/>
            <pc:sldMk cId="2714748684" sldId="259"/>
            <ac:spMk id="2" creationId="{8F83DA20-FB8F-5006-1C30-4BC74C37601C}"/>
          </ac:spMkLst>
        </pc:spChg>
        <pc:spChg chg="mod">
          <ac:chgData name="Arun Sunar" userId="3fa9774ca67c7ab5" providerId="LiveId" clId="{1A87EEF8-DDE9-4E54-A776-9D52292DDF0C}" dt="2024-02-26T10:17:53.661" v="33" actId="20577"/>
          <ac:spMkLst>
            <pc:docMk/>
            <pc:sldMk cId="2714748684" sldId="259"/>
            <ac:spMk id="3" creationId="{80807693-E098-1BAF-DEEF-B7D9B346E5ED}"/>
          </ac:spMkLst>
        </pc:spChg>
        <pc:spChg chg="add mod">
          <ac:chgData name="Arun Sunar" userId="3fa9774ca67c7ab5" providerId="LiveId" clId="{1A87EEF8-DDE9-4E54-A776-9D52292DDF0C}" dt="2024-02-26T10:17:47.646" v="30"/>
          <ac:spMkLst>
            <pc:docMk/>
            <pc:sldMk cId="2714748684" sldId="259"/>
            <ac:spMk id="4" creationId="{4CFF1C48-FEFF-9402-6FD0-92E374B1539B}"/>
          </ac:spMkLst>
        </pc:spChg>
      </pc:sldChg>
      <pc:sldChg chg="modSp add mod">
        <pc:chgData name="Arun Sunar" userId="3fa9774ca67c7ab5" providerId="LiveId" clId="{1A87EEF8-DDE9-4E54-A776-9D52292DDF0C}" dt="2024-02-26T10:19:30.579" v="65"/>
        <pc:sldMkLst>
          <pc:docMk/>
          <pc:sldMk cId="2987957756" sldId="259"/>
        </pc:sldMkLst>
        <pc:spChg chg="mod">
          <ac:chgData name="Arun Sunar" userId="3fa9774ca67c7ab5" providerId="LiveId" clId="{1A87EEF8-DDE9-4E54-A776-9D52292DDF0C}" dt="2024-02-26T10:19:30.579" v="65"/>
          <ac:spMkLst>
            <pc:docMk/>
            <pc:sldMk cId="2987957756" sldId="259"/>
            <ac:spMk id="3" creationId="{5766E63D-3490-A6A4-D4B7-EC18430CFF22}"/>
          </ac:spMkLst>
        </pc:spChg>
      </pc:sldChg>
      <pc:sldChg chg="modSp add mod">
        <pc:chgData name="Arun Sunar" userId="3fa9774ca67c7ab5" providerId="LiveId" clId="{1A87EEF8-DDE9-4E54-A776-9D52292DDF0C}" dt="2024-02-26T10:23:55.555" v="96" actId="20577"/>
        <pc:sldMkLst>
          <pc:docMk/>
          <pc:sldMk cId="3899699019" sldId="260"/>
        </pc:sldMkLst>
        <pc:spChg chg="mod">
          <ac:chgData name="Arun Sunar" userId="3fa9774ca67c7ab5" providerId="LiveId" clId="{1A87EEF8-DDE9-4E54-A776-9D52292DDF0C}" dt="2024-02-26T10:23:55.555" v="96" actId="20577"/>
          <ac:spMkLst>
            <pc:docMk/>
            <pc:sldMk cId="3899699019" sldId="260"/>
            <ac:spMk id="3" creationId="{8992BEDA-4CB0-ACB6-7890-7E02E488A6EC}"/>
          </ac:spMkLst>
        </pc:spChg>
      </pc:sldChg>
      <pc:sldChg chg="modSp add mod">
        <pc:chgData name="Arun Sunar" userId="3fa9774ca67c7ab5" providerId="LiveId" clId="{1A87EEF8-DDE9-4E54-A776-9D52292DDF0C}" dt="2024-02-26T10:24:14.415" v="100"/>
        <pc:sldMkLst>
          <pc:docMk/>
          <pc:sldMk cId="58207882" sldId="261"/>
        </pc:sldMkLst>
        <pc:spChg chg="mod">
          <ac:chgData name="Arun Sunar" userId="3fa9774ca67c7ab5" providerId="LiveId" clId="{1A87EEF8-DDE9-4E54-A776-9D52292DDF0C}" dt="2024-02-26T10:24:14.415" v="100"/>
          <ac:spMkLst>
            <pc:docMk/>
            <pc:sldMk cId="58207882" sldId="261"/>
            <ac:spMk id="3" creationId="{ACD32E73-DC3C-4B59-E55E-D69EA196DC90}"/>
          </ac:spMkLst>
        </pc:spChg>
      </pc:sldChg>
      <pc:sldChg chg="addSp modSp add mod">
        <pc:chgData name="Arun Sunar" userId="3fa9774ca67c7ab5" providerId="LiveId" clId="{1A87EEF8-DDE9-4E54-A776-9D52292DDF0C}" dt="2024-02-26T10:26:19.348" v="107"/>
        <pc:sldMkLst>
          <pc:docMk/>
          <pc:sldMk cId="2242179015" sldId="262"/>
        </pc:sldMkLst>
        <pc:spChg chg="add">
          <ac:chgData name="Arun Sunar" userId="3fa9774ca67c7ab5" providerId="LiveId" clId="{1A87EEF8-DDE9-4E54-A776-9D52292DDF0C}" dt="2024-02-26T10:25:41.159" v="102"/>
          <ac:spMkLst>
            <pc:docMk/>
            <pc:sldMk cId="2242179015" sldId="262"/>
            <ac:spMk id="2" creationId="{63ED30F4-9C05-7F23-80AA-0D7D65862FE4}"/>
          </ac:spMkLst>
        </pc:spChg>
        <pc:spChg chg="mod">
          <ac:chgData name="Arun Sunar" userId="3fa9774ca67c7ab5" providerId="LiveId" clId="{1A87EEF8-DDE9-4E54-A776-9D52292DDF0C}" dt="2024-02-26T10:26:19.348" v="107"/>
          <ac:spMkLst>
            <pc:docMk/>
            <pc:sldMk cId="2242179015" sldId="262"/>
            <ac:spMk id="3" creationId="{4379A462-B04A-BEE1-5225-8780588F663E}"/>
          </ac:spMkLst>
        </pc:spChg>
      </pc:sldChg>
      <pc:sldChg chg="addSp modSp add mod">
        <pc:chgData name="Arun Sunar" userId="3fa9774ca67c7ab5" providerId="LiveId" clId="{1A87EEF8-DDE9-4E54-A776-9D52292DDF0C}" dt="2024-02-26T10:28:42.055" v="118" actId="20577"/>
        <pc:sldMkLst>
          <pc:docMk/>
          <pc:sldMk cId="756205483" sldId="263"/>
        </pc:sldMkLst>
        <pc:spChg chg="add">
          <ac:chgData name="Arun Sunar" userId="3fa9774ca67c7ab5" providerId="LiveId" clId="{1A87EEF8-DDE9-4E54-A776-9D52292DDF0C}" dt="2024-02-26T10:27:30.676" v="109"/>
          <ac:spMkLst>
            <pc:docMk/>
            <pc:sldMk cId="756205483" sldId="263"/>
            <ac:spMk id="2" creationId="{5D251A39-3793-086B-F19D-6FCC695FEBEC}"/>
          </ac:spMkLst>
        </pc:spChg>
        <pc:spChg chg="mod">
          <ac:chgData name="Arun Sunar" userId="3fa9774ca67c7ab5" providerId="LiveId" clId="{1A87EEF8-DDE9-4E54-A776-9D52292DDF0C}" dt="2024-02-26T10:28:42.055" v="118" actId="20577"/>
          <ac:spMkLst>
            <pc:docMk/>
            <pc:sldMk cId="756205483" sldId="263"/>
            <ac:spMk id="3" creationId="{29A0C678-EF25-C482-34CB-356FC023E22C}"/>
          </ac:spMkLst>
        </pc:spChg>
        <pc:spChg chg="add">
          <ac:chgData name="Arun Sunar" userId="3fa9774ca67c7ab5" providerId="LiveId" clId="{1A87EEF8-DDE9-4E54-A776-9D52292DDF0C}" dt="2024-02-26T10:28:27.509" v="115"/>
          <ac:spMkLst>
            <pc:docMk/>
            <pc:sldMk cId="756205483" sldId="263"/>
            <ac:spMk id="4" creationId="{0927B0E5-0C17-9B6F-E26A-81754E628EBD}"/>
          </ac:spMkLst>
        </pc:spChg>
      </pc:sldChg>
      <pc:sldChg chg="modSp add mod">
        <pc:chgData name="Arun Sunar" userId="3fa9774ca67c7ab5" providerId="LiveId" clId="{1A87EEF8-DDE9-4E54-A776-9D52292DDF0C}" dt="2024-02-26T10:31:31.415" v="133" actId="20577"/>
        <pc:sldMkLst>
          <pc:docMk/>
          <pc:sldMk cId="1378333758" sldId="264"/>
        </pc:sldMkLst>
        <pc:spChg chg="mod">
          <ac:chgData name="Arun Sunar" userId="3fa9774ca67c7ab5" providerId="LiveId" clId="{1A87EEF8-DDE9-4E54-A776-9D52292DDF0C}" dt="2024-02-26T10:31:31.415" v="133" actId="20577"/>
          <ac:spMkLst>
            <pc:docMk/>
            <pc:sldMk cId="1378333758" sldId="264"/>
            <ac:spMk id="3" creationId="{7B932EE4-34AA-AB32-8195-013C2DD19B16}"/>
          </ac:spMkLst>
        </pc:spChg>
      </pc:sldChg>
      <pc:sldChg chg="modSp add mod">
        <pc:chgData name="Arun Sunar" userId="3fa9774ca67c7ab5" providerId="LiveId" clId="{1A87EEF8-DDE9-4E54-A776-9D52292DDF0C}" dt="2024-02-26T10:32:30.377" v="144" actId="6549"/>
        <pc:sldMkLst>
          <pc:docMk/>
          <pc:sldMk cId="504786030" sldId="265"/>
        </pc:sldMkLst>
        <pc:spChg chg="mod">
          <ac:chgData name="Arun Sunar" userId="3fa9774ca67c7ab5" providerId="LiveId" clId="{1A87EEF8-DDE9-4E54-A776-9D52292DDF0C}" dt="2024-02-26T10:32:30.377" v="144" actId="6549"/>
          <ac:spMkLst>
            <pc:docMk/>
            <pc:sldMk cId="504786030" sldId="265"/>
            <ac:spMk id="3" creationId="{2F68812B-963A-B21F-3288-456FC08CCA9B}"/>
          </ac:spMkLst>
        </pc:spChg>
      </pc:sldChg>
      <pc:sldChg chg="modSp add mod">
        <pc:chgData name="Arun Sunar" userId="3fa9774ca67c7ab5" providerId="LiveId" clId="{1A87EEF8-DDE9-4E54-A776-9D52292DDF0C}" dt="2024-02-26T10:34:40.353" v="154"/>
        <pc:sldMkLst>
          <pc:docMk/>
          <pc:sldMk cId="3814861268" sldId="266"/>
        </pc:sldMkLst>
        <pc:spChg chg="mod">
          <ac:chgData name="Arun Sunar" userId="3fa9774ca67c7ab5" providerId="LiveId" clId="{1A87EEF8-DDE9-4E54-A776-9D52292DDF0C}" dt="2024-02-26T10:34:40.353" v="154"/>
          <ac:spMkLst>
            <pc:docMk/>
            <pc:sldMk cId="3814861268" sldId="266"/>
            <ac:spMk id="3" creationId="{43F0C1FA-4F67-20A0-E331-9694EB8DE57D}"/>
          </ac:spMkLst>
        </pc:spChg>
      </pc:sldChg>
      <pc:sldChg chg="modSp add mod">
        <pc:chgData name="Arun Sunar" userId="3fa9774ca67c7ab5" providerId="LiveId" clId="{1A87EEF8-DDE9-4E54-A776-9D52292DDF0C}" dt="2024-02-26T10:36:43.947" v="162"/>
        <pc:sldMkLst>
          <pc:docMk/>
          <pc:sldMk cId="1028239991" sldId="267"/>
        </pc:sldMkLst>
        <pc:spChg chg="mod">
          <ac:chgData name="Arun Sunar" userId="3fa9774ca67c7ab5" providerId="LiveId" clId="{1A87EEF8-DDE9-4E54-A776-9D52292DDF0C}" dt="2024-02-26T10:36:43.947" v="162"/>
          <ac:spMkLst>
            <pc:docMk/>
            <pc:sldMk cId="1028239991" sldId="267"/>
            <ac:spMk id="3" creationId="{436172A8-6C4F-CAFF-ACB8-76CDD4479531}"/>
          </ac:spMkLst>
        </pc:spChg>
      </pc:sldChg>
      <pc:sldChg chg="modSp add mod">
        <pc:chgData name="Arun Sunar" userId="3fa9774ca67c7ab5" providerId="LiveId" clId="{1A87EEF8-DDE9-4E54-A776-9D52292DDF0C}" dt="2024-02-26T10:40:22.053" v="167" actId="27636"/>
        <pc:sldMkLst>
          <pc:docMk/>
          <pc:sldMk cId="1313863133" sldId="268"/>
        </pc:sldMkLst>
        <pc:spChg chg="mod">
          <ac:chgData name="Arun Sunar" userId="3fa9774ca67c7ab5" providerId="LiveId" clId="{1A87EEF8-DDE9-4E54-A776-9D52292DDF0C}" dt="2024-02-26T10:40:22.053" v="167" actId="27636"/>
          <ac:spMkLst>
            <pc:docMk/>
            <pc:sldMk cId="1313863133" sldId="268"/>
            <ac:spMk id="3" creationId="{4B8AFB3D-E6A5-5386-2F95-F788B45BA587}"/>
          </ac:spMkLst>
        </pc:spChg>
      </pc:sldChg>
      <pc:sldChg chg="add del">
        <pc:chgData name="Arun Sunar" userId="3fa9774ca67c7ab5" providerId="LiveId" clId="{1A87EEF8-DDE9-4E54-A776-9D52292DDF0C}" dt="2024-02-26T10:36:04.118" v="157" actId="2696"/>
        <pc:sldMkLst>
          <pc:docMk/>
          <pc:sldMk cId="1579199091" sldId="268"/>
        </pc:sldMkLst>
      </pc:sldChg>
      <pc:sldChg chg="modSp add mod">
        <pc:chgData name="Arun Sunar" userId="3fa9774ca67c7ab5" providerId="LiveId" clId="{1A87EEF8-DDE9-4E54-A776-9D52292DDF0C}" dt="2024-02-26T10:42:45.235" v="174"/>
        <pc:sldMkLst>
          <pc:docMk/>
          <pc:sldMk cId="2323664011" sldId="269"/>
        </pc:sldMkLst>
        <pc:spChg chg="mod">
          <ac:chgData name="Arun Sunar" userId="3fa9774ca67c7ab5" providerId="LiveId" clId="{1A87EEF8-DDE9-4E54-A776-9D52292DDF0C}" dt="2024-02-26T10:42:45.235" v="174"/>
          <ac:spMkLst>
            <pc:docMk/>
            <pc:sldMk cId="2323664011" sldId="269"/>
            <ac:spMk id="3" creationId="{7A6412F9-BB49-3970-1635-860A7CF5242A}"/>
          </ac:spMkLst>
        </pc:spChg>
      </pc:sldChg>
      <pc:sldChg chg="modSp add mod">
        <pc:chgData name="Arun Sunar" userId="3fa9774ca67c7ab5" providerId="LiveId" clId="{1A87EEF8-DDE9-4E54-A776-9D52292DDF0C}" dt="2024-02-26T10:44:40.091" v="178"/>
        <pc:sldMkLst>
          <pc:docMk/>
          <pc:sldMk cId="384961694" sldId="270"/>
        </pc:sldMkLst>
        <pc:spChg chg="mod">
          <ac:chgData name="Arun Sunar" userId="3fa9774ca67c7ab5" providerId="LiveId" clId="{1A87EEF8-DDE9-4E54-A776-9D52292DDF0C}" dt="2024-02-26T10:44:40.091" v="178"/>
          <ac:spMkLst>
            <pc:docMk/>
            <pc:sldMk cId="384961694" sldId="270"/>
            <ac:spMk id="3" creationId="{A5565CD5-C44C-E6DD-9618-C922AF770190}"/>
          </ac:spMkLst>
        </pc:spChg>
      </pc:sldChg>
      <pc:sldChg chg="modSp add mod">
        <pc:chgData name="Arun Sunar" userId="3fa9774ca67c7ab5" providerId="LiveId" clId="{1A87EEF8-DDE9-4E54-A776-9D52292DDF0C}" dt="2024-02-26T10:53:03.465" v="180"/>
        <pc:sldMkLst>
          <pc:docMk/>
          <pc:sldMk cId="734222889" sldId="271"/>
        </pc:sldMkLst>
        <pc:spChg chg="mod">
          <ac:chgData name="Arun Sunar" userId="3fa9774ca67c7ab5" providerId="LiveId" clId="{1A87EEF8-DDE9-4E54-A776-9D52292DDF0C}" dt="2024-02-26T10:53:03.465" v="180"/>
          <ac:spMkLst>
            <pc:docMk/>
            <pc:sldMk cId="734222889" sldId="271"/>
            <ac:spMk id="3" creationId="{E99D07CC-2032-18B1-D558-4B291B75FF30}"/>
          </ac:spMkLst>
        </pc:spChg>
      </pc:sldChg>
      <pc:sldChg chg="modSp add mod ord">
        <pc:chgData name="Arun Sunar" userId="3fa9774ca67c7ab5" providerId="LiveId" clId="{1A87EEF8-DDE9-4E54-A776-9D52292DDF0C}" dt="2024-02-26T11:23:05.342" v="199" actId="14100"/>
        <pc:sldMkLst>
          <pc:docMk/>
          <pc:sldMk cId="1524096157" sldId="272"/>
        </pc:sldMkLst>
        <pc:spChg chg="mod">
          <ac:chgData name="Arun Sunar" userId="3fa9774ca67c7ab5" providerId="LiveId" clId="{1A87EEF8-DDE9-4E54-A776-9D52292DDF0C}" dt="2024-02-26T11:23:05.342" v="199" actId="14100"/>
          <ac:spMkLst>
            <pc:docMk/>
            <pc:sldMk cId="1524096157" sldId="272"/>
            <ac:spMk id="4" creationId="{6C8F2E2D-F753-A2CF-009E-8F75EDE7E6F6}"/>
          </ac:spMkLst>
        </pc:spChg>
      </pc:sldChg>
      <pc:sldChg chg="addSp modSp add mod ord">
        <pc:chgData name="Arun Sunar" userId="3fa9774ca67c7ab5" providerId="LiveId" clId="{1A87EEF8-DDE9-4E54-A776-9D52292DDF0C}" dt="2024-02-26T11:24:35.670" v="210"/>
        <pc:sldMkLst>
          <pc:docMk/>
          <pc:sldMk cId="672864591" sldId="273"/>
        </pc:sldMkLst>
        <pc:spChg chg="add">
          <ac:chgData name="Arun Sunar" userId="3fa9774ca67c7ab5" providerId="LiveId" clId="{1A87EEF8-DDE9-4E54-A776-9D52292DDF0C}" dt="2024-02-26T11:23:45.371" v="206"/>
          <ac:spMkLst>
            <pc:docMk/>
            <pc:sldMk cId="672864591" sldId="273"/>
            <ac:spMk id="2" creationId="{3E08ECD1-0B58-4DF5-7AE3-40F62C036599}"/>
          </ac:spMkLst>
        </pc:spChg>
        <pc:spChg chg="mod">
          <ac:chgData name="Arun Sunar" userId="3fa9774ca67c7ab5" providerId="LiveId" clId="{1A87EEF8-DDE9-4E54-A776-9D52292DDF0C}" dt="2024-02-26T11:24:35.670" v="210"/>
          <ac:spMkLst>
            <pc:docMk/>
            <pc:sldMk cId="672864591" sldId="273"/>
            <ac:spMk id="3" creationId="{7F5BD855-4E8C-57EA-A567-4D419784399B}"/>
          </ac:spMkLst>
        </pc:spChg>
      </pc:sldChg>
      <pc:sldChg chg="modSp add del mod">
        <pc:chgData name="Arun Sunar" userId="3fa9774ca67c7ab5" providerId="LiveId" clId="{1A87EEF8-DDE9-4E54-A776-9D52292DDF0C}" dt="2024-02-26T11:23:03.252" v="198" actId="2890"/>
        <pc:sldMkLst>
          <pc:docMk/>
          <pc:sldMk cId="2953884721" sldId="273"/>
        </pc:sldMkLst>
        <pc:spChg chg="mod">
          <ac:chgData name="Arun Sunar" userId="3fa9774ca67c7ab5" providerId="LiveId" clId="{1A87EEF8-DDE9-4E54-A776-9D52292DDF0C}" dt="2024-02-26T11:23:02.693" v="197" actId="20577"/>
          <ac:spMkLst>
            <pc:docMk/>
            <pc:sldMk cId="2953884721" sldId="273"/>
            <ac:spMk id="3" creationId="{D4FFF5AF-9A6F-7BD6-96A4-0B80626327FF}"/>
          </ac:spMkLst>
        </pc:spChg>
      </pc:sldChg>
      <pc:sldChg chg="modSp add mod">
        <pc:chgData name="Arun Sunar" userId="3fa9774ca67c7ab5" providerId="LiveId" clId="{1A87EEF8-DDE9-4E54-A776-9D52292DDF0C}" dt="2024-02-26T11:26:57.511" v="216"/>
        <pc:sldMkLst>
          <pc:docMk/>
          <pc:sldMk cId="3985917256" sldId="274"/>
        </pc:sldMkLst>
        <pc:spChg chg="mod">
          <ac:chgData name="Arun Sunar" userId="3fa9774ca67c7ab5" providerId="LiveId" clId="{1A87EEF8-DDE9-4E54-A776-9D52292DDF0C}" dt="2024-02-26T11:26:57.511" v="216"/>
          <ac:spMkLst>
            <pc:docMk/>
            <pc:sldMk cId="3985917256" sldId="274"/>
            <ac:spMk id="3" creationId="{64555E7B-3C2D-01EB-C573-297CC9A59C00}"/>
          </ac:spMkLst>
        </pc:spChg>
      </pc:sldChg>
      <pc:sldChg chg="modSp add mod">
        <pc:chgData name="Arun Sunar" userId="3fa9774ca67c7ab5" providerId="LiveId" clId="{1A87EEF8-DDE9-4E54-A776-9D52292DDF0C}" dt="2024-02-26T11:28:14.009" v="222"/>
        <pc:sldMkLst>
          <pc:docMk/>
          <pc:sldMk cId="2915821304" sldId="275"/>
        </pc:sldMkLst>
        <pc:spChg chg="mod">
          <ac:chgData name="Arun Sunar" userId="3fa9774ca67c7ab5" providerId="LiveId" clId="{1A87EEF8-DDE9-4E54-A776-9D52292DDF0C}" dt="2024-02-26T11:28:14.009" v="222"/>
          <ac:spMkLst>
            <pc:docMk/>
            <pc:sldMk cId="2915821304" sldId="275"/>
            <ac:spMk id="3" creationId="{CA187F34-9F20-6163-895D-45CF26C280C3}"/>
          </ac:spMkLst>
        </pc:spChg>
      </pc:sldChg>
      <pc:sldChg chg="addSp modSp add mod">
        <pc:chgData name="Arun Sunar" userId="3fa9774ca67c7ab5" providerId="LiveId" clId="{1A87EEF8-DDE9-4E54-A776-9D52292DDF0C}" dt="2024-02-26T13:02:28.461" v="303" actId="6549"/>
        <pc:sldMkLst>
          <pc:docMk/>
          <pc:sldMk cId="3214199284" sldId="276"/>
        </pc:sldMkLst>
        <pc:spChg chg="add">
          <ac:chgData name="Arun Sunar" userId="3fa9774ca67c7ab5" providerId="LiveId" clId="{1A87EEF8-DDE9-4E54-A776-9D52292DDF0C}" dt="2024-02-26T13:01:24.901" v="296"/>
          <ac:spMkLst>
            <pc:docMk/>
            <pc:sldMk cId="3214199284" sldId="276"/>
            <ac:spMk id="2" creationId="{D4ABF670-6C2B-CDAE-0E68-F2C93FC74125}"/>
          </ac:spMkLst>
        </pc:spChg>
        <pc:spChg chg="mod">
          <ac:chgData name="Arun Sunar" userId="3fa9774ca67c7ab5" providerId="LiveId" clId="{1A87EEF8-DDE9-4E54-A776-9D52292DDF0C}" dt="2024-02-26T13:02:28.461" v="303" actId="6549"/>
          <ac:spMkLst>
            <pc:docMk/>
            <pc:sldMk cId="3214199284" sldId="276"/>
            <ac:spMk id="3" creationId="{6B309DBE-A3F2-D419-8398-400D2E485945}"/>
          </ac:spMkLst>
        </pc:spChg>
        <pc:spChg chg="add">
          <ac:chgData name="Arun Sunar" userId="3fa9774ca67c7ab5" providerId="LiveId" clId="{1A87EEF8-DDE9-4E54-A776-9D52292DDF0C}" dt="2024-02-26T13:02:08.634" v="301"/>
          <ac:spMkLst>
            <pc:docMk/>
            <pc:sldMk cId="3214199284" sldId="276"/>
            <ac:spMk id="4" creationId="{91F4BF4C-2D7D-511A-0CCF-F1DCD66BFE42}"/>
          </ac:spMkLst>
        </pc:spChg>
      </pc:sldChg>
      <pc:sldMasterChg chg="setBg modSldLayout">
        <pc:chgData name="Arun Sunar" userId="3fa9774ca67c7ab5" providerId="LiveId" clId="{1A87EEF8-DDE9-4E54-A776-9D52292DDF0C}" dt="2024-03-11T14:54:15.379" v="305"/>
        <pc:sldMasterMkLst>
          <pc:docMk/>
          <pc:sldMasterMk cId="3940823552" sldId="2147483648"/>
        </pc:sldMasterMkLst>
        <pc:sldLayoutChg chg="setBg">
          <pc:chgData name="Arun Sunar" userId="3fa9774ca67c7ab5" providerId="LiveId" clId="{1A87EEF8-DDE9-4E54-A776-9D52292DDF0C}" dt="2024-03-11T14:54:15.379" v="305"/>
          <pc:sldLayoutMkLst>
            <pc:docMk/>
            <pc:sldMasterMk cId="3940823552" sldId="2147483648"/>
            <pc:sldLayoutMk cId="2296770335" sldId="2147483649"/>
          </pc:sldLayoutMkLst>
        </pc:sldLayoutChg>
        <pc:sldLayoutChg chg="setBg">
          <pc:chgData name="Arun Sunar" userId="3fa9774ca67c7ab5" providerId="LiveId" clId="{1A87EEF8-DDE9-4E54-A776-9D52292DDF0C}" dt="2024-03-11T14:54:15.379" v="305"/>
          <pc:sldLayoutMkLst>
            <pc:docMk/>
            <pc:sldMasterMk cId="3940823552" sldId="2147483648"/>
            <pc:sldLayoutMk cId="2300677014" sldId="2147483650"/>
          </pc:sldLayoutMkLst>
        </pc:sldLayoutChg>
        <pc:sldLayoutChg chg="setBg">
          <pc:chgData name="Arun Sunar" userId="3fa9774ca67c7ab5" providerId="LiveId" clId="{1A87EEF8-DDE9-4E54-A776-9D52292DDF0C}" dt="2024-03-11T14:54:15.379" v="305"/>
          <pc:sldLayoutMkLst>
            <pc:docMk/>
            <pc:sldMasterMk cId="3940823552" sldId="2147483648"/>
            <pc:sldLayoutMk cId="1727515702" sldId="2147483651"/>
          </pc:sldLayoutMkLst>
        </pc:sldLayoutChg>
        <pc:sldLayoutChg chg="setBg">
          <pc:chgData name="Arun Sunar" userId="3fa9774ca67c7ab5" providerId="LiveId" clId="{1A87EEF8-DDE9-4E54-A776-9D52292DDF0C}" dt="2024-03-11T14:54:15.379" v="305"/>
          <pc:sldLayoutMkLst>
            <pc:docMk/>
            <pc:sldMasterMk cId="3940823552" sldId="2147483648"/>
            <pc:sldLayoutMk cId="3306910678" sldId="2147483652"/>
          </pc:sldLayoutMkLst>
        </pc:sldLayoutChg>
        <pc:sldLayoutChg chg="setBg">
          <pc:chgData name="Arun Sunar" userId="3fa9774ca67c7ab5" providerId="LiveId" clId="{1A87EEF8-DDE9-4E54-A776-9D52292DDF0C}" dt="2024-03-11T14:54:15.379" v="305"/>
          <pc:sldLayoutMkLst>
            <pc:docMk/>
            <pc:sldMasterMk cId="3940823552" sldId="2147483648"/>
            <pc:sldLayoutMk cId="782881565" sldId="2147483653"/>
          </pc:sldLayoutMkLst>
        </pc:sldLayoutChg>
        <pc:sldLayoutChg chg="setBg">
          <pc:chgData name="Arun Sunar" userId="3fa9774ca67c7ab5" providerId="LiveId" clId="{1A87EEF8-DDE9-4E54-A776-9D52292DDF0C}" dt="2024-03-11T14:54:15.379" v="305"/>
          <pc:sldLayoutMkLst>
            <pc:docMk/>
            <pc:sldMasterMk cId="3940823552" sldId="2147483648"/>
            <pc:sldLayoutMk cId="2990777051" sldId="2147483654"/>
          </pc:sldLayoutMkLst>
        </pc:sldLayoutChg>
        <pc:sldLayoutChg chg="setBg">
          <pc:chgData name="Arun Sunar" userId="3fa9774ca67c7ab5" providerId="LiveId" clId="{1A87EEF8-DDE9-4E54-A776-9D52292DDF0C}" dt="2024-03-11T14:54:15.379" v="305"/>
          <pc:sldLayoutMkLst>
            <pc:docMk/>
            <pc:sldMasterMk cId="3940823552" sldId="2147483648"/>
            <pc:sldLayoutMk cId="4257169764" sldId="2147483655"/>
          </pc:sldLayoutMkLst>
        </pc:sldLayoutChg>
        <pc:sldLayoutChg chg="setBg">
          <pc:chgData name="Arun Sunar" userId="3fa9774ca67c7ab5" providerId="LiveId" clId="{1A87EEF8-DDE9-4E54-A776-9D52292DDF0C}" dt="2024-03-11T14:54:15.379" v="305"/>
          <pc:sldLayoutMkLst>
            <pc:docMk/>
            <pc:sldMasterMk cId="3940823552" sldId="2147483648"/>
            <pc:sldLayoutMk cId="1032432417" sldId="2147483656"/>
          </pc:sldLayoutMkLst>
        </pc:sldLayoutChg>
        <pc:sldLayoutChg chg="setBg">
          <pc:chgData name="Arun Sunar" userId="3fa9774ca67c7ab5" providerId="LiveId" clId="{1A87EEF8-DDE9-4E54-A776-9D52292DDF0C}" dt="2024-03-11T14:54:15.379" v="305"/>
          <pc:sldLayoutMkLst>
            <pc:docMk/>
            <pc:sldMasterMk cId="3940823552" sldId="2147483648"/>
            <pc:sldLayoutMk cId="2799922852" sldId="2147483657"/>
          </pc:sldLayoutMkLst>
        </pc:sldLayoutChg>
        <pc:sldLayoutChg chg="setBg">
          <pc:chgData name="Arun Sunar" userId="3fa9774ca67c7ab5" providerId="LiveId" clId="{1A87EEF8-DDE9-4E54-A776-9D52292DDF0C}" dt="2024-03-11T14:54:15.379" v="305"/>
          <pc:sldLayoutMkLst>
            <pc:docMk/>
            <pc:sldMasterMk cId="3940823552" sldId="2147483648"/>
            <pc:sldLayoutMk cId="4159678695" sldId="2147483658"/>
          </pc:sldLayoutMkLst>
        </pc:sldLayoutChg>
        <pc:sldLayoutChg chg="setBg">
          <pc:chgData name="Arun Sunar" userId="3fa9774ca67c7ab5" providerId="LiveId" clId="{1A87EEF8-DDE9-4E54-A776-9D52292DDF0C}" dt="2024-03-11T14:54:15.379" v="305"/>
          <pc:sldLayoutMkLst>
            <pc:docMk/>
            <pc:sldMasterMk cId="3940823552" sldId="2147483648"/>
            <pc:sldLayoutMk cId="3914356423" sldId="2147483659"/>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E76A4-05E6-E5A6-4BE8-A8E19EE1677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A7AE7EB-73E3-B5F7-5DDB-90E96ED8863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BB016D0-8D4E-9400-EA22-ACB7E8D590A1}"/>
              </a:ext>
            </a:extLst>
          </p:cNvPr>
          <p:cNvSpPr>
            <a:spLocks noGrp="1"/>
          </p:cNvSpPr>
          <p:nvPr>
            <p:ph type="dt" sz="half" idx="10"/>
          </p:nvPr>
        </p:nvSpPr>
        <p:spPr/>
        <p:txBody>
          <a:bodyPr/>
          <a:lstStyle/>
          <a:p>
            <a:fld id="{7660FC81-F94F-4B95-9753-2FCFE4B34444}" type="datetimeFigureOut">
              <a:rPr lang="en-IN" smtClean="0"/>
              <a:t>11-03-2024</a:t>
            </a:fld>
            <a:endParaRPr lang="en-IN"/>
          </a:p>
        </p:txBody>
      </p:sp>
      <p:sp>
        <p:nvSpPr>
          <p:cNvPr id="5" name="Footer Placeholder 4">
            <a:extLst>
              <a:ext uri="{FF2B5EF4-FFF2-40B4-BE49-F238E27FC236}">
                <a16:creationId xmlns:a16="http://schemas.microsoft.com/office/drawing/2014/main" id="{59C77123-9F3E-6A59-F2BC-AB42ECD820A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9E2711-B777-1C07-F357-13D99E6B4A2F}"/>
              </a:ext>
            </a:extLst>
          </p:cNvPr>
          <p:cNvSpPr>
            <a:spLocks noGrp="1"/>
          </p:cNvSpPr>
          <p:nvPr>
            <p:ph type="sldNum" sz="quarter" idx="12"/>
          </p:nvPr>
        </p:nvSpPr>
        <p:spPr/>
        <p:txBody>
          <a:bodyPr/>
          <a:lstStyle/>
          <a:p>
            <a:fld id="{5F1EE452-ECC5-43CC-99F9-E19C58EEC68E}" type="slidenum">
              <a:rPr lang="en-IN" smtClean="0"/>
              <a:t>‹#›</a:t>
            </a:fld>
            <a:endParaRPr lang="en-IN"/>
          </a:p>
        </p:txBody>
      </p:sp>
    </p:spTree>
    <p:extLst>
      <p:ext uri="{BB962C8B-B14F-4D97-AF65-F5344CB8AC3E}">
        <p14:creationId xmlns:p14="http://schemas.microsoft.com/office/powerpoint/2010/main" val="22967703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7AD67-F419-FC96-F71E-952551CD820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42FB5CB-211D-B5EE-41CC-C725C3747E9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D6E2FEE-31F9-3F47-676A-8C80A3BAB5A6}"/>
              </a:ext>
            </a:extLst>
          </p:cNvPr>
          <p:cNvSpPr>
            <a:spLocks noGrp="1"/>
          </p:cNvSpPr>
          <p:nvPr>
            <p:ph type="dt" sz="half" idx="10"/>
          </p:nvPr>
        </p:nvSpPr>
        <p:spPr/>
        <p:txBody>
          <a:bodyPr/>
          <a:lstStyle/>
          <a:p>
            <a:fld id="{7660FC81-F94F-4B95-9753-2FCFE4B34444}" type="datetimeFigureOut">
              <a:rPr lang="en-IN" smtClean="0"/>
              <a:t>11-03-2024</a:t>
            </a:fld>
            <a:endParaRPr lang="en-IN"/>
          </a:p>
        </p:txBody>
      </p:sp>
      <p:sp>
        <p:nvSpPr>
          <p:cNvPr id="5" name="Footer Placeholder 4">
            <a:extLst>
              <a:ext uri="{FF2B5EF4-FFF2-40B4-BE49-F238E27FC236}">
                <a16:creationId xmlns:a16="http://schemas.microsoft.com/office/drawing/2014/main" id="{CDCEAE9B-9E6A-D673-6E6E-24D714DAFC9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9A15985-E44B-166E-8CEF-5F9D7BF52E34}"/>
              </a:ext>
            </a:extLst>
          </p:cNvPr>
          <p:cNvSpPr>
            <a:spLocks noGrp="1"/>
          </p:cNvSpPr>
          <p:nvPr>
            <p:ph type="sldNum" sz="quarter" idx="12"/>
          </p:nvPr>
        </p:nvSpPr>
        <p:spPr/>
        <p:txBody>
          <a:bodyPr/>
          <a:lstStyle/>
          <a:p>
            <a:fld id="{5F1EE452-ECC5-43CC-99F9-E19C58EEC68E}" type="slidenum">
              <a:rPr lang="en-IN" smtClean="0"/>
              <a:t>‹#›</a:t>
            </a:fld>
            <a:endParaRPr lang="en-IN"/>
          </a:p>
        </p:txBody>
      </p:sp>
    </p:spTree>
    <p:extLst>
      <p:ext uri="{BB962C8B-B14F-4D97-AF65-F5344CB8AC3E}">
        <p14:creationId xmlns:p14="http://schemas.microsoft.com/office/powerpoint/2010/main" val="23006770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2DA84-85D3-C462-F8DF-212860D6051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327A2A2-7045-FFCA-C2F9-8A9407A6137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9E28064-5160-E617-4BE3-AFB89F8F64D1}"/>
              </a:ext>
            </a:extLst>
          </p:cNvPr>
          <p:cNvSpPr>
            <a:spLocks noGrp="1"/>
          </p:cNvSpPr>
          <p:nvPr>
            <p:ph type="dt" sz="half" idx="10"/>
          </p:nvPr>
        </p:nvSpPr>
        <p:spPr/>
        <p:txBody>
          <a:bodyPr/>
          <a:lstStyle/>
          <a:p>
            <a:fld id="{7660FC81-F94F-4B95-9753-2FCFE4B34444}" type="datetimeFigureOut">
              <a:rPr lang="en-IN" smtClean="0"/>
              <a:t>11-03-2024</a:t>
            </a:fld>
            <a:endParaRPr lang="en-IN"/>
          </a:p>
        </p:txBody>
      </p:sp>
      <p:sp>
        <p:nvSpPr>
          <p:cNvPr id="5" name="Footer Placeholder 4">
            <a:extLst>
              <a:ext uri="{FF2B5EF4-FFF2-40B4-BE49-F238E27FC236}">
                <a16:creationId xmlns:a16="http://schemas.microsoft.com/office/drawing/2014/main" id="{07139F33-3ACB-0BC5-8410-5BD16875997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2C48AED-37CF-38AE-E8EF-B782EB23464C}"/>
              </a:ext>
            </a:extLst>
          </p:cNvPr>
          <p:cNvSpPr>
            <a:spLocks noGrp="1"/>
          </p:cNvSpPr>
          <p:nvPr>
            <p:ph type="sldNum" sz="quarter" idx="12"/>
          </p:nvPr>
        </p:nvSpPr>
        <p:spPr/>
        <p:txBody>
          <a:bodyPr/>
          <a:lstStyle/>
          <a:p>
            <a:fld id="{5F1EE452-ECC5-43CC-99F9-E19C58EEC68E}" type="slidenum">
              <a:rPr lang="en-IN" smtClean="0"/>
              <a:t>‹#›</a:t>
            </a:fld>
            <a:endParaRPr lang="en-IN"/>
          </a:p>
        </p:txBody>
      </p:sp>
    </p:spTree>
    <p:extLst>
      <p:ext uri="{BB962C8B-B14F-4D97-AF65-F5344CB8AC3E}">
        <p14:creationId xmlns:p14="http://schemas.microsoft.com/office/powerpoint/2010/main" val="17275157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B35B2-4247-5C62-EE0B-01E123D897C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8C292D3-872B-6C50-7037-C3E152B3228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9505E18-EF6B-B2CC-B82C-A30ECE31E00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F82A6E4-CDF4-F2D7-1606-59541D1C3B40}"/>
              </a:ext>
            </a:extLst>
          </p:cNvPr>
          <p:cNvSpPr>
            <a:spLocks noGrp="1"/>
          </p:cNvSpPr>
          <p:nvPr>
            <p:ph type="dt" sz="half" idx="10"/>
          </p:nvPr>
        </p:nvSpPr>
        <p:spPr/>
        <p:txBody>
          <a:bodyPr/>
          <a:lstStyle/>
          <a:p>
            <a:fld id="{7660FC81-F94F-4B95-9753-2FCFE4B34444}" type="datetimeFigureOut">
              <a:rPr lang="en-IN" smtClean="0"/>
              <a:t>11-03-2024</a:t>
            </a:fld>
            <a:endParaRPr lang="en-IN"/>
          </a:p>
        </p:txBody>
      </p:sp>
      <p:sp>
        <p:nvSpPr>
          <p:cNvPr id="6" name="Footer Placeholder 5">
            <a:extLst>
              <a:ext uri="{FF2B5EF4-FFF2-40B4-BE49-F238E27FC236}">
                <a16:creationId xmlns:a16="http://schemas.microsoft.com/office/drawing/2014/main" id="{0BB574C0-422A-0F2B-3A55-051D2DC4763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6C29EDE-0524-620C-A7FC-599BB632AFA9}"/>
              </a:ext>
            </a:extLst>
          </p:cNvPr>
          <p:cNvSpPr>
            <a:spLocks noGrp="1"/>
          </p:cNvSpPr>
          <p:nvPr>
            <p:ph type="sldNum" sz="quarter" idx="12"/>
          </p:nvPr>
        </p:nvSpPr>
        <p:spPr/>
        <p:txBody>
          <a:bodyPr/>
          <a:lstStyle/>
          <a:p>
            <a:fld id="{5F1EE452-ECC5-43CC-99F9-E19C58EEC68E}" type="slidenum">
              <a:rPr lang="en-IN" smtClean="0"/>
              <a:t>‹#›</a:t>
            </a:fld>
            <a:endParaRPr lang="en-IN"/>
          </a:p>
        </p:txBody>
      </p:sp>
    </p:spTree>
    <p:extLst>
      <p:ext uri="{BB962C8B-B14F-4D97-AF65-F5344CB8AC3E}">
        <p14:creationId xmlns:p14="http://schemas.microsoft.com/office/powerpoint/2010/main" val="33069106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E12E2-339E-B686-8E24-CD943CB902D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507CEA9-0B86-B70C-91E7-DC4DB290C5B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166C068-CD90-ED34-0A3D-4C5D45D45B3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CF9C84C-58FD-B9A1-9CD1-9FD848AA78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70DA498-120D-45F9-BF0E-076AD33EF79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B94A689-9E47-0F2D-00FD-CCD4DB44072E}"/>
              </a:ext>
            </a:extLst>
          </p:cNvPr>
          <p:cNvSpPr>
            <a:spLocks noGrp="1"/>
          </p:cNvSpPr>
          <p:nvPr>
            <p:ph type="dt" sz="half" idx="10"/>
          </p:nvPr>
        </p:nvSpPr>
        <p:spPr/>
        <p:txBody>
          <a:bodyPr/>
          <a:lstStyle/>
          <a:p>
            <a:fld id="{7660FC81-F94F-4B95-9753-2FCFE4B34444}" type="datetimeFigureOut">
              <a:rPr lang="en-IN" smtClean="0"/>
              <a:t>11-03-2024</a:t>
            </a:fld>
            <a:endParaRPr lang="en-IN"/>
          </a:p>
        </p:txBody>
      </p:sp>
      <p:sp>
        <p:nvSpPr>
          <p:cNvPr id="8" name="Footer Placeholder 7">
            <a:extLst>
              <a:ext uri="{FF2B5EF4-FFF2-40B4-BE49-F238E27FC236}">
                <a16:creationId xmlns:a16="http://schemas.microsoft.com/office/drawing/2014/main" id="{BD2A5080-85C9-8CAE-30DF-B40620DF520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B9270F7-80BE-B779-E9E4-8C2C2374E239}"/>
              </a:ext>
            </a:extLst>
          </p:cNvPr>
          <p:cNvSpPr>
            <a:spLocks noGrp="1"/>
          </p:cNvSpPr>
          <p:nvPr>
            <p:ph type="sldNum" sz="quarter" idx="12"/>
          </p:nvPr>
        </p:nvSpPr>
        <p:spPr/>
        <p:txBody>
          <a:bodyPr/>
          <a:lstStyle/>
          <a:p>
            <a:fld id="{5F1EE452-ECC5-43CC-99F9-E19C58EEC68E}" type="slidenum">
              <a:rPr lang="en-IN" smtClean="0"/>
              <a:t>‹#›</a:t>
            </a:fld>
            <a:endParaRPr lang="en-IN"/>
          </a:p>
        </p:txBody>
      </p:sp>
    </p:spTree>
    <p:extLst>
      <p:ext uri="{BB962C8B-B14F-4D97-AF65-F5344CB8AC3E}">
        <p14:creationId xmlns:p14="http://schemas.microsoft.com/office/powerpoint/2010/main" val="7828815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5E5C4-339C-813F-8733-AEE43E21F8A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5A728D4-423B-2DD0-3A39-175280E8A896}"/>
              </a:ext>
            </a:extLst>
          </p:cNvPr>
          <p:cNvSpPr>
            <a:spLocks noGrp="1"/>
          </p:cNvSpPr>
          <p:nvPr>
            <p:ph type="dt" sz="half" idx="10"/>
          </p:nvPr>
        </p:nvSpPr>
        <p:spPr/>
        <p:txBody>
          <a:bodyPr/>
          <a:lstStyle/>
          <a:p>
            <a:fld id="{7660FC81-F94F-4B95-9753-2FCFE4B34444}" type="datetimeFigureOut">
              <a:rPr lang="en-IN" smtClean="0"/>
              <a:t>11-03-2024</a:t>
            </a:fld>
            <a:endParaRPr lang="en-IN"/>
          </a:p>
        </p:txBody>
      </p:sp>
      <p:sp>
        <p:nvSpPr>
          <p:cNvPr id="4" name="Footer Placeholder 3">
            <a:extLst>
              <a:ext uri="{FF2B5EF4-FFF2-40B4-BE49-F238E27FC236}">
                <a16:creationId xmlns:a16="http://schemas.microsoft.com/office/drawing/2014/main" id="{FE9742D0-DBBF-220F-2193-040ECB675BB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8DCB301-63A1-F606-ECEF-72D7436E89BB}"/>
              </a:ext>
            </a:extLst>
          </p:cNvPr>
          <p:cNvSpPr>
            <a:spLocks noGrp="1"/>
          </p:cNvSpPr>
          <p:nvPr>
            <p:ph type="sldNum" sz="quarter" idx="12"/>
          </p:nvPr>
        </p:nvSpPr>
        <p:spPr/>
        <p:txBody>
          <a:bodyPr/>
          <a:lstStyle/>
          <a:p>
            <a:fld id="{5F1EE452-ECC5-43CC-99F9-E19C58EEC68E}" type="slidenum">
              <a:rPr lang="en-IN" smtClean="0"/>
              <a:t>‹#›</a:t>
            </a:fld>
            <a:endParaRPr lang="en-IN"/>
          </a:p>
        </p:txBody>
      </p:sp>
    </p:spTree>
    <p:extLst>
      <p:ext uri="{BB962C8B-B14F-4D97-AF65-F5344CB8AC3E}">
        <p14:creationId xmlns:p14="http://schemas.microsoft.com/office/powerpoint/2010/main" val="29907770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A4D9812-244B-BE1A-AC31-7267BA400D1F}"/>
              </a:ext>
            </a:extLst>
          </p:cNvPr>
          <p:cNvSpPr>
            <a:spLocks noGrp="1"/>
          </p:cNvSpPr>
          <p:nvPr>
            <p:ph type="dt" sz="half" idx="10"/>
          </p:nvPr>
        </p:nvSpPr>
        <p:spPr/>
        <p:txBody>
          <a:bodyPr/>
          <a:lstStyle/>
          <a:p>
            <a:fld id="{7660FC81-F94F-4B95-9753-2FCFE4B34444}" type="datetimeFigureOut">
              <a:rPr lang="en-IN" smtClean="0"/>
              <a:t>11-03-2024</a:t>
            </a:fld>
            <a:endParaRPr lang="en-IN"/>
          </a:p>
        </p:txBody>
      </p:sp>
      <p:sp>
        <p:nvSpPr>
          <p:cNvPr id="3" name="Footer Placeholder 2">
            <a:extLst>
              <a:ext uri="{FF2B5EF4-FFF2-40B4-BE49-F238E27FC236}">
                <a16:creationId xmlns:a16="http://schemas.microsoft.com/office/drawing/2014/main" id="{46EDBA31-4550-CA24-ACAA-6E896C6C005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793948D-7588-0F64-B981-54F17CC7E3C4}"/>
              </a:ext>
            </a:extLst>
          </p:cNvPr>
          <p:cNvSpPr>
            <a:spLocks noGrp="1"/>
          </p:cNvSpPr>
          <p:nvPr>
            <p:ph type="sldNum" sz="quarter" idx="12"/>
          </p:nvPr>
        </p:nvSpPr>
        <p:spPr/>
        <p:txBody>
          <a:bodyPr/>
          <a:lstStyle/>
          <a:p>
            <a:fld id="{5F1EE452-ECC5-43CC-99F9-E19C58EEC68E}" type="slidenum">
              <a:rPr lang="en-IN" smtClean="0"/>
              <a:t>‹#›</a:t>
            </a:fld>
            <a:endParaRPr lang="en-IN"/>
          </a:p>
        </p:txBody>
      </p:sp>
    </p:spTree>
    <p:extLst>
      <p:ext uri="{BB962C8B-B14F-4D97-AF65-F5344CB8AC3E}">
        <p14:creationId xmlns:p14="http://schemas.microsoft.com/office/powerpoint/2010/main" val="42571697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8419E-ADF6-605A-7014-A7D29EDC57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2D4D877-63BA-5E35-F3BA-0C1CA6F46E6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10BC628-5CDD-AE13-B0A2-604FEAB6A0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4FA07E-EA38-7CA3-65CD-33517477BBC4}"/>
              </a:ext>
            </a:extLst>
          </p:cNvPr>
          <p:cNvSpPr>
            <a:spLocks noGrp="1"/>
          </p:cNvSpPr>
          <p:nvPr>
            <p:ph type="dt" sz="half" idx="10"/>
          </p:nvPr>
        </p:nvSpPr>
        <p:spPr/>
        <p:txBody>
          <a:bodyPr/>
          <a:lstStyle/>
          <a:p>
            <a:fld id="{7660FC81-F94F-4B95-9753-2FCFE4B34444}" type="datetimeFigureOut">
              <a:rPr lang="en-IN" smtClean="0"/>
              <a:t>11-03-2024</a:t>
            </a:fld>
            <a:endParaRPr lang="en-IN"/>
          </a:p>
        </p:txBody>
      </p:sp>
      <p:sp>
        <p:nvSpPr>
          <p:cNvPr id="6" name="Footer Placeholder 5">
            <a:extLst>
              <a:ext uri="{FF2B5EF4-FFF2-40B4-BE49-F238E27FC236}">
                <a16:creationId xmlns:a16="http://schemas.microsoft.com/office/drawing/2014/main" id="{2E4F4C82-C3FC-7818-D329-F1CD6025D26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7AB1DB1-A5ED-9FDF-3C5C-5CB37828FB93}"/>
              </a:ext>
            </a:extLst>
          </p:cNvPr>
          <p:cNvSpPr>
            <a:spLocks noGrp="1"/>
          </p:cNvSpPr>
          <p:nvPr>
            <p:ph type="sldNum" sz="quarter" idx="12"/>
          </p:nvPr>
        </p:nvSpPr>
        <p:spPr/>
        <p:txBody>
          <a:bodyPr/>
          <a:lstStyle/>
          <a:p>
            <a:fld id="{5F1EE452-ECC5-43CC-99F9-E19C58EEC68E}" type="slidenum">
              <a:rPr lang="en-IN" smtClean="0"/>
              <a:t>‹#›</a:t>
            </a:fld>
            <a:endParaRPr lang="en-IN"/>
          </a:p>
        </p:txBody>
      </p:sp>
    </p:spTree>
    <p:extLst>
      <p:ext uri="{BB962C8B-B14F-4D97-AF65-F5344CB8AC3E}">
        <p14:creationId xmlns:p14="http://schemas.microsoft.com/office/powerpoint/2010/main" val="10324324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00E1D-1BC2-BC27-B159-1656863DCC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D918DA7-1F99-D443-F115-04F3459A300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8C41EF3-911B-309D-BC80-39EA03B864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86E52E9-ABAA-280B-31BF-117567669F36}"/>
              </a:ext>
            </a:extLst>
          </p:cNvPr>
          <p:cNvSpPr>
            <a:spLocks noGrp="1"/>
          </p:cNvSpPr>
          <p:nvPr>
            <p:ph type="dt" sz="half" idx="10"/>
          </p:nvPr>
        </p:nvSpPr>
        <p:spPr/>
        <p:txBody>
          <a:bodyPr/>
          <a:lstStyle/>
          <a:p>
            <a:fld id="{7660FC81-F94F-4B95-9753-2FCFE4B34444}" type="datetimeFigureOut">
              <a:rPr lang="en-IN" smtClean="0"/>
              <a:t>11-03-2024</a:t>
            </a:fld>
            <a:endParaRPr lang="en-IN"/>
          </a:p>
        </p:txBody>
      </p:sp>
      <p:sp>
        <p:nvSpPr>
          <p:cNvPr id="6" name="Footer Placeholder 5">
            <a:extLst>
              <a:ext uri="{FF2B5EF4-FFF2-40B4-BE49-F238E27FC236}">
                <a16:creationId xmlns:a16="http://schemas.microsoft.com/office/drawing/2014/main" id="{2E9060C5-ADE6-4916-1F6F-897749831DC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178F6D7-D6E5-9276-6AC8-6B186E5A4816}"/>
              </a:ext>
            </a:extLst>
          </p:cNvPr>
          <p:cNvSpPr>
            <a:spLocks noGrp="1"/>
          </p:cNvSpPr>
          <p:nvPr>
            <p:ph type="sldNum" sz="quarter" idx="12"/>
          </p:nvPr>
        </p:nvSpPr>
        <p:spPr/>
        <p:txBody>
          <a:bodyPr/>
          <a:lstStyle/>
          <a:p>
            <a:fld id="{5F1EE452-ECC5-43CC-99F9-E19C58EEC68E}" type="slidenum">
              <a:rPr lang="en-IN" smtClean="0"/>
              <a:t>‹#›</a:t>
            </a:fld>
            <a:endParaRPr lang="en-IN"/>
          </a:p>
        </p:txBody>
      </p:sp>
    </p:spTree>
    <p:extLst>
      <p:ext uri="{BB962C8B-B14F-4D97-AF65-F5344CB8AC3E}">
        <p14:creationId xmlns:p14="http://schemas.microsoft.com/office/powerpoint/2010/main" val="27999228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BA1A4-5E57-BC71-821C-7F17A61F5B8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F990DA6-E91E-C661-6521-C0FD33FA666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B047D6D-DEF5-2043-62B1-33F367454254}"/>
              </a:ext>
            </a:extLst>
          </p:cNvPr>
          <p:cNvSpPr>
            <a:spLocks noGrp="1"/>
          </p:cNvSpPr>
          <p:nvPr>
            <p:ph type="dt" sz="half" idx="10"/>
          </p:nvPr>
        </p:nvSpPr>
        <p:spPr/>
        <p:txBody>
          <a:bodyPr/>
          <a:lstStyle/>
          <a:p>
            <a:fld id="{7660FC81-F94F-4B95-9753-2FCFE4B34444}" type="datetimeFigureOut">
              <a:rPr lang="en-IN" smtClean="0"/>
              <a:t>11-03-2024</a:t>
            </a:fld>
            <a:endParaRPr lang="en-IN"/>
          </a:p>
        </p:txBody>
      </p:sp>
      <p:sp>
        <p:nvSpPr>
          <p:cNvPr id="5" name="Footer Placeholder 4">
            <a:extLst>
              <a:ext uri="{FF2B5EF4-FFF2-40B4-BE49-F238E27FC236}">
                <a16:creationId xmlns:a16="http://schemas.microsoft.com/office/drawing/2014/main" id="{5272286F-80C5-CC11-1D92-58F3AF30F23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CC598E0-4891-F241-E78D-CA4560BD9E9A}"/>
              </a:ext>
            </a:extLst>
          </p:cNvPr>
          <p:cNvSpPr>
            <a:spLocks noGrp="1"/>
          </p:cNvSpPr>
          <p:nvPr>
            <p:ph type="sldNum" sz="quarter" idx="12"/>
          </p:nvPr>
        </p:nvSpPr>
        <p:spPr/>
        <p:txBody>
          <a:bodyPr/>
          <a:lstStyle/>
          <a:p>
            <a:fld id="{5F1EE452-ECC5-43CC-99F9-E19C58EEC68E}" type="slidenum">
              <a:rPr lang="en-IN" smtClean="0"/>
              <a:t>‹#›</a:t>
            </a:fld>
            <a:endParaRPr lang="en-IN"/>
          </a:p>
        </p:txBody>
      </p:sp>
    </p:spTree>
    <p:extLst>
      <p:ext uri="{BB962C8B-B14F-4D97-AF65-F5344CB8AC3E}">
        <p14:creationId xmlns:p14="http://schemas.microsoft.com/office/powerpoint/2010/main" val="41596786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4BBB557-2697-6191-D2E3-5642260EFBB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6F90E51-5285-9AB5-9400-563BC5D9811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8B911D2-3679-5473-9039-3A8E878CE7A4}"/>
              </a:ext>
            </a:extLst>
          </p:cNvPr>
          <p:cNvSpPr>
            <a:spLocks noGrp="1"/>
          </p:cNvSpPr>
          <p:nvPr>
            <p:ph type="dt" sz="half" idx="10"/>
          </p:nvPr>
        </p:nvSpPr>
        <p:spPr/>
        <p:txBody>
          <a:bodyPr/>
          <a:lstStyle/>
          <a:p>
            <a:fld id="{7660FC81-F94F-4B95-9753-2FCFE4B34444}" type="datetimeFigureOut">
              <a:rPr lang="en-IN" smtClean="0"/>
              <a:t>11-03-2024</a:t>
            </a:fld>
            <a:endParaRPr lang="en-IN"/>
          </a:p>
        </p:txBody>
      </p:sp>
      <p:sp>
        <p:nvSpPr>
          <p:cNvPr id="5" name="Footer Placeholder 4">
            <a:extLst>
              <a:ext uri="{FF2B5EF4-FFF2-40B4-BE49-F238E27FC236}">
                <a16:creationId xmlns:a16="http://schemas.microsoft.com/office/drawing/2014/main" id="{E4164A41-6689-AFD2-8E46-FC156438CE2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A959BDF-D599-93F0-F10F-529EA16BA9E8}"/>
              </a:ext>
            </a:extLst>
          </p:cNvPr>
          <p:cNvSpPr>
            <a:spLocks noGrp="1"/>
          </p:cNvSpPr>
          <p:nvPr>
            <p:ph type="sldNum" sz="quarter" idx="12"/>
          </p:nvPr>
        </p:nvSpPr>
        <p:spPr/>
        <p:txBody>
          <a:bodyPr/>
          <a:lstStyle/>
          <a:p>
            <a:fld id="{5F1EE452-ECC5-43CC-99F9-E19C58EEC68E}" type="slidenum">
              <a:rPr lang="en-IN" smtClean="0"/>
              <a:t>‹#›</a:t>
            </a:fld>
            <a:endParaRPr lang="en-IN"/>
          </a:p>
        </p:txBody>
      </p:sp>
    </p:spTree>
    <p:extLst>
      <p:ext uri="{BB962C8B-B14F-4D97-AF65-F5344CB8AC3E}">
        <p14:creationId xmlns:p14="http://schemas.microsoft.com/office/powerpoint/2010/main" val="3914356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6165D3-54E4-6D27-DBBF-D814472585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0E35840-1D91-3CC7-CFB7-EADAB0D3A08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7044914-65CE-7A1C-60F5-7D80688787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60FC81-F94F-4B95-9753-2FCFE4B34444}" type="datetimeFigureOut">
              <a:rPr lang="en-IN" smtClean="0"/>
              <a:t>11-03-2024</a:t>
            </a:fld>
            <a:endParaRPr lang="en-IN"/>
          </a:p>
        </p:txBody>
      </p:sp>
      <p:sp>
        <p:nvSpPr>
          <p:cNvPr id="5" name="Footer Placeholder 4">
            <a:extLst>
              <a:ext uri="{FF2B5EF4-FFF2-40B4-BE49-F238E27FC236}">
                <a16:creationId xmlns:a16="http://schemas.microsoft.com/office/drawing/2014/main" id="{77A117BA-6045-FC33-E436-8F495A58CFF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BBD1089-9FBA-D83C-CE9C-B0852C278F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F1EE452-ECC5-43CC-99F9-E19C58EEC68E}" type="slidenum">
              <a:rPr lang="en-IN" smtClean="0"/>
              <a:t>‹#›</a:t>
            </a:fld>
            <a:endParaRPr lang="en-IN"/>
          </a:p>
        </p:txBody>
      </p:sp>
    </p:spTree>
    <p:extLst>
      <p:ext uri="{BB962C8B-B14F-4D97-AF65-F5344CB8AC3E}">
        <p14:creationId xmlns:p14="http://schemas.microsoft.com/office/powerpoint/2010/main" val="39408235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howtodoinjava.com/spring-core/spring-ioc-vs-di/" TargetMode="External"/><Relationship Id="rId2" Type="http://schemas.openxmlformats.org/officeDocument/2006/relationships/hyperlink" Target="https://howtodoinjava.com/spring-core/different-spring-ioc-containers/"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localhost:8080/springmvc/hello?name=John" TargetMode="External"/><Relationship Id="rId2" Type="http://schemas.openxmlformats.org/officeDocument/2006/relationships/hyperlink" Target="http://localhost:8080/springmvc/hello/101"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90A847F-D39F-6F28-9BCD-36B57FFE6076}"/>
              </a:ext>
            </a:extLst>
          </p:cNvPr>
          <p:cNvSpPr/>
          <p:nvPr/>
        </p:nvSpPr>
        <p:spPr>
          <a:xfrm>
            <a:off x="2071396" y="2967335"/>
            <a:ext cx="7371184" cy="1107996"/>
          </a:xfrm>
          <a:prstGeom prst="rect">
            <a:avLst/>
          </a:prstGeom>
          <a:noFill/>
        </p:spPr>
        <p:txBody>
          <a:bodyPr wrap="square" lIns="91440" tIns="45720" rIns="91440" bIns="45720">
            <a:spAutoFit/>
          </a:bodyPr>
          <a:lstStyle/>
          <a:p>
            <a:pPr algn="ctr"/>
            <a:r>
              <a:rPr lang="en-US" sz="66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Spring Annotation</a:t>
            </a:r>
          </a:p>
        </p:txBody>
      </p:sp>
    </p:spTree>
    <p:extLst>
      <p:ext uri="{BB962C8B-B14F-4D97-AF65-F5344CB8AC3E}">
        <p14:creationId xmlns:p14="http://schemas.microsoft.com/office/powerpoint/2010/main" val="21760494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0F32B-90FC-5411-C093-321C81DEC323}"/>
              </a:ext>
            </a:extLst>
          </p:cNvPr>
          <p:cNvSpPr>
            <a:spLocks noGrp="1"/>
          </p:cNvSpPr>
          <p:nvPr>
            <p:ph type="title"/>
          </p:nvPr>
        </p:nvSpPr>
        <p:spPr>
          <a:xfrm>
            <a:off x="838200" y="365126"/>
            <a:ext cx="10515600" cy="651912"/>
          </a:xfrm>
        </p:spPr>
        <p:txBody>
          <a:bodyPr>
            <a:normAutofit/>
          </a:bodyPr>
          <a:lstStyle/>
          <a:p>
            <a:r>
              <a:rPr lang="en-IN" sz="3600" b="1" i="0" dirty="0">
                <a:solidFill>
                  <a:srgbClr val="404040"/>
                </a:solidFill>
                <a:effectLst/>
                <a:latin typeface="-apple-system"/>
              </a:rPr>
              <a:t>Bean Annotations</a:t>
            </a:r>
            <a:endParaRPr lang="en-IN" sz="3600" dirty="0"/>
          </a:p>
        </p:txBody>
      </p:sp>
      <p:sp>
        <p:nvSpPr>
          <p:cNvPr id="3" name="Content Placeholder 2">
            <a:extLst>
              <a:ext uri="{FF2B5EF4-FFF2-40B4-BE49-F238E27FC236}">
                <a16:creationId xmlns:a16="http://schemas.microsoft.com/office/drawing/2014/main" id="{83B8E1A1-3F8B-1146-0B3D-B6EE29F9B080}"/>
              </a:ext>
            </a:extLst>
          </p:cNvPr>
          <p:cNvSpPr>
            <a:spLocks noGrp="1"/>
          </p:cNvSpPr>
          <p:nvPr>
            <p:ph idx="1"/>
          </p:nvPr>
        </p:nvSpPr>
        <p:spPr>
          <a:xfrm>
            <a:off x="289249" y="1175656"/>
            <a:ext cx="11560629" cy="5317217"/>
          </a:xfrm>
        </p:spPr>
        <p:txBody>
          <a:bodyPr/>
          <a:lstStyle/>
          <a:p>
            <a:r>
              <a:rPr lang="en-US" b="0" i="0" dirty="0">
                <a:solidFill>
                  <a:srgbClr val="404040"/>
                </a:solidFill>
                <a:effectLst/>
                <a:latin typeface="-apple-system"/>
              </a:rPr>
              <a:t>In the Spring Framework, a bean is an object that is instantiated, assembled, and managed by the </a:t>
            </a:r>
            <a:r>
              <a:rPr lang="en-US" b="0" i="0" u="none" strike="noStrike" dirty="0">
                <a:effectLst/>
                <a:latin typeface="-apple-system"/>
                <a:hlinkClick r:id="rId2"/>
              </a:rPr>
              <a:t>Spring IoC (Inversion of Control) container</a:t>
            </a:r>
            <a:r>
              <a:rPr lang="en-US" b="0" i="0" dirty="0">
                <a:solidFill>
                  <a:srgbClr val="404040"/>
                </a:solidFill>
                <a:effectLst/>
                <a:latin typeface="-apple-system"/>
              </a:rPr>
              <a:t>. The container also performs </a:t>
            </a:r>
            <a:r>
              <a:rPr lang="en-US" b="0" i="0" u="none" strike="noStrike" dirty="0">
                <a:effectLst/>
                <a:latin typeface="-apple-system"/>
                <a:hlinkClick r:id="rId3"/>
              </a:rPr>
              <a:t>dependency injection</a:t>
            </a:r>
            <a:r>
              <a:rPr lang="en-US" b="0" i="0" dirty="0">
                <a:solidFill>
                  <a:srgbClr val="404040"/>
                </a:solidFill>
                <a:effectLst/>
                <a:latin typeface="-apple-system"/>
              </a:rPr>
              <a:t>, allowing beans to be wired together and collaborate with each other.</a:t>
            </a:r>
          </a:p>
          <a:p>
            <a:pPr algn="l"/>
            <a:r>
              <a:rPr lang="en-US" b="1" i="1" dirty="0">
                <a:solidFill>
                  <a:srgbClr val="404040"/>
                </a:solidFill>
                <a:effectLst/>
                <a:latin typeface="-apple-system"/>
              </a:rPr>
              <a:t>@Bean</a:t>
            </a:r>
            <a:endParaRPr lang="en-US" b="1" i="0" dirty="0">
              <a:solidFill>
                <a:srgbClr val="404040"/>
              </a:solidFill>
              <a:effectLst/>
              <a:latin typeface="-apple-system"/>
            </a:endParaRPr>
          </a:p>
          <a:p>
            <a:pPr algn="l"/>
            <a:r>
              <a:rPr lang="en-US" b="0" i="0" dirty="0">
                <a:solidFill>
                  <a:srgbClr val="001D35"/>
                </a:solidFill>
                <a:effectLst/>
                <a:latin typeface="Google Sans"/>
              </a:rPr>
              <a:t>The @Bean annotation is a method-level annotation in the Spring Framework that is used to declare a bean and register it with the Spring container. When a method is annotated with the @Bean annotation, the Spring container will create an instance of the bean and manage it throughout the lifecycle of the application.</a:t>
            </a:r>
          </a:p>
          <a:p>
            <a:pPr algn="l"/>
            <a:r>
              <a:rPr lang="en-US" b="1" i="0" dirty="0">
                <a:solidFill>
                  <a:srgbClr val="3B3B3B"/>
                </a:solidFill>
                <a:effectLst/>
                <a:latin typeface="ui-monospace"/>
              </a:rPr>
              <a:t>@Bean </a:t>
            </a:r>
            <a:r>
              <a:rPr lang="en-US" b="0" i="0" dirty="0" err="1">
                <a:solidFill>
                  <a:srgbClr val="3B3B3B"/>
                </a:solidFill>
                <a:effectLst/>
                <a:latin typeface="ui-monospace"/>
              </a:rPr>
              <a:t>EmployeeService</a:t>
            </a:r>
            <a:r>
              <a:rPr lang="en-US" b="0" i="0" dirty="0">
                <a:solidFill>
                  <a:srgbClr val="3B3B3B"/>
                </a:solidFill>
                <a:effectLst/>
                <a:latin typeface="ui-monospace"/>
              </a:rPr>
              <a:t> </a:t>
            </a:r>
            <a:r>
              <a:rPr lang="en-US" b="0" i="0" dirty="0" err="1">
                <a:solidFill>
                  <a:srgbClr val="3B3B3B"/>
                </a:solidFill>
                <a:effectLst/>
                <a:latin typeface="ui-monospace"/>
              </a:rPr>
              <a:t>employeeService</a:t>
            </a:r>
            <a:r>
              <a:rPr lang="en-US" b="0" i="0" dirty="0">
                <a:solidFill>
                  <a:srgbClr val="3B3B3B"/>
                </a:solidFill>
                <a:effectLst/>
                <a:latin typeface="ui-monospace"/>
              </a:rPr>
              <a:t>() { </a:t>
            </a:r>
            <a:r>
              <a:rPr lang="en-US" b="1" i="0" dirty="0">
                <a:solidFill>
                  <a:srgbClr val="395FB0"/>
                </a:solidFill>
                <a:effectLst/>
                <a:latin typeface="ui-monospace"/>
              </a:rPr>
              <a:t>return</a:t>
            </a:r>
            <a:r>
              <a:rPr lang="en-US" b="0" i="0" dirty="0">
                <a:solidFill>
                  <a:srgbClr val="3B3B3B"/>
                </a:solidFill>
                <a:effectLst/>
                <a:latin typeface="ui-monospace"/>
              </a:rPr>
              <a:t> </a:t>
            </a:r>
            <a:r>
              <a:rPr lang="en-US" b="1" i="0" dirty="0">
                <a:solidFill>
                  <a:srgbClr val="395FB0"/>
                </a:solidFill>
                <a:effectLst/>
                <a:latin typeface="ui-monospace"/>
              </a:rPr>
              <a:t>new</a:t>
            </a:r>
            <a:r>
              <a:rPr lang="en-US" b="0" i="0" dirty="0">
                <a:solidFill>
                  <a:srgbClr val="3B3B3B"/>
                </a:solidFill>
                <a:effectLst/>
                <a:latin typeface="ui-monospace"/>
              </a:rPr>
              <a:t> </a:t>
            </a:r>
            <a:r>
              <a:rPr lang="en-US" b="0" i="0" dirty="0" err="1">
                <a:solidFill>
                  <a:srgbClr val="3B3B3B"/>
                </a:solidFill>
                <a:effectLst/>
                <a:latin typeface="ui-monospace"/>
              </a:rPr>
              <a:t>EmployeeServiceImpl</a:t>
            </a:r>
            <a:r>
              <a:rPr lang="en-US" b="0" i="0" dirty="0">
                <a:solidFill>
                  <a:srgbClr val="3B3B3B"/>
                </a:solidFill>
                <a:effectLst/>
                <a:latin typeface="ui-monospace"/>
              </a:rPr>
              <a:t>(); }</a:t>
            </a:r>
            <a:endParaRPr lang="en-IN" dirty="0"/>
          </a:p>
        </p:txBody>
      </p:sp>
    </p:spTree>
    <p:extLst>
      <p:ext uri="{BB962C8B-B14F-4D97-AF65-F5344CB8AC3E}">
        <p14:creationId xmlns:p14="http://schemas.microsoft.com/office/powerpoint/2010/main" val="17992897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CFBE23F-13F1-4DD5-8202-CA262597B921}"/>
              </a:ext>
            </a:extLst>
          </p:cNvPr>
          <p:cNvSpPr>
            <a:spLocks noGrp="1"/>
          </p:cNvSpPr>
          <p:nvPr>
            <p:ph idx="1"/>
          </p:nvPr>
        </p:nvSpPr>
        <p:spPr>
          <a:xfrm>
            <a:off x="149290" y="289249"/>
            <a:ext cx="11551298" cy="6335486"/>
          </a:xfrm>
        </p:spPr>
        <p:txBody>
          <a:bodyPr>
            <a:normAutofit fontScale="92500" lnSpcReduction="10000"/>
          </a:bodyPr>
          <a:lstStyle/>
          <a:p>
            <a:pPr algn="l"/>
            <a:r>
              <a:rPr lang="en-US" b="0" i="0" dirty="0">
                <a:solidFill>
                  <a:srgbClr val="001D35"/>
                </a:solidFill>
                <a:effectLst/>
                <a:latin typeface="Google Sans"/>
              </a:rPr>
              <a:t>The @Qualifier annotation in Spring is used to specify which bean to inject when there are multiple beans of the same type. This is useful when you want to have more control over which bean is injected into a particular field or method parameter.</a:t>
            </a:r>
          </a:p>
          <a:p>
            <a:pPr algn="l"/>
            <a:r>
              <a:rPr lang="en-US" b="0" i="0" dirty="0">
                <a:solidFill>
                  <a:srgbClr val="001D35"/>
                </a:solidFill>
                <a:effectLst/>
                <a:latin typeface="Google Sans"/>
              </a:rPr>
              <a:t>To use the @Qualifier annotation, you first need to create a bean definition for each of the beans that you want to inject. Then, you can use the @Qualifier annotation to specify the name of the bean that you want to inject.</a:t>
            </a:r>
          </a:p>
          <a:p>
            <a:pPr algn="l"/>
            <a:r>
              <a:rPr lang="en-US" b="0" i="0" dirty="0">
                <a:solidFill>
                  <a:srgbClr val="001D35"/>
                </a:solidFill>
                <a:effectLst/>
                <a:latin typeface="Google Sans"/>
              </a:rPr>
              <a:t>For example, the following code shows how to create two bean definitions for the same interface:</a:t>
            </a:r>
          </a:p>
          <a:p>
            <a:r>
              <a:rPr lang="en-US" b="0" i="0" dirty="0">
                <a:solidFill>
                  <a:srgbClr val="000000"/>
                </a:solidFill>
                <a:effectLst/>
                <a:latin typeface="Courier New" panose="02070309020205020404" pitchFamily="49" charset="0"/>
              </a:rPr>
              <a:t>@</a:t>
            </a:r>
            <a:r>
              <a:rPr lang="en-US" b="0" i="0" dirty="0">
                <a:solidFill>
                  <a:srgbClr val="9334E6"/>
                </a:solidFill>
                <a:effectLst/>
                <a:latin typeface="Courier New" panose="02070309020205020404" pitchFamily="49" charset="0"/>
              </a:rPr>
              <a:t>Bean</a:t>
            </a:r>
            <a:br>
              <a:rPr lang="en-US" dirty="0"/>
            </a:br>
            <a:r>
              <a:rPr lang="en-US" b="0" i="0" dirty="0">
                <a:solidFill>
                  <a:srgbClr val="9334E6"/>
                </a:solidFill>
                <a:effectLst/>
                <a:latin typeface="Courier New" panose="02070309020205020404" pitchFamily="49" charset="0"/>
              </a:rPr>
              <a:t>public</a:t>
            </a:r>
            <a:r>
              <a:rPr lang="en-US" b="0" i="0" dirty="0">
                <a:solidFill>
                  <a:srgbClr val="000000"/>
                </a:solidFill>
                <a:effectLst/>
                <a:latin typeface="Courier New" panose="02070309020205020404" pitchFamily="49" charset="0"/>
              </a:rPr>
              <a:t> </a:t>
            </a:r>
            <a:r>
              <a:rPr lang="en-US" b="0" i="0" dirty="0" err="1">
                <a:solidFill>
                  <a:srgbClr val="000000"/>
                </a:solidFill>
                <a:effectLst/>
                <a:latin typeface="Courier New" panose="02070309020205020404" pitchFamily="49" charset="0"/>
              </a:rPr>
              <a:t>SomeInterface</a:t>
            </a:r>
            <a:r>
              <a:rPr lang="en-US" b="0" i="0" dirty="0">
                <a:solidFill>
                  <a:srgbClr val="000000"/>
                </a:solidFill>
                <a:effectLst/>
                <a:latin typeface="Courier New" panose="02070309020205020404" pitchFamily="49" charset="0"/>
              </a:rPr>
              <a:t> foo() {</a:t>
            </a:r>
            <a:br>
              <a:rPr lang="en-US" dirty="0"/>
            </a:br>
            <a:r>
              <a:rPr lang="en-US" b="0" i="0" dirty="0">
                <a:solidFill>
                  <a:srgbClr val="9334E6"/>
                </a:solidFill>
                <a:effectLst/>
                <a:latin typeface="Courier New" panose="02070309020205020404" pitchFamily="49" charset="0"/>
              </a:rPr>
              <a:t>return</a:t>
            </a:r>
            <a:r>
              <a:rPr lang="en-US" b="0" i="0" dirty="0">
                <a:solidFill>
                  <a:srgbClr val="000000"/>
                </a:solidFill>
                <a:effectLst/>
                <a:latin typeface="Courier New" panose="02070309020205020404" pitchFamily="49" charset="0"/>
              </a:rPr>
              <a:t> </a:t>
            </a:r>
            <a:r>
              <a:rPr lang="en-US" b="0" i="0" dirty="0">
                <a:solidFill>
                  <a:srgbClr val="9334E6"/>
                </a:solidFill>
                <a:effectLst/>
                <a:latin typeface="Courier New" panose="02070309020205020404" pitchFamily="49" charset="0"/>
              </a:rPr>
              <a:t>new</a:t>
            </a:r>
            <a:r>
              <a:rPr lang="en-US" b="0" i="0" dirty="0">
                <a:solidFill>
                  <a:srgbClr val="000000"/>
                </a:solidFill>
                <a:effectLst/>
                <a:latin typeface="Courier New" panose="02070309020205020404" pitchFamily="49" charset="0"/>
              </a:rPr>
              <a:t> </a:t>
            </a:r>
            <a:r>
              <a:rPr lang="en-US" b="0" i="0" dirty="0" err="1">
                <a:solidFill>
                  <a:srgbClr val="9334E6"/>
                </a:solidFill>
                <a:effectLst/>
                <a:latin typeface="Courier New" panose="02070309020205020404" pitchFamily="49" charset="0"/>
              </a:rPr>
              <a:t>FooImpl</a:t>
            </a:r>
            <a:r>
              <a:rPr lang="en-US" b="0" i="0" dirty="0">
                <a:solidFill>
                  <a:srgbClr val="000000"/>
                </a:solidFill>
                <a:effectLst/>
                <a:latin typeface="Courier New" panose="02070309020205020404" pitchFamily="49" charset="0"/>
              </a:rPr>
              <a:t>();</a:t>
            </a:r>
            <a:br>
              <a:rPr lang="en-US" dirty="0"/>
            </a:br>
            <a:r>
              <a:rPr lang="en-US" b="0" i="0" dirty="0">
                <a:solidFill>
                  <a:srgbClr val="000000"/>
                </a:solidFill>
                <a:effectLst/>
                <a:latin typeface="Courier New" panose="02070309020205020404" pitchFamily="49" charset="0"/>
              </a:rPr>
              <a:t>}</a:t>
            </a:r>
            <a:br>
              <a:rPr lang="en-US" dirty="0"/>
            </a:br>
            <a:br>
              <a:rPr lang="en-US" dirty="0"/>
            </a:br>
            <a:r>
              <a:rPr lang="en-US" b="0" i="0" dirty="0">
                <a:solidFill>
                  <a:srgbClr val="000000"/>
                </a:solidFill>
                <a:effectLst/>
                <a:latin typeface="Courier New" panose="02070309020205020404" pitchFamily="49" charset="0"/>
              </a:rPr>
              <a:t>@</a:t>
            </a:r>
            <a:r>
              <a:rPr lang="en-US" b="0" i="0" dirty="0">
                <a:solidFill>
                  <a:srgbClr val="9334E6"/>
                </a:solidFill>
                <a:effectLst/>
                <a:latin typeface="Courier New" panose="02070309020205020404" pitchFamily="49" charset="0"/>
              </a:rPr>
              <a:t>Bean</a:t>
            </a:r>
            <a:br>
              <a:rPr lang="en-US" dirty="0"/>
            </a:br>
            <a:r>
              <a:rPr lang="en-US" b="0" i="0" dirty="0">
                <a:solidFill>
                  <a:srgbClr val="9334E6"/>
                </a:solidFill>
                <a:effectLst/>
                <a:latin typeface="Courier New" panose="02070309020205020404" pitchFamily="49" charset="0"/>
              </a:rPr>
              <a:t>public</a:t>
            </a:r>
            <a:r>
              <a:rPr lang="en-US" b="0" i="0" dirty="0">
                <a:solidFill>
                  <a:srgbClr val="000000"/>
                </a:solidFill>
                <a:effectLst/>
                <a:latin typeface="Courier New" panose="02070309020205020404" pitchFamily="49" charset="0"/>
              </a:rPr>
              <a:t> </a:t>
            </a:r>
            <a:r>
              <a:rPr lang="en-US" b="0" i="0" dirty="0" err="1">
                <a:solidFill>
                  <a:srgbClr val="000000"/>
                </a:solidFill>
                <a:effectLst/>
                <a:latin typeface="Courier New" panose="02070309020205020404" pitchFamily="49" charset="0"/>
              </a:rPr>
              <a:t>SomeInterface</a:t>
            </a:r>
            <a:r>
              <a:rPr lang="en-US" b="0" i="0" dirty="0">
                <a:solidFill>
                  <a:srgbClr val="000000"/>
                </a:solidFill>
                <a:effectLst/>
                <a:latin typeface="Courier New" panose="02070309020205020404" pitchFamily="49" charset="0"/>
              </a:rPr>
              <a:t> bar() {</a:t>
            </a:r>
            <a:br>
              <a:rPr lang="en-US" dirty="0"/>
            </a:br>
            <a:r>
              <a:rPr lang="en-US" b="0" i="0" dirty="0">
                <a:solidFill>
                  <a:srgbClr val="9334E6"/>
                </a:solidFill>
                <a:effectLst/>
                <a:latin typeface="Courier New" panose="02070309020205020404" pitchFamily="49" charset="0"/>
              </a:rPr>
              <a:t>return</a:t>
            </a:r>
            <a:r>
              <a:rPr lang="en-US" b="0" i="0" dirty="0">
                <a:solidFill>
                  <a:srgbClr val="000000"/>
                </a:solidFill>
                <a:effectLst/>
                <a:latin typeface="Courier New" panose="02070309020205020404" pitchFamily="49" charset="0"/>
              </a:rPr>
              <a:t> </a:t>
            </a:r>
            <a:r>
              <a:rPr lang="en-US" b="0" i="0" dirty="0">
                <a:solidFill>
                  <a:srgbClr val="9334E6"/>
                </a:solidFill>
                <a:effectLst/>
                <a:latin typeface="Courier New" panose="02070309020205020404" pitchFamily="49" charset="0"/>
              </a:rPr>
              <a:t>new</a:t>
            </a:r>
            <a:r>
              <a:rPr lang="en-US" b="0" i="0" dirty="0">
                <a:solidFill>
                  <a:srgbClr val="000000"/>
                </a:solidFill>
                <a:effectLst/>
                <a:latin typeface="Courier New" panose="02070309020205020404" pitchFamily="49" charset="0"/>
              </a:rPr>
              <a:t> </a:t>
            </a:r>
            <a:r>
              <a:rPr lang="en-US" b="0" i="0" dirty="0" err="1">
                <a:solidFill>
                  <a:srgbClr val="9334E6"/>
                </a:solidFill>
                <a:effectLst/>
                <a:latin typeface="Courier New" panose="02070309020205020404" pitchFamily="49" charset="0"/>
              </a:rPr>
              <a:t>BarImpl</a:t>
            </a:r>
            <a:r>
              <a:rPr lang="en-US" b="0" i="0" dirty="0">
                <a:solidFill>
                  <a:srgbClr val="000000"/>
                </a:solidFill>
                <a:effectLst/>
                <a:latin typeface="Courier New" panose="02070309020205020404" pitchFamily="49" charset="0"/>
              </a:rPr>
              <a:t>();</a:t>
            </a:r>
            <a:br>
              <a:rPr lang="en-US" dirty="0"/>
            </a:br>
            <a:r>
              <a:rPr lang="en-US" b="0" i="0" dirty="0">
                <a:solidFill>
                  <a:srgbClr val="000000"/>
                </a:solidFill>
                <a:effectLst/>
                <a:latin typeface="Courier New" panose="02070309020205020404" pitchFamily="49" charset="0"/>
              </a:rPr>
              <a:t>}</a:t>
            </a:r>
            <a:endParaRPr lang="en-IN" dirty="0"/>
          </a:p>
        </p:txBody>
      </p:sp>
    </p:spTree>
    <p:extLst>
      <p:ext uri="{BB962C8B-B14F-4D97-AF65-F5344CB8AC3E}">
        <p14:creationId xmlns:p14="http://schemas.microsoft.com/office/powerpoint/2010/main" val="37487059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D628A-D3BA-5644-E48F-3D078BD1D14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66E63D-3490-A6A4-D4B7-EC18430CFF22}"/>
              </a:ext>
            </a:extLst>
          </p:cNvPr>
          <p:cNvSpPr>
            <a:spLocks noGrp="1"/>
          </p:cNvSpPr>
          <p:nvPr>
            <p:ph idx="1"/>
          </p:nvPr>
        </p:nvSpPr>
        <p:spPr>
          <a:xfrm>
            <a:off x="149290" y="289249"/>
            <a:ext cx="11551298" cy="6335486"/>
          </a:xfrm>
        </p:spPr>
        <p:txBody>
          <a:bodyPr>
            <a:normAutofit/>
          </a:bodyPr>
          <a:lstStyle/>
          <a:p>
            <a:pPr algn="l"/>
            <a:r>
              <a:rPr lang="en-US" dirty="0"/>
              <a:t>Then, you can use the @Qualifier annotation to specify which bean to inject into a particular field or method parameter. For example, the following code shows how to inject the foo bean into a field:</a:t>
            </a:r>
          </a:p>
          <a:p>
            <a:pPr algn="l"/>
            <a:r>
              <a:rPr lang="en-IN" b="0" i="0" dirty="0">
                <a:solidFill>
                  <a:srgbClr val="000000"/>
                </a:solidFill>
                <a:effectLst/>
                <a:latin typeface="Courier New" panose="02070309020205020404" pitchFamily="49" charset="0"/>
              </a:rPr>
              <a:t>@</a:t>
            </a:r>
            <a:r>
              <a:rPr lang="en-IN" b="0" i="0" dirty="0">
                <a:solidFill>
                  <a:srgbClr val="9334E6"/>
                </a:solidFill>
                <a:effectLst/>
                <a:latin typeface="Courier New" panose="02070309020205020404" pitchFamily="49" charset="0"/>
              </a:rPr>
              <a:t>Autowired</a:t>
            </a:r>
            <a:br>
              <a:rPr lang="en-IN" dirty="0"/>
            </a:br>
            <a:r>
              <a:rPr lang="en-IN" b="0" i="0" dirty="0">
                <a:solidFill>
                  <a:srgbClr val="000000"/>
                </a:solidFill>
                <a:effectLst/>
                <a:latin typeface="Courier New" panose="02070309020205020404" pitchFamily="49" charset="0"/>
              </a:rPr>
              <a:t>@</a:t>
            </a:r>
            <a:r>
              <a:rPr lang="en-IN" b="0" i="0" dirty="0">
                <a:solidFill>
                  <a:srgbClr val="9334E6"/>
                </a:solidFill>
                <a:effectLst/>
                <a:latin typeface="Courier New" panose="02070309020205020404" pitchFamily="49" charset="0"/>
              </a:rPr>
              <a:t>Qualifier</a:t>
            </a:r>
            <a:r>
              <a:rPr lang="en-IN" b="0" i="0" dirty="0">
                <a:solidFill>
                  <a:srgbClr val="000000"/>
                </a:solidFill>
                <a:effectLst/>
                <a:latin typeface="Courier New" panose="02070309020205020404" pitchFamily="49" charset="0"/>
              </a:rPr>
              <a:t>(</a:t>
            </a:r>
            <a:r>
              <a:rPr lang="en-IN" b="0" i="0" dirty="0">
                <a:solidFill>
                  <a:srgbClr val="188038"/>
                </a:solidFill>
                <a:effectLst/>
                <a:latin typeface="Courier New" panose="02070309020205020404" pitchFamily="49" charset="0"/>
              </a:rPr>
              <a:t>"foo"</a:t>
            </a:r>
            <a:r>
              <a:rPr lang="en-IN" b="0" i="0" dirty="0">
                <a:solidFill>
                  <a:srgbClr val="000000"/>
                </a:solidFill>
                <a:effectLst/>
                <a:latin typeface="Courier New" panose="02070309020205020404" pitchFamily="49" charset="0"/>
              </a:rPr>
              <a:t>)</a:t>
            </a:r>
            <a:br>
              <a:rPr lang="en-IN" dirty="0"/>
            </a:br>
            <a:r>
              <a:rPr lang="en-IN" b="0" i="0" dirty="0">
                <a:solidFill>
                  <a:srgbClr val="9334E6"/>
                </a:solidFill>
                <a:effectLst/>
                <a:latin typeface="Courier New" panose="02070309020205020404" pitchFamily="49" charset="0"/>
              </a:rPr>
              <a:t>private</a:t>
            </a: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SomeInterface</a:t>
            </a: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someInterface</a:t>
            </a:r>
            <a:r>
              <a:rPr lang="en-IN" b="0" i="0" dirty="0">
                <a:solidFill>
                  <a:srgbClr val="000000"/>
                </a:solidFill>
                <a:effectLst/>
                <a:latin typeface="Courier New" panose="02070309020205020404" pitchFamily="49" charset="0"/>
              </a:rPr>
              <a:t>;</a:t>
            </a:r>
            <a:endParaRPr lang="en-US" b="0" i="0" dirty="0">
              <a:solidFill>
                <a:srgbClr val="000000"/>
              </a:solidFill>
              <a:effectLst/>
              <a:latin typeface="Courier New" panose="02070309020205020404" pitchFamily="49" charset="0"/>
            </a:endParaRPr>
          </a:p>
          <a:p>
            <a:pPr algn="l"/>
            <a:r>
              <a:rPr lang="en-US" dirty="0"/>
              <a:t>The @Qualifier annotation can also be used to inject beans into method parameters. For example, the following code shows how to inject the bar bean into a method parameter:</a:t>
            </a:r>
          </a:p>
          <a:p>
            <a:pPr algn="l"/>
            <a:r>
              <a:rPr lang="en-IN" b="0" i="0" dirty="0">
                <a:solidFill>
                  <a:srgbClr val="9334E6"/>
                </a:solidFill>
                <a:effectLst/>
                <a:latin typeface="Courier New" panose="02070309020205020404" pitchFamily="49" charset="0"/>
              </a:rPr>
              <a:t>public</a:t>
            </a:r>
            <a:r>
              <a:rPr lang="en-IN" b="0" i="0" dirty="0">
                <a:solidFill>
                  <a:srgbClr val="000000"/>
                </a:solidFill>
                <a:effectLst/>
                <a:latin typeface="Courier New" panose="02070309020205020404" pitchFamily="49" charset="0"/>
              </a:rPr>
              <a:t> </a:t>
            </a:r>
            <a:r>
              <a:rPr lang="en-IN" b="0" i="0" dirty="0">
                <a:solidFill>
                  <a:srgbClr val="9334E6"/>
                </a:solidFill>
                <a:effectLst/>
                <a:latin typeface="Courier New" panose="02070309020205020404" pitchFamily="49" charset="0"/>
              </a:rPr>
              <a:t>void</a:t>
            </a: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doSomething</a:t>
            </a:r>
            <a:r>
              <a:rPr lang="en-IN" b="0" i="0" dirty="0">
                <a:solidFill>
                  <a:srgbClr val="000000"/>
                </a:solidFill>
                <a:effectLst/>
                <a:latin typeface="Courier New" panose="02070309020205020404" pitchFamily="49" charset="0"/>
              </a:rPr>
              <a:t>(@Qualifier(</a:t>
            </a:r>
            <a:r>
              <a:rPr lang="en-IN" b="0" i="0" dirty="0">
                <a:solidFill>
                  <a:srgbClr val="188038"/>
                </a:solidFill>
                <a:effectLst/>
                <a:latin typeface="Courier New" panose="02070309020205020404" pitchFamily="49" charset="0"/>
              </a:rPr>
              <a:t>"bar"</a:t>
            </a: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SomeInterface</a:t>
            </a: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someInterface</a:t>
            </a:r>
            <a:r>
              <a:rPr lang="en-IN" b="0" i="0" dirty="0">
                <a:solidFill>
                  <a:srgbClr val="000000"/>
                </a:solidFill>
                <a:effectLst/>
                <a:latin typeface="Courier New" panose="02070309020205020404" pitchFamily="49" charset="0"/>
              </a:rPr>
              <a:t>) {</a:t>
            </a:r>
            <a:br>
              <a:rPr lang="en-IN" dirty="0"/>
            </a:br>
            <a:r>
              <a:rPr lang="en-IN" b="0" i="1" dirty="0">
                <a:solidFill>
                  <a:srgbClr val="80868B"/>
                </a:solidFill>
                <a:effectLst/>
                <a:latin typeface="Courier New" panose="02070309020205020404" pitchFamily="49" charset="0"/>
              </a:rPr>
              <a:t>// ...</a:t>
            </a:r>
            <a:br>
              <a:rPr lang="en-IN" dirty="0"/>
            </a:br>
            <a:r>
              <a:rPr lang="en-IN" b="0" i="0" dirty="0">
                <a:solidFill>
                  <a:srgbClr val="000000"/>
                </a:solidFill>
                <a:effectLst/>
                <a:latin typeface="Courier New" panose="02070309020205020404" pitchFamily="49" charset="0"/>
              </a:rPr>
              <a:t>}</a:t>
            </a:r>
            <a:endParaRPr lang="en-IN" dirty="0"/>
          </a:p>
          <a:p>
            <a:pPr algn="l"/>
            <a:endParaRPr lang="en-IN" dirty="0"/>
          </a:p>
        </p:txBody>
      </p:sp>
    </p:spTree>
    <p:extLst>
      <p:ext uri="{BB962C8B-B14F-4D97-AF65-F5344CB8AC3E}">
        <p14:creationId xmlns:p14="http://schemas.microsoft.com/office/powerpoint/2010/main" val="29879577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05C8A0-EF8B-B9F1-E979-670C30DB3FE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92BEDA-4CB0-ACB6-7890-7E02E488A6EC}"/>
              </a:ext>
            </a:extLst>
          </p:cNvPr>
          <p:cNvSpPr>
            <a:spLocks noGrp="1"/>
          </p:cNvSpPr>
          <p:nvPr>
            <p:ph idx="1"/>
          </p:nvPr>
        </p:nvSpPr>
        <p:spPr>
          <a:xfrm>
            <a:off x="149290" y="289249"/>
            <a:ext cx="11551298" cy="6335486"/>
          </a:xfrm>
        </p:spPr>
        <p:txBody>
          <a:bodyPr>
            <a:normAutofit lnSpcReduction="10000"/>
          </a:bodyPr>
          <a:lstStyle/>
          <a:p>
            <a:pPr algn="l"/>
            <a:r>
              <a:rPr lang="en-US" b="0" i="0" dirty="0">
                <a:solidFill>
                  <a:srgbClr val="001D35"/>
                </a:solidFill>
                <a:effectLst/>
                <a:latin typeface="Google Sans"/>
              </a:rPr>
              <a:t>The @Required annotation is a Spring annotation that indicates that the affected bean property must be populated at configuration time. This can be done either through an explicit property value in a bean definition or through </a:t>
            </a:r>
            <a:r>
              <a:rPr lang="en-US" b="0" i="0" dirty="0" err="1">
                <a:solidFill>
                  <a:srgbClr val="001D35"/>
                </a:solidFill>
                <a:effectLst/>
                <a:latin typeface="Google Sans"/>
              </a:rPr>
              <a:t>autowiring</a:t>
            </a:r>
            <a:r>
              <a:rPr lang="en-US" b="0" i="0" dirty="0">
                <a:solidFill>
                  <a:srgbClr val="001D35"/>
                </a:solidFill>
                <a:effectLst/>
                <a:latin typeface="Google Sans"/>
              </a:rPr>
              <a:t>.</a:t>
            </a:r>
          </a:p>
          <a:p>
            <a:pPr algn="l"/>
            <a:r>
              <a:rPr lang="en-US" b="0" i="0" dirty="0">
                <a:solidFill>
                  <a:srgbClr val="001D35"/>
                </a:solidFill>
                <a:effectLst/>
                <a:latin typeface="Google Sans"/>
              </a:rPr>
              <a:t>If the bean property is not populated at configuration time, the container will throw a </a:t>
            </a:r>
            <a:r>
              <a:rPr lang="en-US" b="0" i="0" dirty="0" err="1">
                <a:solidFill>
                  <a:srgbClr val="001D35"/>
                </a:solidFill>
                <a:effectLst/>
                <a:latin typeface="Google Sans"/>
              </a:rPr>
              <a:t>BeanInitializationException</a:t>
            </a:r>
            <a:r>
              <a:rPr lang="en-US" b="0" i="0" dirty="0">
                <a:solidFill>
                  <a:srgbClr val="001D35"/>
                </a:solidFill>
                <a:effectLst/>
                <a:latin typeface="Google Sans"/>
              </a:rPr>
              <a:t> exception.</a:t>
            </a:r>
          </a:p>
          <a:p>
            <a:pPr algn="l"/>
            <a:r>
              <a:rPr lang="en-US" b="0" i="0" dirty="0">
                <a:solidFill>
                  <a:srgbClr val="000000"/>
                </a:solidFill>
                <a:effectLst/>
                <a:latin typeface="Courier New" panose="02070309020205020404" pitchFamily="49" charset="0"/>
              </a:rPr>
              <a:t>@</a:t>
            </a:r>
            <a:r>
              <a:rPr lang="en-US" b="0" i="0" dirty="0">
                <a:solidFill>
                  <a:srgbClr val="9334E6"/>
                </a:solidFill>
                <a:effectLst/>
                <a:latin typeface="Courier New" panose="02070309020205020404" pitchFamily="49" charset="0"/>
              </a:rPr>
              <a:t>Required // setter</a:t>
            </a:r>
            <a:br>
              <a:rPr lang="en-US" dirty="0"/>
            </a:br>
            <a:r>
              <a:rPr lang="en-US" b="0" i="0" dirty="0">
                <a:solidFill>
                  <a:srgbClr val="9334E6"/>
                </a:solidFill>
                <a:effectLst/>
                <a:latin typeface="Courier New" panose="02070309020205020404" pitchFamily="49" charset="0"/>
              </a:rPr>
              <a:t>public</a:t>
            </a:r>
            <a:r>
              <a:rPr lang="en-US" b="0" i="0" dirty="0">
                <a:solidFill>
                  <a:srgbClr val="000000"/>
                </a:solidFill>
                <a:effectLst/>
                <a:latin typeface="Courier New" panose="02070309020205020404" pitchFamily="49" charset="0"/>
              </a:rPr>
              <a:t> </a:t>
            </a:r>
            <a:r>
              <a:rPr lang="en-US" b="0" i="0" dirty="0">
                <a:solidFill>
                  <a:srgbClr val="9334E6"/>
                </a:solidFill>
                <a:effectLst/>
                <a:latin typeface="Courier New" panose="02070309020205020404" pitchFamily="49" charset="0"/>
              </a:rPr>
              <a:t>void</a:t>
            </a:r>
            <a:r>
              <a:rPr lang="en-US" b="0" i="0" dirty="0">
                <a:solidFill>
                  <a:srgbClr val="000000"/>
                </a:solidFill>
                <a:effectLst/>
                <a:latin typeface="Courier New" panose="02070309020205020404" pitchFamily="49" charset="0"/>
              </a:rPr>
              <a:t> </a:t>
            </a:r>
            <a:r>
              <a:rPr lang="en-US" b="0" i="0" dirty="0" err="1">
                <a:solidFill>
                  <a:srgbClr val="000000"/>
                </a:solidFill>
                <a:effectLst/>
                <a:latin typeface="Courier New" panose="02070309020205020404" pitchFamily="49" charset="0"/>
              </a:rPr>
              <a:t>setName</a:t>
            </a:r>
            <a:r>
              <a:rPr lang="en-US" b="0" i="0" dirty="0">
                <a:solidFill>
                  <a:srgbClr val="000000"/>
                </a:solidFill>
                <a:effectLst/>
                <a:latin typeface="Courier New" panose="02070309020205020404" pitchFamily="49" charset="0"/>
              </a:rPr>
              <a:t>(String name) {</a:t>
            </a:r>
            <a:br>
              <a:rPr lang="en-US" dirty="0"/>
            </a:br>
            <a:r>
              <a:rPr lang="en-US" b="0" i="0" dirty="0">
                <a:solidFill>
                  <a:srgbClr val="9334E6"/>
                </a:solidFill>
                <a:effectLst/>
                <a:latin typeface="Courier New" panose="02070309020205020404" pitchFamily="49" charset="0"/>
              </a:rPr>
              <a:t>this</a:t>
            </a:r>
            <a:r>
              <a:rPr lang="en-US" b="0" i="0" dirty="0">
                <a:solidFill>
                  <a:srgbClr val="000000"/>
                </a:solidFill>
                <a:effectLst/>
                <a:latin typeface="Courier New" panose="02070309020205020404" pitchFamily="49" charset="0"/>
              </a:rPr>
              <a:t>.name = name;</a:t>
            </a:r>
            <a:br>
              <a:rPr lang="en-US" dirty="0"/>
            </a:br>
            <a:r>
              <a:rPr lang="en-US" b="0" i="0" dirty="0">
                <a:solidFill>
                  <a:srgbClr val="000000"/>
                </a:solidFill>
                <a:effectLst/>
                <a:latin typeface="Courier New" panose="02070309020205020404" pitchFamily="49" charset="0"/>
              </a:rPr>
              <a:t>}</a:t>
            </a:r>
            <a:r>
              <a:rPr lang="en-US" b="0" i="0" dirty="0">
                <a:solidFill>
                  <a:srgbClr val="9334E6"/>
                </a:solidFill>
                <a:effectLst/>
                <a:latin typeface="Courier New" panose="02070309020205020404" pitchFamily="49" charset="0"/>
              </a:rPr>
              <a:t> public</a:t>
            </a:r>
            <a:r>
              <a:rPr lang="en-US" b="0" i="0" dirty="0">
                <a:solidFill>
                  <a:srgbClr val="000000"/>
                </a:solidFill>
                <a:effectLst/>
                <a:latin typeface="Courier New" panose="02070309020205020404" pitchFamily="49" charset="0"/>
              </a:rPr>
              <a:t> </a:t>
            </a:r>
            <a:r>
              <a:rPr lang="en-US" b="0" i="0" dirty="0">
                <a:solidFill>
                  <a:srgbClr val="9334E6"/>
                </a:solidFill>
                <a:effectLst/>
                <a:latin typeface="Courier New" panose="02070309020205020404" pitchFamily="49" charset="0"/>
              </a:rPr>
              <a:t>class</a:t>
            </a:r>
            <a:r>
              <a:rPr lang="en-US" b="0" i="0" dirty="0">
                <a:solidFill>
                  <a:srgbClr val="000000"/>
                </a:solidFill>
                <a:effectLst/>
                <a:latin typeface="Courier New" panose="02070309020205020404" pitchFamily="49" charset="0"/>
              </a:rPr>
              <a:t> </a:t>
            </a:r>
            <a:r>
              <a:rPr lang="en-US" b="0" i="0" dirty="0" err="1">
                <a:solidFill>
                  <a:srgbClr val="9334E6"/>
                </a:solidFill>
                <a:effectLst/>
                <a:latin typeface="Courier New" panose="02070309020205020404" pitchFamily="49" charset="0"/>
              </a:rPr>
              <a:t>MyBean</a:t>
            </a:r>
            <a:r>
              <a:rPr lang="en-US" b="0" i="0" dirty="0">
                <a:solidFill>
                  <a:srgbClr val="000000"/>
                </a:solidFill>
                <a:effectLst/>
                <a:latin typeface="Courier New" panose="02070309020205020404" pitchFamily="49" charset="0"/>
              </a:rPr>
              <a:t> {</a:t>
            </a:r>
            <a:br>
              <a:rPr lang="en-US" dirty="0"/>
            </a:br>
            <a:br>
              <a:rPr lang="en-US" dirty="0"/>
            </a:br>
            <a:r>
              <a:rPr lang="en-US" b="0" i="0" dirty="0">
                <a:solidFill>
                  <a:srgbClr val="000000"/>
                </a:solidFill>
                <a:effectLst/>
                <a:latin typeface="Courier New" panose="02070309020205020404" pitchFamily="49" charset="0"/>
              </a:rPr>
              <a:t>@</a:t>
            </a:r>
            <a:r>
              <a:rPr lang="en-US" b="0" i="0" dirty="0">
                <a:solidFill>
                  <a:srgbClr val="9334E6"/>
                </a:solidFill>
                <a:effectLst/>
                <a:latin typeface="Courier New" panose="02070309020205020404" pitchFamily="49" charset="0"/>
              </a:rPr>
              <a:t>Required</a:t>
            </a:r>
            <a:br>
              <a:rPr lang="en-US" dirty="0"/>
            </a:br>
            <a:r>
              <a:rPr lang="en-US" b="0" i="0" dirty="0">
                <a:solidFill>
                  <a:srgbClr val="9334E6"/>
                </a:solidFill>
                <a:effectLst/>
                <a:latin typeface="Courier New" panose="02070309020205020404" pitchFamily="49" charset="0"/>
              </a:rPr>
              <a:t>public</a:t>
            </a:r>
            <a:r>
              <a:rPr lang="en-US" b="0" i="0" dirty="0">
                <a:solidFill>
                  <a:srgbClr val="000000"/>
                </a:solidFill>
                <a:effectLst/>
                <a:latin typeface="Courier New" panose="02070309020205020404" pitchFamily="49" charset="0"/>
              </a:rPr>
              <a:t> </a:t>
            </a:r>
            <a:r>
              <a:rPr lang="en-US" b="0" i="0" dirty="0" err="1">
                <a:solidFill>
                  <a:srgbClr val="B45908"/>
                </a:solidFill>
                <a:effectLst/>
                <a:latin typeface="Courier New" panose="02070309020205020404" pitchFamily="49" charset="0"/>
              </a:rPr>
              <a:t>MyBean</a:t>
            </a:r>
            <a:r>
              <a:rPr lang="en-US" b="0" i="0" dirty="0">
                <a:solidFill>
                  <a:srgbClr val="000000"/>
                </a:solidFill>
                <a:effectLst/>
                <a:latin typeface="Courier New" panose="02070309020205020404" pitchFamily="49" charset="0"/>
              </a:rPr>
              <a:t>(</a:t>
            </a:r>
            <a:r>
              <a:rPr lang="en-US" b="0" i="0" dirty="0">
                <a:solidFill>
                  <a:srgbClr val="9334E6"/>
                </a:solidFill>
                <a:effectLst/>
                <a:latin typeface="Courier New" panose="02070309020205020404" pitchFamily="49" charset="0"/>
              </a:rPr>
              <a:t>String</a:t>
            </a:r>
            <a:r>
              <a:rPr lang="en-US" b="0" i="0" dirty="0">
                <a:solidFill>
                  <a:srgbClr val="000000"/>
                </a:solidFill>
                <a:effectLst/>
                <a:latin typeface="Courier New" panose="02070309020205020404" pitchFamily="49" charset="0"/>
              </a:rPr>
              <a:t> </a:t>
            </a:r>
            <a:r>
              <a:rPr lang="en-US" b="0" i="0" dirty="0">
                <a:solidFill>
                  <a:srgbClr val="B45908"/>
                </a:solidFill>
                <a:effectLst/>
                <a:latin typeface="Courier New" panose="02070309020205020404" pitchFamily="49" charset="0"/>
              </a:rPr>
              <a:t>name</a:t>
            </a:r>
            <a:r>
              <a:rPr lang="en-US" b="0" i="0" dirty="0">
                <a:solidFill>
                  <a:srgbClr val="000000"/>
                </a:solidFill>
                <a:effectLst/>
                <a:latin typeface="Courier New" panose="02070309020205020404" pitchFamily="49" charset="0"/>
              </a:rPr>
              <a:t>) { // constructor</a:t>
            </a:r>
            <a:br>
              <a:rPr lang="en-US" dirty="0"/>
            </a:br>
            <a:r>
              <a:rPr lang="en-US" b="0" i="0" dirty="0">
                <a:solidFill>
                  <a:srgbClr val="9334E6"/>
                </a:solidFill>
                <a:effectLst/>
                <a:latin typeface="Courier New" panose="02070309020205020404" pitchFamily="49" charset="0"/>
              </a:rPr>
              <a:t>this</a:t>
            </a:r>
            <a:r>
              <a:rPr lang="en-US" b="0" i="0" dirty="0">
                <a:solidFill>
                  <a:srgbClr val="000000"/>
                </a:solidFill>
                <a:effectLst/>
                <a:latin typeface="Courier New" panose="02070309020205020404" pitchFamily="49" charset="0"/>
              </a:rPr>
              <a:t>.name = </a:t>
            </a:r>
            <a:r>
              <a:rPr lang="en-US" b="0" i="0" dirty="0">
                <a:solidFill>
                  <a:srgbClr val="C5221F"/>
                </a:solidFill>
                <a:effectLst/>
                <a:latin typeface="Courier New" panose="02070309020205020404" pitchFamily="49" charset="0"/>
              </a:rPr>
              <a:t>name</a:t>
            </a:r>
            <a:r>
              <a:rPr lang="en-US" b="0" i="0" dirty="0">
                <a:solidFill>
                  <a:srgbClr val="000000"/>
                </a:solidFill>
                <a:effectLst/>
                <a:latin typeface="Courier New" panose="02070309020205020404" pitchFamily="49" charset="0"/>
              </a:rPr>
              <a:t>;</a:t>
            </a:r>
            <a:br>
              <a:rPr lang="en-US" dirty="0"/>
            </a:br>
            <a:r>
              <a:rPr lang="en-US" b="0" i="0" dirty="0">
                <a:solidFill>
                  <a:srgbClr val="000000"/>
                </a:solidFill>
                <a:effectLst/>
                <a:latin typeface="Courier New" panose="02070309020205020404" pitchFamily="49" charset="0"/>
              </a:rPr>
              <a:t>}</a:t>
            </a:r>
            <a:br>
              <a:rPr lang="en-US" dirty="0"/>
            </a:br>
            <a:r>
              <a:rPr lang="en-US" b="0" i="0" dirty="0">
                <a:solidFill>
                  <a:srgbClr val="000000"/>
                </a:solidFill>
                <a:effectLst/>
                <a:latin typeface="Courier New" panose="02070309020205020404" pitchFamily="49" charset="0"/>
              </a:rPr>
              <a:t>}</a:t>
            </a:r>
            <a:endParaRPr lang="en-US" b="0" i="0" dirty="0">
              <a:solidFill>
                <a:srgbClr val="001D35"/>
              </a:solidFill>
              <a:effectLst/>
              <a:latin typeface="Google Sans"/>
            </a:endParaRPr>
          </a:p>
        </p:txBody>
      </p:sp>
    </p:spTree>
    <p:extLst>
      <p:ext uri="{BB962C8B-B14F-4D97-AF65-F5344CB8AC3E}">
        <p14:creationId xmlns:p14="http://schemas.microsoft.com/office/powerpoint/2010/main" val="38996990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F8486-A095-EA0A-3F2F-9B88D687795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D32E73-DC3C-4B59-E55E-D69EA196DC90}"/>
              </a:ext>
            </a:extLst>
          </p:cNvPr>
          <p:cNvSpPr>
            <a:spLocks noGrp="1"/>
          </p:cNvSpPr>
          <p:nvPr>
            <p:ph idx="1"/>
          </p:nvPr>
        </p:nvSpPr>
        <p:spPr>
          <a:xfrm>
            <a:off x="149290" y="289249"/>
            <a:ext cx="11551298" cy="6335486"/>
          </a:xfrm>
        </p:spPr>
        <p:txBody>
          <a:bodyPr>
            <a:normAutofit/>
          </a:bodyPr>
          <a:lstStyle/>
          <a:p>
            <a:pPr algn="l"/>
            <a:r>
              <a:rPr lang="en-US" b="0" i="0" dirty="0">
                <a:solidFill>
                  <a:srgbClr val="001D35"/>
                </a:solidFill>
                <a:effectLst/>
                <a:latin typeface="Google Sans"/>
              </a:rPr>
              <a:t>The @Required annotation is a powerful tool that can help you to ensure that your bean properties are populated correctly. By using the @Required annotation, you can avoid errors that can occur when bean properties are not populated correctly.</a:t>
            </a:r>
          </a:p>
        </p:txBody>
      </p:sp>
    </p:spTree>
    <p:extLst>
      <p:ext uri="{BB962C8B-B14F-4D97-AF65-F5344CB8AC3E}">
        <p14:creationId xmlns:p14="http://schemas.microsoft.com/office/powerpoint/2010/main" val="582078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C00B9-A314-2483-07C2-B5312C6A6E8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79A462-B04A-BEE1-5225-8780588F663E}"/>
              </a:ext>
            </a:extLst>
          </p:cNvPr>
          <p:cNvSpPr>
            <a:spLocks noGrp="1"/>
          </p:cNvSpPr>
          <p:nvPr>
            <p:ph idx="1"/>
          </p:nvPr>
        </p:nvSpPr>
        <p:spPr>
          <a:xfrm>
            <a:off x="149290" y="289249"/>
            <a:ext cx="11551298" cy="6335486"/>
          </a:xfrm>
        </p:spPr>
        <p:txBody>
          <a:bodyPr>
            <a:normAutofit/>
          </a:bodyPr>
          <a:lstStyle/>
          <a:p>
            <a:pPr algn="l"/>
            <a:r>
              <a:rPr lang="en-US" b="0" i="0" dirty="0">
                <a:solidFill>
                  <a:srgbClr val="001D35"/>
                </a:solidFill>
                <a:effectLst/>
                <a:latin typeface="Google Sans"/>
              </a:rPr>
              <a:t>The @Value annotation in Spring is used to inject values into fields, method arguments, and constructor parameters. It can be used to inject values from property files, environment variables, and </a:t>
            </a:r>
            <a:r>
              <a:rPr lang="en-US" b="0" i="0" dirty="0" err="1">
                <a:solidFill>
                  <a:srgbClr val="001D35"/>
                </a:solidFill>
                <a:effectLst/>
                <a:latin typeface="Google Sans"/>
              </a:rPr>
              <a:t>SpEL</a:t>
            </a:r>
            <a:r>
              <a:rPr lang="en-US" b="0" i="0" dirty="0">
                <a:solidFill>
                  <a:srgbClr val="001D35"/>
                </a:solidFill>
                <a:effectLst/>
                <a:latin typeface="Google Sans"/>
              </a:rPr>
              <a:t> expressions.</a:t>
            </a:r>
          </a:p>
          <a:p>
            <a:pPr algn="l"/>
            <a:r>
              <a:rPr lang="en-IN" b="0" i="0" dirty="0">
                <a:solidFill>
                  <a:srgbClr val="000000"/>
                </a:solidFill>
                <a:effectLst/>
                <a:latin typeface="Courier New" panose="02070309020205020404" pitchFamily="49" charset="0"/>
              </a:rPr>
              <a:t>@</a:t>
            </a:r>
            <a:r>
              <a:rPr lang="en-IN" b="0" i="0" dirty="0">
                <a:solidFill>
                  <a:srgbClr val="9334E6"/>
                </a:solidFill>
                <a:effectLst/>
                <a:latin typeface="Courier New" panose="02070309020205020404" pitchFamily="49" charset="0"/>
              </a:rPr>
              <a:t>Value</a:t>
            </a:r>
            <a:r>
              <a:rPr lang="en-IN" b="0" i="0" dirty="0">
                <a:solidFill>
                  <a:srgbClr val="000000"/>
                </a:solidFill>
                <a:effectLst/>
                <a:latin typeface="Courier New" panose="02070309020205020404" pitchFamily="49" charset="0"/>
              </a:rPr>
              <a:t>(</a:t>
            </a:r>
            <a:r>
              <a:rPr lang="en-IN" b="0" i="0" dirty="0">
                <a:solidFill>
                  <a:srgbClr val="188038"/>
                </a:solidFill>
                <a:effectLst/>
                <a:latin typeface="Courier New" panose="02070309020205020404" pitchFamily="49" charset="0"/>
              </a:rPr>
              <a:t>"${my.property}"</a:t>
            </a:r>
            <a:r>
              <a:rPr lang="en-IN" b="0" i="0" dirty="0">
                <a:solidFill>
                  <a:srgbClr val="000000"/>
                </a:solidFill>
                <a:effectLst/>
                <a:latin typeface="Courier New" panose="02070309020205020404" pitchFamily="49" charset="0"/>
              </a:rPr>
              <a:t>)</a:t>
            </a:r>
            <a:br>
              <a:rPr lang="en-IN" dirty="0"/>
            </a:br>
            <a:r>
              <a:rPr lang="en-IN" b="0" i="0" dirty="0">
                <a:solidFill>
                  <a:srgbClr val="9334E6"/>
                </a:solidFill>
                <a:effectLst/>
                <a:latin typeface="Courier New" panose="02070309020205020404" pitchFamily="49" charset="0"/>
              </a:rPr>
              <a:t>private</a:t>
            </a:r>
            <a:r>
              <a:rPr lang="en-IN" b="0" i="0" dirty="0">
                <a:solidFill>
                  <a:srgbClr val="000000"/>
                </a:solidFill>
                <a:effectLst/>
                <a:latin typeface="Courier New" panose="02070309020205020404" pitchFamily="49" charset="0"/>
              </a:rPr>
              <a:t> String </a:t>
            </a:r>
            <a:r>
              <a:rPr lang="en-IN" b="0" i="0" dirty="0" err="1">
                <a:solidFill>
                  <a:srgbClr val="000000"/>
                </a:solidFill>
                <a:effectLst/>
                <a:latin typeface="Courier New" panose="02070309020205020404" pitchFamily="49" charset="0"/>
              </a:rPr>
              <a:t>myProperty</a:t>
            </a:r>
            <a:r>
              <a:rPr lang="en-IN" b="0" i="0" dirty="0">
                <a:solidFill>
                  <a:srgbClr val="000000"/>
                </a:solidFill>
                <a:effectLst/>
                <a:latin typeface="Courier New" panose="02070309020205020404" pitchFamily="49" charset="0"/>
              </a:rPr>
              <a:t>;</a:t>
            </a:r>
            <a:br>
              <a:rPr lang="en-IN" dirty="0"/>
            </a:br>
            <a:br>
              <a:rPr lang="en-IN" dirty="0"/>
            </a:br>
            <a:r>
              <a:rPr lang="en-IN" b="0" i="0" dirty="0">
                <a:solidFill>
                  <a:srgbClr val="000000"/>
                </a:solidFill>
                <a:effectLst/>
                <a:latin typeface="Courier New" panose="02070309020205020404" pitchFamily="49" charset="0"/>
              </a:rPr>
              <a:t>@</a:t>
            </a:r>
            <a:r>
              <a:rPr lang="en-IN" b="0" i="0" dirty="0">
                <a:solidFill>
                  <a:srgbClr val="9334E6"/>
                </a:solidFill>
                <a:effectLst/>
                <a:latin typeface="Courier New" panose="02070309020205020404" pitchFamily="49" charset="0"/>
              </a:rPr>
              <a:t>Value</a:t>
            </a:r>
            <a:r>
              <a:rPr lang="en-IN" b="0" i="0" dirty="0">
                <a:solidFill>
                  <a:srgbClr val="000000"/>
                </a:solidFill>
                <a:effectLst/>
                <a:latin typeface="Courier New" panose="02070309020205020404" pitchFamily="49" charset="0"/>
              </a:rPr>
              <a:t>(</a:t>
            </a:r>
            <a:r>
              <a:rPr lang="en-IN" b="0" i="0" dirty="0">
                <a:solidFill>
                  <a:srgbClr val="188038"/>
                </a:solidFill>
                <a:effectLst/>
                <a:latin typeface="Courier New" panose="02070309020205020404" pitchFamily="49" charset="0"/>
              </a:rPr>
              <a:t>"#{systemProperties['my.property']}"</a:t>
            </a:r>
            <a:r>
              <a:rPr lang="en-IN" b="0" i="0" dirty="0">
                <a:solidFill>
                  <a:srgbClr val="000000"/>
                </a:solidFill>
                <a:effectLst/>
                <a:latin typeface="Courier New" panose="02070309020205020404" pitchFamily="49" charset="0"/>
              </a:rPr>
              <a:t>)</a:t>
            </a:r>
            <a:br>
              <a:rPr lang="en-IN" dirty="0"/>
            </a:br>
            <a:r>
              <a:rPr lang="en-IN" b="0" i="0" dirty="0">
                <a:solidFill>
                  <a:srgbClr val="9334E6"/>
                </a:solidFill>
                <a:effectLst/>
                <a:latin typeface="Courier New" panose="02070309020205020404" pitchFamily="49" charset="0"/>
              </a:rPr>
              <a:t>private</a:t>
            </a:r>
            <a:r>
              <a:rPr lang="en-IN" b="0" i="0" dirty="0">
                <a:solidFill>
                  <a:srgbClr val="000000"/>
                </a:solidFill>
                <a:effectLst/>
                <a:latin typeface="Courier New" panose="02070309020205020404" pitchFamily="49" charset="0"/>
              </a:rPr>
              <a:t> String </a:t>
            </a:r>
            <a:r>
              <a:rPr lang="en-IN" b="0" i="0" dirty="0" err="1">
                <a:solidFill>
                  <a:srgbClr val="000000"/>
                </a:solidFill>
                <a:effectLst/>
                <a:latin typeface="Courier New" panose="02070309020205020404" pitchFamily="49" charset="0"/>
              </a:rPr>
              <a:t>myProperty</a:t>
            </a:r>
            <a:r>
              <a:rPr lang="en-IN" b="0" i="0" dirty="0">
                <a:solidFill>
                  <a:srgbClr val="000000"/>
                </a:solidFill>
                <a:effectLst/>
                <a:latin typeface="Courier New" panose="02070309020205020404" pitchFamily="49" charset="0"/>
              </a:rPr>
              <a:t>;</a:t>
            </a:r>
            <a:br>
              <a:rPr lang="en-IN" dirty="0"/>
            </a:br>
            <a:br>
              <a:rPr lang="en-IN" dirty="0"/>
            </a:br>
            <a:r>
              <a:rPr lang="en-IN" b="0" i="0" dirty="0">
                <a:solidFill>
                  <a:srgbClr val="000000"/>
                </a:solidFill>
                <a:effectLst/>
                <a:latin typeface="Courier New" panose="02070309020205020404" pitchFamily="49" charset="0"/>
              </a:rPr>
              <a:t>@</a:t>
            </a:r>
            <a:r>
              <a:rPr lang="en-IN" b="0" i="0" dirty="0">
                <a:solidFill>
                  <a:srgbClr val="9334E6"/>
                </a:solidFill>
                <a:effectLst/>
                <a:latin typeface="Courier New" panose="02070309020205020404" pitchFamily="49" charset="0"/>
              </a:rPr>
              <a:t>Value</a:t>
            </a:r>
            <a:r>
              <a:rPr lang="en-IN" b="0" i="0" dirty="0">
                <a:solidFill>
                  <a:srgbClr val="000000"/>
                </a:solidFill>
                <a:effectLst/>
                <a:latin typeface="Courier New" panose="02070309020205020404" pitchFamily="49" charset="0"/>
              </a:rPr>
              <a:t>(</a:t>
            </a:r>
            <a:r>
              <a:rPr lang="en-IN" b="0" i="0" dirty="0">
                <a:solidFill>
                  <a:srgbClr val="188038"/>
                </a:solidFill>
                <a:effectLst/>
                <a:latin typeface="Courier New" panose="02070309020205020404" pitchFamily="49" charset="0"/>
              </a:rPr>
              <a:t>"#{T(java.lang.Math).random() * 100}"</a:t>
            </a:r>
            <a:r>
              <a:rPr lang="en-IN" b="0" i="0" dirty="0">
                <a:solidFill>
                  <a:srgbClr val="000000"/>
                </a:solidFill>
                <a:effectLst/>
                <a:latin typeface="Courier New" panose="02070309020205020404" pitchFamily="49" charset="0"/>
              </a:rPr>
              <a:t>)</a:t>
            </a:r>
            <a:br>
              <a:rPr lang="en-IN" dirty="0"/>
            </a:br>
            <a:r>
              <a:rPr lang="en-IN" b="0" i="0" dirty="0">
                <a:solidFill>
                  <a:srgbClr val="9334E6"/>
                </a:solidFill>
                <a:effectLst/>
                <a:latin typeface="Courier New" panose="02070309020205020404" pitchFamily="49" charset="0"/>
              </a:rPr>
              <a:t>private</a:t>
            </a:r>
            <a:r>
              <a:rPr lang="en-IN" b="0" i="0" dirty="0">
                <a:solidFill>
                  <a:srgbClr val="000000"/>
                </a:solidFill>
                <a:effectLst/>
                <a:latin typeface="Courier New" panose="02070309020205020404" pitchFamily="49" charset="0"/>
              </a:rPr>
              <a:t> </a:t>
            </a:r>
            <a:r>
              <a:rPr lang="en-IN" b="0" i="0" dirty="0">
                <a:solidFill>
                  <a:srgbClr val="9334E6"/>
                </a:solidFill>
                <a:effectLst/>
                <a:latin typeface="Courier New" panose="02070309020205020404" pitchFamily="49" charset="0"/>
              </a:rPr>
              <a:t>double</a:t>
            </a:r>
            <a:r>
              <a:rPr lang="en-IN" b="0" i="0" dirty="0">
                <a:solidFill>
                  <a:srgbClr val="000000"/>
                </a:solidFill>
                <a:effectLst/>
                <a:latin typeface="Courier New" panose="02070309020205020404" pitchFamily="49" charset="0"/>
              </a:rPr>
              <a:t> </a:t>
            </a:r>
            <a:r>
              <a:rPr lang="en-IN" b="0" i="0" dirty="0" err="1">
                <a:solidFill>
                  <a:srgbClr val="000000"/>
                </a:solidFill>
                <a:effectLst/>
                <a:latin typeface="Courier New" panose="02070309020205020404" pitchFamily="49" charset="0"/>
              </a:rPr>
              <a:t>randomNumber</a:t>
            </a:r>
            <a:r>
              <a:rPr lang="en-IN" b="0" i="0" dirty="0">
                <a:solidFill>
                  <a:srgbClr val="000000"/>
                </a:solidFill>
                <a:effectLst/>
                <a:latin typeface="Courier New" panose="02070309020205020404" pitchFamily="49" charset="0"/>
              </a:rPr>
              <a:t>;</a:t>
            </a:r>
            <a:endParaRPr lang="en-US" b="0" i="0" dirty="0">
              <a:solidFill>
                <a:srgbClr val="001D35"/>
              </a:solidFill>
              <a:effectLst/>
              <a:latin typeface="Google Sans"/>
            </a:endParaRPr>
          </a:p>
        </p:txBody>
      </p:sp>
    </p:spTree>
    <p:extLst>
      <p:ext uri="{BB962C8B-B14F-4D97-AF65-F5344CB8AC3E}">
        <p14:creationId xmlns:p14="http://schemas.microsoft.com/office/powerpoint/2010/main" val="22421790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8B4A1-9522-533C-B5AD-956E3068C78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A0C678-EF25-C482-34CB-356FC023E22C}"/>
              </a:ext>
            </a:extLst>
          </p:cNvPr>
          <p:cNvSpPr>
            <a:spLocks noGrp="1"/>
          </p:cNvSpPr>
          <p:nvPr>
            <p:ph idx="1"/>
          </p:nvPr>
        </p:nvSpPr>
        <p:spPr>
          <a:xfrm>
            <a:off x="149290" y="289249"/>
            <a:ext cx="11551298" cy="6335486"/>
          </a:xfrm>
        </p:spPr>
        <p:txBody>
          <a:bodyPr>
            <a:normAutofit/>
          </a:bodyPr>
          <a:lstStyle/>
          <a:p>
            <a:pPr algn="l"/>
            <a:r>
              <a:rPr lang="en-US" b="0" i="0" dirty="0">
                <a:solidFill>
                  <a:srgbClr val="001D35"/>
                </a:solidFill>
                <a:effectLst/>
                <a:latin typeface="Google Sans"/>
              </a:rPr>
              <a:t>The @Primary annotation is used in Spring to indicate that a particular bean should be given preference when there are multiple beans of the same type. This can be useful in situations where you want to ensure that a specific bean is used, even if there are other beans that could also be used.</a:t>
            </a:r>
          </a:p>
          <a:p>
            <a:pPr algn="l"/>
            <a:r>
              <a:rPr lang="en-US" b="0" i="0" dirty="0">
                <a:solidFill>
                  <a:srgbClr val="001D35"/>
                </a:solidFill>
                <a:effectLst/>
                <a:latin typeface="Google Sans"/>
              </a:rPr>
              <a:t>The @Primary annotation can be a useful tool for ensuring that the correct bean is always used. However, it's important to use it sparingly, as it can make your code more difficult to understand and maintain.</a:t>
            </a:r>
          </a:p>
        </p:txBody>
      </p:sp>
    </p:spTree>
    <p:extLst>
      <p:ext uri="{BB962C8B-B14F-4D97-AF65-F5344CB8AC3E}">
        <p14:creationId xmlns:p14="http://schemas.microsoft.com/office/powerpoint/2010/main" val="7562054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9C3690-9E45-FA66-C77D-4A54E26B28C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B932EE4-34AA-AB32-8195-013C2DD19B16}"/>
              </a:ext>
            </a:extLst>
          </p:cNvPr>
          <p:cNvSpPr>
            <a:spLocks noGrp="1"/>
          </p:cNvSpPr>
          <p:nvPr>
            <p:ph idx="1"/>
          </p:nvPr>
        </p:nvSpPr>
        <p:spPr>
          <a:xfrm>
            <a:off x="149290" y="289249"/>
            <a:ext cx="11551298" cy="6335486"/>
          </a:xfrm>
        </p:spPr>
        <p:txBody>
          <a:bodyPr>
            <a:normAutofit/>
          </a:bodyPr>
          <a:lstStyle/>
          <a:p>
            <a:pPr algn="l"/>
            <a:r>
              <a:rPr lang="en-US" b="0" i="0" dirty="0">
                <a:solidFill>
                  <a:srgbClr val="001C3B"/>
                </a:solidFill>
                <a:effectLst/>
                <a:latin typeface="Google Sans"/>
              </a:rPr>
              <a:t>The @Scope annotation in Spring Boot is used to define the scope of a bean. The scope of a bean refers to its lifecycle, which includes how long it lives, how many instances are created, and how it is shared in the Spring environment.</a:t>
            </a:r>
          </a:p>
          <a:p>
            <a:pPr algn="l"/>
            <a:r>
              <a:rPr lang="en-US" b="1" i="0" dirty="0">
                <a:solidFill>
                  <a:srgbClr val="001C3B"/>
                </a:solidFill>
                <a:effectLst/>
                <a:latin typeface="Google Sans"/>
              </a:rPr>
              <a:t>There are six built-in bean scopes in Spring Boot:</a:t>
            </a:r>
            <a:endParaRPr lang="en-US" dirty="0">
              <a:solidFill>
                <a:srgbClr val="001C3B"/>
              </a:solidFill>
              <a:latin typeface="Google Sans"/>
            </a:endParaRPr>
          </a:p>
          <a:p>
            <a:pPr algn="l">
              <a:buFont typeface="Arial" panose="020B0604020202020204" pitchFamily="34" charset="0"/>
              <a:buChar char="•"/>
            </a:pPr>
            <a:r>
              <a:rPr lang="en-US" b="0" i="0" dirty="0">
                <a:solidFill>
                  <a:srgbClr val="001C3B"/>
                </a:solidFill>
                <a:effectLst/>
                <a:latin typeface="Google Sans"/>
              </a:rPr>
              <a:t>Singleton: This is the default scope. A singleton bean is created once when the application starts and used throughout the application.</a:t>
            </a:r>
          </a:p>
          <a:p>
            <a:pPr algn="l">
              <a:buFont typeface="Arial" panose="020B0604020202020204" pitchFamily="34" charset="0"/>
              <a:buChar char="•"/>
            </a:pPr>
            <a:r>
              <a:rPr lang="en-US" b="0" i="0" dirty="0">
                <a:solidFill>
                  <a:srgbClr val="001C3B"/>
                </a:solidFill>
                <a:effectLst/>
                <a:latin typeface="Google Sans"/>
              </a:rPr>
              <a:t>Prototype: A new instance of a prototype bean is created and injected every time a bean of that class is requested.</a:t>
            </a:r>
          </a:p>
          <a:p>
            <a:pPr algn="l">
              <a:buFont typeface="Arial" panose="020B0604020202020204" pitchFamily="34" charset="0"/>
              <a:buChar char="•"/>
            </a:pPr>
            <a:r>
              <a:rPr lang="en-US" b="0" i="0" dirty="0">
                <a:solidFill>
                  <a:srgbClr val="001C3B"/>
                </a:solidFill>
                <a:effectLst/>
                <a:latin typeface="Google Sans"/>
              </a:rPr>
              <a:t>Request: A new instance of a request bean is created and injected for each new HTTP request.</a:t>
            </a:r>
          </a:p>
          <a:p>
            <a:pPr algn="l">
              <a:buFont typeface="Arial" panose="020B0604020202020204" pitchFamily="34" charset="0"/>
              <a:buChar char="•"/>
            </a:pPr>
            <a:endParaRPr lang="en-US" b="0" i="0" dirty="0">
              <a:solidFill>
                <a:srgbClr val="001C3B"/>
              </a:solidFill>
              <a:effectLst/>
              <a:latin typeface="Google Sans"/>
            </a:endParaRPr>
          </a:p>
          <a:p>
            <a:pPr algn="l"/>
            <a:endParaRPr lang="en-US" b="0" i="0" dirty="0">
              <a:solidFill>
                <a:srgbClr val="001D35"/>
              </a:solidFill>
              <a:effectLst/>
              <a:latin typeface="Google Sans"/>
            </a:endParaRPr>
          </a:p>
        </p:txBody>
      </p:sp>
    </p:spTree>
    <p:extLst>
      <p:ext uri="{BB962C8B-B14F-4D97-AF65-F5344CB8AC3E}">
        <p14:creationId xmlns:p14="http://schemas.microsoft.com/office/powerpoint/2010/main" val="13783337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BF1CC-868D-957D-F545-A43F049C6B9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68812B-963A-B21F-3288-456FC08CCA9B}"/>
              </a:ext>
            </a:extLst>
          </p:cNvPr>
          <p:cNvSpPr>
            <a:spLocks noGrp="1"/>
          </p:cNvSpPr>
          <p:nvPr>
            <p:ph idx="1"/>
          </p:nvPr>
        </p:nvSpPr>
        <p:spPr>
          <a:xfrm>
            <a:off x="149290" y="289249"/>
            <a:ext cx="11551298" cy="6335486"/>
          </a:xfrm>
        </p:spPr>
        <p:txBody>
          <a:bodyPr>
            <a:normAutofit/>
          </a:bodyPr>
          <a:lstStyle/>
          <a:p>
            <a:pPr algn="l">
              <a:buFont typeface="Arial" panose="020B0604020202020204" pitchFamily="34" charset="0"/>
              <a:buChar char="•"/>
            </a:pPr>
            <a:r>
              <a:rPr lang="en-US" b="0" i="0" dirty="0">
                <a:solidFill>
                  <a:srgbClr val="001C3B"/>
                </a:solidFill>
                <a:effectLst/>
                <a:latin typeface="Google Sans"/>
              </a:rPr>
              <a:t>Session: A new instance of a session bean is created and injected for each new HTTP session.</a:t>
            </a:r>
          </a:p>
          <a:p>
            <a:pPr algn="l">
              <a:buFont typeface="Arial" panose="020B0604020202020204" pitchFamily="34" charset="0"/>
              <a:buChar char="•"/>
            </a:pPr>
            <a:r>
              <a:rPr lang="en-US" b="0" i="0" dirty="0" err="1">
                <a:solidFill>
                  <a:srgbClr val="001C3B"/>
                </a:solidFill>
                <a:effectLst/>
                <a:latin typeface="Google Sans"/>
              </a:rPr>
              <a:t>Application:An</a:t>
            </a:r>
            <a:r>
              <a:rPr lang="en-US" b="0" i="0" dirty="0">
                <a:solidFill>
                  <a:srgbClr val="001C3B"/>
                </a:solidFill>
                <a:effectLst/>
                <a:latin typeface="Google Sans"/>
              </a:rPr>
              <a:t> application bean is created once per web application runtime.</a:t>
            </a:r>
          </a:p>
          <a:p>
            <a:pPr algn="l">
              <a:buFont typeface="Arial" panose="020B0604020202020204" pitchFamily="34" charset="0"/>
              <a:buChar char="•"/>
            </a:pPr>
            <a:r>
              <a:rPr lang="en-US" b="0" i="0" dirty="0">
                <a:solidFill>
                  <a:srgbClr val="001C3B"/>
                </a:solidFill>
                <a:effectLst/>
                <a:latin typeface="Google Sans"/>
              </a:rPr>
              <a:t>WebSocket: A WebSocket bean enables two-way communication between a client and a remote host.</a:t>
            </a:r>
          </a:p>
          <a:p>
            <a:pPr algn="l">
              <a:buFont typeface="Arial" panose="020B0604020202020204" pitchFamily="34" charset="0"/>
              <a:buChar char="•"/>
            </a:pPr>
            <a:endParaRPr lang="en-US" b="0" i="0" dirty="0">
              <a:solidFill>
                <a:srgbClr val="001C3B"/>
              </a:solidFill>
              <a:effectLst/>
              <a:latin typeface="Google Sans"/>
            </a:endParaRPr>
          </a:p>
          <a:p>
            <a:pPr algn="l">
              <a:buFont typeface="Arial" panose="020B0604020202020204" pitchFamily="34" charset="0"/>
              <a:buChar char="•"/>
            </a:pPr>
            <a:endParaRPr lang="en-US" b="0" i="0" dirty="0">
              <a:solidFill>
                <a:srgbClr val="001C3B"/>
              </a:solidFill>
              <a:effectLst/>
              <a:latin typeface="Google Sans"/>
            </a:endParaRPr>
          </a:p>
          <a:p>
            <a:pPr algn="l">
              <a:buFont typeface="Arial" panose="020B0604020202020204" pitchFamily="34" charset="0"/>
              <a:buChar char="•"/>
            </a:pPr>
            <a:endParaRPr lang="en-US" b="0" i="0" dirty="0">
              <a:solidFill>
                <a:srgbClr val="001C3B"/>
              </a:solidFill>
              <a:effectLst/>
              <a:latin typeface="Google Sans"/>
            </a:endParaRPr>
          </a:p>
          <a:p>
            <a:pPr algn="l"/>
            <a:endParaRPr lang="en-US" b="0" i="0" dirty="0">
              <a:solidFill>
                <a:srgbClr val="001D35"/>
              </a:solidFill>
              <a:effectLst/>
              <a:latin typeface="Google Sans"/>
            </a:endParaRPr>
          </a:p>
        </p:txBody>
      </p:sp>
    </p:spTree>
    <p:extLst>
      <p:ext uri="{BB962C8B-B14F-4D97-AF65-F5344CB8AC3E}">
        <p14:creationId xmlns:p14="http://schemas.microsoft.com/office/powerpoint/2010/main" val="5047860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3B8DA-CC70-C9D5-DCC6-32BE1E3FF81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F0C1FA-4F67-20A0-E331-9694EB8DE57D}"/>
              </a:ext>
            </a:extLst>
          </p:cNvPr>
          <p:cNvSpPr>
            <a:spLocks noGrp="1"/>
          </p:cNvSpPr>
          <p:nvPr>
            <p:ph idx="1"/>
          </p:nvPr>
        </p:nvSpPr>
        <p:spPr>
          <a:xfrm>
            <a:off x="149290" y="289249"/>
            <a:ext cx="11551298" cy="6335486"/>
          </a:xfrm>
        </p:spPr>
        <p:txBody>
          <a:bodyPr>
            <a:normAutofit/>
          </a:bodyPr>
          <a:lstStyle/>
          <a:p>
            <a:pPr algn="l">
              <a:buFont typeface="Arial" panose="020B0604020202020204" pitchFamily="34" charset="0"/>
              <a:buChar char="•"/>
            </a:pPr>
            <a:r>
              <a:rPr lang="en-US" b="0" i="0" dirty="0">
                <a:solidFill>
                  <a:srgbClr val="370E00"/>
                </a:solidFill>
                <a:effectLst/>
                <a:latin typeface="Google Sans"/>
              </a:rPr>
              <a:t>The @PropertySource annotation in Spring Boot is used to add a </a:t>
            </a:r>
            <a:r>
              <a:rPr lang="en-US" b="0" i="0" dirty="0" err="1">
                <a:solidFill>
                  <a:srgbClr val="370E00"/>
                </a:solidFill>
                <a:effectLst/>
                <a:latin typeface="Google Sans"/>
              </a:rPr>
              <a:t>PropertySource</a:t>
            </a:r>
            <a:r>
              <a:rPr lang="en-US" b="0" i="0" dirty="0">
                <a:solidFill>
                  <a:srgbClr val="370E00"/>
                </a:solidFill>
                <a:effectLst/>
                <a:latin typeface="Google Sans"/>
              </a:rPr>
              <a:t> to Spring's Environment. It can also inject properties into class attributes via @Value. Here's an example of using the @PropertySource annotation to read database configuration from a file and set the property values to a class:</a:t>
            </a:r>
          </a:p>
          <a:p>
            <a:pPr algn="l">
              <a:buFont typeface="Arial" panose="020B0604020202020204" pitchFamily="34" charset="0"/>
              <a:buChar char="•"/>
            </a:pPr>
            <a:r>
              <a:rPr lang="en-US" b="0" i="0" dirty="0">
                <a:solidFill>
                  <a:srgbClr val="000000"/>
                </a:solidFill>
                <a:effectLst/>
                <a:latin typeface="Courier New" panose="02070309020205020404" pitchFamily="49" charset="0"/>
              </a:rPr>
              <a:t>@</a:t>
            </a:r>
            <a:r>
              <a:rPr lang="en-US" b="0" i="0" dirty="0">
                <a:solidFill>
                  <a:srgbClr val="9334E6"/>
                </a:solidFill>
                <a:effectLst/>
                <a:latin typeface="Courier New" panose="02070309020205020404" pitchFamily="49" charset="0"/>
              </a:rPr>
              <a:t>Configuration</a:t>
            </a:r>
            <a:br>
              <a:rPr lang="en-US" dirty="0"/>
            </a:br>
            <a:r>
              <a:rPr lang="en-US" b="0" i="0" dirty="0">
                <a:solidFill>
                  <a:srgbClr val="000000"/>
                </a:solidFill>
                <a:effectLst/>
                <a:latin typeface="Courier New" panose="02070309020205020404" pitchFamily="49" charset="0"/>
              </a:rPr>
              <a:t>@</a:t>
            </a:r>
            <a:r>
              <a:rPr lang="en-US" b="0" i="0" dirty="0">
                <a:solidFill>
                  <a:srgbClr val="9334E6"/>
                </a:solidFill>
                <a:effectLst/>
                <a:latin typeface="Courier New" panose="02070309020205020404" pitchFamily="49" charset="0"/>
              </a:rPr>
              <a:t>PropertySource</a:t>
            </a:r>
            <a:r>
              <a:rPr lang="en-US" b="0" i="0" dirty="0">
                <a:solidFill>
                  <a:srgbClr val="000000"/>
                </a:solidFill>
                <a:effectLst/>
                <a:latin typeface="Courier New" panose="02070309020205020404" pitchFamily="49" charset="0"/>
              </a:rPr>
              <a:t>(</a:t>
            </a:r>
            <a:r>
              <a:rPr lang="en-US" b="0" i="0" dirty="0">
                <a:solidFill>
                  <a:srgbClr val="188038"/>
                </a:solidFill>
                <a:effectLst/>
                <a:latin typeface="Courier New" panose="02070309020205020404" pitchFamily="49" charset="0"/>
              </a:rPr>
              <a:t>"classpath:db.properties"</a:t>
            </a:r>
            <a:r>
              <a:rPr lang="en-US" b="0" i="0" dirty="0">
                <a:solidFill>
                  <a:srgbClr val="000000"/>
                </a:solidFill>
                <a:effectLst/>
                <a:latin typeface="Courier New" panose="02070309020205020404" pitchFamily="49" charset="0"/>
              </a:rPr>
              <a:t>)</a:t>
            </a:r>
            <a:br>
              <a:rPr lang="en-US" dirty="0"/>
            </a:br>
            <a:r>
              <a:rPr lang="en-US" b="0" i="0" dirty="0">
                <a:solidFill>
                  <a:srgbClr val="9334E6"/>
                </a:solidFill>
                <a:effectLst/>
                <a:latin typeface="Courier New" panose="02070309020205020404" pitchFamily="49" charset="0"/>
              </a:rPr>
              <a:t>public</a:t>
            </a:r>
            <a:r>
              <a:rPr lang="en-US" b="0" i="0" dirty="0">
                <a:solidFill>
                  <a:srgbClr val="000000"/>
                </a:solidFill>
                <a:effectLst/>
                <a:latin typeface="Courier New" panose="02070309020205020404" pitchFamily="49" charset="0"/>
              </a:rPr>
              <a:t> </a:t>
            </a:r>
            <a:r>
              <a:rPr lang="en-US" b="0" i="0" dirty="0">
                <a:solidFill>
                  <a:srgbClr val="9334E6"/>
                </a:solidFill>
                <a:effectLst/>
                <a:latin typeface="Courier New" panose="02070309020205020404" pitchFamily="49" charset="0"/>
              </a:rPr>
              <a:t>class</a:t>
            </a:r>
            <a:r>
              <a:rPr lang="en-US" b="0" i="0" dirty="0">
                <a:solidFill>
                  <a:srgbClr val="000000"/>
                </a:solidFill>
                <a:effectLst/>
                <a:latin typeface="Courier New" panose="02070309020205020404" pitchFamily="49" charset="0"/>
              </a:rPr>
              <a:t> </a:t>
            </a:r>
            <a:r>
              <a:rPr lang="en-US" b="0" i="0" dirty="0" err="1">
                <a:solidFill>
                  <a:srgbClr val="9334E6"/>
                </a:solidFill>
                <a:effectLst/>
                <a:latin typeface="Courier New" panose="02070309020205020404" pitchFamily="49" charset="0"/>
              </a:rPr>
              <a:t>DatabaseConfig</a:t>
            </a:r>
            <a:r>
              <a:rPr lang="en-US" b="0" i="0" dirty="0">
                <a:solidFill>
                  <a:srgbClr val="000000"/>
                </a:solidFill>
                <a:effectLst/>
                <a:latin typeface="Courier New" panose="02070309020205020404" pitchFamily="49" charset="0"/>
              </a:rPr>
              <a:t> {</a:t>
            </a:r>
            <a:br>
              <a:rPr lang="en-US" dirty="0"/>
            </a:br>
            <a:br>
              <a:rPr lang="en-US" dirty="0"/>
            </a:br>
            <a:r>
              <a:rPr lang="en-US" b="0" i="1" dirty="0">
                <a:solidFill>
                  <a:srgbClr val="80868B"/>
                </a:solidFill>
                <a:effectLst/>
                <a:latin typeface="Courier New" panose="02070309020205020404" pitchFamily="49" charset="0"/>
              </a:rPr>
              <a:t>// getters and setters</a:t>
            </a:r>
            <a:br>
              <a:rPr lang="en-US" dirty="0"/>
            </a:br>
            <a:r>
              <a:rPr lang="en-US" b="0" i="0" dirty="0">
                <a:solidFill>
                  <a:srgbClr val="000000"/>
                </a:solidFill>
                <a:effectLst/>
                <a:latin typeface="Courier New" panose="02070309020205020404" pitchFamily="49" charset="0"/>
              </a:rPr>
              <a:t>}</a:t>
            </a:r>
          </a:p>
          <a:p>
            <a:pPr algn="l"/>
            <a:r>
              <a:rPr lang="en-US" b="0" i="0" dirty="0">
                <a:solidFill>
                  <a:srgbClr val="370E00"/>
                </a:solidFill>
                <a:effectLst/>
                <a:latin typeface="Google Sans"/>
              </a:rPr>
              <a:t>The @PropertySource annotation can be used to load properties from a variety of sources, including:</a:t>
            </a:r>
          </a:p>
          <a:p>
            <a:pPr algn="l"/>
            <a:r>
              <a:rPr lang="en-US" b="0" i="0" dirty="0" err="1">
                <a:solidFill>
                  <a:srgbClr val="370E00"/>
                </a:solidFill>
                <a:effectLst/>
                <a:latin typeface="Google Sans"/>
              </a:rPr>
              <a:t>Classpath</a:t>
            </a:r>
            <a:r>
              <a:rPr lang="en-US" b="0" i="0" dirty="0">
                <a:solidFill>
                  <a:srgbClr val="370E00"/>
                </a:solidFill>
                <a:effectLst/>
                <a:latin typeface="Google Sans"/>
              </a:rPr>
              <a:t> resources, File system resources, URL resources, System properties, Environment variables.</a:t>
            </a:r>
          </a:p>
          <a:p>
            <a:pPr algn="l">
              <a:buFont typeface="Arial" panose="020B0604020202020204" pitchFamily="34" charset="0"/>
              <a:buChar char="•"/>
            </a:pPr>
            <a:endParaRPr lang="en-US" b="0" i="0" dirty="0">
              <a:solidFill>
                <a:srgbClr val="001C3B"/>
              </a:solidFill>
              <a:effectLst/>
              <a:latin typeface="Google Sans"/>
            </a:endParaRPr>
          </a:p>
          <a:p>
            <a:pPr algn="l">
              <a:buFont typeface="Arial" panose="020B0604020202020204" pitchFamily="34" charset="0"/>
              <a:buChar char="•"/>
            </a:pPr>
            <a:endParaRPr lang="en-US" b="0" i="0" dirty="0">
              <a:solidFill>
                <a:srgbClr val="001C3B"/>
              </a:solidFill>
              <a:effectLst/>
              <a:latin typeface="Google Sans"/>
            </a:endParaRPr>
          </a:p>
          <a:p>
            <a:pPr algn="l">
              <a:buFont typeface="Arial" panose="020B0604020202020204" pitchFamily="34" charset="0"/>
              <a:buChar char="•"/>
            </a:pPr>
            <a:endParaRPr lang="en-US" b="0" i="0" dirty="0">
              <a:solidFill>
                <a:srgbClr val="001C3B"/>
              </a:solidFill>
              <a:effectLst/>
              <a:latin typeface="Google Sans"/>
            </a:endParaRPr>
          </a:p>
          <a:p>
            <a:pPr algn="l"/>
            <a:endParaRPr lang="en-US" b="0" i="0" dirty="0">
              <a:solidFill>
                <a:srgbClr val="001D35"/>
              </a:solidFill>
              <a:effectLst/>
              <a:latin typeface="Google Sans"/>
            </a:endParaRPr>
          </a:p>
        </p:txBody>
      </p:sp>
    </p:spTree>
    <p:extLst>
      <p:ext uri="{BB962C8B-B14F-4D97-AF65-F5344CB8AC3E}">
        <p14:creationId xmlns:p14="http://schemas.microsoft.com/office/powerpoint/2010/main" val="38148612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7320A-E212-DCB5-19FC-5D5447E048A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6172A8-6C4F-CAFF-ACB8-76CDD4479531}"/>
              </a:ext>
            </a:extLst>
          </p:cNvPr>
          <p:cNvSpPr>
            <a:spLocks noGrp="1"/>
          </p:cNvSpPr>
          <p:nvPr>
            <p:ph idx="1"/>
          </p:nvPr>
        </p:nvSpPr>
        <p:spPr>
          <a:xfrm>
            <a:off x="149290" y="289249"/>
            <a:ext cx="11551298" cy="6335486"/>
          </a:xfrm>
        </p:spPr>
        <p:txBody>
          <a:bodyPr>
            <a:normAutofit/>
          </a:bodyPr>
          <a:lstStyle/>
          <a:p>
            <a:pPr algn="l">
              <a:buFont typeface="Arial" panose="020B0604020202020204" pitchFamily="34" charset="0"/>
              <a:buChar char="•"/>
            </a:pPr>
            <a:r>
              <a:rPr lang="en-US" b="0" i="0" dirty="0">
                <a:solidFill>
                  <a:srgbClr val="001D35"/>
                </a:solidFill>
                <a:effectLst/>
                <a:latin typeface="Google Sans"/>
              </a:rPr>
              <a:t>The @Component annotation in Spring is a stereotype annotation that indicates that an annotated class is a component. Such classes are considered as candidates for auto-detection when using annotation-based configuration and </a:t>
            </a:r>
            <a:r>
              <a:rPr lang="en-US" b="0" i="0" dirty="0" err="1">
                <a:solidFill>
                  <a:srgbClr val="001D35"/>
                </a:solidFill>
                <a:effectLst/>
                <a:latin typeface="Google Sans"/>
              </a:rPr>
              <a:t>classpath</a:t>
            </a:r>
            <a:r>
              <a:rPr lang="en-US" b="0" i="0" dirty="0">
                <a:solidFill>
                  <a:srgbClr val="001D35"/>
                </a:solidFill>
                <a:effectLst/>
                <a:latin typeface="Google Sans"/>
              </a:rPr>
              <a:t> scanning. Spring will autodetect these classes and register them as beans in the Spring </a:t>
            </a:r>
            <a:r>
              <a:rPr lang="en-US" b="0" i="0" dirty="0" err="1">
                <a:solidFill>
                  <a:srgbClr val="001D35"/>
                </a:solidFill>
                <a:effectLst/>
                <a:latin typeface="Google Sans"/>
              </a:rPr>
              <a:t>ApplicationContext</a:t>
            </a:r>
            <a:r>
              <a:rPr lang="en-US" b="0" i="0" dirty="0">
                <a:solidFill>
                  <a:srgbClr val="001D35"/>
                </a:solidFill>
                <a:effectLst/>
                <a:latin typeface="Google Sans"/>
              </a:rPr>
              <a:t>.</a:t>
            </a:r>
          </a:p>
          <a:p>
            <a:pPr algn="l">
              <a:buFont typeface="Arial" panose="020B0604020202020204" pitchFamily="34" charset="0"/>
              <a:buChar char="•"/>
            </a:pPr>
            <a:r>
              <a:rPr lang="en-IN" b="0" i="0" dirty="0">
                <a:solidFill>
                  <a:srgbClr val="000000"/>
                </a:solidFill>
                <a:effectLst/>
                <a:latin typeface="Courier New" panose="02070309020205020404" pitchFamily="49" charset="0"/>
              </a:rPr>
              <a:t>@</a:t>
            </a:r>
            <a:r>
              <a:rPr lang="en-IN" b="0" i="0" dirty="0">
                <a:solidFill>
                  <a:srgbClr val="9334E6"/>
                </a:solidFill>
                <a:effectLst/>
                <a:latin typeface="Courier New" panose="02070309020205020404" pitchFamily="49" charset="0"/>
              </a:rPr>
              <a:t>Component</a:t>
            </a:r>
            <a:br>
              <a:rPr lang="en-IN" dirty="0"/>
            </a:br>
            <a:r>
              <a:rPr lang="en-IN" b="0" i="0" dirty="0">
                <a:solidFill>
                  <a:srgbClr val="9334E6"/>
                </a:solidFill>
                <a:effectLst/>
                <a:latin typeface="Courier New" panose="02070309020205020404" pitchFamily="49" charset="0"/>
              </a:rPr>
              <a:t>public</a:t>
            </a:r>
            <a:r>
              <a:rPr lang="en-IN" b="0" i="0" dirty="0">
                <a:solidFill>
                  <a:srgbClr val="000000"/>
                </a:solidFill>
                <a:effectLst/>
                <a:latin typeface="Courier New" panose="02070309020205020404" pitchFamily="49" charset="0"/>
              </a:rPr>
              <a:t> </a:t>
            </a:r>
            <a:r>
              <a:rPr lang="en-IN" b="0" i="0" dirty="0">
                <a:solidFill>
                  <a:srgbClr val="9334E6"/>
                </a:solidFill>
                <a:effectLst/>
                <a:latin typeface="Courier New" panose="02070309020205020404" pitchFamily="49" charset="0"/>
              </a:rPr>
              <a:t>class</a:t>
            </a:r>
            <a:r>
              <a:rPr lang="en-IN" b="0" i="0" dirty="0">
                <a:solidFill>
                  <a:srgbClr val="000000"/>
                </a:solidFill>
                <a:effectLst/>
                <a:latin typeface="Courier New" panose="02070309020205020404" pitchFamily="49" charset="0"/>
              </a:rPr>
              <a:t> </a:t>
            </a:r>
            <a:r>
              <a:rPr lang="en-IN" b="0" i="0" dirty="0" err="1">
                <a:solidFill>
                  <a:srgbClr val="9334E6"/>
                </a:solidFill>
                <a:effectLst/>
                <a:latin typeface="Courier New" panose="02070309020205020404" pitchFamily="49" charset="0"/>
              </a:rPr>
              <a:t>MyComponent</a:t>
            </a:r>
            <a:r>
              <a:rPr lang="en-IN" b="0" i="0" dirty="0">
                <a:solidFill>
                  <a:srgbClr val="000000"/>
                </a:solidFill>
                <a:effectLst/>
                <a:latin typeface="Courier New" panose="02070309020205020404" pitchFamily="49" charset="0"/>
              </a:rPr>
              <a:t> {</a:t>
            </a:r>
            <a:br>
              <a:rPr lang="en-IN" dirty="0"/>
            </a:br>
            <a:br>
              <a:rPr lang="en-IN" dirty="0"/>
            </a:br>
            <a:r>
              <a:rPr lang="en-IN" b="0" i="1" dirty="0">
                <a:solidFill>
                  <a:srgbClr val="80868B"/>
                </a:solidFill>
                <a:effectLst/>
                <a:latin typeface="Courier New" panose="02070309020205020404" pitchFamily="49" charset="0"/>
              </a:rPr>
              <a:t>// ...</a:t>
            </a:r>
            <a:br>
              <a:rPr lang="en-IN" dirty="0"/>
            </a:br>
            <a:r>
              <a:rPr lang="en-IN" b="0" i="0" dirty="0">
                <a:solidFill>
                  <a:srgbClr val="000000"/>
                </a:solidFill>
                <a:effectLst/>
                <a:latin typeface="Courier New" panose="02070309020205020404" pitchFamily="49" charset="0"/>
              </a:rPr>
              <a:t>}</a:t>
            </a:r>
            <a:endParaRPr lang="en-US" dirty="0">
              <a:solidFill>
                <a:srgbClr val="001D35"/>
              </a:solidFill>
              <a:latin typeface="Google Sans"/>
            </a:endParaRPr>
          </a:p>
          <a:p>
            <a:pPr algn="l">
              <a:buFont typeface="Arial" panose="020B0604020202020204" pitchFamily="34" charset="0"/>
              <a:buChar char="•"/>
            </a:pPr>
            <a:r>
              <a:rPr lang="en-US" b="0" i="0" dirty="0">
                <a:solidFill>
                  <a:srgbClr val="001D35"/>
                </a:solidFill>
                <a:effectLst/>
                <a:latin typeface="Google Sans"/>
              </a:rPr>
              <a:t>When the Spring container starts, it will scan the </a:t>
            </a:r>
            <a:r>
              <a:rPr lang="en-US" b="0" i="0" dirty="0" err="1">
                <a:solidFill>
                  <a:srgbClr val="001D35"/>
                </a:solidFill>
                <a:effectLst/>
                <a:latin typeface="Google Sans"/>
              </a:rPr>
              <a:t>classpath</a:t>
            </a:r>
            <a:r>
              <a:rPr lang="en-US" b="0" i="0" dirty="0">
                <a:solidFill>
                  <a:srgbClr val="001D35"/>
                </a:solidFill>
                <a:effectLst/>
                <a:latin typeface="Google Sans"/>
              </a:rPr>
              <a:t> for classes annotated with the @Component annotation. It will then create an instance of each of these classes and register them as beans in the Spring </a:t>
            </a:r>
            <a:r>
              <a:rPr lang="en-US" b="0" i="0" dirty="0" err="1">
                <a:solidFill>
                  <a:srgbClr val="001D35"/>
                </a:solidFill>
                <a:effectLst/>
                <a:latin typeface="Google Sans"/>
              </a:rPr>
              <a:t>ApplicationContext</a:t>
            </a:r>
            <a:r>
              <a:rPr lang="en-US" b="0" i="0" dirty="0">
                <a:solidFill>
                  <a:srgbClr val="001D35"/>
                </a:solidFill>
                <a:effectLst/>
                <a:latin typeface="Google Sans"/>
              </a:rPr>
              <a:t>.</a:t>
            </a:r>
            <a:endParaRPr lang="en-US" b="0" i="0" dirty="0">
              <a:solidFill>
                <a:srgbClr val="001C3B"/>
              </a:solidFill>
              <a:effectLst/>
              <a:latin typeface="Google Sans"/>
            </a:endParaRPr>
          </a:p>
          <a:p>
            <a:pPr algn="l">
              <a:buFont typeface="Arial" panose="020B0604020202020204" pitchFamily="34" charset="0"/>
              <a:buChar char="•"/>
            </a:pPr>
            <a:endParaRPr lang="en-US" b="0" i="0" dirty="0">
              <a:solidFill>
                <a:srgbClr val="001C3B"/>
              </a:solidFill>
              <a:effectLst/>
              <a:latin typeface="Google Sans"/>
            </a:endParaRPr>
          </a:p>
          <a:p>
            <a:pPr algn="l">
              <a:buFont typeface="Arial" panose="020B0604020202020204" pitchFamily="34" charset="0"/>
              <a:buChar char="•"/>
            </a:pPr>
            <a:endParaRPr lang="en-US" b="0" i="0" dirty="0">
              <a:solidFill>
                <a:srgbClr val="001C3B"/>
              </a:solidFill>
              <a:effectLst/>
              <a:latin typeface="Google Sans"/>
            </a:endParaRPr>
          </a:p>
          <a:p>
            <a:pPr algn="l"/>
            <a:endParaRPr lang="en-US" b="0" i="0" dirty="0">
              <a:solidFill>
                <a:srgbClr val="001D35"/>
              </a:solidFill>
              <a:effectLst/>
              <a:latin typeface="Google Sans"/>
            </a:endParaRPr>
          </a:p>
        </p:txBody>
      </p:sp>
    </p:spTree>
    <p:extLst>
      <p:ext uri="{BB962C8B-B14F-4D97-AF65-F5344CB8AC3E}">
        <p14:creationId xmlns:p14="http://schemas.microsoft.com/office/powerpoint/2010/main" val="10282399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48418-8C49-BDAB-6648-0B9F893FB7F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8AFB3D-E6A5-5386-2F95-F788B45BA587}"/>
              </a:ext>
            </a:extLst>
          </p:cNvPr>
          <p:cNvSpPr>
            <a:spLocks noGrp="1"/>
          </p:cNvSpPr>
          <p:nvPr>
            <p:ph idx="1"/>
          </p:nvPr>
        </p:nvSpPr>
        <p:spPr>
          <a:xfrm>
            <a:off x="149290" y="289249"/>
            <a:ext cx="11551298" cy="6335486"/>
          </a:xfrm>
        </p:spPr>
        <p:txBody>
          <a:bodyPr>
            <a:normAutofit lnSpcReduction="10000"/>
          </a:bodyPr>
          <a:lstStyle/>
          <a:p>
            <a:pPr algn="l"/>
            <a:r>
              <a:rPr lang="en-US" b="0" i="0" dirty="0">
                <a:solidFill>
                  <a:srgbClr val="001D35"/>
                </a:solidFill>
                <a:effectLst/>
                <a:latin typeface="Google Sans"/>
              </a:rPr>
              <a:t>The @Service annotation is a specialization of the @Component annotation. It is used to mark the class as a service provider. Spring Boot will automatically detect classes annotated with @Service and create a bean for them.</a:t>
            </a:r>
          </a:p>
          <a:p>
            <a:pPr algn="l"/>
            <a:r>
              <a:rPr lang="en-US" b="0" i="0" dirty="0">
                <a:solidFill>
                  <a:srgbClr val="001D35"/>
                </a:solidFill>
                <a:effectLst/>
                <a:latin typeface="Google Sans"/>
              </a:rPr>
              <a:t>Services are typically used to implement business logic. For example, a service might be used to validate user input, process orders, or send emails.</a:t>
            </a:r>
          </a:p>
          <a:p>
            <a:pPr algn="l">
              <a:buFont typeface="Arial" panose="020B0604020202020204" pitchFamily="34" charset="0"/>
              <a:buChar char="•"/>
            </a:pPr>
            <a:r>
              <a:rPr lang="en-US" b="0" i="0" dirty="0">
                <a:solidFill>
                  <a:srgbClr val="000000"/>
                </a:solidFill>
                <a:effectLst/>
                <a:latin typeface="Courier New" panose="02070309020205020404" pitchFamily="49" charset="0"/>
              </a:rPr>
              <a:t>@</a:t>
            </a:r>
            <a:r>
              <a:rPr lang="en-US" b="0" i="0" dirty="0">
                <a:solidFill>
                  <a:srgbClr val="9334E6"/>
                </a:solidFill>
                <a:effectLst/>
                <a:latin typeface="Courier New" panose="02070309020205020404" pitchFamily="49" charset="0"/>
              </a:rPr>
              <a:t>Service</a:t>
            </a:r>
            <a:br>
              <a:rPr lang="en-US" dirty="0"/>
            </a:br>
            <a:r>
              <a:rPr lang="en-US" b="0" i="0" dirty="0">
                <a:solidFill>
                  <a:srgbClr val="9334E6"/>
                </a:solidFill>
                <a:effectLst/>
                <a:latin typeface="Courier New" panose="02070309020205020404" pitchFamily="49" charset="0"/>
              </a:rPr>
              <a:t>public</a:t>
            </a:r>
            <a:r>
              <a:rPr lang="en-US" b="0" i="0" dirty="0">
                <a:solidFill>
                  <a:srgbClr val="000000"/>
                </a:solidFill>
                <a:effectLst/>
                <a:latin typeface="Courier New" panose="02070309020205020404" pitchFamily="49" charset="0"/>
              </a:rPr>
              <a:t> </a:t>
            </a:r>
            <a:r>
              <a:rPr lang="en-US" b="0" i="0" dirty="0">
                <a:solidFill>
                  <a:srgbClr val="9334E6"/>
                </a:solidFill>
                <a:effectLst/>
                <a:latin typeface="Courier New" panose="02070309020205020404" pitchFamily="49" charset="0"/>
              </a:rPr>
              <a:t>class</a:t>
            </a:r>
            <a:r>
              <a:rPr lang="en-US" b="0" i="0" dirty="0">
                <a:solidFill>
                  <a:srgbClr val="000000"/>
                </a:solidFill>
                <a:effectLst/>
                <a:latin typeface="Courier New" panose="02070309020205020404" pitchFamily="49" charset="0"/>
              </a:rPr>
              <a:t> </a:t>
            </a:r>
            <a:r>
              <a:rPr lang="en-US" b="0" i="0" dirty="0" err="1">
                <a:solidFill>
                  <a:srgbClr val="9334E6"/>
                </a:solidFill>
                <a:effectLst/>
                <a:latin typeface="Courier New" panose="02070309020205020404" pitchFamily="49" charset="0"/>
              </a:rPr>
              <a:t>MyService</a:t>
            </a:r>
            <a:r>
              <a:rPr lang="en-US" b="0" i="0" dirty="0">
                <a:solidFill>
                  <a:srgbClr val="000000"/>
                </a:solidFill>
                <a:effectLst/>
                <a:latin typeface="Courier New" panose="02070309020205020404" pitchFamily="49" charset="0"/>
              </a:rPr>
              <a:t> {</a:t>
            </a:r>
            <a:br>
              <a:rPr lang="en-US" dirty="0"/>
            </a:br>
            <a:br>
              <a:rPr lang="en-US" dirty="0"/>
            </a:br>
            <a:r>
              <a:rPr lang="en-US" b="0" i="0" dirty="0">
                <a:solidFill>
                  <a:srgbClr val="9334E6"/>
                </a:solidFill>
                <a:effectLst/>
                <a:latin typeface="Courier New" panose="02070309020205020404" pitchFamily="49" charset="0"/>
              </a:rPr>
              <a:t>public</a:t>
            </a:r>
            <a:r>
              <a:rPr lang="en-US" b="0" i="0" dirty="0">
                <a:solidFill>
                  <a:srgbClr val="000000"/>
                </a:solidFill>
                <a:effectLst/>
                <a:latin typeface="Courier New" panose="02070309020205020404" pitchFamily="49" charset="0"/>
              </a:rPr>
              <a:t> </a:t>
            </a:r>
            <a:r>
              <a:rPr lang="en-US" b="0" i="0" dirty="0">
                <a:solidFill>
                  <a:srgbClr val="9334E6"/>
                </a:solidFill>
                <a:effectLst/>
                <a:latin typeface="Courier New" panose="02070309020205020404" pitchFamily="49" charset="0"/>
              </a:rPr>
              <a:t>void</a:t>
            </a:r>
            <a:r>
              <a:rPr lang="en-US" b="0" i="0" dirty="0">
                <a:solidFill>
                  <a:srgbClr val="000000"/>
                </a:solidFill>
                <a:effectLst/>
                <a:latin typeface="Courier New" panose="02070309020205020404" pitchFamily="49" charset="0"/>
              </a:rPr>
              <a:t> </a:t>
            </a:r>
            <a:r>
              <a:rPr lang="en-US" b="0" i="0" dirty="0" err="1">
                <a:solidFill>
                  <a:srgbClr val="B45908"/>
                </a:solidFill>
                <a:effectLst/>
                <a:latin typeface="Courier New" panose="02070309020205020404" pitchFamily="49" charset="0"/>
              </a:rPr>
              <a:t>doSomething</a:t>
            </a:r>
            <a:r>
              <a:rPr lang="en-US" b="0" i="0" dirty="0">
                <a:solidFill>
                  <a:srgbClr val="000000"/>
                </a:solidFill>
                <a:effectLst/>
                <a:latin typeface="Courier New" panose="02070309020205020404" pitchFamily="49" charset="0"/>
              </a:rPr>
              <a:t>() {</a:t>
            </a:r>
            <a:br>
              <a:rPr lang="en-US" dirty="0"/>
            </a:br>
            <a:r>
              <a:rPr lang="en-US" b="0" i="1" dirty="0">
                <a:solidFill>
                  <a:srgbClr val="80868B"/>
                </a:solidFill>
                <a:effectLst/>
                <a:latin typeface="Courier New" panose="02070309020205020404" pitchFamily="49" charset="0"/>
              </a:rPr>
              <a:t>// Implement business logic here</a:t>
            </a:r>
            <a:br>
              <a:rPr lang="en-US" dirty="0"/>
            </a:br>
            <a:r>
              <a:rPr lang="en-US" b="0" i="0" dirty="0">
                <a:solidFill>
                  <a:srgbClr val="000000"/>
                </a:solidFill>
                <a:effectLst/>
                <a:latin typeface="Courier New" panose="02070309020205020404" pitchFamily="49" charset="0"/>
              </a:rPr>
              <a:t>}</a:t>
            </a:r>
            <a:br>
              <a:rPr lang="en-US" dirty="0"/>
            </a:br>
            <a:r>
              <a:rPr lang="en-US" b="0" i="0" dirty="0">
                <a:solidFill>
                  <a:srgbClr val="000000"/>
                </a:solidFill>
                <a:effectLst/>
                <a:latin typeface="Courier New" panose="02070309020205020404" pitchFamily="49" charset="0"/>
              </a:rPr>
              <a:t>}</a:t>
            </a:r>
            <a:r>
              <a:rPr lang="en-US" b="0" i="0" dirty="0">
                <a:solidFill>
                  <a:srgbClr val="001D35"/>
                </a:solidFill>
                <a:effectLst/>
                <a:latin typeface="Google Sans"/>
              </a:rPr>
              <a:t> The @Service annotation is a powerful tool that can be used to simplify the development of Spring Boot applications. By using @Service, we can focus on implementing business logic and let Spring Boot take care of the rest.</a:t>
            </a:r>
            <a:endParaRPr lang="en-US" b="0" i="0" dirty="0">
              <a:solidFill>
                <a:srgbClr val="001C3B"/>
              </a:solidFill>
              <a:effectLst/>
              <a:latin typeface="Google Sans"/>
            </a:endParaRPr>
          </a:p>
          <a:p>
            <a:pPr algn="l">
              <a:buFont typeface="Arial" panose="020B0604020202020204" pitchFamily="34" charset="0"/>
              <a:buChar char="•"/>
            </a:pPr>
            <a:endParaRPr lang="en-US" b="0" i="0" dirty="0">
              <a:solidFill>
                <a:srgbClr val="001C3B"/>
              </a:solidFill>
              <a:effectLst/>
              <a:latin typeface="Google Sans"/>
            </a:endParaRPr>
          </a:p>
          <a:p>
            <a:pPr algn="l"/>
            <a:endParaRPr lang="en-US" b="0" i="0" dirty="0">
              <a:solidFill>
                <a:srgbClr val="001D35"/>
              </a:solidFill>
              <a:effectLst/>
              <a:latin typeface="Google Sans"/>
            </a:endParaRPr>
          </a:p>
        </p:txBody>
      </p:sp>
    </p:spTree>
    <p:extLst>
      <p:ext uri="{BB962C8B-B14F-4D97-AF65-F5344CB8AC3E}">
        <p14:creationId xmlns:p14="http://schemas.microsoft.com/office/powerpoint/2010/main" val="13138631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47DAF-23B3-1440-DF48-51E5A4F32B3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6412F9-BB49-3970-1635-860A7CF5242A}"/>
              </a:ext>
            </a:extLst>
          </p:cNvPr>
          <p:cNvSpPr>
            <a:spLocks noGrp="1"/>
          </p:cNvSpPr>
          <p:nvPr>
            <p:ph idx="1"/>
          </p:nvPr>
        </p:nvSpPr>
        <p:spPr>
          <a:xfrm>
            <a:off x="149290" y="289249"/>
            <a:ext cx="11551298" cy="6335486"/>
          </a:xfrm>
        </p:spPr>
        <p:txBody>
          <a:bodyPr>
            <a:normAutofit/>
          </a:bodyPr>
          <a:lstStyle/>
          <a:p>
            <a:pPr algn="l"/>
            <a:r>
              <a:rPr lang="en-US" b="0" i="0" dirty="0">
                <a:solidFill>
                  <a:srgbClr val="001D35"/>
                </a:solidFill>
                <a:effectLst/>
                <a:latin typeface="Google Sans"/>
              </a:rPr>
              <a:t>The @Repository annotation is a specialization of the @Component annotation that indicates that the class provides the mechanism for storage, retrieval, search, update and delete operation on objects. </a:t>
            </a:r>
          </a:p>
          <a:p>
            <a:pPr algn="l"/>
            <a:r>
              <a:rPr lang="en-US" b="0" i="0" dirty="0">
                <a:solidFill>
                  <a:srgbClr val="001D35"/>
                </a:solidFill>
                <a:effectLst/>
                <a:latin typeface="Google Sans"/>
              </a:rPr>
              <a:t>Repositories are typically used in conjunction with the Spring Data JPA project, which provides a convenient way to access data from a relational database. </a:t>
            </a:r>
            <a:endParaRPr lang="en-US" dirty="0">
              <a:solidFill>
                <a:srgbClr val="001D35"/>
              </a:solidFill>
              <a:latin typeface="Google Sans"/>
            </a:endParaRPr>
          </a:p>
          <a:p>
            <a:pPr algn="l"/>
            <a:r>
              <a:rPr lang="en-US" b="0" i="0" dirty="0">
                <a:solidFill>
                  <a:srgbClr val="000000"/>
                </a:solidFill>
                <a:effectLst/>
                <a:latin typeface="Courier New" panose="02070309020205020404" pitchFamily="49" charset="0"/>
              </a:rPr>
              <a:t>@</a:t>
            </a:r>
            <a:r>
              <a:rPr lang="en-US" b="0" i="0" dirty="0">
                <a:solidFill>
                  <a:srgbClr val="9334E6"/>
                </a:solidFill>
                <a:effectLst/>
                <a:latin typeface="Courier New" panose="02070309020205020404" pitchFamily="49" charset="0"/>
              </a:rPr>
              <a:t>Repository</a:t>
            </a:r>
            <a:br>
              <a:rPr lang="en-US" dirty="0"/>
            </a:br>
            <a:r>
              <a:rPr lang="en-US" b="0" i="0" dirty="0">
                <a:solidFill>
                  <a:srgbClr val="9334E6"/>
                </a:solidFill>
                <a:effectLst/>
                <a:latin typeface="Courier New" panose="02070309020205020404" pitchFamily="49" charset="0"/>
              </a:rPr>
              <a:t>public</a:t>
            </a:r>
            <a:r>
              <a:rPr lang="en-US" b="0" i="0" dirty="0">
                <a:solidFill>
                  <a:srgbClr val="000000"/>
                </a:solidFill>
                <a:effectLst/>
                <a:latin typeface="Courier New" panose="02070309020205020404" pitchFamily="49" charset="0"/>
              </a:rPr>
              <a:t> </a:t>
            </a:r>
            <a:r>
              <a:rPr lang="en-US" b="0" i="0" dirty="0">
                <a:solidFill>
                  <a:srgbClr val="9334E6"/>
                </a:solidFill>
                <a:effectLst/>
                <a:latin typeface="Courier New" panose="02070309020205020404" pitchFamily="49" charset="0"/>
              </a:rPr>
              <a:t>class</a:t>
            </a:r>
            <a:r>
              <a:rPr lang="en-US" b="0" i="0" dirty="0">
                <a:solidFill>
                  <a:srgbClr val="000000"/>
                </a:solidFill>
                <a:effectLst/>
                <a:latin typeface="Courier New" panose="02070309020205020404" pitchFamily="49" charset="0"/>
              </a:rPr>
              <a:t> </a:t>
            </a:r>
            <a:r>
              <a:rPr lang="en-US" b="0" i="0" dirty="0" err="1">
                <a:solidFill>
                  <a:srgbClr val="9334E6"/>
                </a:solidFill>
                <a:effectLst/>
                <a:latin typeface="Courier New" panose="02070309020205020404" pitchFamily="49" charset="0"/>
              </a:rPr>
              <a:t>UserRepository</a:t>
            </a:r>
            <a:r>
              <a:rPr lang="en-US" b="0" i="0" dirty="0">
                <a:solidFill>
                  <a:srgbClr val="000000"/>
                </a:solidFill>
                <a:effectLst/>
                <a:latin typeface="Courier New" panose="02070309020205020404" pitchFamily="49" charset="0"/>
              </a:rPr>
              <a:t> </a:t>
            </a:r>
            <a:r>
              <a:rPr lang="en-US" b="0" i="0" dirty="0">
                <a:solidFill>
                  <a:srgbClr val="9334E6"/>
                </a:solidFill>
                <a:effectLst/>
                <a:latin typeface="Courier New" panose="02070309020205020404" pitchFamily="49" charset="0"/>
              </a:rPr>
              <a:t>implements</a:t>
            </a:r>
            <a:r>
              <a:rPr lang="en-US" b="0" i="0" dirty="0">
                <a:solidFill>
                  <a:srgbClr val="000000"/>
                </a:solidFill>
                <a:effectLst/>
                <a:latin typeface="Courier New" panose="02070309020205020404" pitchFamily="49" charset="0"/>
              </a:rPr>
              <a:t> </a:t>
            </a:r>
            <a:r>
              <a:rPr lang="en-US" b="0" i="0" dirty="0" err="1">
                <a:solidFill>
                  <a:srgbClr val="9334E6"/>
                </a:solidFill>
                <a:effectLst/>
                <a:latin typeface="Courier New" panose="02070309020205020404" pitchFamily="49" charset="0"/>
              </a:rPr>
              <a:t>JpaRepository</a:t>
            </a:r>
            <a:r>
              <a:rPr lang="en-US" b="0" i="0" dirty="0">
                <a:solidFill>
                  <a:srgbClr val="000000"/>
                </a:solidFill>
                <a:effectLst/>
                <a:latin typeface="Courier New" panose="02070309020205020404" pitchFamily="49" charset="0"/>
              </a:rPr>
              <a:t>&lt;</a:t>
            </a:r>
            <a:r>
              <a:rPr lang="en-US" b="0" i="0" dirty="0">
                <a:solidFill>
                  <a:srgbClr val="9334E6"/>
                </a:solidFill>
                <a:effectLst/>
                <a:latin typeface="Courier New" panose="02070309020205020404" pitchFamily="49" charset="0"/>
              </a:rPr>
              <a:t>User</a:t>
            </a:r>
            <a:r>
              <a:rPr lang="en-US" b="0" i="0" dirty="0">
                <a:solidFill>
                  <a:srgbClr val="000000"/>
                </a:solidFill>
                <a:effectLst/>
                <a:latin typeface="Courier New" panose="02070309020205020404" pitchFamily="49" charset="0"/>
              </a:rPr>
              <a:t>, </a:t>
            </a:r>
            <a:r>
              <a:rPr lang="en-US" b="0" i="0" dirty="0">
                <a:solidFill>
                  <a:srgbClr val="9334E6"/>
                </a:solidFill>
                <a:effectLst/>
                <a:latin typeface="Courier New" panose="02070309020205020404" pitchFamily="49" charset="0"/>
              </a:rPr>
              <a:t>Long</a:t>
            </a:r>
            <a:r>
              <a:rPr lang="en-US" b="0" i="0" dirty="0">
                <a:solidFill>
                  <a:srgbClr val="000000"/>
                </a:solidFill>
                <a:effectLst/>
                <a:latin typeface="Courier New" panose="02070309020205020404" pitchFamily="49" charset="0"/>
              </a:rPr>
              <a:t>&gt; {</a:t>
            </a:r>
            <a:br>
              <a:rPr lang="en-US" dirty="0"/>
            </a:br>
            <a:br>
              <a:rPr lang="en-US" dirty="0"/>
            </a:br>
            <a:r>
              <a:rPr lang="en-US" b="0" i="1" dirty="0">
                <a:solidFill>
                  <a:srgbClr val="80868B"/>
                </a:solidFill>
                <a:effectLst/>
                <a:latin typeface="Courier New" panose="02070309020205020404" pitchFamily="49" charset="0"/>
              </a:rPr>
              <a:t>// ...</a:t>
            </a:r>
            <a:br>
              <a:rPr lang="en-US" dirty="0"/>
            </a:br>
            <a:br>
              <a:rPr lang="en-US" dirty="0"/>
            </a:br>
            <a:r>
              <a:rPr lang="en-US" b="0" i="0" dirty="0">
                <a:solidFill>
                  <a:srgbClr val="000000"/>
                </a:solidFill>
                <a:effectLst/>
                <a:latin typeface="Courier New" panose="02070309020205020404" pitchFamily="49" charset="0"/>
              </a:rPr>
              <a:t>}</a:t>
            </a:r>
            <a:endParaRPr lang="en-US" b="0" i="0" dirty="0">
              <a:solidFill>
                <a:srgbClr val="001C3B"/>
              </a:solidFill>
              <a:effectLst/>
              <a:latin typeface="Google Sans"/>
            </a:endParaRPr>
          </a:p>
          <a:p>
            <a:pPr algn="l"/>
            <a:endParaRPr lang="en-US" b="0" i="0" dirty="0">
              <a:solidFill>
                <a:srgbClr val="001D35"/>
              </a:solidFill>
              <a:effectLst/>
              <a:latin typeface="Google Sans"/>
            </a:endParaRPr>
          </a:p>
        </p:txBody>
      </p:sp>
    </p:spTree>
    <p:extLst>
      <p:ext uri="{BB962C8B-B14F-4D97-AF65-F5344CB8AC3E}">
        <p14:creationId xmlns:p14="http://schemas.microsoft.com/office/powerpoint/2010/main" val="23236640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440C0-5CC7-8C4D-6D96-F46E53B3889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565CD5-C44C-E6DD-9618-C922AF770190}"/>
              </a:ext>
            </a:extLst>
          </p:cNvPr>
          <p:cNvSpPr>
            <a:spLocks noGrp="1"/>
          </p:cNvSpPr>
          <p:nvPr>
            <p:ph idx="1"/>
          </p:nvPr>
        </p:nvSpPr>
        <p:spPr>
          <a:xfrm>
            <a:off x="149290" y="289249"/>
            <a:ext cx="11551298" cy="6335486"/>
          </a:xfrm>
        </p:spPr>
        <p:txBody>
          <a:bodyPr>
            <a:normAutofit/>
          </a:bodyPr>
          <a:lstStyle/>
          <a:p>
            <a:pPr algn="l"/>
            <a:r>
              <a:rPr lang="en-US" b="0" i="0" dirty="0">
                <a:solidFill>
                  <a:srgbClr val="202124"/>
                </a:solidFill>
                <a:effectLst/>
                <a:latin typeface="Google Sans"/>
              </a:rPr>
              <a:t>@Configuration is </a:t>
            </a:r>
            <a:r>
              <a:rPr lang="en-US" b="0" i="0" dirty="0">
                <a:solidFill>
                  <a:srgbClr val="040C28"/>
                </a:solidFill>
                <a:effectLst/>
                <a:latin typeface="Google Sans"/>
              </a:rPr>
              <a:t>a class-level annotation indicating that an object is a source of bean definitions</a:t>
            </a:r>
            <a:r>
              <a:rPr lang="en-US" b="0" i="0" dirty="0">
                <a:solidFill>
                  <a:srgbClr val="202124"/>
                </a:solidFill>
                <a:effectLst/>
                <a:latin typeface="Google Sans"/>
              </a:rPr>
              <a:t>. @Configuration classes declare beans through @Bean -annotated methods. Calls to @Bean methods on @Configuration classes can also be used to define inter-bean dependencies.</a:t>
            </a:r>
          </a:p>
          <a:p>
            <a:pPr algn="l"/>
            <a:r>
              <a:rPr lang="en-US" b="0" i="0" dirty="0">
                <a:solidFill>
                  <a:srgbClr val="000000"/>
                </a:solidFill>
                <a:effectLst/>
                <a:latin typeface="Courier New" panose="02070309020205020404" pitchFamily="49" charset="0"/>
              </a:rPr>
              <a:t>@</a:t>
            </a:r>
            <a:r>
              <a:rPr lang="en-US" b="0" i="0" dirty="0">
                <a:solidFill>
                  <a:srgbClr val="9334E6"/>
                </a:solidFill>
                <a:effectLst/>
                <a:latin typeface="Courier New" panose="02070309020205020404" pitchFamily="49" charset="0"/>
              </a:rPr>
              <a:t>Configuration</a:t>
            </a:r>
            <a:br>
              <a:rPr lang="en-US" dirty="0"/>
            </a:br>
            <a:r>
              <a:rPr lang="en-US" b="0" i="0" dirty="0">
                <a:solidFill>
                  <a:srgbClr val="9334E6"/>
                </a:solidFill>
                <a:effectLst/>
                <a:latin typeface="Courier New" panose="02070309020205020404" pitchFamily="49" charset="0"/>
              </a:rPr>
              <a:t>public</a:t>
            </a:r>
            <a:r>
              <a:rPr lang="en-US" b="0" i="0" dirty="0">
                <a:solidFill>
                  <a:srgbClr val="000000"/>
                </a:solidFill>
                <a:effectLst/>
                <a:latin typeface="Courier New" panose="02070309020205020404" pitchFamily="49" charset="0"/>
              </a:rPr>
              <a:t> </a:t>
            </a:r>
            <a:r>
              <a:rPr lang="en-US" b="0" i="0" dirty="0">
                <a:solidFill>
                  <a:srgbClr val="9334E6"/>
                </a:solidFill>
                <a:effectLst/>
                <a:latin typeface="Courier New" panose="02070309020205020404" pitchFamily="49" charset="0"/>
              </a:rPr>
              <a:t>class</a:t>
            </a:r>
            <a:r>
              <a:rPr lang="en-US" b="0" i="0" dirty="0">
                <a:solidFill>
                  <a:srgbClr val="000000"/>
                </a:solidFill>
                <a:effectLst/>
                <a:latin typeface="Courier New" panose="02070309020205020404" pitchFamily="49" charset="0"/>
              </a:rPr>
              <a:t> </a:t>
            </a:r>
            <a:r>
              <a:rPr lang="en-US" b="0" i="0" dirty="0" err="1">
                <a:solidFill>
                  <a:srgbClr val="9334E6"/>
                </a:solidFill>
                <a:effectLst/>
                <a:latin typeface="Courier New" panose="02070309020205020404" pitchFamily="49" charset="0"/>
              </a:rPr>
              <a:t>MyConfiguration</a:t>
            </a:r>
            <a:r>
              <a:rPr lang="en-US" b="0" i="0" dirty="0">
                <a:solidFill>
                  <a:srgbClr val="000000"/>
                </a:solidFill>
                <a:effectLst/>
                <a:latin typeface="Courier New" panose="02070309020205020404" pitchFamily="49" charset="0"/>
              </a:rPr>
              <a:t> {</a:t>
            </a:r>
            <a:br>
              <a:rPr lang="en-US" dirty="0"/>
            </a:br>
            <a:br>
              <a:rPr lang="en-US" dirty="0"/>
            </a:br>
            <a:r>
              <a:rPr lang="en-US" b="0" i="0" dirty="0">
                <a:solidFill>
                  <a:srgbClr val="000000"/>
                </a:solidFill>
                <a:effectLst/>
                <a:latin typeface="Courier New" panose="02070309020205020404" pitchFamily="49" charset="0"/>
              </a:rPr>
              <a:t>@</a:t>
            </a:r>
            <a:r>
              <a:rPr lang="en-US" b="0" i="0" dirty="0">
                <a:solidFill>
                  <a:srgbClr val="9334E6"/>
                </a:solidFill>
                <a:effectLst/>
                <a:latin typeface="Courier New" panose="02070309020205020404" pitchFamily="49" charset="0"/>
              </a:rPr>
              <a:t>Bean</a:t>
            </a:r>
            <a:br>
              <a:rPr lang="en-US" dirty="0"/>
            </a:br>
            <a:r>
              <a:rPr lang="en-US" b="0" i="0" dirty="0">
                <a:solidFill>
                  <a:srgbClr val="9334E6"/>
                </a:solidFill>
                <a:effectLst/>
                <a:latin typeface="Courier New" panose="02070309020205020404" pitchFamily="49" charset="0"/>
              </a:rPr>
              <a:t>public</a:t>
            </a:r>
            <a:r>
              <a:rPr lang="en-US" b="0" i="0" dirty="0">
                <a:solidFill>
                  <a:srgbClr val="000000"/>
                </a:solidFill>
                <a:effectLst/>
                <a:latin typeface="Courier New" panose="02070309020205020404" pitchFamily="49" charset="0"/>
              </a:rPr>
              <a:t> </a:t>
            </a:r>
            <a:r>
              <a:rPr lang="en-US" b="0" i="0" dirty="0" err="1">
                <a:solidFill>
                  <a:srgbClr val="9334E6"/>
                </a:solidFill>
                <a:effectLst/>
                <a:latin typeface="Courier New" panose="02070309020205020404" pitchFamily="49" charset="0"/>
              </a:rPr>
              <a:t>MyService</a:t>
            </a:r>
            <a:r>
              <a:rPr lang="en-US" b="0" i="0" dirty="0">
                <a:solidFill>
                  <a:srgbClr val="000000"/>
                </a:solidFill>
                <a:effectLst/>
                <a:latin typeface="Courier New" panose="02070309020205020404" pitchFamily="49" charset="0"/>
              </a:rPr>
              <a:t> </a:t>
            </a:r>
            <a:r>
              <a:rPr lang="en-US" b="0" i="0" dirty="0" err="1">
                <a:solidFill>
                  <a:srgbClr val="B45908"/>
                </a:solidFill>
                <a:effectLst/>
                <a:latin typeface="Courier New" panose="02070309020205020404" pitchFamily="49" charset="0"/>
              </a:rPr>
              <a:t>myService</a:t>
            </a:r>
            <a:r>
              <a:rPr lang="en-US" b="0" i="0" dirty="0">
                <a:solidFill>
                  <a:srgbClr val="000000"/>
                </a:solidFill>
                <a:effectLst/>
                <a:latin typeface="Courier New" panose="02070309020205020404" pitchFamily="49" charset="0"/>
              </a:rPr>
              <a:t>() {</a:t>
            </a:r>
            <a:br>
              <a:rPr lang="en-US" dirty="0"/>
            </a:br>
            <a:r>
              <a:rPr lang="en-US" b="0" i="0" dirty="0">
                <a:solidFill>
                  <a:srgbClr val="9334E6"/>
                </a:solidFill>
                <a:effectLst/>
                <a:latin typeface="Courier New" panose="02070309020205020404" pitchFamily="49" charset="0"/>
              </a:rPr>
              <a:t>return</a:t>
            </a:r>
            <a:r>
              <a:rPr lang="en-US" b="0" i="0" dirty="0">
                <a:solidFill>
                  <a:srgbClr val="000000"/>
                </a:solidFill>
                <a:effectLst/>
                <a:latin typeface="Courier New" panose="02070309020205020404" pitchFamily="49" charset="0"/>
              </a:rPr>
              <a:t> </a:t>
            </a:r>
            <a:r>
              <a:rPr lang="en-US" b="0" i="0" dirty="0">
                <a:solidFill>
                  <a:srgbClr val="9334E6"/>
                </a:solidFill>
                <a:effectLst/>
                <a:latin typeface="Courier New" panose="02070309020205020404" pitchFamily="49" charset="0"/>
              </a:rPr>
              <a:t>new</a:t>
            </a:r>
            <a:r>
              <a:rPr lang="en-US" b="0" i="0" dirty="0">
                <a:solidFill>
                  <a:srgbClr val="000000"/>
                </a:solidFill>
                <a:effectLst/>
                <a:latin typeface="Courier New" panose="02070309020205020404" pitchFamily="49" charset="0"/>
              </a:rPr>
              <a:t> </a:t>
            </a:r>
            <a:r>
              <a:rPr lang="en-US" b="0" i="0" dirty="0" err="1">
                <a:solidFill>
                  <a:srgbClr val="9334E6"/>
                </a:solidFill>
                <a:effectLst/>
                <a:latin typeface="Courier New" panose="02070309020205020404" pitchFamily="49" charset="0"/>
              </a:rPr>
              <a:t>MyService</a:t>
            </a:r>
            <a:r>
              <a:rPr lang="en-US" b="0" i="0" dirty="0">
                <a:solidFill>
                  <a:srgbClr val="000000"/>
                </a:solidFill>
                <a:effectLst/>
                <a:latin typeface="Courier New" panose="02070309020205020404" pitchFamily="49" charset="0"/>
              </a:rPr>
              <a:t>();</a:t>
            </a:r>
            <a:br>
              <a:rPr lang="en-US" dirty="0"/>
            </a:br>
            <a:r>
              <a:rPr lang="en-US" b="0" i="0" dirty="0">
                <a:solidFill>
                  <a:srgbClr val="000000"/>
                </a:solidFill>
                <a:effectLst/>
                <a:latin typeface="Courier New" panose="02070309020205020404" pitchFamily="49" charset="0"/>
              </a:rPr>
              <a:t>}</a:t>
            </a:r>
            <a:br>
              <a:rPr lang="en-US" dirty="0"/>
            </a:br>
            <a:r>
              <a:rPr lang="en-US" b="0" i="0" dirty="0">
                <a:solidFill>
                  <a:srgbClr val="000000"/>
                </a:solidFill>
                <a:effectLst/>
                <a:latin typeface="Courier New" panose="02070309020205020404" pitchFamily="49" charset="0"/>
              </a:rPr>
              <a:t>}</a:t>
            </a:r>
            <a:endParaRPr lang="en-US" b="0" i="0" dirty="0">
              <a:solidFill>
                <a:srgbClr val="001D35"/>
              </a:solidFill>
              <a:effectLst/>
              <a:latin typeface="Google Sans"/>
            </a:endParaRPr>
          </a:p>
        </p:txBody>
      </p:sp>
    </p:spTree>
    <p:extLst>
      <p:ext uri="{BB962C8B-B14F-4D97-AF65-F5344CB8AC3E}">
        <p14:creationId xmlns:p14="http://schemas.microsoft.com/office/powerpoint/2010/main" val="3849616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5E927-307E-742F-DF01-0237F7797F0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9D07CC-2032-18B1-D558-4B291B75FF30}"/>
              </a:ext>
            </a:extLst>
          </p:cNvPr>
          <p:cNvSpPr>
            <a:spLocks noGrp="1"/>
          </p:cNvSpPr>
          <p:nvPr>
            <p:ph idx="1"/>
          </p:nvPr>
        </p:nvSpPr>
        <p:spPr>
          <a:xfrm>
            <a:off x="149290" y="289249"/>
            <a:ext cx="11551298" cy="6335486"/>
          </a:xfrm>
        </p:spPr>
        <p:txBody>
          <a:bodyPr>
            <a:normAutofit/>
          </a:bodyPr>
          <a:lstStyle/>
          <a:p>
            <a:pPr algn="l"/>
            <a:r>
              <a:rPr lang="en-US" b="0" i="0" dirty="0">
                <a:solidFill>
                  <a:srgbClr val="001C3B"/>
                </a:solidFill>
                <a:effectLst/>
                <a:latin typeface="Google Sans"/>
              </a:rPr>
              <a:t>In the Spring framework, </a:t>
            </a:r>
            <a:r>
              <a:rPr lang="en-US" dirty="0"/>
              <a:t>the @Import annotation imports Java-based configuration classes, while the @ImportResource annotation imports XML-based configuration files</a:t>
            </a:r>
            <a:r>
              <a:rPr lang="en-US" b="0" i="0" dirty="0">
                <a:solidFill>
                  <a:srgbClr val="001C3B"/>
                </a:solidFill>
                <a:effectLst/>
                <a:latin typeface="Google Sans"/>
              </a:rPr>
              <a:t>.</a:t>
            </a:r>
            <a:endParaRPr lang="en-US" b="0" i="0" dirty="0">
              <a:solidFill>
                <a:srgbClr val="001D35"/>
              </a:solidFill>
              <a:effectLst/>
              <a:latin typeface="Google Sans"/>
            </a:endParaRPr>
          </a:p>
        </p:txBody>
      </p:sp>
    </p:spTree>
    <p:extLst>
      <p:ext uri="{BB962C8B-B14F-4D97-AF65-F5344CB8AC3E}">
        <p14:creationId xmlns:p14="http://schemas.microsoft.com/office/powerpoint/2010/main" val="7342228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DF57EC-B4FF-5781-3CF2-E3476174EAE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C8F2E2D-F753-A2CF-009E-8F75EDE7E6F6}"/>
              </a:ext>
            </a:extLst>
          </p:cNvPr>
          <p:cNvSpPr/>
          <p:nvPr/>
        </p:nvSpPr>
        <p:spPr>
          <a:xfrm>
            <a:off x="2071396" y="2967335"/>
            <a:ext cx="7371184" cy="2123658"/>
          </a:xfrm>
          <a:prstGeom prst="rect">
            <a:avLst/>
          </a:prstGeom>
          <a:noFill/>
        </p:spPr>
        <p:txBody>
          <a:bodyPr wrap="square" lIns="91440" tIns="45720" rIns="91440" bIns="45720">
            <a:spAutoFit/>
          </a:bodyPr>
          <a:lstStyle/>
          <a:p>
            <a:pPr algn="ctr"/>
            <a:r>
              <a:rPr lang="en-US" sz="66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Spring MVC Annotation</a:t>
            </a:r>
          </a:p>
        </p:txBody>
      </p:sp>
    </p:spTree>
    <p:extLst>
      <p:ext uri="{BB962C8B-B14F-4D97-AF65-F5344CB8AC3E}">
        <p14:creationId xmlns:p14="http://schemas.microsoft.com/office/powerpoint/2010/main" val="15240961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B1ED3-CED6-BFC1-9F8A-35836459026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5BD855-4E8C-57EA-A567-4D419784399B}"/>
              </a:ext>
            </a:extLst>
          </p:cNvPr>
          <p:cNvSpPr>
            <a:spLocks noGrp="1"/>
          </p:cNvSpPr>
          <p:nvPr>
            <p:ph idx="1"/>
          </p:nvPr>
        </p:nvSpPr>
        <p:spPr>
          <a:xfrm>
            <a:off x="149290" y="289249"/>
            <a:ext cx="11551298" cy="6335486"/>
          </a:xfrm>
        </p:spPr>
        <p:txBody>
          <a:bodyPr>
            <a:normAutofit/>
          </a:bodyPr>
          <a:lstStyle/>
          <a:p>
            <a:pPr algn="l"/>
            <a:r>
              <a:rPr lang="en-US" b="0" i="0" dirty="0">
                <a:solidFill>
                  <a:srgbClr val="242424"/>
                </a:solidFill>
                <a:effectLst/>
                <a:latin typeface="source-serif-pro"/>
              </a:rPr>
              <a:t>For example </a:t>
            </a:r>
            <a:r>
              <a:rPr lang="en-US" b="0" i="1" dirty="0">
                <a:solidFill>
                  <a:srgbClr val="242424"/>
                </a:solidFill>
                <a:effectLst/>
                <a:latin typeface="source-serif-pro"/>
              </a:rPr>
              <a:t>@Controller</a:t>
            </a:r>
            <a:r>
              <a:rPr lang="en-US" b="0" i="0" dirty="0">
                <a:solidFill>
                  <a:srgbClr val="242424"/>
                </a:solidFill>
                <a:effectLst/>
                <a:latin typeface="source-serif-pro"/>
              </a:rPr>
              <a:t> annotation is there from day 1 and it is used to mark a class as a web controller to process HTTP requests and return a view name, which is then resolved by a view resolver to generate the final HTML view.</a:t>
            </a:r>
          </a:p>
          <a:p>
            <a:pPr algn="l"/>
            <a:r>
              <a:rPr lang="en-US" b="0" i="0" dirty="0">
                <a:solidFill>
                  <a:srgbClr val="001D35"/>
                </a:solidFill>
                <a:effectLst/>
                <a:latin typeface="Google Sans"/>
              </a:rPr>
              <a:t>On the other hand @RestController annotation was added in later Spring version like Spring 3.4 to increase support for REST API development.</a:t>
            </a:r>
          </a:p>
          <a:p>
            <a:pPr algn="l"/>
            <a:r>
              <a:rPr lang="en-US" b="0" i="0" dirty="0">
                <a:solidFill>
                  <a:srgbClr val="001D35"/>
                </a:solidFill>
                <a:effectLst/>
                <a:latin typeface="Google Sans"/>
              </a:rPr>
              <a:t> In case of REST API, instead of returning HTML, you will probably like to return JSON or XML as your client is no more human but machine.</a:t>
            </a:r>
          </a:p>
          <a:p>
            <a:pPr algn="l"/>
            <a:r>
              <a:rPr lang="en-US" b="0" i="0" dirty="0">
                <a:solidFill>
                  <a:srgbClr val="242424"/>
                </a:solidFill>
                <a:effectLst/>
                <a:latin typeface="source-serif-pro"/>
              </a:rPr>
              <a:t>If you want to return a JSON or XML from a Spring MVC controller then you need to add @ReseponseBody annotation to each of Controller method and it seems overkill while implementing REST APIs using Spring and Spring Boot.</a:t>
            </a:r>
            <a:endParaRPr lang="en-US" b="0" i="0" dirty="0">
              <a:solidFill>
                <a:srgbClr val="001D35"/>
              </a:solidFill>
              <a:effectLst/>
              <a:latin typeface="Google Sans"/>
            </a:endParaRPr>
          </a:p>
        </p:txBody>
      </p:sp>
    </p:spTree>
    <p:extLst>
      <p:ext uri="{BB962C8B-B14F-4D97-AF65-F5344CB8AC3E}">
        <p14:creationId xmlns:p14="http://schemas.microsoft.com/office/powerpoint/2010/main" val="6728645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62009D-3C04-EC40-6583-354E48EA300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555E7B-3C2D-01EB-C573-297CC9A59C00}"/>
              </a:ext>
            </a:extLst>
          </p:cNvPr>
          <p:cNvSpPr>
            <a:spLocks noGrp="1"/>
          </p:cNvSpPr>
          <p:nvPr>
            <p:ph idx="1"/>
          </p:nvPr>
        </p:nvSpPr>
        <p:spPr>
          <a:xfrm>
            <a:off x="149290" y="289249"/>
            <a:ext cx="11551298" cy="6335486"/>
          </a:xfrm>
        </p:spPr>
        <p:txBody>
          <a:bodyPr>
            <a:normAutofit/>
          </a:bodyPr>
          <a:lstStyle/>
          <a:p>
            <a:pPr algn="l"/>
            <a:r>
              <a:rPr lang="en-US" b="0" i="0" dirty="0">
                <a:solidFill>
                  <a:srgbClr val="001D35"/>
                </a:solidFill>
                <a:effectLst/>
                <a:latin typeface="Google Sans"/>
              </a:rPr>
              <a:t>The @RequestBody annotation is used in Spring Boot to bind the HTTP request body to a method parameter. This allows you to easily handle requests that contain data in the body, such as JSON or XML.</a:t>
            </a:r>
          </a:p>
          <a:p>
            <a:pPr algn="l"/>
            <a:r>
              <a:rPr lang="en-US" b="0" i="0" dirty="0">
                <a:solidFill>
                  <a:srgbClr val="000000"/>
                </a:solidFill>
                <a:effectLst/>
                <a:latin typeface="Courier New" panose="02070309020205020404" pitchFamily="49" charset="0"/>
              </a:rPr>
              <a:t>@PostMapping(</a:t>
            </a:r>
            <a:r>
              <a:rPr lang="en-US" b="0" i="0" dirty="0">
                <a:solidFill>
                  <a:srgbClr val="188038"/>
                </a:solidFill>
                <a:effectLst/>
                <a:latin typeface="Courier New" panose="02070309020205020404" pitchFamily="49" charset="0"/>
              </a:rPr>
              <a:t>"/api/users"</a:t>
            </a:r>
            <a:r>
              <a:rPr lang="en-US" b="0" i="0" dirty="0">
                <a:solidFill>
                  <a:srgbClr val="000000"/>
                </a:solidFill>
                <a:effectLst/>
                <a:latin typeface="Courier New" panose="02070309020205020404" pitchFamily="49" charset="0"/>
              </a:rPr>
              <a:t>)</a:t>
            </a:r>
            <a:br>
              <a:rPr lang="en-US" dirty="0"/>
            </a:br>
            <a:r>
              <a:rPr lang="en-US" b="0" i="0" dirty="0">
                <a:solidFill>
                  <a:srgbClr val="000000"/>
                </a:solidFill>
                <a:effectLst/>
                <a:latin typeface="Courier New" panose="02070309020205020404" pitchFamily="49" charset="0"/>
              </a:rPr>
              <a:t>public void </a:t>
            </a:r>
            <a:r>
              <a:rPr lang="en-US" b="0" i="0" dirty="0" err="1">
                <a:solidFill>
                  <a:srgbClr val="000000"/>
                </a:solidFill>
                <a:effectLst/>
                <a:latin typeface="Courier New" panose="02070309020205020404" pitchFamily="49" charset="0"/>
              </a:rPr>
              <a:t>createUser</a:t>
            </a:r>
            <a:r>
              <a:rPr lang="en-US" b="0" i="0" dirty="0">
                <a:solidFill>
                  <a:srgbClr val="000000"/>
                </a:solidFill>
                <a:effectLst/>
                <a:latin typeface="Courier New" panose="02070309020205020404" pitchFamily="49" charset="0"/>
              </a:rPr>
              <a:t>(@RequestBody User user) {</a:t>
            </a:r>
            <a:br>
              <a:rPr lang="en-US" dirty="0"/>
            </a:br>
            <a:r>
              <a:rPr lang="en-US" b="0" i="0" dirty="0">
                <a:solidFill>
                  <a:srgbClr val="000000"/>
                </a:solidFill>
                <a:effectLst/>
                <a:latin typeface="Courier New" panose="02070309020205020404" pitchFamily="49" charset="0"/>
              </a:rPr>
              <a:t>// Save the user to the database</a:t>
            </a:r>
            <a:br>
              <a:rPr lang="en-US" dirty="0"/>
            </a:br>
            <a:r>
              <a:rPr lang="en-US" b="0" i="0" dirty="0">
                <a:solidFill>
                  <a:srgbClr val="000000"/>
                </a:solidFill>
                <a:effectLst/>
                <a:latin typeface="Courier New" panose="02070309020205020404" pitchFamily="49" charset="0"/>
              </a:rPr>
              <a:t>}</a:t>
            </a:r>
            <a:endParaRPr lang="en-US" dirty="0">
              <a:solidFill>
                <a:srgbClr val="001D35"/>
              </a:solidFill>
              <a:latin typeface="Google Sans"/>
            </a:endParaRPr>
          </a:p>
          <a:p>
            <a:pPr algn="l"/>
            <a:r>
              <a:rPr lang="en-US" b="0" i="0" dirty="0">
                <a:solidFill>
                  <a:srgbClr val="001D35"/>
                </a:solidFill>
                <a:effectLst/>
                <a:latin typeface="Google Sans"/>
              </a:rPr>
              <a:t>The @RequestBody annotation can be used with any type of data, including JSON, XML, and plain text. It is a powerful tool that can help you to easily handle requests that contain data in the body.</a:t>
            </a:r>
          </a:p>
        </p:txBody>
      </p:sp>
    </p:spTree>
    <p:extLst>
      <p:ext uri="{BB962C8B-B14F-4D97-AF65-F5344CB8AC3E}">
        <p14:creationId xmlns:p14="http://schemas.microsoft.com/office/powerpoint/2010/main" val="39859172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899E50-EA4C-6448-19E9-98502FF88AD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187F34-9F20-6163-895D-45CF26C280C3}"/>
              </a:ext>
            </a:extLst>
          </p:cNvPr>
          <p:cNvSpPr>
            <a:spLocks noGrp="1"/>
          </p:cNvSpPr>
          <p:nvPr>
            <p:ph idx="1"/>
          </p:nvPr>
        </p:nvSpPr>
        <p:spPr>
          <a:xfrm>
            <a:off x="149290" y="289249"/>
            <a:ext cx="11551298" cy="6335486"/>
          </a:xfrm>
        </p:spPr>
        <p:txBody>
          <a:bodyPr>
            <a:normAutofit/>
          </a:bodyPr>
          <a:lstStyle/>
          <a:p>
            <a:pPr algn="l"/>
            <a:r>
              <a:rPr lang="en-US" b="0" i="0" dirty="0">
                <a:solidFill>
                  <a:srgbClr val="001D35"/>
                </a:solidFill>
                <a:effectLst/>
                <a:latin typeface="Google Sans"/>
              </a:rPr>
              <a:t>The @ResponseBody annotation in Spring Boot tells Spring to write the return value of a method directly to the response body, instead of rendering it as a view. This is useful for APIs that return data in a format other than HTML, such as JSON or XML.</a:t>
            </a:r>
          </a:p>
          <a:p>
            <a:pPr algn="l"/>
            <a:r>
              <a:rPr lang="en-IN" b="0" i="0" dirty="0">
                <a:solidFill>
                  <a:srgbClr val="000000"/>
                </a:solidFill>
                <a:effectLst/>
                <a:latin typeface="Courier New" panose="02070309020205020404" pitchFamily="49" charset="0"/>
              </a:rPr>
              <a:t>@ResponseBody</a:t>
            </a:r>
            <a:br>
              <a:rPr lang="en-IN" dirty="0"/>
            </a:br>
            <a:r>
              <a:rPr lang="en-IN" b="0" i="0" dirty="0">
                <a:solidFill>
                  <a:srgbClr val="000000"/>
                </a:solidFill>
                <a:effectLst/>
                <a:latin typeface="Courier New" panose="02070309020205020404" pitchFamily="49" charset="0"/>
              </a:rPr>
              <a:t>public List&lt;User&gt; </a:t>
            </a:r>
            <a:r>
              <a:rPr lang="en-IN" b="0" i="0" dirty="0" err="1">
                <a:solidFill>
                  <a:srgbClr val="000000"/>
                </a:solidFill>
                <a:effectLst/>
                <a:latin typeface="Courier New" panose="02070309020205020404" pitchFamily="49" charset="0"/>
              </a:rPr>
              <a:t>getUsers</a:t>
            </a:r>
            <a:r>
              <a:rPr lang="en-IN" b="0" i="0" dirty="0">
                <a:solidFill>
                  <a:srgbClr val="000000"/>
                </a:solidFill>
                <a:effectLst/>
                <a:latin typeface="Courier New" panose="02070309020205020404" pitchFamily="49" charset="0"/>
              </a:rPr>
              <a:t>() {</a:t>
            </a:r>
            <a:br>
              <a:rPr lang="en-IN" dirty="0"/>
            </a:br>
            <a:r>
              <a:rPr lang="en-IN" b="0" i="0" dirty="0">
                <a:solidFill>
                  <a:srgbClr val="000000"/>
                </a:solidFill>
                <a:effectLst/>
                <a:latin typeface="Courier New" panose="02070309020205020404" pitchFamily="49" charset="0"/>
              </a:rPr>
              <a:t>// ...</a:t>
            </a:r>
            <a:br>
              <a:rPr lang="en-IN" dirty="0"/>
            </a:br>
            <a:r>
              <a:rPr lang="en-IN" b="0" i="0" dirty="0">
                <a:solidFill>
                  <a:srgbClr val="000000"/>
                </a:solidFill>
                <a:effectLst/>
                <a:latin typeface="Courier New" panose="02070309020205020404" pitchFamily="49" charset="0"/>
              </a:rPr>
              <a:t>}</a:t>
            </a:r>
            <a:endParaRPr lang="en-US" dirty="0">
              <a:solidFill>
                <a:srgbClr val="001D35"/>
              </a:solidFill>
              <a:latin typeface="Google Sans"/>
            </a:endParaRPr>
          </a:p>
          <a:p>
            <a:pPr algn="l"/>
            <a:r>
              <a:rPr lang="en-US" b="0" i="0" dirty="0">
                <a:solidFill>
                  <a:srgbClr val="001D35"/>
                </a:solidFill>
                <a:effectLst/>
                <a:latin typeface="Google Sans"/>
              </a:rPr>
              <a:t>When a client makes a request to this method, Spring will serialize the returned list of users to JSON and write it to the response body.</a:t>
            </a:r>
          </a:p>
        </p:txBody>
      </p:sp>
    </p:spTree>
    <p:extLst>
      <p:ext uri="{BB962C8B-B14F-4D97-AF65-F5344CB8AC3E}">
        <p14:creationId xmlns:p14="http://schemas.microsoft.com/office/powerpoint/2010/main" val="29158213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045BC-19CD-5C1A-A08A-676EE31942B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309DBE-A3F2-D419-8398-400D2E485945}"/>
              </a:ext>
            </a:extLst>
          </p:cNvPr>
          <p:cNvSpPr>
            <a:spLocks noGrp="1"/>
          </p:cNvSpPr>
          <p:nvPr>
            <p:ph idx="1"/>
          </p:nvPr>
        </p:nvSpPr>
        <p:spPr>
          <a:xfrm>
            <a:off x="149290" y="289249"/>
            <a:ext cx="11551298" cy="6335486"/>
          </a:xfrm>
        </p:spPr>
        <p:txBody>
          <a:bodyPr>
            <a:normAutofit/>
          </a:bodyPr>
          <a:lstStyle/>
          <a:p>
            <a:pPr algn="l"/>
            <a:r>
              <a:rPr lang="en-US" b="0" i="0" dirty="0">
                <a:solidFill>
                  <a:srgbClr val="001D35"/>
                </a:solidFill>
                <a:effectLst/>
                <a:latin typeface="Google Sans"/>
              </a:rPr>
              <a:t>The main difference between a path variable and a request parameter is where they appear in a URL. A path variable is part of the URL path itself, while a request parameter appears in the query string.</a:t>
            </a:r>
          </a:p>
          <a:p>
            <a:pPr algn="l"/>
            <a:r>
              <a:rPr lang="en-US" dirty="0" err="1">
                <a:solidFill>
                  <a:srgbClr val="001D35"/>
                </a:solidFill>
                <a:latin typeface="Google Sans"/>
              </a:rPr>
              <a:t>PathVaraible</a:t>
            </a:r>
            <a:r>
              <a:rPr lang="en-US" dirty="0">
                <a:solidFill>
                  <a:srgbClr val="001D35"/>
                </a:solidFill>
                <a:latin typeface="Google Sans"/>
              </a:rPr>
              <a:t> : </a:t>
            </a:r>
            <a:r>
              <a:rPr lang="en-IN" b="0" i="0" dirty="0">
                <a:solidFill>
                  <a:srgbClr val="000000"/>
                </a:solidFill>
                <a:effectLst/>
                <a:latin typeface="Courier New" panose="02070309020205020404" pitchFamily="49" charset="0"/>
                <a:hlinkClick r:id="rId2"/>
              </a:rPr>
              <a:t>http://localhost:8080/springmvc/hello/101</a:t>
            </a:r>
            <a:endParaRPr lang="en-IN" b="0" i="0" dirty="0">
              <a:solidFill>
                <a:srgbClr val="000000"/>
              </a:solidFill>
              <a:effectLst/>
              <a:latin typeface="Courier New" panose="02070309020205020404" pitchFamily="49" charset="0"/>
            </a:endParaRPr>
          </a:p>
          <a:p>
            <a:pPr algn="l"/>
            <a:r>
              <a:rPr lang="en-IN" dirty="0" err="1">
                <a:solidFill>
                  <a:srgbClr val="001D35"/>
                </a:solidFill>
                <a:latin typeface="Google Sans"/>
              </a:rPr>
              <a:t>RequestParameter:</a:t>
            </a:r>
            <a:r>
              <a:rPr lang="en-IN" b="0" i="0" dirty="0" err="1">
                <a:solidFill>
                  <a:srgbClr val="000000"/>
                </a:solidFill>
                <a:effectLst/>
                <a:latin typeface="Courier New" panose="02070309020205020404" pitchFamily="49" charset="0"/>
                <a:hlinkClick r:id="rId3"/>
              </a:rPr>
              <a:t>http</a:t>
            </a:r>
            <a:r>
              <a:rPr lang="en-IN" b="0" i="0" dirty="0">
                <a:solidFill>
                  <a:srgbClr val="000000"/>
                </a:solidFill>
                <a:effectLst/>
                <a:latin typeface="Courier New" panose="02070309020205020404" pitchFamily="49" charset="0"/>
                <a:hlinkClick r:id="rId3"/>
              </a:rPr>
              <a:t>://localhost:8080/springmvc/hello?name=John</a:t>
            </a:r>
            <a:endParaRPr lang="en-IN" b="0" i="0" dirty="0">
              <a:solidFill>
                <a:srgbClr val="000000"/>
              </a:solidFill>
              <a:effectLst/>
              <a:latin typeface="Courier New" panose="02070309020205020404" pitchFamily="49" charset="0"/>
            </a:endParaRPr>
          </a:p>
          <a:p>
            <a:pPr algn="l"/>
            <a:r>
              <a:rPr lang="en-US" dirty="0">
                <a:solidFill>
                  <a:srgbClr val="001D35"/>
                </a:solidFill>
                <a:latin typeface="Google Sans"/>
              </a:rPr>
              <a:t>Path variables are typically used to identify a specific resource. For example, </a:t>
            </a:r>
          </a:p>
          <a:p>
            <a:pPr algn="l"/>
            <a:r>
              <a:rPr lang="en-US" dirty="0">
                <a:solidFill>
                  <a:srgbClr val="001D35"/>
                </a:solidFill>
                <a:latin typeface="Google Sans"/>
              </a:rPr>
              <a:t>in the URL /</a:t>
            </a:r>
            <a:r>
              <a:rPr lang="en-US" dirty="0" err="1">
                <a:solidFill>
                  <a:srgbClr val="001D35"/>
                </a:solidFill>
                <a:latin typeface="Google Sans"/>
              </a:rPr>
              <a:t>springmvc</a:t>
            </a:r>
            <a:r>
              <a:rPr lang="en-US" dirty="0">
                <a:solidFill>
                  <a:srgbClr val="001D35"/>
                </a:solidFill>
                <a:latin typeface="Google Sans"/>
              </a:rPr>
              <a:t>/hello/101, the path variable 101 identifies a specific user.</a:t>
            </a:r>
          </a:p>
          <a:p>
            <a:pPr algn="l"/>
            <a:r>
              <a:rPr lang="en-US" dirty="0">
                <a:solidFill>
                  <a:srgbClr val="001D35"/>
                </a:solidFill>
                <a:latin typeface="Google Sans"/>
              </a:rPr>
              <a:t>Request parameters are typically used to filter or sort resources. For example, in the URL /</a:t>
            </a:r>
            <a:r>
              <a:rPr lang="en-US" dirty="0" err="1">
                <a:solidFill>
                  <a:srgbClr val="001D35"/>
                </a:solidFill>
                <a:latin typeface="Google Sans"/>
              </a:rPr>
              <a:t>springmvc</a:t>
            </a:r>
            <a:r>
              <a:rPr lang="en-US" dirty="0">
                <a:solidFill>
                  <a:srgbClr val="001D35"/>
                </a:solidFill>
                <a:latin typeface="Google Sans"/>
              </a:rPr>
              <a:t>/</a:t>
            </a:r>
            <a:r>
              <a:rPr lang="en-US" dirty="0" err="1">
                <a:solidFill>
                  <a:srgbClr val="001D35"/>
                </a:solidFill>
                <a:latin typeface="Google Sans"/>
              </a:rPr>
              <a:t>hello?name</a:t>
            </a:r>
            <a:r>
              <a:rPr lang="en-US" dirty="0">
                <a:solidFill>
                  <a:srgbClr val="001D35"/>
                </a:solidFill>
                <a:latin typeface="Google Sans"/>
              </a:rPr>
              <a:t>=John</a:t>
            </a:r>
            <a:r>
              <a:rPr lang="en-US">
                <a:solidFill>
                  <a:srgbClr val="001D35"/>
                </a:solidFill>
                <a:latin typeface="Google Sans"/>
              </a:rPr>
              <a:t>, the </a:t>
            </a:r>
            <a:r>
              <a:rPr lang="en-US" dirty="0">
                <a:solidFill>
                  <a:srgbClr val="001D35"/>
                </a:solidFill>
                <a:latin typeface="Google Sans"/>
              </a:rPr>
              <a:t>request parameter name is used to filter the results to only include users whose name is John.</a:t>
            </a:r>
            <a:endParaRPr lang="en-IN" dirty="0">
              <a:solidFill>
                <a:srgbClr val="001D35"/>
              </a:solidFill>
              <a:latin typeface="Google Sans"/>
            </a:endParaRPr>
          </a:p>
          <a:p>
            <a:pPr algn="l"/>
            <a:endParaRPr lang="en-US" b="0" i="0" dirty="0">
              <a:solidFill>
                <a:srgbClr val="001D35"/>
              </a:solidFill>
              <a:effectLst/>
              <a:latin typeface="Google Sans"/>
            </a:endParaRPr>
          </a:p>
        </p:txBody>
      </p:sp>
    </p:spTree>
    <p:extLst>
      <p:ext uri="{BB962C8B-B14F-4D97-AF65-F5344CB8AC3E}">
        <p14:creationId xmlns:p14="http://schemas.microsoft.com/office/powerpoint/2010/main" val="32141992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172</TotalTime>
  <Words>1919</Words>
  <Application>Microsoft Office PowerPoint</Application>
  <PresentationFormat>Widescreen</PresentationFormat>
  <Paragraphs>68</Paragraphs>
  <Slides>21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-apple-system</vt:lpstr>
      <vt:lpstr>Arial</vt:lpstr>
      <vt:lpstr>Calibri</vt:lpstr>
      <vt:lpstr>Calibri Light</vt:lpstr>
      <vt:lpstr>Courier New</vt:lpstr>
      <vt:lpstr>Google Sans</vt:lpstr>
      <vt:lpstr>source-serif-pro</vt:lpstr>
      <vt:lpstr>ui-monospace</vt:lpstr>
      <vt:lpstr>Office Theme</vt:lpstr>
      <vt:lpstr>PowerPoint Presentation</vt:lpstr>
      <vt:lpstr>Bean Annotations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Arun Sunar</dc:creator>
  <cp:lastModifiedBy>Arun Sunar</cp:lastModifiedBy>
  <cp:revision>1</cp:revision>
  <dcterms:created xsi:type="dcterms:W3CDTF">2024-02-26T10:10:18Z</dcterms:created>
  <dcterms:modified xsi:type="dcterms:W3CDTF">2024-03-11T14:54:25Z</dcterms:modified>
</cp:coreProperties>
</file>