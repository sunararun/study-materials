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8" r:id="rId2"/>
    <p:sldId id="272" r:id="rId3"/>
    <p:sldId id="291" r:id="rId4"/>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97" r:id="rId18"/>
    <p:sldId id="289" r:id="rId19"/>
    <p:sldId id="269" r:id="rId20"/>
    <p:sldId id="270" r:id="rId21"/>
    <p:sldId id="290" r:id="rId22"/>
    <p:sldId id="274" r:id="rId23"/>
    <p:sldId id="276" r:id="rId24"/>
    <p:sldId id="273" r:id="rId25"/>
    <p:sldId id="271"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92" r:id="rId39"/>
    <p:sldId id="295" r:id="rId40"/>
    <p:sldId id="293" r:id="rId41"/>
    <p:sldId id="296" r:id="rId42"/>
    <p:sldId id="294" r:id="rId43"/>
    <p:sldId id="275"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564C0A-FF62-41AE-A0C9-EB7586ED90F5}" v="12" dt="2024-06-13T04:50:04.7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un Sunar" userId="3fa9774ca67c7ab5" providerId="LiveId" clId="{8B327357-DC04-48A1-A652-B11850570FC8}"/>
    <pc:docChg chg="custSel addSld modSld">
      <pc:chgData name="Arun Sunar" userId="3fa9774ca67c7ab5" providerId="LiveId" clId="{8B327357-DC04-48A1-A652-B11850570FC8}" dt="2024-02-13T11:06:05.671" v="37" actId="20577"/>
      <pc:docMkLst>
        <pc:docMk/>
      </pc:docMkLst>
      <pc:sldChg chg="addSp modSp mod">
        <pc:chgData name="Arun Sunar" userId="3fa9774ca67c7ab5" providerId="LiveId" clId="{8B327357-DC04-48A1-A652-B11850570FC8}" dt="2024-01-31T03:32:02.446" v="25" actId="27636"/>
        <pc:sldMkLst>
          <pc:docMk/>
          <pc:sldMk cId="3406703955" sldId="261"/>
        </pc:sldMkLst>
        <pc:spChg chg="mod">
          <ac:chgData name="Arun Sunar" userId="3fa9774ca67c7ab5" providerId="LiveId" clId="{8B327357-DC04-48A1-A652-B11850570FC8}" dt="2024-01-31T03:31:07.825" v="16" actId="27636"/>
          <ac:spMkLst>
            <pc:docMk/>
            <pc:sldMk cId="3406703955" sldId="261"/>
            <ac:spMk id="2" creationId="{7B464349-AD40-EDAA-46AD-FACB4E8D5D21}"/>
          </ac:spMkLst>
        </pc:spChg>
        <pc:spChg chg="mod">
          <ac:chgData name="Arun Sunar" userId="3fa9774ca67c7ab5" providerId="LiveId" clId="{8B327357-DC04-48A1-A652-B11850570FC8}" dt="2024-01-31T03:32:02.446" v="25" actId="27636"/>
          <ac:spMkLst>
            <pc:docMk/>
            <pc:sldMk cId="3406703955" sldId="261"/>
            <ac:spMk id="3" creationId="{1EEC55D7-2214-41CD-31A0-C5636FE3E69E}"/>
          </ac:spMkLst>
        </pc:spChg>
        <pc:spChg chg="add mod">
          <ac:chgData name="Arun Sunar" userId="3fa9774ca67c7ab5" providerId="LiveId" clId="{8B327357-DC04-48A1-A652-B11850570FC8}" dt="2024-01-31T03:28:28.073" v="11" actId="14100"/>
          <ac:spMkLst>
            <pc:docMk/>
            <pc:sldMk cId="3406703955" sldId="261"/>
            <ac:spMk id="4" creationId="{9C51FDED-524F-9708-A271-525D2EF0CB1C}"/>
          </ac:spMkLst>
        </pc:spChg>
      </pc:sldChg>
      <pc:sldChg chg="modSp mod">
        <pc:chgData name="Arun Sunar" userId="3fa9774ca67c7ab5" providerId="LiveId" clId="{8B327357-DC04-48A1-A652-B11850570FC8}" dt="2024-01-31T03:36:06.002" v="27" actId="27636"/>
        <pc:sldMkLst>
          <pc:docMk/>
          <pc:sldMk cId="1898038446" sldId="268"/>
        </pc:sldMkLst>
        <pc:spChg chg="mod">
          <ac:chgData name="Arun Sunar" userId="3fa9774ca67c7ab5" providerId="LiveId" clId="{8B327357-DC04-48A1-A652-B11850570FC8}" dt="2024-01-31T03:36:06.002" v="27" actId="27636"/>
          <ac:spMkLst>
            <pc:docMk/>
            <pc:sldMk cId="1898038446" sldId="268"/>
            <ac:spMk id="3" creationId="{1EEC55D7-2214-41CD-31A0-C5636FE3E69E}"/>
          </ac:spMkLst>
        </pc:spChg>
      </pc:sldChg>
      <pc:sldChg chg="modSp mod">
        <pc:chgData name="Arun Sunar" userId="3fa9774ca67c7ab5" providerId="LiveId" clId="{8B327357-DC04-48A1-A652-B11850570FC8}" dt="2024-02-13T11:06:05.671" v="37" actId="20577"/>
        <pc:sldMkLst>
          <pc:docMk/>
          <pc:sldMk cId="1318938654" sldId="275"/>
        </pc:sldMkLst>
        <pc:spChg chg="mod">
          <ac:chgData name="Arun Sunar" userId="3fa9774ca67c7ab5" providerId="LiveId" clId="{8B327357-DC04-48A1-A652-B11850570FC8}" dt="2024-02-13T11:06:05.671" v="37" actId="20577"/>
          <ac:spMkLst>
            <pc:docMk/>
            <pc:sldMk cId="1318938654" sldId="275"/>
            <ac:spMk id="3" creationId="{1EEC55D7-2214-41CD-31A0-C5636FE3E69E}"/>
          </ac:spMkLst>
        </pc:spChg>
      </pc:sldChg>
      <pc:sldChg chg="addSp modSp mod">
        <pc:chgData name="Arun Sunar" userId="3fa9774ca67c7ab5" providerId="LiveId" clId="{8B327357-DC04-48A1-A652-B11850570FC8}" dt="2024-01-31T03:37:48.464" v="30"/>
        <pc:sldMkLst>
          <pc:docMk/>
          <pc:sldMk cId="285094365" sldId="289"/>
        </pc:sldMkLst>
        <pc:spChg chg="mod">
          <ac:chgData name="Arun Sunar" userId="3fa9774ca67c7ab5" providerId="LiveId" clId="{8B327357-DC04-48A1-A652-B11850570FC8}" dt="2024-01-31T03:37:48.464" v="30"/>
          <ac:spMkLst>
            <pc:docMk/>
            <pc:sldMk cId="285094365" sldId="289"/>
            <ac:spMk id="3" creationId="{40F3C57F-3681-6F2D-501D-C27B34C38CA4}"/>
          </ac:spMkLst>
        </pc:spChg>
        <pc:spChg chg="add">
          <ac:chgData name="Arun Sunar" userId="3fa9774ca67c7ab5" providerId="LiveId" clId="{8B327357-DC04-48A1-A652-B11850570FC8}" dt="2024-01-31T03:37:11.326" v="28"/>
          <ac:spMkLst>
            <pc:docMk/>
            <pc:sldMk cId="285094365" sldId="289"/>
            <ac:spMk id="4" creationId="{4DCD7834-EFE1-4BA3-6F34-699A51C19C06}"/>
          </ac:spMkLst>
        </pc:spChg>
        <pc:spChg chg="add">
          <ac:chgData name="Arun Sunar" userId="3fa9774ca67c7ab5" providerId="LiveId" clId="{8B327357-DC04-48A1-A652-B11850570FC8}" dt="2024-01-31T03:37:15.854" v="29"/>
          <ac:spMkLst>
            <pc:docMk/>
            <pc:sldMk cId="285094365" sldId="289"/>
            <ac:spMk id="5" creationId="{4BA30BBD-9CDC-3B8A-F6D6-796723606FE3}"/>
          </ac:spMkLst>
        </pc:spChg>
      </pc:sldChg>
      <pc:sldChg chg="addSp delSp add mod">
        <pc:chgData name="Arun Sunar" userId="3fa9774ca67c7ab5" providerId="LiveId" clId="{8B327357-DC04-48A1-A652-B11850570FC8}" dt="2024-01-31T03:03:20.563" v="2"/>
        <pc:sldMkLst>
          <pc:docMk/>
          <pc:sldMk cId="3706520517" sldId="291"/>
        </pc:sldMkLst>
        <pc:picChg chg="del">
          <ac:chgData name="Arun Sunar" userId="3fa9774ca67c7ab5" providerId="LiveId" clId="{8B327357-DC04-48A1-A652-B11850570FC8}" dt="2024-01-31T03:03:19.335" v="1" actId="478"/>
          <ac:picMkLst>
            <pc:docMk/>
            <pc:sldMk cId="3706520517" sldId="291"/>
            <ac:picMk id="9" creationId="{A8441ECF-B28B-A6E1-0BCA-4F99B5235A06}"/>
          </ac:picMkLst>
        </pc:picChg>
        <pc:picChg chg="add">
          <ac:chgData name="Arun Sunar" userId="3fa9774ca67c7ab5" providerId="LiveId" clId="{8B327357-DC04-48A1-A652-B11850570FC8}" dt="2024-01-31T03:03:20.563" v="2"/>
          <ac:picMkLst>
            <pc:docMk/>
            <pc:sldMk cId="3706520517" sldId="291"/>
            <ac:picMk id="1026" creationId="{7F54D27C-851D-E054-CA5D-860BBEDE4DA3}"/>
          </ac:picMkLst>
        </pc:picChg>
      </pc:sldChg>
    </pc:docChg>
  </pc:docChgLst>
  <pc:docChgLst>
    <pc:chgData name="Arun Sunar" userId="3fa9774ca67c7ab5" providerId="LiveId" clId="{881242B9-862A-41E2-954C-1A6EEE38C5B1}"/>
    <pc:docChg chg="undo redo custSel addSld delSld modSld sldOrd">
      <pc:chgData name="Arun Sunar" userId="3fa9774ca67c7ab5" providerId="LiveId" clId="{881242B9-862A-41E2-954C-1A6EEE38C5B1}" dt="2023-08-14T04:12:47.197" v="396" actId="2696"/>
      <pc:docMkLst>
        <pc:docMk/>
      </pc:docMkLst>
      <pc:sldChg chg="modSp mod">
        <pc:chgData name="Arun Sunar" userId="3fa9774ca67c7ab5" providerId="LiveId" clId="{881242B9-862A-41E2-954C-1A6EEE38C5B1}" dt="2023-08-14T03:09:45.435" v="357" actId="1076"/>
        <pc:sldMkLst>
          <pc:docMk/>
          <pc:sldMk cId="4134061688" sldId="258"/>
        </pc:sldMkLst>
        <pc:picChg chg="mod">
          <ac:chgData name="Arun Sunar" userId="3fa9774ca67c7ab5" providerId="LiveId" clId="{881242B9-862A-41E2-954C-1A6EEE38C5B1}" dt="2023-08-14T03:09:45.435" v="357" actId="1076"/>
          <ac:picMkLst>
            <pc:docMk/>
            <pc:sldMk cId="4134061688" sldId="258"/>
            <ac:picMk id="7" creationId="{32D1974F-EFDE-34ED-6CFB-8CC483187D48}"/>
          </ac:picMkLst>
        </pc:picChg>
      </pc:sldChg>
      <pc:sldChg chg="addSp delSp modSp new mod">
        <pc:chgData name="Arun Sunar" userId="3fa9774ca67c7ab5" providerId="LiveId" clId="{881242B9-862A-41E2-954C-1A6EEE38C5B1}" dt="2023-08-09T09:08:50.116" v="57"/>
        <pc:sldMkLst>
          <pc:docMk/>
          <pc:sldMk cId="1821658615" sldId="259"/>
        </pc:sldMkLst>
        <pc:spChg chg="mod">
          <ac:chgData name="Arun Sunar" userId="3fa9774ca67c7ab5" providerId="LiveId" clId="{881242B9-862A-41E2-954C-1A6EEE38C5B1}" dt="2023-08-09T08:59:51.858" v="4" actId="27636"/>
          <ac:spMkLst>
            <pc:docMk/>
            <pc:sldMk cId="1821658615" sldId="259"/>
            <ac:spMk id="2" creationId="{7B464349-AD40-EDAA-46AD-FACB4E8D5D21}"/>
          </ac:spMkLst>
        </pc:spChg>
        <pc:spChg chg="mod">
          <ac:chgData name="Arun Sunar" userId="3fa9774ca67c7ab5" providerId="LiveId" clId="{881242B9-862A-41E2-954C-1A6EEE38C5B1}" dt="2023-08-09T09:08:50.116" v="57"/>
          <ac:spMkLst>
            <pc:docMk/>
            <pc:sldMk cId="1821658615" sldId="259"/>
            <ac:spMk id="3" creationId="{1EEC55D7-2214-41CD-31A0-C5636FE3E69E}"/>
          </ac:spMkLst>
        </pc:spChg>
        <pc:spChg chg="add del">
          <ac:chgData name="Arun Sunar" userId="3fa9774ca67c7ab5" providerId="LiveId" clId="{881242B9-862A-41E2-954C-1A6EEE38C5B1}" dt="2023-08-09T09:02:11.537" v="12"/>
          <ac:spMkLst>
            <pc:docMk/>
            <pc:sldMk cId="1821658615" sldId="259"/>
            <ac:spMk id="4" creationId="{A81C3A59-CFBF-34FB-0A86-FE04896F93E2}"/>
          </ac:spMkLst>
        </pc:spChg>
      </pc:sldChg>
      <pc:sldChg chg="modSp add mod">
        <pc:chgData name="Arun Sunar" userId="3fa9774ca67c7ab5" providerId="LiveId" clId="{881242B9-862A-41E2-954C-1A6EEE38C5B1}" dt="2023-08-09T09:03:47.880" v="18"/>
        <pc:sldMkLst>
          <pc:docMk/>
          <pc:sldMk cId="1116295935" sldId="260"/>
        </pc:sldMkLst>
        <pc:spChg chg="mod">
          <ac:chgData name="Arun Sunar" userId="3fa9774ca67c7ab5" providerId="LiveId" clId="{881242B9-862A-41E2-954C-1A6EEE38C5B1}" dt="2023-08-09T09:03:32" v="17"/>
          <ac:spMkLst>
            <pc:docMk/>
            <pc:sldMk cId="1116295935" sldId="260"/>
            <ac:spMk id="2" creationId="{7B464349-AD40-EDAA-46AD-FACB4E8D5D21}"/>
          </ac:spMkLst>
        </pc:spChg>
        <pc:spChg chg="mod">
          <ac:chgData name="Arun Sunar" userId="3fa9774ca67c7ab5" providerId="LiveId" clId="{881242B9-862A-41E2-954C-1A6EEE38C5B1}" dt="2023-08-09T09:03:47.880" v="18"/>
          <ac:spMkLst>
            <pc:docMk/>
            <pc:sldMk cId="1116295935" sldId="260"/>
            <ac:spMk id="3" creationId="{1EEC55D7-2214-41CD-31A0-C5636FE3E69E}"/>
          </ac:spMkLst>
        </pc:spChg>
      </pc:sldChg>
      <pc:sldChg chg="modSp add mod">
        <pc:chgData name="Arun Sunar" userId="3fa9774ca67c7ab5" providerId="LiveId" clId="{881242B9-862A-41E2-954C-1A6EEE38C5B1}" dt="2023-08-09T09:04:45.784" v="25"/>
        <pc:sldMkLst>
          <pc:docMk/>
          <pc:sldMk cId="3406703955" sldId="261"/>
        </pc:sldMkLst>
        <pc:spChg chg="mod">
          <ac:chgData name="Arun Sunar" userId="3fa9774ca67c7ab5" providerId="LiveId" clId="{881242B9-862A-41E2-954C-1A6EEE38C5B1}" dt="2023-08-09T09:04:18.390" v="24"/>
          <ac:spMkLst>
            <pc:docMk/>
            <pc:sldMk cId="3406703955" sldId="261"/>
            <ac:spMk id="2" creationId="{7B464349-AD40-EDAA-46AD-FACB4E8D5D21}"/>
          </ac:spMkLst>
        </pc:spChg>
        <pc:spChg chg="mod">
          <ac:chgData name="Arun Sunar" userId="3fa9774ca67c7ab5" providerId="LiveId" clId="{881242B9-862A-41E2-954C-1A6EEE38C5B1}" dt="2023-08-09T09:04:45.784" v="25"/>
          <ac:spMkLst>
            <pc:docMk/>
            <pc:sldMk cId="3406703955" sldId="261"/>
            <ac:spMk id="3" creationId="{1EEC55D7-2214-41CD-31A0-C5636FE3E69E}"/>
          </ac:spMkLst>
        </pc:spChg>
      </pc:sldChg>
      <pc:sldChg chg="modSp add mod">
        <pc:chgData name="Arun Sunar" userId="3fa9774ca67c7ab5" providerId="LiveId" clId="{881242B9-862A-41E2-954C-1A6EEE38C5B1}" dt="2023-08-09T09:06:28.988" v="37" actId="12"/>
        <pc:sldMkLst>
          <pc:docMk/>
          <pc:sldMk cId="3516754778" sldId="262"/>
        </pc:sldMkLst>
        <pc:spChg chg="mod">
          <ac:chgData name="Arun Sunar" userId="3fa9774ca67c7ab5" providerId="LiveId" clId="{881242B9-862A-41E2-954C-1A6EEE38C5B1}" dt="2023-08-09T09:05:37.503" v="29"/>
          <ac:spMkLst>
            <pc:docMk/>
            <pc:sldMk cId="3516754778" sldId="262"/>
            <ac:spMk id="2" creationId="{7B464349-AD40-EDAA-46AD-FACB4E8D5D21}"/>
          </ac:spMkLst>
        </pc:spChg>
        <pc:spChg chg="mod">
          <ac:chgData name="Arun Sunar" userId="3fa9774ca67c7ab5" providerId="LiveId" clId="{881242B9-862A-41E2-954C-1A6EEE38C5B1}" dt="2023-08-09T09:06:28.988" v="37" actId="12"/>
          <ac:spMkLst>
            <pc:docMk/>
            <pc:sldMk cId="3516754778" sldId="262"/>
            <ac:spMk id="3" creationId="{1EEC55D7-2214-41CD-31A0-C5636FE3E69E}"/>
          </ac:spMkLst>
        </pc:spChg>
      </pc:sldChg>
      <pc:sldChg chg="modSp add mod">
        <pc:chgData name="Arun Sunar" userId="3fa9774ca67c7ab5" providerId="LiveId" clId="{881242B9-862A-41E2-954C-1A6EEE38C5B1}" dt="2023-08-14T03:49:17.136" v="361"/>
        <pc:sldMkLst>
          <pc:docMk/>
          <pc:sldMk cId="3376714420" sldId="263"/>
        </pc:sldMkLst>
        <pc:spChg chg="mod">
          <ac:chgData name="Arun Sunar" userId="3fa9774ca67c7ab5" providerId="LiveId" clId="{881242B9-862A-41E2-954C-1A6EEE38C5B1}" dt="2023-08-09T09:06:53.422" v="41"/>
          <ac:spMkLst>
            <pc:docMk/>
            <pc:sldMk cId="3376714420" sldId="263"/>
            <ac:spMk id="2" creationId="{7B464349-AD40-EDAA-46AD-FACB4E8D5D21}"/>
          </ac:spMkLst>
        </pc:spChg>
        <pc:spChg chg="mod">
          <ac:chgData name="Arun Sunar" userId="3fa9774ca67c7ab5" providerId="LiveId" clId="{881242B9-862A-41E2-954C-1A6EEE38C5B1}" dt="2023-08-14T03:49:17.136" v="361"/>
          <ac:spMkLst>
            <pc:docMk/>
            <pc:sldMk cId="3376714420" sldId="263"/>
            <ac:spMk id="3" creationId="{1EEC55D7-2214-41CD-31A0-C5636FE3E69E}"/>
          </ac:spMkLst>
        </pc:spChg>
      </pc:sldChg>
      <pc:sldChg chg="modSp add mod">
        <pc:chgData name="Arun Sunar" userId="3fa9774ca67c7ab5" providerId="LiveId" clId="{881242B9-862A-41E2-954C-1A6EEE38C5B1}" dt="2023-08-09T09:07:44.091" v="47"/>
        <pc:sldMkLst>
          <pc:docMk/>
          <pc:sldMk cId="218661839" sldId="264"/>
        </pc:sldMkLst>
        <pc:spChg chg="mod">
          <ac:chgData name="Arun Sunar" userId="3fa9774ca67c7ab5" providerId="LiveId" clId="{881242B9-862A-41E2-954C-1A6EEE38C5B1}" dt="2023-08-09T09:07:31.962" v="46"/>
          <ac:spMkLst>
            <pc:docMk/>
            <pc:sldMk cId="218661839" sldId="264"/>
            <ac:spMk id="2" creationId="{7B464349-AD40-EDAA-46AD-FACB4E8D5D21}"/>
          </ac:spMkLst>
        </pc:spChg>
        <pc:spChg chg="mod">
          <ac:chgData name="Arun Sunar" userId="3fa9774ca67c7ab5" providerId="LiveId" clId="{881242B9-862A-41E2-954C-1A6EEE38C5B1}" dt="2023-08-09T09:07:44.091" v="47"/>
          <ac:spMkLst>
            <pc:docMk/>
            <pc:sldMk cId="218661839" sldId="264"/>
            <ac:spMk id="3" creationId="{1EEC55D7-2214-41CD-31A0-C5636FE3E69E}"/>
          </ac:spMkLst>
        </pc:spChg>
      </pc:sldChg>
      <pc:sldChg chg="modSp add mod">
        <pc:chgData name="Arun Sunar" userId="3fa9774ca67c7ab5" providerId="LiveId" clId="{881242B9-862A-41E2-954C-1A6EEE38C5B1}" dt="2023-08-09T09:08:07.328" v="50" actId="6549"/>
        <pc:sldMkLst>
          <pc:docMk/>
          <pc:sldMk cId="3167196989" sldId="265"/>
        </pc:sldMkLst>
        <pc:spChg chg="mod">
          <ac:chgData name="Arun Sunar" userId="3fa9774ca67c7ab5" providerId="LiveId" clId="{881242B9-862A-41E2-954C-1A6EEE38C5B1}" dt="2023-08-09T09:08:07.328" v="50" actId="6549"/>
          <ac:spMkLst>
            <pc:docMk/>
            <pc:sldMk cId="3167196989" sldId="265"/>
            <ac:spMk id="2" creationId="{7B464349-AD40-EDAA-46AD-FACB4E8D5D21}"/>
          </ac:spMkLst>
        </pc:spChg>
        <pc:spChg chg="mod">
          <ac:chgData name="Arun Sunar" userId="3fa9774ca67c7ab5" providerId="LiveId" clId="{881242B9-862A-41E2-954C-1A6EEE38C5B1}" dt="2023-08-09T09:08:03.503" v="49"/>
          <ac:spMkLst>
            <pc:docMk/>
            <pc:sldMk cId="3167196989" sldId="265"/>
            <ac:spMk id="3" creationId="{1EEC55D7-2214-41CD-31A0-C5636FE3E69E}"/>
          </ac:spMkLst>
        </pc:spChg>
      </pc:sldChg>
      <pc:sldChg chg="modSp add del mod">
        <pc:chgData name="Arun Sunar" userId="3fa9774ca67c7ab5" providerId="LiveId" clId="{881242B9-862A-41E2-954C-1A6EEE38C5B1}" dt="2023-08-14T04:12:43.467" v="395"/>
        <pc:sldMkLst>
          <pc:docMk/>
          <pc:sldMk cId="1155347323" sldId="266"/>
        </pc:sldMkLst>
        <pc:spChg chg="mod">
          <ac:chgData name="Arun Sunar" userId="3fa9774ca67c7ab5" providerId="LiveId" clId="{881242B9-862A-41E2-954C-1A6EEE38C5B1}" dt="2023-08-09T09:09:18.146" v="60"/>
          <ac:spMkLst>
            <pc:docMk/>
            <pc:sldMk cId="1155347323" sldId="266"/>
            <ac:spMk id="2" creationId="{7B464349-AD40-EDAA-46AD-FACB4E8D5D21}"/>
          </ac:spMkLst>
        </pc:spChg>
        <pc:spChg chg="mod">
          <ac:chgData name="Arun Sunar" userId="3fa9774ca67c7ab5" providerId="LiveId" clId="{881242B9-862A-41E2-954C-1A6EEE38C5B1}" dt="2023-08-14T04:12:43.467" v="395"/>
          <ac:spMkLst>
            <pc:docMk/>
            <pc:sldMk cId="1155347323" sldId="266"/>
            <ac:spMk id="3" creationId="{1EEC55D7-2214-41CD-31A0-C5636FE3E69E}"/>
          </ac:spMkLst>
        </pc:spChg>
      </pc:sldChg>
      <pc:sldChg chg="modSp add mod">
        <pc:chgData name="Arun Sunar" userId="3fa9774ca67c7ab5" providerId="LiveId" clId="{881242B9-862A-41E2-954C-1A6EEE38C5B1}" dt="2023-08-09T09:10:12.607" v="68"/>
        <pc:sldMkLst>
          <pc:docMk/>
          <pc:sldMk cId="4114442496" sldId="267"/>
        </pc:sldMkLst>
        <pc:spChg chg="mod">
          <ac:chgData name="Arun Sunar" userId="3fa9774ca67c7ab5" providerId="LiveId" clId="{881242B9-862A-41E2-954C-1A6EEE38C5B1}" dt="2023-08-09T09:09:58.130" v="67"/>
          <ac:spMkLst>
            <pc:docMk/>
            <pc:sldMk cId="4114442496" sldId="267"/>
            <ac:spMk id="2" creationId="{7B464349-AD40-EDAA-46AD-FACB4E8D5D21}"/>
          </ac:spMkLst>
        </pc:spChg>
        <pc:spChg chg="mod">
          <ac:chgData name="Arun Sunar" userId="3fa9774ca67c7ab5" providerId="LiveId" clId="{881242B9-862A-41E2-954C-1A6EEE38C5B1}" dt="2023-08-09T09:10:12.607" v="68"/>
          <ac:spMkLst>
            <pc:docMk/>
            <pc:sldMk cId="4114442496" sldId="267"/>
            <ac:spMk id="3" creationId="{1EEC55D7-2214-41CD-31A0-C5636FE3E69E}"/>
          </ac:spMkLst>
        </pc:spChg>
      </pc:sldChg>
      <pc:sldChg chg="modSp add mod">
        <pc:chgData name="Arun Sunar" userId="3fa9774ca67c7ab5" providerId="LiveId" clId="{881242B9-862A-41E2-954C-1A6EEE38C5B1}" dt="2023-08-14T04:05:48.302" v="369" actId="27636"/>
        <pc:sldMkLst>
          <pc:docMk/>
          <pc:sldMk cId="1898038446" sldId="268"/>
        </pc:sldMkLst>
        <pc:spChg chg="mod">
          <ac:chgData name="Arun Sunar" userId="3fa9774ca67c7ab5" providerId="LiveId" clId="{881242B9-862A-41E2-954C-1A6EEE38C5B1}" dt="2023-08-09T09:10:27.812" v="74"/>
          <ac:spMkLst>
            <pc:docMk/>
            <pc:sldMk cId="1898038446" sldId="268"/>
            <ac:spMk id="2" creationId="{7B464349-AD40-EDAA-46AD-FACB4E8D5D21}"/>
          </ac:spMkLst>
        </pc:spChg>
        <pc:spChg chg="mod">
          <ac:chgData name="Arun Sunar" userId="3fa9774ca67c7ab5" providerId="LiveId" clId="{881242B9-862A-41E2-954C-1A6EEE38C5B1}" dt="2023-08-14T04:05:48.302" v="369" actId="27636"/>
          <ac:spMkLst>
            <pc:docMk/>
            <pc:sldMk cId="1898038446" sldId="268"/>
            <ac:spMk id="3" creationId="{1EEC55D7-2214-41CD-31A0-C5636FE3E69E}"/>
          </ac:spMkLst>
        </pc:spChg>
      </pc:sldChg>
      <pc:sldChg chg="addSp delSp modSp add mod">
        <pc:chgData name="Arun Sunar" userId="3fa9774ca67c7ab5" providerId="LiveId" clId="{881242B9-862A-41E2-954C-1A6EEE38C5B1}" dt="2023-08-09T09:11:37.134" v="96" actId="1076"/>
        <pc:sldMkLst>
          <pc:docMk/>
          <pc:sldMk cId="1839649448" sldId="269"/>
        </pc:sldMkLst>
        <pc:spChg chg="mod">
          <ac:chgData name="Arun Sunar" userId="3fa9774ca67c7ab5" providerId="LiveId" clId="{881242B9-862A-41E2-954C-1A6EEE38C5B1}" dt="2023-08-09T09:10:54.976" v="79"/>
          <ac:spMkLst>
            <pc:docMk/>
            <pc:sldMk cId="1839649448" sldId="269"/>
            <ac:spMk id="2" creationId="{7B464349-AD40-EDAA-46AD-FACB4E8D5D21}"/>
          </ac:spMkLst>
        </pc:spChg>
        <pc:spChg chg="mod">
          <ac:chgData name="Arun Sunar" userId="3fa9774ca67c7ab5" providerId="LiveId" clId="{881242B9-862A-41E2-954C-1A6EEE38C5B1}" dt="2023-08-09T09:11:18.893" v="88" actId="20577"/>
          <ac:spMkLst>
            <pc:docMk/>
            <pc:sldMk cId="1839649448" sldId="269"/>
            <ac:spMk id="3" creationId="{1EEC55D7-2214-41CD-31A0-C5636FE3E69E}"/>
          </ac:spMkLst>
        </pc:spChg>
        <pc:picChg chg="add mod">
          <ac:chgData name="Arun Sunar" userId="3fa9774ca67c7ab5" providerId="LiveId" clId="{881242B9-862A-41E2-954C-1A6EEE38C5B1}" dt="2023-08-09T09:11:37.134" v="96" actId="1076"/>
          <ac:picMkLst>
            <pc:docMk/>
            <pc:sldMk cId="1839649448" sldId="269"/>
            <ac:picMk id="4" creationId="{D7E35B6E-BB6F-CBFE-B863-20137B8BA536}"/>
          </ac:picMkLst>
        </pc:picChg>
        <pc:picChg chg="add del mod">
          <ac:chgData name="Arun Sunar" userId="3fa9774ca67c7ab5" providerId="LiveId" clId="{881242B9-862A-41E2-954C-1A6EEE38C5B1}" dt="2023-08-09T09:11:17.068" v="86"/>
          <ac:picMkLst>
            <pc:docMk/>
            <pc:sldMk cId="1839649448" sldId="269"/>
            <ac:picMk id="3074" creationId="{86A40865-4BEE-5AAF-CA50-5054FC08E5FA}"/>
          </ac:picMkLst>
        </pc:picChg>
        <pc:picChg chg="add del">
          <ac:chgData name="Arun Sunar" userId="3fa9774ca67c7ab5" providerId="LiveId" clId="{881242B9-862A-41E2-954C-1A6EEE38C5B1}" dt="2023-08-09T09:11:25.649" v="90"/>
          <ac:picMkLst>
            <pc:docMk/>
            <pc:sldMk cId="1839649448" sldId="269"/>
            <ac:picMk id="3076" creationId="{30CC38D6-A022-E57A-D81B-A3C117980DAB}"/>
          </ac:picMkLst>
        </pc:picChg>
        <pc:picChg chg="add del">
          <ac:chgData name="Arun Sunar" userId="3fa9774ca67c7ab5" providerId="LiveId" clId="{881242B9-862A-41E2-954C-1A6EEE38C5B1}" dt="2023-08-09T09:11:31.660" v="94"/>
          <ac:picMkLst>
            <pc:docMk/>
            <pc:sldMk cId="1839649448" sldId="269"/>
            <ac:picMk id="3078" creationId="{41A02C89-6A37-C0E7-6043-3794CDB1AD1A}"/>
          </ac:picMkLst>
        </pc:picChg>
      </pc:sldChg>
      <pc:sldChg chg="add">
        <pc:chgData name="Arun Sunar" userId="3fa9774ca67c7ab5" providerId="LiveId" clId="{881242B9-862A-41E2-954C-1A6EEE38C5B1}" dt="2023-08-09T09:11:41.709" v="97" actId="2890"/>
        <pc:sldMkLst>
          <pc:docMk/>
          <pc:sldMk cId="2620450052" sldId="270"/>
        </pc:sldMkLst>
      </pc:sldChg>
      <pc:sldChg chg="delSp modSp add mod">
        <pc:chgData name="Arun Sunar" userId="3fa9774ca67c7ab5" providerId="LiveId" clId="{881242B9-862A-41E2-954C-1A6EEE38C5B1}" dt="2023-08-09T09:19:13.315" v="168" actId="27636"/>
        <pc:sldMkLst>
          <pc:docMk/>
          <pc:sldMk cId="3643219222" sldId="271"/>
        </pc:sldMkLst>
        <pc:spChg chg="mod">
          <ac:chgData name="Arun Sunar" userId="3fa9774ca67c7ab5" providerId="LiveId" clId="{881242B9-862A-41E2-954C-1A6EEE38C5B1}" dt="2023-08-09T09:19:10.130" v="166" actId="27636"/>
          <ac:spMkLst>
            <pc:docMk/>
            <pc:sldMk cId="3643219222" sldId="271"/>
            <ac:spMk id="2" creationId="{7B464349-AD40-EDAA-46AD-FACB4E8D5D21}"/>
          </ac:spMkLst>
        </pc:spChg>
        <pc:spChg chg="mod">
          <ac:chgData name="Arun Sunar" userId="3fa9774ca67c7ab5" providerId="LiveId" clId="{881242B9-862A-41E2-954C-1A6EEE38C5B1}" dt="2023-08-09T09:19:13.315" v="168" actId="27636"/>
          <ac:spMkLst>
            <pc:docMk/>
            <pc:sldMk cId="3643219222" sldId="271"/>
            <ac:spMk id="3" creationId="{1EEC55D7-2214-41CD-31A0-C5636FE3E69E}"/>
          </ac:spMkLst>
        </pc:spChg>
        <pc:picChg chg="del">
          <ac:chgData name="Arun Sunar" userId="3fa9774ca67c7ab5" providerId="LiveId" clId="{881242B9-862A-41E2-954C-1A6EEE38C5B1}" dt="2023-08-09T09:12:22.313" v="99" actId="478"/>
          <ac:picMkLst>
            <pc:docMk/>
            <pc:sldMk cId="3643219222" sldId="271"/>
            <ac:picMk id="4" creationId="{D7E35B6E-BB6F-CBFE-B863-20137B8BA536}"/>
          </ac:picMkLst>
        </pc:picChg>
      </pc:sldChg>
      <pc:sldChg chg="addSp delSp modSp new mod ord">
        <pc:chgData name="Arun Sunar" userId="3fa9774ca67c7ab5" providerId="LiveId" clId="{881242B9-862A-41E2-954C-1A6EEE38C5B1}" dt="2023-08-09T09:14:30.379" v="131"/>
        <pc:sldMkLst>
          <pc:docMk/>
          <pc:sldMk cId="1535936973" sldId="272"/>
        </pc:sldMkLst>
        <pc:spChg chg="del">
          <ac:chgData name="Arun Sunar" userId="3fa9774ca67c7ab5" providerId="LiveId" clId="{881242B9-862A-41E2-954C-1A6EEE38C5B1}" dt="2023-08-09T09:13:11.958" v="117" actId="478"/>
          <ac:spMkLst>
            <pc:docMk/>
            <pc:sldMk cId="1535936973" sldId="272"/>
            <ac:spMk id="2" creationId="{DE04E155-04AA-DE12-5963-2085C6532923}"/>
          </ac:spMkLst>
        </pc:spChg>
        <pc:spChg chg="del">
          <ac:chgData name="Arun Sunar" userId="3fa9774ca67c7ab5" providerId="LiveId" clId="{881242B9-862A-41E2-954C-1A6EEE38C5B1}" dt="2023-08-09T09:13:14.531" v="118" actId="478"/>
          <ac:spMkLst>
            <pc:docMk/>
            <pc:sldMk cId="1535936973" sldId="272"/>
            <ac:spMk id="3" creationId="{86B2E5A4-5370-EB72-3427-B7DFC91392DC}"/>
          </ac:spMkLst>
        </pc:spChg>
        <pc:spChg chg="add del mod">
          <ac:chgData name="Arun Sunar" userId="3fa9774ca67c7ab5" providerId="LiveId" clId="{881242B9-862A-41E2-954C-1A6EEE38C5B1}" dt="2023-08-09T09:13:23.897" v="122"/>
          <ac:spMkLst>
            <pc:docMk/>
            <pc:sldMk cId="1535936973" sldId="272"/>
            <ac:spMk id="4" creationId="{3B8EAD81-730A-31B0-F807-34C47F89A199}"/>
          </ac:spMkLst>
        </pc:spChg>
        <pc:spChg chg="add del">
          <ac:chgData name="Arun Sunar" userId="3fa9774ca67c7ab5" providerId="LiveId" clId="{881242B9-862A-41E2-954C-1A6EEE38C5B1}" dt="2023-08-09T09:13:36.394" v="124"/>
          <ac:spMkLst>
            <pc:docMk/>
            <pc:sldMk cId="1535936973" sldId="272"/>
            <ac:spMk id="5" creationId="{C4C54F9D-6044-003F-9B06-0500619A7B87}"/>
          </ac:spMkLst>
        </pc:spChg>
        <pc:spChg chg="add del">
          <ac:chgData name="Arun Sunar" userId="3fa9774ca67c7ab5" providerId="LiveId" clId="{881242B9-862A-41E2-954C-1A6EEE38C5B1}" dt="2023-08-09T09:14:28.544" v="128"/>
          <ac:spMkLst>
            <pc:docMk/>
            <pc:sldMk cId="1535936973" sldId="272"/>
            <ac:spMk id="7" creationId="{8189A73E-7C9A-C1A0-8016-5526ACBBE111}"/>
          </ac:spMkLst>
        </pc:spChg>
        <pc:spChg chg="add del">
          <ac:chgData name="Arun Sunar" userId="3fa9774ca67c7ab5" providerId="LiveId" clId="{881242B9-862A-41E2-954C-1A6EEE38C5B1}" dt="2023-08-09T09:14:30.379" v="130"/>
          <ac:spMkLst>
            <pc:docMk/>
            <pc:sldMk cId="1535936973" sldId="272"/>
            <ac:spMk id="8" creationId="{4988BB81-CC20-943C-AB3F-C56270679758}"/>
          </ac:spMkLst>
        </pc:spChg>
        <pc:picChg chg="add del">
          <ac:chgData name="Arun Sunar" userId="3fa9774ca67c7ab5" providerId="LiveId" clId="{881242B9-862A-41E2-954C-1A6EEE38C5B1}" dt="2023-08-09T09:14:25.960" v="126"/>
          <ac:picMkLst>
            <pc:docMk/>
            <pc:sldMk cId="1535936973" sldId="272"/>
            <ac:picMk id="6" creationId="{5C36C793-9DF6-5E16-EAFE-93A5DC2BF01D}"/>
          </ac:picMkLst>
        </pc:picChg>
        <pc:picChg chg="add">
          <ac:chgData name="Arun Sunar" userId="3fa9774ca67c7ab5" providerId="LiveId" clId="{881242B9-862A-41E2-954C-1A6EEE38C5B1}" dt="2023-08-09T09:14:30.379" v="131"/>
          <ac:picMkLst>
            <pc:docMk/>
            <pc:sldMk cId="1535936973" sldId="272"/>
            <ac:picMk id="9" creationId="{A8441ECF-B28B-A6E1-0BCA-4F99B5235A06}"/>
          </ac:picMkLst>
        </pc:picChg>
      </pc:sldChg>
      <pc:sldChg chg="addSp delSp modSp new mod ord">
        <pc:chgData name="Arun Sunar" userId="3fa9774ca67c7ab5" providerId="LiveId" clId="{881242B9-862A-41E2-954C-1A6EEE38C5B1}" dt="2023-08-09T09:18:08.542" v="147" actId="1076"/>
        <pc:sldMkLst>
          <pc:docMk/>
          <pc:sldMk cId="2681581244" sldId="273"/>
        </pc:sldMkLst>
        <pc:spChg chg="mod">
          <ac:chgData name="Arun Sunar" userId="3fa9774ca67c7ab5" providerId="LiveId" clId="{881242B9-862A-41E2-954C-1A6EEE38C5B1}" dt="2023-08-09T09:17:56.889" v="144" actId="20577"/>
          <ac:spMkLst>
            <pc:docMk/>
            <pc:sldMk cId="2681581244" sldId="273"/>
            <ac:spMk id="2" creationId="{49D97619-3DB7-4712-F68E-705619887A8A}"/>
          </ac:spMkLst>
        </pc:spChg>
        <pc:spChg chg="del">
          <ac:chgData name="Arun Sunar" userId="3fa9774ca67c7ab5" providerId="LiveId" clId="{881242B9-862A-41E2-954C-1A6EEE38C5B1}" dt="2023-08-09T09:18:03.273" v="145" actId="478"/>
          <ac:spMkLst>
            <pc:docMk/>
            <pc:sldMk cId="2681581244" sldId="273"/>
            <ac:spMk id="3" creationId="{94143C47-C8A7-B3AC-1C5C-B3EA670BF013}"/>
          </ac:spMkLst>
        </pc:spChg>
        <pc:picChg chg="add mod">
          <ac:chgData name="Arun Sunar" userId="3fa9774ca67c7ab5" providerId="LiveId" clId="{881242B9-862A-41E2-954C-1A6EEE38C5B1}" dt="2023-08-09T09:18:08.542" v="147" actId="1076"/>
          <ac:picMkLst>
            <pc:docMk/>
            <pc:sldMk cId="2681581244" sldId="273"/>
            <ac:picMk id="5" creationId="{DDA540BF-9A04-0BC7-FA8D-5596227FB760}"/>
          </ac:picMkLst>
        </pc:picChg>
      </pc:sldChg>
      <pc:sldChg chg="modSp add mod ord">
        <pc:chgData name="Arun Sunar" userId="3fa9774ca67c7ab5" providerId="LiveId" clId="{881242B9-862A-41E2-954C-1A6EEE38C5B1}" dt="2023-08-09T09:47:25.136" v="284" actId="27636"/>
        <pc:sldMkLst>
          <pc:docMk/>
          <pc:sldMk cId="990084959" sldId="274"/>
        </pc:sldMkLst>
        <pc:spChg chg="mod">
          <ac:chgData name="Arun Sunar" userId="3fa9774ca67c7ab5" providerId="LiveId" clId="{881242B9-862A-41E2-954C-1A6EEE38C5B1}" dt="2023-08-09T09:27:10.244" v="172"/>
          <ac:spMkLst>
            <pc:docMk/>
            <pc:sldMk cId="990084959" sldId="274"/>
            <ac:spMk id="2" creationId="{7B464349-AD40-EDAA-46AD-FACB4E8D5D21}"/>
          </ac:spMkLst>
        </pc:spChg>
        <pc:spChg chg="mod">
          <ac:chgData name="Arun Sunar" userId="3fa9774ca67c7ab5" providerId="LiveId" clId="{881242B9-862A-41E2-954C-1A6EEE38C5B1}" dt="2023-08-09T09:47:25.136" v="284" actId="27636"/>
          <ac:spMkLst>
            <pc:docMk/>
            <pc:sldMk cId="990084959" sldId="274"/>
            <ac:spMk id="3" creationId="{1EEC55D7-2214-41CD-31A0-C5636FE3E69E}"/>
          </ac:spMkLst>
        </pc:spChg>
      </pc:sldChg>
      <pc:sldChg chg="modSp add mod">
        <pc:chgData name="Arun Sunar" userId="3fa9774ca67c7ab5" providerId="LiveId" clId="{881242B9-862A-41E2-954C-1A6EEE38C5B1}" dt="2023-08-14T04:07:15.328" v="372"/>
        <pc:sldMkLst>
          <pc:docMk/>
          <pc:sldMk cId="1318938654" sldId="275"/>
        </pc:sldMkLst>
        <pc:spChg chg="mod">
          <ac:chgData name="Arun Sunar" userId="3fa9774ca67c7ab5" providerId="LiveId" clId="{881242B9-862A-41E2-954C-1A6EEE38C5B1}" dt="2023-08-14T04:07:15.328" v="372"/>
          <ac:spMkLst>
            <pc:docMk/>
            <pc:sldMk cId="1318938654" sldId="275"/>
            <ac:spMk id="3" creationId="{1EEC55D7-2214-41CD-31A0-C5636FE3E69E}"/>
          </ac:spMkLst>
        </pc:spChg>
      </pc:sldChg>
      <pc:sldChg chg="modSp add mod">
        <pc:chgData name="Arun Sunar" userId="3fa9774ca67c7ab5" providerId="LiveId" clId="{881242B9-862A-41E2-954C-1A6EEE38C5B1}" dt="2023-08-09T09:27:45.507" v="181" actId="27636"/>
        <pc:sldMkLst>
          <pc:docMk/>
          <pc:sldMk cId="3067978353" sldId="276"/>
        </pc:sldMkLst>
        <pc:spChg chg="mod">
          <ac:chgData name="Arun Sunar" userId="3fa9774ca67c7ab5" providerId="LiveId" clId="{881242B9-862A-41E2-954C-1A6EEE38C5B1}" dt="2023-08-09T09:27:45.507" v="181" actId="27636"/>
          <ac:spMkLst>
            <pc:docMk/>
            <pc:sldMk cId="3067978353" sldId="276"/>
            <ac:spMk id="3" creationId="{1EEC55D7-2214-41CD-31A0-C5636FE3E69E}"/>
          </ac:spMkLst>
        </pc:spChg>
      </pc:sldChg>
      <pc:sldChg chg="addSp delSp modSp add mod">
        <pc:chgData name="Arun Sunar" userId="3fa9774ca67c7ab5" providerId="LiveId" clId="{881242B9-862A-41E2-954C-1A6EEE38C5B1}" dt="2023-08-09T09:29:59.675" v="186" actId="1076"/>
        <pc:sldMkLst>
          <pc:docMk/>
          <pc:sldMk cId="1631837455" sldId="277"/>
        </pc:sldMkLst>
        <pc:spChg chg="del mod">
          <ac:chgData name="Arun Sunar" userId="3fa9774ca67c7ab5" providerId="LiveId" clId="{881242B9-862A-41E2-954C-1A6EEE38C5B1}" dt="2023-08-09T09:29:55.149" v="185" actId="22"/>
          <ac:spMkLst>
            <pc:docMk/>
            <pc:sldMk cId="1631837455" sldId="277"/>
            <ac:spMk id="3" creationId="{1EEC55D7-2214-41CD-31A0-C5636FE3E69E}"/>
          </ac:spMkLst>
        </pc:spChg>
        <pc:picChg chg="add mod ord">
          <ac:chgData name="Arun Sunar" userId="3fa9774ca67c7ab5" providerId="LiveId" clId="{881242B9-862A-41E2-954C-1A6EEE38C5B1}" dt="2023-08-09T09:29:59.675" v="186" actId="1076"/>
          <ac:picMkLst>
            <pc:docMk/>
            <pc:sldMk cId="1631837455" sldId="277"/>
            <ac:picMk id="5" creationId="{C6649C03-B35C-7C22-C3D7-C1AD0C56A0C6}"/>
          </ac:picMkLst>
        </pc:picChg>
      </pc:sldChg>
      <pc:sldChg chg="addSp delSp modSp add mod">
        <pc:chgData name="Arun Sunar" userId="3fa9774ca67c7ab5" providerId="LiveId" clId="{881242B9-862A-41E2-954C-1A6EEE38C5B1}" dt="2023-08-09T09:31:55.280" v="191" actId="1076"/>
        <pc:sldMkLst>
          <pc:docMk/>
          <pc:sldMk cId="3728406155" sldId="278"/>
        </pc:sldMkLst>
        <pc:spChg chg="add del mod">
          <ac:chgData name="Arun Sunar" userId="3fa9774ca67c7ab5" providerId="LiveId" clId="{881242B9-862A-41E2-954C-1A6EEE38C5B1}" dt="2023-08-09T09:31:51.803" v="189" actId="478"/>
          <ac:spMkLst>
            <pc:docMk/>
            <pc:sldMk cId="3728406155" sldId="278"/>
            <ac:spMk id="4" creationId="{20658BBA-7CFB-7DBF-307A-165599578771}"/>
          </ac:spMkLst>
        </pc:spChg>
        <pc:picChg chg="del">
          <ac:chgData name="Arun Sunar" userId="3fa9774ca67c7ab5" providerId="LiveId" clId="{881242B9-862A-41E2-954C-1A6EEE38C5B1}" dt="2023-08-09T09:31:48.428" v="188" actId="478"/>
          <ac:picMkLst>
            <pc:docMk/>
            <pc:sldMk cId="3728406155" sldId="278"/>
            <ac:picMk id="5" creationId="{C6649C03-B35C-7C22-C3D7-C1AD0C56A0C6}"/>
          </ac:picMkLst>
        </pc:picChg>
        <pc:picChg chg="add mod">
          <ac:chgData name="Arun Sunar" userId="3fa9774ca67c7ab5" providerId="LiveId" clId="{881242B9-862A-41E2-954C-1A6EEE38C5B1}" dt="2023-08-09T09:31:55.280" v="191" actId="1076"/>
          <ac:picMkLst>
            <pc:docMk/>
            <pc:sldMk cId="3728406155" sldId="278"/>
            <ac:picMk id="7" creationId="{0ADE8564-31B1-ED75-1AE6-5724EE714853}"/>
          </ac:picMkLst>
        </pc:picChg>
      </pc:sldChg>
      <pc:sldChg chg="addSp delSp modSp add mod">
        <pc:chgData name="Arun Sunar" userId="3fa9774ca67c7ab5" providerId="LiveId" clId="{881242B9-862A-41E2-954C-1A6EEE38C5B1}" dt="2023-08-09T09:35:57.977" v="203"/>
        <pc:sldMkLst>
          <pc:docMk/>
          <pc:sldMk cId="3874855722" sldId="279"/>
        </pc:sldMkLst>
        <pc:spChg chg="mod">
          <ac:chgData name="Arun Sunar" userId="3fa9774ca67c7ab5" providerId="LiveId" clId="{881242B9-862A-41E2-954C-1A6EEE38C5B1}" dt="2023-08-09T09:35:57.977" v="203"/>
          <ac:spMkLst>
            <pc:docMk/>
            <pc:sldMk cId="3874855722" sldId="279"/>
            <ac:spMk id="2" creationId="{7B464349-AD40-EDAA-46AD-FACB4E8D5D21}"/>
          </ac:spMkLst>
        </pc:spChg>
        <pc:picChg chg="add del mod">
          <ac:chgData name="Arun Sunar" userId="3fa9774ca67c7ab5" providerId="LiveId" clId="{881242B9-862A-41E2-954C-1A6EEE38C5B1}" dt="2023-08-09T09:35:13.005" v="198" actId="478"/>
          <ac:picMkLst>
            <pc:docMk/>
            <pc:sldMk cId="3874855722" sldId="279"/>
            <ac:picMk id="4" creationId="{ABE4911F-21FE-48A4-F742-B78536DEB247}"/>
          </ac:picMkLst>
        </pc:picChg>
        <pc:picChg chg="add mod">
          <ac:chgData name="Arun Sunar" userId="3fa9774ca67c7ab5" providerId="LiveId" clId="{881242B9-862A-41E2-954C-1A6EEE38C5B1}" dt="2023-08-09T09:35:17.664" v="200" actId="1076"/>
          <ac:picMkLst>
            <pc:docMk/>
            <pc:sldMk cId="3874855722" sldId="279"/>
            <ac:picMk id="6" creationId="{BF740AC0-7CC9-7BEF-32BF-D1EE259A4BAA}"/>
          </ac:picMkLst>
        </pc:picChg>
        <pc:picChg chg="del">
          <ac:chgData name="Arun Sunar" userId="3fa9774ca67c7ab5" providerId="LiveId" clId="{881242B9-862A-41E2-954C-1A6EEE38C5B1}" dt="2023-08-09T09:34:45.923" v="193" actId="478"/>
          <ac:picMkLst>
            <pc:docMk/>
            <pc:sldMk cId="3874855722" sldId="279"/>
            <ac:picMk id="7" creationId="{0ADE8564-31B1-ED75-1AE6-5724EE714853}"/>
          </ac:picMkLst>
        </pc:picChg>
        <pc:picChg chg="add mod">
          <ac:chgData name="Arun Sunar" userId="3fa9774ca67c7ab5" providerId="LiveId" clId="{881242B9-862A-41E2-954C-1A6EEE38C5B1}" dt="2023-08-09T09:35:42.179" v="202" actId="1076"/>
          <ac:picMkLst>
            <pc:docMk/>
            <pc:sldMk cId="3874855722" sldId="279"/>
            <ac:picMk id="9" creationId="{B303066F-613C-8840-9A88-1362683041D4}"/>
          </ac:picMkLst>
        </pc:picChg>
      </pc:sldChg>
      <pc:sldChg chg="addSp delSp modSp add mod">
        <pc:chgData name="Arun Sunar" userId="3fa9774ca67c7ab5" providerId="LiveId" clId="{881242B9-862A-41E2-954C-1A6EEE38C5B1}" dt="2023-08-09T09:36:42.076" v="217" actId="1076"/>
        <pc:sldMkLst>
          <pc:docMk/>
          <pc:sldMk cId="586496505" sldId="280"/>
        </pc:sldMkLst>
        <pc:spChg chg="mod">
          <ac:chgData name="Arun Sunar" userId="3fa9774ca67c7ab5" providerId="LiveId" clId="{881242B9-862A-41E2-954C-1A6EEE38C5B1}" dt="2023-08-09T09:36:09.386" v="213" actId="20577"/>
          <ac:spMkLst>
            <pc:docMk/>
            <pc:sldMk cId="586496505" sldId="280"/>
            <ac:spMk id="2" creationId="{7B464349-AD40-EDAA-46AD-FACB4E8D5D21}"/>
          </ac:spMkLst>
        </pc:spChg>
        <pc:picChg chg="add mod">
          <ac:chgData name="Arun Sunar" userId="3fa9774ca67c7ab5" providerId="LiveId" clId="{881242B9-862A-41E2-954C-1A6EEE38C5B1}" dt="2023-08-09T09:36:42.076" v="217" actId="1076"/>
          <ac:picMkLst>
            <pc:docMk/>
            <pc:sldMk cId="586496505" sldId="280"/>
            <ac:picMk id="4" creationId="{D38D6574-4D7B-F7C6-1E28-A76F5CFEA7C2}"/>
          </ac:picMkLst>
        </pc:picChg>
        <pc:picChg chg="del">
          <ac:chgData name="Arun Sunar" userId="3fa9774ca67c7ab5" providerId="LiveId" clId="{881242B9-862A-41E2-954C-1A6EEE38C5B1}" dt="2023-08-09T09:36:37.103" v="215" actId="478"/>
          <ac:picMkLst>
            <pc:docMk/>
            <pc:sldMk cId="586496505" sldId="280"/>
            <ac:picMk id="6" creationId="{BF740AC0-7CC9-7BEF-32BF-D1EE259A4BAA}"/>
          </ac:picMkLst>
        </pc:picChg>
        <pc:picChg chg="del">
          <ac:chgData name="Arun Sunar" userId="3fa9774ca67c7ab5" providerId="LiveId" clId="{881242B9-862A-41E2-954C-1A6EEE38C5B1}" dt="2023-08-09T09:36:36.476" v="214" actId="478"/>
          <ac:picMkLst>
            <pc:docMk/>
            <pc:sldMk cId="586496505" sldId="280"/>
            <ac:picMk id="9" creationId="{B303066F-613C-8840-9A88-1362683041D4}"/>
          </ac:picMkLst>
        </pc:picChg>
      </pc:sldChg>
      <pc:sldChg chg="addSp delSp modSp add mod modClrScheme chgLayout">
        <pc:chgData name="Arun Sunar" userId="3fa9774ca67c7ab5" providerId="LiveId" clId="{881242B9-862A-41E2-954C-1A6EEE38C5B1}" dt="2023-08-09T09:42:22.231" v="251" actId="1076"/>
        <pc:sldMkLst>
          <pc:docMk/>
          <pc:sldMk cId="2742755945" sldId="281"/>
        </pc:sldMkLst>
        <pc:spChg chg="del mod">
          <ac:chgData name="Arun Sunar" userId="3fa9774ca67c7ab5" providerId="LiveId" clId="{881242B9-862A-41E2-954C-1A6EEE38C5B1}" dt="2023-08-09T09:40:32.089" v="230" actId="478"/>
          <ac:spMkLst>
            <pc:docMk/>
            <pc:sldMk cId="2742755945" sldId="281"/>
            <ac:spMk id="2" creationId="{7B464349-AD40-EDAA-46AD-FACB4E8D5D21}"/>
          </ac:spMkLst>
        </pc:spChg>
        <pc:spChg chg="add del">
          <ac:chgData name="Arun Sunar" userId="3fa9774ca67c7ab5" providerId="LiveId" clId="{881242B9-862A-41E2-954C-1A6EEE38C5B1}" dt="2023-08-09T09:39:45.451" v="220"/>
          <ac:spMkLst>
            <pc:docMk/>
            <pc:sldMk cId="2742755945" sldId="281"/>
            <ac:spMk id="3" creationId="{9B5F99D4-A3CB-78A0-A5C6-D0B2BEFE4048}"/>
          </ac:spMkLst>
        </pc:spChg>
        <pc:spChg chg="add del mod">
          <ac:chgData name="Arun Sunar" userId="3fa9774ca67c7ab5" providerId="LiveId" clId="{881242B9-862A-41E2-954C-1A6EEE38C5B1}" dt="2023-08-09T09:40:42.994" v="232" actId="478"/>
          <ac:spMkLst>
            <pc:docMk/>
            <pc:sldMk cId="2742755945" sldId="281"/>
            <ac:spMk id="5" creationId="{3946B535-1138-A0C6-9917-0683A35212BD}"/>
          </ac:spMkLst>
        </pc:spChg>
        <pc:spChg chg="add del mod ord">
          <ac:chgData name="Arun Sunar" userId="3fa9774ca67c7ab5" providerId="LiveId" clId="{881242B9-862A-41E2-954C-1A6EEE38C5B1}" dt="2023-08-09T09:40:45.866" v="233"/>
          <ac:spMkLst>
            <pc:docMk/>
            <pc:sldMk cId="2742755945" sldId="281"/>
            <ac:spMk id="6" creationId="{D35A32B0-78E7-5DD6-5358-C26210539D73}"/>
          </ac:spMkLst>
        </pc:spChg>
        <pc:spChg chg="add mod ord">
          <ac:chgData name="Arun Sunar" userId="3fa9774ca67c7ab5" providerId="LiveId" clId="{881242B9-862A-41E2-954C-1A6EEE38C5B1}" dt="2023-08-09T09:42:17.883" v="249" actId="27636"/>
          <ac:spMkLst>
            <pc:docMk/>
            <pc:sldMk cId="2742755945" sldId="281"/>
            <ac:spMk id="7" creationId="{027C0524-20C5-7244-FC66-496F00EC1817}"/>
          </ac:spMkLst>
        </pc:spChg>
        <pc:spChg chg="add mod">
          <ac:chgData name="Arun Sunar" userId="3fa9774ca67c7ab5" providerId="LiveId" clId="{881242B9-862A-41E2-954C-1A6EEE38C5B1}" dt="2023-08-09T09:40:55.546" v="238" actId="1076"/>
          <ac:spMkLst>
            <pc:docMk/>
            <pc:sldMk cId="2742755945" sldId="281"/>
            <ac:spMk id="8" creationId="{7685E9BF-13A2-B5AD-87BE-B3F627FF958E}"/>
          </ac:spMkLst>
        </pc:spChg>
        <pc:picChg chg="del">
          <ac:chgData name="Arun Sunar" userId="3fa9774ca67c7ab5" providerId="LiveId" clId="{881242B9-862A-41E2-954C-1A6EEE38C5B1}" dt="2023-08-09T09:39:59.844" v="222" actId="478"/>
          <ac:picMkLst>
            <pc:docMk/>
            <pc:sldMk cId="2742755945" sldId="281"/>
            <ac:picMk id="4" creationId="{D38D6574-4D7B-F7C6-1E28-A76F5CFEA7C2}"/>
          </ac:picMkLst>
        </pc:picChg>
        <pc:picChg chg="add mod">
          <ac:chgData name="Arun Sunar" userId="3fa9774ca67c7ab5" providerId="LiveId" clId="{881242B9-862A-41E2-954C-1A6EEE38C5B1}" dt="2023-08-09T09:42:22.231" v="251" actId="1076"/>
          <ac:picMkLst>
            <pc:docMk/>
            <pc:sldMk cId="2742755945" sldId="281"/>
            <ac:picMk id="10" creationId="{C8F9CF1A-ABAB-0DDC-0EC9-B08F35D18C91}"/>
          </ac:picMkLst>
        </pc:picChg>
      </pc:sldChg>
      <pc:sldChg chg="delSp modSp add mod">
        <pc:chgData name="Arun Sunar" userId="3fa9774ca67c7ab5" providerId="LiveId" clId="{881242B9-862A-41E2-954C-1A6EEE38C5B1}" dt="2023-08-09T09:44:39.028" v="279" actId="12"/>
        <pc:sldMkLst>
          <pc:docMk/>
          <pc:sldMk cId="2667158187" sldId="282"/>
        </pc:sldMkLst>
        <pc:spChg chg="mod">
          <ac:chgData name="Arun Sunar" userId="3fa9774ca67c7ab5" providerId="LiveId" clId="{881242B9-862A-41E2-954C-1A6EEE38C5B1}" dt="2023-08-09T09:44:39.028" v="279" actId="12"/>
          <ac:spMkLst>
            <pc:docMk/>
            <pc:sldMk cId="2667158187" sldId="282"/>
            <ac:spMk id="7" creationId="{027C0524-20C5-7244-FC66-496F00EC1817}"/>
          </ac:spMkLst>
        </pc:spChg>
        <pc:spChg chg="mod">
          <ac:chgData name="Arun Sunar" userId="3fa9774ca67c7ab5" providerId="LiveId" clId="{881242B9-862A-41E2-954C-1A6EEE38C5B1}" dt="2023-08-09T09:42:41.615" v="276" actId="20577"/>
          <ac:spMkLst>
            <pc:docMk/>
            <pc:sldMk cId="2667158187" sldId="282"/>
            <ac:spMk id="8" creationId="{7685E9BF-13A2-B5AD-87BE-B3F627FF958E}"/>
          </ac:spMkLst>
        </pc:spChg>
        <pc:picChg chg="del">
          <ac:chgData name="Arun Sunar" userId="3fa9774ca67c7ab5" providerId="LiveId" clId="{881242B9-862A-41E2-954C-1A6EEE38C5B1}" dt="2023-08-09T09:42:29.468" v="253" actId="478"/>
          <ac:picMkLst>
            <pc:docMk/>
            <pc:sldMk cId="2667158187" sldId="282"/>
            <ac:picMk id="10" creationId="{C8F9CF1A-ABAB-0DDC-0EC9-B08F35D18C91}"/>
          </ac:picMkLst>
        </pc:picChg>
      </pc:sldChg>
      <pc:sldChg chg="modSp add mod">
        <pc:chgData name="Arun Sunar" userId="3fa9774ca67c7ab5" providerId="LiveId" clId="{881242B9-862A-41E2-954C-1A6EEE38C5B1}" dt="2023-08-09T09:45:40.272" v="281"/>
        <pc:sldMkLst>
          <pc:docMk/>
          <pc:sldMk cId="1805140000" sldId="283"/>
        </pc:sldMkLst>
        <pc:spChg chg="mod">
          <ac:chgData name="Arun Sunar" userId="3fa9774ca67c7ab5" providerId="LiveId" clId="{881242B9-862A-41E2-954C-1A6EEE38C5B1}" dt="2023-08-09T09:45:40.272" v="281"/>
          <ac:spMkLst>
            <pc:docMk/>
            <pc:sldMk cId="1805140000" sldId="283"/>
            <ac:spMk id="7" creationId="{027C0524-20C5-7244-FC66-496F00EC1817}"/>
          </ac:spMkLst>
        </pc:spChg>
      </pc:sldChg>
      <pc:sldChg chg="modSp add mod">
        <pc:chgData name="Arun Sunar" userId="3fa9774ca67c7ab5" providerId="LiveId" clId="{881242B9-862A-41E2-954C-1A6EEE38C5B1}" dt="2023-08-09T10:07:16.196" v="294" actId="27636"/>
        <pc:sldMkLst>
          <pc:docMk/>
          <pc:sldMk cId="2138115812" sldId="284"/>
        </pc:sldMkLst>
        <pc:spChg chg="mod">
          <ac:chgData name="Arun Sunar" userId="3fa9774ca67c7ab5" providerId="LiveId" clId="{881242B9-862A-41E2-954C-1A6EEE38C5B1}" dt="2023-08-09T10:07:16.196" v="294" actId="27636"/>
          <ac:spMkLst>
            <pc:docMk/>
            <pc:sldMk cId="2138115812" sldId="284"/>
            <ac:spMk id="7" creationId="{027C0524-20C5-7244-FC66-496F00EC1817}"/>
          </ac:spMkLst>
        </pc:spChg>
        <pc:spChg chg="mod">
          <ac:chgData name="Arun Sunar" userId="3fa9774ca67c7ab5" providerId="LiveId" clId="{881242B9-862A-41E2-954C-1A6EEE38C5B1}" dt="2023-08-09T10:06:20.731" v="286"/>
          <ac:spMkLst>
            <pc:docMk/>
            <pc:sldMk cId="2138115812" sldId="284"/>
            <ac:spMk id="8" creationId="{7685E9BF-13A2-B5AD-87BE-B3F627FF958E}"/>
          </ac:spMkLst>
        </pc:spChg>
      </pc:sldChg>
      <pc:sldChg chg="modSp add mod">
        <pc:chgData name="Arun Sunar" userId="3fa9774ca67c7ab5" providerId="LiveId" clId="{881242B9-862A-41E2-954C-1A6EEE38C5B1}" dt="2023-08-09T10:07:32.790" v="296" actId="27636"/>
        <pc:sldMkLst>
          <pc:docMk/>
          <pc:sldMk cId="1149230175" sldId="285"/>
        </pc:sldMkLst>
        <pc:spChg chg="mod">
          <ac:chgData name="Arun Sunar" userId="3fa9774ca67c7ab5" providerId="LiveId" clId="{881242B9-862A-41E2-954C-1A6EEE38C5B1}" dt="2023-08-09T10:07:32.790" v="296" actId="27636"/>
          <ac:spMkLst>
            <pc:docMk/>
            <pc:sldMk cId="1149230175" sldId="285"/>
            <ac:spMk id="7" creationId="{027C0524-20C5-7244-FC66-496F00EC1817}"/>
          </ac:spMkLst>
        </pc:spChg>
      </pc:sldChg>
      <pc:sldChg chg="addSp delSp modSp add mod">
        <pc:chgData name="Arun Sunar" userId="3fa9774ca67c7ab5" providerId="LiveId" clId="{881242B9-862A-41E2-954C-1A6EEE38C5B1}" dt="2023-08-09T10:08:44.444" v="313" actId="20577"/>
        <pc:sldMkLst>
          <pc:docMk/>
          <pc:sldMk cId="3381185591" sldId="286"/>
        </pc:sldMkLst>
        <pc:spChg chg="add del mod">
          <ac:chgData name="Arun Sunar" userId="3fa9774ca67c7ab5" providerId="LiveId" clId="{881242B9-862A-41E2-954C-1A6EEE38C5B1}" dt="2023-08-09T10:08:33.861" v="299" actId="478"/>
          <ac:spMkLst>
            <pc:docMk/>
            <pc:sldMk cId="3381185591" sldId="286"/>
            <ac:spMk id="3" creationId="{2C16BCCD-E1B1-A8E0-8367-18DA8E2953C3}"/>
          </ac:spMkLst>
        </pc:spChg>
        <pc:spChg chg="del">
          <ac:chgData name="Arun Sunar" userId="3fa9774ca67c7ab5" providerId="LiveId" clId="{881242B9-862A-41E2-954C-1A6EEE38C5B1}" dt="2023-08-09T10:08:30.399" v="298" actId="478"/>
          <ac:spMkLst>
            <pc:docMk/>
            <pc:sldMk cId="3381185591" sldId="286"/>
            <ac:spMk id="7" creationId="{027C0524-20C5-7244-FC66-496F00EC1817}"/>
          </ac:spMkLst>
        </pc:spChg>
        <pc:spChg chg="mod">
          <ac:chgData name="Arun Sunar" userId="3fa9774ca67c7ab5" providerId="LiveId" clId="{881242B9-862A-41E2-954C-1A6EEE38C5B1}" dt="2023-08-09T10:08:44.444" v="313" actId="20577"/>
          <ac:spMkLst>
            <pc:docMk/>
            <pc:sldMk cId="3381185591" sldId="286"/>
            <ac:spMk id="8" creationId="{7685E9BF-13A2-B5AD-87BE-B3F627FF958E}"/>
          </ac:spMkLst>
        </pc:spChg>
        <pc:picChg chg="add mod">
          <ac:chgData name="Arun Sunar" userId="3fa9774ca67c7ab5" providerId="LiveId" clId="{881242B9-862A-41E2-954C-1A6EEE38C5B1}" dt="2023-08-09T10:08:37.068" v="301" actId="1076"/>
          <ac:picMkLst>
            <pc:docMk/>
            <pc:sldMk cId="3381185591" sldId="286"/>
            <ac:picMk id="5" creationId="{ABE01FD6-C219-7FB2-62AF-EE6AF56D5998}"/>
          </ac:picMkLst>
        </pc:picChg>
      </pc:sldChg>
      <pc:sldChg chg="addSp delSp modSp add mod">
        <pc:chgData name="Arun Sunar" userId="3fa9774ca67c7ab5" providerId="LiveId" clId="{881242B9-862A-41E2-954C-1A6EEE38C5B1}" dt="2023-08-09T10:12:08.341" v="332" actId="20577"/>
        <pc:sldMkLst>
          <pc:docMk/>
          <pc:sldMk cId="3386165021" sldId="287"/>
        </pc:sldMkLst>
        <pc:spChg chg="mod">
          <ac:chgData name="Arun Sunar" userId="3fa9774ca67c7ab5" providerId="LiveId" clId="{881242B9-862A-41E2-954C-1A6EEE38C5B1}" dt="2023-08-09T10:12:08.341" v="332" actId="20577"/>
          <ac:spMkLst>
            <pc:docMk/>
            <pc:sldMk cId="3386165021" sldId="287"/>
            <ac:spMk id="8" creationId="{7685E9BF-13A2-B5AD-87BE-B3F627FF958E}"/>
          </ac:spMkLst>
        </pc:spChg>
        <pc:picChg chg="add mod">
          <ac:chgData name="Arun Sunar" userId="3fa9774ca67c7ab5" providerId="LiveId" clId="{881242B9-862A-41E2-954C-1A6EEE38C5B1}" dt="2023-08-09T10:11:30.131" v="317" actId="1076"/>
          <ac:picMkLst>
            <pc:docMk/>
            <pc:sldMk cId="3386165021" sldId="287"/>
            <ac:picMk id="3" creationId="{E41165D7-BFC3-37A4-60C5-48672B2ACEF3}"/>
          </ac:picMkLst>
        </pc:picChg>
        <pc:picChg chg="del">
          <ac:chgData name="Arun Sunar" userId="3fa9774ca67c7ab5" providerId="LiveId" clId="{881242B9-862A-41E2-954C-1A6EEE38C5B1}" dt="2023-08-09T10:11:08.741" v="315" actId="478"/>
          <ac:picMkLst>
            <pc:docMk/>
            <pc:sldMk cId="3386165021" sldId="287"/>
            <ac:picMk id="5" creationId="{ABE01FD6-C219-7FB2-62AF-EE6AF56D5998}"/>
          </ac:picMkLst>
        </pc:picChg>
        <pc:picChg chg="add mod">
          <ac:chgData name="Arun Sunar" userId="3fa9774ca67c7ab5" providerId="LiveId" clId="{881242B9-862A-41E2-954C-1A6EEE38C5B1}" dt="2023-08-09T10:11:52.280" v="319" actId="1076"/>
          <ac:picMkLst>
            <pc:docMk/>
            <pc:sldMk cId="3386165021" sldId="287"/>
            <ac:picMk id="6" creationId="{02D6B1B0-8785-34C3-B006-BAF60622F768}"/>
          </ac:picMkLst>
        </pc:picChg>
      </pc:sldChg>
      <pc:sldChg chg="addSp delSp modSp add mod">
        <pc:chgData name="Arun Sunar" userId="3fa9774ca67c7ab5" providerId="LiveId" clId="{881242B9-862A-41E2-954C-1A6EEE38C5B1}" dt="2023-08-09T10:15:55.204" v="356" actId="20577"/>
        <pc:sldMkLst>
          <pc:docMk/>
          <pc:sldMk cId="1518746345" sldId="288"/>
        </pc:sldMkLst>
        <pc:spChg chg="mod">
          <ac:chgData name="Arun Sunar" userId="3fa9774ca67c7ab5" providerId="LiveId" clId="{881242B9-862A-41E2-954C-1A6EEE38C5B1}" dt="2023-08-09T10:15:55.204" v="356" actId="20577"/>
          <ac:spMkLst>
            <pc:docMk/>
            <pc:sldMk cId="1518746345" sldId="288"/>
            <ac:spMk id="8" creationId="{7685E9BF-13A2-B5AD-87BE-B3F627FF958E}"/>
          </ac:spMkLst>
        </pc:spChg>
        <pc:picChg chg="del">
          <ac:chgData name="Arun Sunar" userId="3fa9774ca67c7ab5" providerId="LiveId" clId="{881242B9-862A-41E2-954C-1A6EEE38C5B1}" dt="2023-08-09T10:13:48.254" v="334" actId="478"/>
          <ac:picMkLst>
            <pc:docMk/>
            <pc:sldMk cId="1518746345" sldId="288"/>
            <ac:picMk id="3" creationId="{E41165D7-BFC3-37A4-60C5-48672B2ACEF3}"/>
          </ac:picMkLst>
        </pc:picChg>
        <pc:picChg chg="add del mod">
          <ac:chgData name="Arun Sunar" userId="3fa9774ca67c7ab5" providerId="LiveId" clId="{881242B9-862A-41E2-954C-1A6EEE38C5B1}" dt="2023-08-09T10:15:44.689" v="346" actId="478"/>
          <ac:picMkLst>
            <pc:docMk/>
            <pc:sldMk cId="1518746345" sldId="288"/>
            <ac:picMk id="4" creationId="{B6C09721-0B21-C3F7-DA10-5D5D8BACB05E}"/>
          </ac:picMkLst>
        </pc:picChg>
        <pc:picChg chg="del">
          <ac:chgData name="Arun Sunar" userId="3fa9774ca67c7ab5" providerId="LiveId" clId="{881242B9-862A-41E2-954C-1A6EEE38C5B1}" dt="2023-08-09T10:13:49.129" v="335" actId="478"/>
          <ac:picMkLst>
            <pc:docMk/>
            <pc:sldMk cId="1518746345" sldId="288"/>
            <ac:picMk id="6" creationId="{02D6B1B0-8785-34C3-B006-BAF60622F768}"/>
          </ac:picMkLst>
        </pc:picChg>
        <pc:picChg chg="add mod">
          <ac:chgData name="Arun Sunar" userId="3fa9774ca67c7ab5" providerId="LiveId" clId="{881242B9-862A-41E2-954C-1A6EEE38C5B1}" dt="2023-08-09T10:15:44.064" v="345" actId="1076"/>
          <ac:picMkLst>
            <pc:docMk/>
            <pc:sldMk cId="1518746345" sldId="288"/>
            <ac:picMk id="7" creationId="{FFE1B092-4A40-171E-06E1-4271FFB58C46}"/>
          </ac:picMkLst>
        </pc:picChg>
      </pc:sldChg>
      <pc:sldChg chg="addSp delSp modSp new mod">
        <pc:chgData name="Arun Sunar" userId="3fa9774ca67c7ab5" providerId="LiveId" clId="{881242B9-862A-41E2-954C-1A6EEE38C5B1}" dt="2023-08-14T04:09:33.250" v="379"/>
        <pc:sldMkLst>
          <pc:docMk/>
          <pc:sldMk cId="285094365" sldId="289"/>
        </pc:sldMkLst>
        <pc:spChg chg="mod">
          <ac:chgData name="Arun Sunar" userId="3fa9774ca67c7ab5" providerId="LiveId" clId="{881242B9-862A-41E2-954C-1A6EEE38C5B1}" dt="2023-08-14T04:09:03.186" v="376"/>
          <ac:spMkLst>
            <pc:docMk/>
            <pc:sldMk cId="285094365" sldId="289"/>
            <ac:spMk id="2" creationId="{FD00E3D0-1072-655C-A977-94CF892D2337}"/>
          </ac:spMkLst>
        </pc:spChg>
        <pc:spChg chg="add del mod">
          <ac:chgData name="Arun Sunar" userId="3fa9774ca67c7ab5" providerId="LiveId" clId="{881242B9-862A-41E2-954C-1A6EEE38C5B1}" dt="2023-08-14T04:09:33.250" v="379"/>
          <ac:spMkLst>
            <pc:docMk/>
            <pc:sldMk cId="285094365" sldId="289"/>
            <ac:spMk id="3" creationId="{40F3C57F-3681-6F2D-501D-C27B34C38CA4}"/>
          </ac:spMkLst>
        </pc:spChg>
        <pc:spChg chg="add del mod">
          <ac:chgData name="Arun Sunar" userId="3fa9774ca67c7ab5" providerId="LiveId" clId="{881242B9-862A-41E2-954C-1A6EEE38C5B1}" dt="2023-08-14T04:09:25.055" v="378"/>
          <ac:spMkLst>
            <pc:docMk/>
            <pc:sldMk cId="285094365" sldId="289"/>
            <ac:spMk id="4" creationId="{75F3D70D-3A4D-A28E-6A63-D5757219FB57}"/>
          </ac:spMkLst>
        </pc:spChg>
      </pc:sldChg>
      <pc:sldChg chg="modSp add mod ord">
        <pc:chgData name="Arun Sunar" userId="3fa9774ca67c7ab5" providerId="LiveId" clId="{881242B9-862A-41E2-954C-1A6EEE38C5B1}" dt="2023-08-14T04:10:30.715" v="386"/>
        <pc:sldMkLst>
          <pc:docMk/>
          <pc:sldMk cId="234942785" sldId="290"/>
        </pc:sldMkLst>
        <pc:spChg chg="mod">
          <ac:chgData name="Arun Sunar" userId="3fa9774ca67c7ab5" providerId="LiveId" clId="{881242B9-862A-41E2-954C-1A6EEE38C5B1}" dt="2023-08-14T04:09:58.245" v="385"/>
          <ac:spMkLst>
            <pc:docMk/>
            <pc:sldMk cId="234942785" sldId="290"/>
            <ac:spMk id="2" creationId="{FD00E3D0-1072-655C-A977-94CF892D2337}"/>
          </ac:spMkLst>
        </pc:spChg>
        <pc:spChg chg="mod">
          <ac:chgData name="Arun Sunar" userId="3fa9774ca67c7ab5" providerId="LiveId" clId="{881242B9-862A-41E2-954C-1A6EEE38C5B1}" dt="2023-08-14T04:10:30.715" v="386"/>
          <ac:spMkLst>
            <pc:docMk/>
            <pc:sldMk cId="234942785" sldId="290"/>
            <ac:spMk id="3" creationId="{40F3C57F-3681-6F2D-501D-C27B34C38CA4}"/>
          </ac:spMkLst>
        </pc:spChg>
      </pc:sldChg>
      <pc:sldChg chg="modSp add del mod">
        <pc:chgData name="Arun Sunar" userId="3fa9774ca67c7ab5" providerId="LiveId" clId="{881242B9-862A-41E2-954C-1A6EEE38C5B1}" dt="2023-08-14T04:12:47.197" v="396" actId="2696"/>
        <pc:sldMkLst>
          <pc:docMk/>
          <pc:sldMk cId="195324586" sldId="291"/>
        </pc:sldMkLst>
        <pc:spChg chg="mod">
          <ac:chgData name="Arun Sunar" userId="3fa9774ca67c7ab5" providerId="LiveId" clId="{881242B9-862A-41E2-954C-1A6EEE38C5B1}" dt="2023-08-14T04:12:39.833" v="393" actId="21"/>
          <ac:spMkLst>
            <pc:docMk/>
            <pc:sldMk cId="195324586" sldId="291"/>
            <ac:spMk id="3" creationId="{1EEC55D7-2214-41CD-31A0-C5636FE3E69E}"/>
          </ac:spMkLst>
        </pc:spChg>
      </pc:sldChg>
    </pc:docChg>
  </pc:docChgLst>
  <pc:docChgLst>
    <pc:chgData name="Arun Sunar" userId="3fa9774ca67c7ab5" providerId="LiveId" clId="{57564C0A-FF62-41AE-A0C9-EB7586ED90F5}"/>
    <pc:docChg chg="undo redo custSel addSld modSld sldOrd">
      <pc:chgData name="Arun Sunar" userId="3fa9774ca67c7ab5" providerId="LiveId" clId="{57564C0A-FF62-41AE-A0C9-EB7586ED90F5}" dt="2024-06-13T05:02:23.313" v="140"/>
      <pc:docMkLst>
        <pc:docMk/>
      </pc:docMkLst>
      <pc:sldChg chg="addSp modSp new mod">
        <pc:chgData name="Arun Sunar" userId="3fa9774ca67c7ab5" providerId="LiveId" clId="{57564C0A-FF62-41AE-A0C9-EB7586ED90F5}" dt="2024-06-13T04:42:00.472" v="54"/>
        <pc:sldMkLst>
          <pc:docMk/>
          <pc:sldMk cId="3699271688" sldId="292"/>
        </pc:sldMkLst>
        <pc:spChg chg="mod">
          <ac:chgData name="Arun Sunar" userId="3fa9774ca67c7ab5" providerId="LiveId" clId="{57564C0A-FF62-41AE-A0C9-EB7586ED90F5}" dt="2024-06-13T04:32:51.040" v="20" actId="1076"/>
          <ac:spMkLst>
            <pc:docMk/>
            <pc:sldMk cId="3699271688" sldId="292"/>
            <ac:spMk id="2" creationId="{19E4E6D5-3219-48F4-BAD5-2B6F7270CD12}"/>
          </ac:spMkLst>
        </pc:spChg>
        <pc:spChg chg="mod">
          <ac:chgData name="Arun Sunar" userId="3fa9774ca67c7ab5" providerId="LiveId" clId="{57564C0A-FF62-41AE-A0C9-EB7586ED90F5}" dt="2024-06-13T04:42:00.472" v="54"/>
          <ac:spMkLst>
            <pc:docMk/>
            <pc:sldMk cId="3699271688" sldId="292"/>
            <ac:spMk id="3" creationId="{C9B67FD8-DA2B-A5A2-2E48-337D98ECC89A}"/>
          </ac:spMkLst>
        </pc:spChg>
        <pc:picChg chg="add mod">
          <ac:chgData name="Arun Sunar" userId="3fa9774ca67c7ab5" providerId="LiveId" clId="{57564C0A-FF62-41AE-A0C9-EB7586ED90F5}" dt="2024-06-13T04:33:44.490" v="28" actId="1076"/>
          <ac:picMkLst>
            <pc:docMk/>
            <pc:sldMk cId="3699271688" sldId="292"/>
            <ac:picMk id="4" creationId="{32B44CC3-7B5E-C1D3-D7B2-8B7291B5D702}"/>
          </ac:picMkLst>
        </pc:picChg>
        <pc:picChg chg="add">
          <ac:chgData name="Arun Sunar" userId="3fa9774ca67c7ab5" providerId="LiveId" clId="{57564C0A-FF62-41AE-A0C9-EB7586ED90F5}" dt="2024-06-13T04:33:37.537" v="26"/>
          <ac:picMkLst>
            <pc:docMk/>
            <pc:sldMk cId="3699271688" sldId="292"/>
            <ac:picMk id="1026" creationId="{F354ECC1-3F08-5521-B92D-5B97A16C7D86}"/>
          </ac:picMkLst>
        </pc:picChg>
      </pc:sldChg>
      <pc:sldChg chg="addSp delSp modSp add mod">
        <pc:chgData name="Arun Sunar" userId="3fa9774ca67c7ab5" providerId="LiveId" clId="{57564C0A-FF62-41AE-A0C9-EB7586ED90F5}" dt="2024-06-13T04:47:58.310" v="97" actId="1076"/>
        <pc:sldMkLst>
          <pc:docMk/>
          <pc:sldMk cId="2521879693" sldId="293"/>
        </pc:sldMkLst>
        <pc:spChg chg="mod">
          <ac:chgData name="Arun Sunar" userId="3fa9774ca67c7ab5" providerId="LiveId" clId="{57564C0A-FF62-41AE-A0C9-EB7586ED90F5}" dt="2024-06-13T04:34:36.602" v="36"/>
          <ac:spMkLst>
            <pc:docMk/>
            <pc:sldMk cId="2521879693" sldId="293"/>
            <ac:spMk id="2" creationId="{19E4E6D5-3219-48F4-BAD5-2B6F7270CD12}"/>
          </ac:spMkLst>
        </pc:spChg>
        <pc:spChg chg="mod">
          <ac:chgData name="Arun Sunar" userId="3fa9774ca67c7ab5" providerId="LiveId" clId="{57564C0A-FF62-41AE-A0C9-EB7586ED90F5}" dt="2024-06-13T04:34:54.081" v="37"/>
          <ac:spMkLst>
            <pc:docMk/>
            <pc:sldMk cId="2521879693" sldId="293"/>
            <ac:spMk id="3" creationId="{C9B67FD8-DA2B-A5A2-2E48-337D98ECC89A}"/>
          </ac:spMkLst>
        </pc:spChg>
        <pc:picChg chg="del">
          <ac:chgData name="Arun Sunar" userId="3fa9774ca67c7ab5" providerId="LiveId" clId="{57564C0A-FF62-41AE-A0C9-EB7586ED90F5}" dt="2024-06-13T04:34:23.075" v="30" actId="478"/>
          <ac:picMkLst>
            <pc:docMk/>
            <pc:sldMk cId="2521879693" sldId="293"/>
            <ac:picMk id="4" creationId="{32B44CC3-7B5E-C1D3-D7B2-8B7291B5D702}"/>
          </ac:picMkLst>
        </pc:picChg>
        <pc:picChg chg="add del mod">
          <ac:chgData name="Arun Sunar" userId="3fa9774ca67c7ab5" providerId="LiveId" clId="{57564C0A-FF62-41AE-A0C9-EB7586ED90F5}" dt="2024-06-13T04:36:06.697" v="40" actId="478"/>
          <ac:picMkLst>
            <pc:docMk/>
            <pc:sldMk cId="2521879693" sldId="293"/>
            <ac:picMk id="6" creationId="{42D76911-16E6-E6B5-E970-0D68D58CCD43}"/>
          </ac:picMkLst>
        </pc:picChg>
        <pc:picChg chg="add del mod">
          <ac:chgData name="Arun Sunar" userId="3fa9774ca67c7ab5" providerId="LiveId" clId="{57564C0A-FF62-41AE-A0C9-EB7586ED90F5}" dt="2024-06-13T04:46:41.042" v="92" actId="478"/>
          <ac:picMkLst>
            <pc:docMk/>
            <pc:sldMk cId="2521879693" sldId="293"/>
            <ac:picMk id="8" creationId="{B3863D02-BEF2-F39F-765A-FBDDE89C9461}"/>
          </ac:picMkLst>
        </pc:picChg>
        <pc:picChg chg="add mod">
          <ac:chgData name="Arun Sunar" userId="3fa9774ca67c7ab5" providerId="LiveId" clId="{57564C0A-FF62-41AE-A0C9-EB7586ED90F5}" dt="2024-06-13T04:47:48.936" v="95" actId="1076"/>
          <ac:picMkLst>
            <pc:docMk/>
            <pc:sldMk cId="2521879693" sldId="293"/>
            <ac:picMk id="10" creationId="{49B2FA2A-7501-CBCB-B35F-A37B1AEFAC45}"/>
          </ac:picMkLst>
        </pc:picChg>
        <pc:picChg chg="add mod">
          <ac:chgData name="Arun Sunar" userId="3fa9774ca67c7ab5" providerId="LiveId" clId="{57564C0A-FF62-41AE-A0C9-EB7586ED90F5}" dt="2024-06-13T04:47:58.310" v="97" actId="1076"/>
          <ac:picMkLst>
            <pc:docMk/>
            <pc:sldMk cId="2521879693" sldId="293"/>
            <ac:picMk id="12" creationId="{74BBD38A-6E8D-1D71-0574-30B8543DC6A8}"/>
          </ac:picMkLst>
        </pc:picChg>
      </pc:sldChg>
      <pc:sldChg chg="addSp delSp modSp add mod">
        <pc:chgData name="Arun Sunar" userId="3fa9774ca67c7ab5" providerId="LiveId" clId="{57564C0A-FF62-41AE-A0C9-EB7586ED90F5}" dt="2024-06-13T04:38:09.612" v="53" actId="1076"/>
        <pc:sldMkLst>
          <pc:docMk/>
          <pc:sldMk cId="6463689" sldId="294"/>
        </pc:sldMkLst>
        <pc:spChg chg="mod">
          <ac:chgData name="Arun Sunar" userId="3fa9774ca67c7ab5" providerId="LiveId" clId="{57564C0A-FF62-41AE-A0C9-EB7586ED90F5}" dt="2024-06-13T04:37:22.536" v="49"/>
          <ac:spMkLst>
            <pc:docMk/>
            <pc:sldMk cId="6463689" sldId="294"/>
            <ac:spMk id="2" creationId="{19E4E6D5-3219-48F4-BAD5-2B6F7270CD12}"/>
          </ac:spMkLst>
        </pc:spChg>
        <pc:spChg chg="mod">
          <ac:chgData name="Arun Sunar" userId="3fa9774ca67c7ab5" providerId="LiveId" clId="{57564C0A-FF62-41AE-A0C9-EB7586ED90F5}" dt="2024-06-13T04:37:35.423" v="50"/>
          <ac:spMkLst>
            <pc:docMk/>
            <pc:sldMk cId="6463689" sldId="294"/>
            <ac:spMk id="3" creationId="{C9B67FD8-DA2B-A5A2-2E48-337D98ECC89A}"/>
          </ac:spMkLst>
        </pc:spChg>
        <pc:picChg chg="add mod">
          <ac:chgData name="Arun Sunar" userId="3fa9774ca67c7ab5" providerId="LiveId" clId="{57564C0A-FF62-41AE-A0C9-EB7586ED90F5}" dt="2024-06-13T04:38:09.612" v="53" actId="1076"/>
          <ac:picMkLst>
            <pc:docMk/>
            <pc:sldMk cId="6463689" sldId="294"/>
            <ac:picMk id="5" creationId="{8860C9C6-0989-2AC3-C2B3-828BE2120F5B}"/>
          </ac:picMkLst>
        </pc:picChg>
        <pc:picChg chg="del">
          <ac:chgData name="Arun Sunar" userId="3fa9774ca67c7ab5" providerId="LiveId" clId="{57564C0A-FF62-41AE-A0C9-EB7586ED90F5}" dt="2024-06-13T04:37:38.367" v="51" actId="478"/>
          <ac:picMkLst>
            <pc:docMk/>
            <pc:sldMk cId="6463689" sldId="294"/>
            <ac:picMk id="8" creationId="{B3863D02-BEF2-F39F-765A-FBDDE89C9461}"/>
          </ac:picMkLst>
        </pc:picChg>
      </pc:sldChg>
      <pc:sldChg chg="addSp delSp modSp new mod">
        <pc:chgData name="Arun Sunar" userId="3fa9774ca67c7ab5" providerId="LiveId" clId="{57564C0A-FF62-41AE-A0C9-EB7586ED90F5}" dt="2024-06-13T04:44:40.800" v="91" actId="108"/>
        <pc:sldMkLst>
          <pc:docMk/>
          <pc:sldMk cId="215876148" sldId="295"/>
        </pc:sldMkLst>
        <pc:spChg chg="del">
          <ac:chgData name="Arun Sunar" userId="3fa9774ca67c7ab5" providerId="LiveId" clId="{57564C0A-FF62-41AE-A0C9-EB7586ED90F5}" dt="2024-06-13T04:42:44.604" v="56" actId="478"/>
          <ac:spMkLst>
            <pc:docMk/>
            <pc:sldMk cId="215876148" sldId="295"/>
            <ac:spMk id="2" creationId="{4DBD747D-FFB3-CE60-FEFB-8340035E4E38}"/>
          </ac:spMkLst>
        </pc:spChg>
        <pc:spChg chg="del">
          <ac:chgData name="Arun Sunar" userId="3fa9774ca67c7ab5" providerId="LiveId" clId="{57564C0A-FF62-41AE-A0C9-EB7586ED90F5}" dt="2024-06-13T04:42:44.604" v="56" actId="478"/>
          <ac:spMkLst>
            <pc:docMk/>
            <pc:sldMk cId="215876148" sldId="295"/>
            <ac:spMk id="3" creationId="{5E5FC85F-E440-E084-9A18-D1C750917943}"/>
          </ac:spMkLst>
        </pc:spChg>
        <pc:graphicFrameChg chg="add mod modGraphic">
          <ac:chgData name="Arun Sunar" userId="3fa9774ca67c7ab5" providerId="LiveId" clId="{57564C0A-FF62-41AE-A0C9-EB7586ED90F5}" dt="2024-06-13T04:44:40.800" v="91" actId="108"/>
          <ac:graphicFrameMkLst>
            <pc:docMk/>
            <pc:sldMk cId="215876148" sldId="295"/>
            <ac:graphicFrameMk id="4" creationId="{354B52E2-5526-C900-9086-067928FBFAA0}"/>
          </ac:graphicFrameMkLst>
        </pc:graphicFrameChg>
      </pc:sldChg>
      <pc:sldChg chg="addSp delSp modSp new mod">
        <pc:chgData name="Arun Sunar" userId="3fa9774ca67c7ab5" providerId="LiveId" clId="{57564C0A-FF62-41AE-A0C9-EB7586ED90F5}" dt="2024-06-13T04:50:04.689" v="107" actId="20577"/>
        <pc:sldMkLst>
          <pc:docMk/>
          <pc:sldMk cId="194072877" sldId="296"/>
        </pc:sldMkLst>
        <pc:spChg chg="del">
          <ac:chgData name="Arun Sunar" userId="3fa9774ca67c7ab5" providerId="LiveId" clId="{57564C0A-FF62-41AE-A0C9-EB7586ED90F5}" dt="2024-06-13T04:48:34.473" v="99" actId="478"/>
          <ac:spMkLst>
            <pc:docMk/>
            <pc:sldMk cId="194072877" sldId="296"/>
            <ac:spMk id="2" creationId="{14DE62AD-E2C0-E811-7C0E-1B5BE44F241A}"/>
          </ac:spMkLst>
        </pc:spChg>
        <pc:spChg chg="del">
          <ac:chgData name="Arun Sunar" userId="3fa9774ca67c7ab5" providerId="LiveId" clId="{57564C0A-FF62-41AE-A0C9-EB7586ED90F5}" dt="2024-06-13T04:48:34.473" v="99" actId="478"/>
          <ac:spMkLst>
            <pc:docMk/>
            <pc:sldMk cId="194072877" sldId="296"/>
            <ac:spMk id="3" creationId="{BF03FD88-0664-F71E-0371-C2EA078E5F92}"/>
          </ac:spMkLst>
        </pc:spChg>
        <pc:spChg chg="add mod">
          <ac:chgData name="Arun Sunar" userId="3fa9774ca67c7ab5" providerId="LiveId" clId="{57564C0A-FF62-41AE-A0C9-EB7586ED90F5}" dt="2024-06-13T04:50:04.689" v="107" actId="20577"/>
          <ac:spMkLst>
            <pc:docMk/>
            <pc:sldMk cId="194072877" sldId="296"/>
            <ac:spMk id="9" creationId="{0BA24D47-26B1-CEBD-1E90-AF965CFB7050}"/>
          </ac:spMkLst>
        </pc:spChg>
        <pc:picChg chg="add mod">
          <ac:chgData name="Arun Sunar" userId="3fa9774ca67c7ab5" providerId="LiveId" clId="{57564C0A-FF62-41AE-A0C9-EB7586ED90F5}" dt="2024-06-13T04:48:38.960" v="101" actId="1076"/>
          <ac:picMkLst>
            <pc:docMk/>
            <pc:sldMk cId="194072877" sldId="296"/>
            <ac:picMk id="5" creationId="{07213C96-6FAA-1BB5-87B3-FB8E0211DD93}"/>
          </ac:picMkLst>
        </pc:picChg>
        <pc:picChg chg="add mod">
          <ac:chgData name="Arun Sunar" userId="3fa9774ca67c7ab5" providerId="LiveId" clId="{57564C0A-FF62-41AE-A0C9-EB7586ED90F5}" dt="2024-06-13T04:49:21.013" v="103" actId="1076"/>
          <ac:picMkLst>
            <pc:docMk/>
            <pc:sldMk cId="194072877" sldId="296"/>
            <ac:picMk id="7" creationId="{80FE281F-8B72-089E-8AF0-2461B518A1A9}"/>
          </ac:picMkLst>
        </pc:picChg>
      </pc:sldChg>
      <pc:sldChg chg="modSp new mod">
        <pc:chgData name="Arun Sunar" userId="3fa9774ca67c7ab5" providerId="LiveId" clId="{57564C0A-FF62-41AE-A0C9-EB7586ED90F5}" dt="2024-06-13T04:54:42.586" v="131"/>
        <pc:sldMkLst>
          <pc:docMk/>
          <pc:sldMk cId="2664246197" sldId="297"/>
        </pc:sldMkLst>
        <pc:spChg chg="mod">
          <ac:chgData name="Arun Sunar" userId="3fa9774ca67c7ab5" providerId="LiveId" clId="{57564C0A-FF62-41AE-A0C9-EB7586ED90F5}" dt="2024-06-13T04:53:33.337" v="123" actId="27636"/>
          <ac:spMkLst>
            <pc:docMk/>
            <pc:sldMk cId="2664246197" sldId="297"/>
            <ac:spMk id="2" creationId="{E8069319-397E-2B6F-21DF-D3B6E4E01F27}"/>
          </ac:spMkLst>
        </pc:spChg>
        <pc:spChg chg="mod">
          <ac:chgData name="Arun Sunar" userId="3fa9774ca67c7ab5" providerId="LiveId" clId="{57564C0A-FF62-41AE-A0C9-EB7586ED90F5}" dt="2024-06-13T04:54:42.586" v="131"/>
          <ac:spMkLst>
            <pc:docMk/>
            <pc:sldMk cId="2664246197" sldId="297"/>
            <ac:spMk id="3" creationId="{215C83B8-5B47-F3C2-A570-050585D33C64}"/>
          </ac:spMkLst>
        </pc:spChg>
      </pc:sldChg>
      <pc:sldChg chg="modSp new mod ord">
        <pc:chgData name="Arun Sunar" userId="3fa9774ca67c7ab5" providerId="LiveId" clId="{57564C0A-FF62-41AE-A0C9-EB7586ED90F5}" dt="2024-06-13T05:02:23.313" v="140"/>
        <pc:sldMkLst>
          <pc:docMk/>
          <pc:sldMk cId="2114586298" sldId="298"/>
        </pc:sldMkLst>
        <pc:spChg chg="mod">
          <ac:chgData name="Arun Sunar" userId="3fa9774ca67c7ab5" providerId="LiveId" clId="{57564C0A-FF62-41AE-A0C9-EB7586ED90F5}" dt="2024-06-13T05:02:23.313" v="140"/>
          <ac:spMkLst>
            <pc:docMk/>
            <pc:sldMk cId="2114586298" sldId="298"/>
            <ac:spMk id="2" creationId="{093D6C2D-4BEC-B1BB-CF79-A514F0467E55}"/>
          </ac:spMkLst>
        </pc:spChg>
        <pc:spChg chg="mod">
          <ac:chgData name="Arun Sunar" userId="3fa9774ca67c7ab5" providerId="LiveId" clId="{57564C0A-FF62-41AE-A0C9-EB7586ED90F5}" dt="2024-06-13T05:02:12.687" v="135"/>
          <ac:spMkLst>
            <pc:docMk/>
            <pc:sldMk cId="2114586298" sldId="298"/>
            <ac:spMk id="3" creationId="{48618B97-6936-DB34-C44E-1197A123C475}"/>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25196-9CAA-0E7A-AE86-D8DA2099729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05AAE9C-CD12-CA5D-4922-DBCA200D908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786E966-756D-BDB0-9CE3-098B189D40D3}"/>
              </a:ext>
            </a:extLst>
          </p:cNvPr>
          <p:cNvSpPr>
            <a:spLocks noGrp="1"/>
          </p:cNvSpPr>
          <p:nvPr>
            <p:ph type="dt" sz="half" idx="10"/>
          </p:nvPr>
        </p:nvSpPr>
        <p:spPr/>
        <p:txBody>
          <a:bodyPr/>
          <a:lstStyle/>
          <a:p>
            <a:fld id="{4759B553-1691-45CA-89EC-322602CF717F}" type="datetimeFigureOut">
              <a:rPr lang="en-IN" smtClean="0"/>
              <a:t>13-06-2024</a:t>
            </a:fld>
            <a:endParaRPr lang="en-IN"/>
          </a:p>
        </p:txBody>
      </p:sp>
      <p:sp>
        <p:nvSpPr>
          <p:cNvPr id="5" name="Footer Placeholder 4">
            <a:extLst>
              <a:ext uri="{FF2B5EF4-FFF2-40B4-BE49-F238E27FC236}">
                <a16:creationId xmlns:a16="http://schemas.microsoft.com/office/drawing/2014/main" id="{7A07BD92-7808-6F50-8331-5FAE1E6E9C6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670552-8026-93AF-8059-F5E5EB222351}"/>
              </a:ext>
            </a:extLst>
          </p:cNvPr>
          <p:cNvSpPr>
            <a:spLocks noGrp="1"/>
          </p:cNvSpPr>
          <p:nvPr>
            <p:ph type="sldNum" sz="quarter" idx="12"/>
          </p:nvPr>
        </p:nvSpPr>
        <p:spPr/>
        <p:txBody>
          <a:bodyPr/>
          <a:lstStyle/>
          <a:p>
            <a:fld id="{2F4D3190-BFE5-4532-A83B-166CE0ADF8BD}" type="slidenum">
              <a:rPr lang="en-IN" smtClean="0"/>
              <a:t>‹#›</a:t>
            </a:fld>
            <a:endParaRPr lang="en-IN"/>
          </a:p>
        </p:txBody>
      </p:sp>
    </p:spTree>
    <p:extLst>
      <p:ext uri="{BB962C8B-B14F-4D97-AF65-F5344CB8AC3E}">
        <p14:creationId xmlns:p14="http://schemas.microsoft.com/office/powerpoint/2010/main" val="27253347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35BE5-80B2-12D7-93E6-042A68BBCD7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541F88E-30D2-CA39-22DE-9DA964B4AD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1F4FC0D-8C43-6227-B8F9-AE73755EB5AF}"/>
              </a:ext>
            </a:extLst>
          </p:cNvPr>
          <p:cNvSpPr>
            <a:spLocks noGrp="1"/>
          </p:cNvSpPr>
          <p:nvPr>
            <p:ph type="dt" sz="half" idx="10"/>
          </p:nvPr>
        </p:nvSpPr>
        <p:spPr/>
        <p:txBody>
          <a:bodyPr/>
          <a:lstStyle/>
          <a:p>
            <a:fld id="{4759B553-1691-45CA-89EC-322602CF717F}" type="datetimeFigureOut">
              <a:rPr lang="en-IN" smtClean="0"/>
              <a:t>13-06-2024</a:t>
            </a:fld>
            <a:endParaRPr lang="en-IN"/>
          </a:p>
        </p:txBody>
      </p:sp>
      <p:sp>
        <p:nvSpPr>
          <p:cNvPr id="5" name="Footer Placeholder 4">
            <a:extLst>
              <a:ext uri="{FF2B5EF4-FFF2-40B4-BE49-F238E27FC236}">
                <a16:creationId xmlns:a16="http://schemas.microsoft.com/office/drawing/2014/main" id="{4EE8D41E-92BE-7FFD-ACB5-3222E7FE78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A408C36-4299-AADF-E081-0899BC451728}"/>
              </a:ext>
            </a:extLst>
          </p:cNvPr>
          <p:cNvSpPr>
            <a:spLocks noGrp="1"/>
          </p:cNvSpPr>
          <p:nvPr>
            <p:ph type="sldNum" sz="quarter" idx="12"/>
          </p:nvPr>
        </p:nvSpPr>
        <p:spPr/>
        <p:txBody>
          <a:bodyPr/>
          <a:lstStyle/>
          <a:p>
            <a:fld id="{2F4D3190-BFE5-4532-A83B-166CE0ADF8BD}" type="slidenum">
              <a:rPr lang="en-IN" smtClean="0"/>
              <a:t>‹#›</a:t>
            </a:fld>
            <a:endParaRPr lang="en-IN"/>
          </a:p>
        </p:txBody>
      </p:sp>
    </p:spTree>
    <p:extLst>
      <p:ext uri="{BB962C8B-B14F-4D97-AF65-F5344CB8AC3E}">
        <p14:creationId xmlns:p14="http://schemas.microsoft.com/office/powerpoint/2010/main" val="17441030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A4162-EF2D-C49C-9972-67A18E7DD6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4DA369F-1DFF-4E59-3D83-A4658874B8C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ED65B0-7591-7AD8-209C-F4F0AB8A6600}"/>
              </a:ext>
            </a:extLst>
          </p:cNvPr>
          <p:cNvSpPr>
            <a:spLocks noGrp="1"/>
          </p:cNvSpPr>
          <p:nvPr>
            <p:ph type="dt" sz="half" idx="10"/>
          </p:nvPr>
        </p:nvSpPr>
        <p:spPr/>
        <p:txBody>
          <a:bodyPr/>
          <a:lstStyle/>
          <a:p>
            <a:fld id="{4759B553-1691-45CA-89EC-322602CF717F}" type="datetimeFigureOut">
              <a:rPr lang="en-IN" smtClean="0"/>
              <a:t>13-06-2024</a:t>
            </a:fld>
            <a:endParaRPr lang="en-IN"/>
          </a:p>
        </p:txBody>
      </p:sp>
      <p:sp>
        <p:nvSpPr>
          <p:cNvPr id="5" name="Footer Placeholder 4">
            <a:extLst>
              <a:ext uri="{FF2B5EF4-FFF2-40B4-BE49-F238E27FC236}">
                <a16:creationId xmlns:a16="http://schemas.microsoft.com/office/drawing/2014/main" id="{2D67BD63-A3C1-05C1-6214-9A1B084B1B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06DB49-EC45-2F51-D9A4-04DEE19C0146}"/>
              </a:ext>
            </a:extLst>
          </p:cNvPr>
          <p:cNvSpPr>
            <a:spLocks noGrp="1"/>
          </p:cNvSpPr>
          <p:nvPr>
            <p:ph type="sldNum" sz="quarter" idx="12"/>
          </p:nvPr>
        </p:nvSpPr>
        <p:spPr/>
        <p:txBody>
          <a:bodyPr/>
          <a:lstStyle/>
          <a:p>
            <a:fld id="{2F4D3190-BFE5-4532-A83B-166CE0ADF8BD}" type="slidenum">
              <a:rPr lang="en-IN" smtClean="0"/>
              <a:t>‹#›</a:t>
            </a:fld>
            <a:endParaRPr lang="en-IN"/>
          </a:p>
        </p:txBody>
      </p:sp>
    </p:spTree>
    <p:extLst>
      <p:ext uri="{BB962C8B-B14F-4D97-AF65-F5344CB8AC3E}">
        <p14:creationId xmlns:p14="http://schemas.microsoft.com/office/powerpoint/2010/main" val="24804117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339E4-6A14-8A81-D330-4D38F1B391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848E6B7-A0A0-90BB-C409-55F2585EE35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0EA48A7-C22F-2D28-2B3D-CB3E78196D0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E6B93E4-2304-78C9-3C90-B277A6E8A32D}"/>
              </a:ext>
            </a:extLst>
          </p:cNvPr>
          <p:cNvSpPr>
            <a:spLocks noGrp="1"/>
          </p:cNvSpPr>
          <p:nvPr>
            <p:ph type="dt" sz="half" idx="10"/>
          </p:nvPr>
        </p:nvSpPr>
        <p:spPr/>
        <p:txBody>
          <a:bodyPr/>
          <a:lstStyle/>
          <a:p>
            <a:fld id="{4759B553-1691-45CA-89EC-322602CF717F}" type="datetimeFigureOut">
              <a:rPr lang="en-IN" smtClean="0"/>
              <a:t>13-06-2024</a:t>
            </a:fld>
            <a:endParaRPr lang="en-IN"/>
          </a:p>
        </p:txBody>
      </p:sp>
      <p:sp>
        <p:nvSpPr>
          <p:cNvPr id="6" name="Footer Placeholder 5">
            <a:extLst>
              <a:ext uri="{FF2B5EF4-FFF2-40B4-BE49-F238E27FC236}">
                <a16:creationId xmlns:a16="http://schemas.microsoft.com/office/drawing/2014/main" id="{205A90EE-DB31-5EC4-A70F-38653F4402A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969E85C-C32D-3B8C-D8CD-D14A90F6CB48}"/>
              </a:ext>
            </a:extLst>
          </p:cNvPr>
          <p:cNvSpPr>
            <a:spLocks noGrp="1"/>
          </p:cNvSpPr>
          <p:nvPr>
            <p:ph type="sldNum" sz="quarter" idx="12"/>
          </p:nvPr>
        </p:nvSpPr>
        <p:spPr/>
        <p:txBody>
          <a:bodyPr/>
          <a:lstStyle/>
          <a:p>
            <a:fld id="{2F4D3190-BFE5-4532-A83B-166CE0ADF8BD}" type="slidenum">
              <a:rPr lang="en-IN" smtClean="0"/>
              <a:t>‹#›</a:t>
            </a:fld>
            <a:endParaRPr lang="en-IN"/>
          </a:p>
        </p:txBody>
      </p:sp>
    </p:spTree>
    <p:extLst>
      <p:ext uri="{BB962C8B-B14F-4D97-AF65-F5344CB8AC3E}">
        <p14:creationId xmlns:p14="http://schemas.microsoft.com/office/powerpoint/2010/main" val="19869892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B0C58-4BF8-8950-832A-8B1B31D9C22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F462F7-B11F-C030-EC81-E6C655CBEBE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8E344F8-7EDA-9D4D-B228-BEF46F9BFCB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A507242-4FEF-767C-6D55-DCE99495B6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4634502-4167-1E9F-8C08-A3ADDBE0A93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B1A9AC9-9A24-4891-E71E-EB39B220E61C}"/>
              </a:ext>
            </a:extLst>
          </p:cNvPr>
          <p:cNvSpPr>
            <a:spLocks noGrp="1"/>
          </p:cNvSpPr>
          <p:nvPr>
            <p:ph type="dt" sz="half" idx="10"/>
          </p:nvPr>
        </p:nvSpPr>
        <p:spPr/>
        <p:txBody>
          <a:bodyPr/>
          <a:lstStyle/>
          <a:p>
            <a:fld id="{4759B553-1691-45CA-89EC-322602CF717F}" type="datetimeFigureOut">
              <a:rPr lang="en-IN" smtClean="0"/>
              <a:t>13-06-2024</a:t>
            </a:fld>
            <a:endParaRPr lang="en-IN"/>
          </a:p>
        </p:txBody>
      </p:sp>
      <p:sp>
        <p:nvSpPr>
          <p:cNvPr id="8" name="Footer Placeholder 7">
            <a:extLst>
              <a:ext uri="{FF2B5EF4-FFF2-40B4-BE49-F238E27FC236}">
                <a16:creationId xmlns:a16="http://schemas.microsoft.com/office/drawing/2014/main" id="{98BDC4C9-9792-04E7-3E86-813B049F2D5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CB0DB96-B569-18FF-8C53-3316D918F765}"/>
              </a:ext>
            </a:extLst>
          </p:cNvPr>
          <p:cNvSpPr>
            <a:spLocks noGrp="1"/>
          </p:cNvSpPr>
          <p:nvPr>
            <p:ph type="sldNum" sz="quarter" idx="12"/>
          </p:nvPr>
        </p:nvSpPr>
        <p:spPr/>
        <p:txBody>
          <a:bodyPr/>
          <a:lstStyle/>
          <a:p>
            <a:fld id="{2F4D3190-BFE5-4532-A83B-166CE0ADF8BD}" type="slidenum">
              <a:rPr lang="en-IN" smtClean="0"/>
              <a:t>‹#›</a:t>
            </a:fld>
            <a:endParaRPr lang="en-IN"/>
          </a:p>
        </p:txBody>
      </p:sp>
    </p:spTree>
    <p:extLst>
      <p:ext uri="{BB962C8B-B14F-4D97-AF65-F5344CB8AC3E}">
        <p14:creationId xmlns:p14="http://schemas.microsoft.com/office/powerpoint/2010/main" val="5752773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0FCA4-078A-1F6B-A6CE-551E599F3E1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3A46935-FEB3-5889-62D0-733D34747FA8}"/>
              </a:ext>
            </a:extLst>
          </p:cNvPr>
          <p:cNvSpPr>
            <a:spLocks noGrp="1"/>
          </p:cNvSpPr>
          <p:nvPr>
            <p:ph type="dt" sz="half" idx="10"/>
          </p:nvPr>
        </p:nvSpPr>
        <p:spPr/>
        <p:txBody>
          <a:bodyPr/>
          <a:lstStyle/>
          <a:p>
            <a:fld id="{4759B553-1691-45CA-89EC-322602CF717F}" type="datetimeFigureOut">
              <a:rPr lang="en-IN" smtClean="0"/>
              <a:t>13-06-2024</a:t>
            </a:fld>
            <a:endParaRPr lang="en-IN"/>
          </a:p>
        </p:txBody>
      </p:sp>
      <p:sp>
        <p:nvSpPr>
          <p:cNvPr id="4" name="Footer Placeholder 3">
            <a:extLst>
              <a:ext uri="{FF2B5EF4-FFF2-40B4-BE49-F238E27FC236}">
                <a16:creationId xmlns:a16="http://schemas.microsoft.com/office/drawing/2014/main" id="{E66FEF5F-682E-0453-F230-54EAD6402FC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3AB339F-B4FC-500D-891C-770E88ED75D7}"/>
              </a:ext>
            </a:extLst>
          </p:cNvPr>
          <p:cNvSpPr>
            <a:spLocks noGrp="1"/>
          </p:cNvSpPr>
          <p:nvPr>
            <p:ph type="sldNum" sz="quarter" idx="12"/>
          </p:nvPr>
        </p:nvSpPr>
        <p:spPr/>
        <p:txBody>
          <a:bodyPr/>
          <a:lstStyle/>
          <a:p>
            <a:fld id="{2F4D3190-BFE5-4532-A83B-166CE0ADF8BD}" type="slidenum">
              <a:rPr lang="en-IN" smtClean="0"/>
              <a:t>‹#›</a:t>
            </a:fld>
            <a:endParaRPr lang="en-IN"/>
          </a:p>
        </p:txBody>
      </p:sp>
    </p:spTree>
    <p:extLst>
      <p:ext uri="{BB962C8B-B14F-4D97-AF65-F5344CB8AC3E}">
        <p14:creationId xmlns:p14="http://schemas.microsoft.com/office/powerpoint/2010/main" val="41116452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6B5DD0-6457-8B86-7937-8A250E0E079C}"/>
              </a:ext>
            </a:extLst>
          </p:cNvPr>
          <p:cNvSpPr>
            <a:spLocks noGrp="1"/>
          </p:cNvSpPr>
          <p:nvPr>
            <p:ph type="dt" sz="half" idx="10"/>
          </p:nvPr>
        </p:nvSpPr>
        <p:spPr/>
        <p:txBody>
          <a:bodyPr/>
          <a:lstStyle/>
          <a:p>
            <a:fld id="{4759B553-1691-45CA-89EC-322602CF717F}" type="datetimeFigureOut">
              <a:rPr lang="en-IN" smtClean="0"/>
              <a:t>13-06-2024</a:t>
            </a:fld>
            <a:endParaRPr lang="en-IN"/>
          </a:p>
        </p:txBody>
      </p:sp>
      <p:sp>
        <p:nvSpPr>
          <p:cNvPr id="3" name="Footer Placeholder 2">
            <a:extLst>
              <a:ext uri="{FF2B5EF4-FFF2-40B4-BE49-F238E27FC236}">
                <a16:creationId xmlns:a16="http://schemas.microsoft.com/office/drawing/2014/main" id="{D5A08369-5B6C-950D-A761-2E340950AA1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7D09CB9-ABFE-E445-D239-DE738ACCB7E1}"/>
              </a:ext>
            </a:extLst>
          </p:cNvPr>
          <p:cNvSpPr>
            <a:spLocks noGrp="1"/>
          </p:cNvSpPr>
          <p:nvPr>
            <p:ph type="sldNum" sz="quarter" idx="12"/>
          </p:nvPr>
        </p:nvSpPr>
        <p:spPr/>
        <p:txBody>
          <a:bodyPr/>
          <a:lstStyle/>
          <a:p>
            <a:fld id="{2F4D3190-BFE5-4532-A83B-166CE0ADF8BD}" type="slidenum">
              <a:rPr lang="en-IN" smtClean="0"/>
              <a:t>‹#›</a:t>
            </a:fld>
            <a:endParaRPr lang="en-IN"/>
          </a:p>
        </p:txBody>
      </p:sp>
    </p:spTree>
    <p:extLst>
      <p:ext uri="{BB962C8B-B14F-4D97-AF65-F5344CB8AC3E}">
        <p14:creationId xmlns:p14="http://schemas.microsoft.com/office/powerpoint/2010/main" val="17318392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9D63E-09DD-7CAC-3BF8-1C4D086CE3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9D4A691-22B2-56AD-7033-1681A933FCA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63E04A9-556E-46C3-5C34-1BF5B24ED4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EA3E82-70DD-F648-0FD8-907051467005}"/>
              </a:ext>
            </a:extLst>
          </p:cNvPr>
          <p:cNvSpPr>
            <a:spLocks noGrp="1"/>
          </p:cNvSpPr>
          <p:nvPr>
            <p:ph type="dt" sz="half" idx="10"/>
          </p:nvPr>
        </p:nvSpPr>
        <p:spPr/>
        <p:txBody>
          <a:bodyPr/>
          <a:lstStyle/>
          <a:p>
            <a:fld id="{4759B553-1691-45CA-89EC-322602CF717F}" type="datetimeFigureOut">
              <a:rPr lang="en-IN" smtClean="0"/>
              <a:t>13-06-2024</a:t>
            </a:fld>
            <a:endParaRPr lang="en-IN"/>
          </a:p>
        </p:txBody>
      </p:sp>
      <p:sp>
        <p:nvSpPr>
          <p:cNvPr id="6" name="Footer Placeholder 5">
            <a:extLst>
              <a:ext uri="{FF2B5EF4-FFF2-40B4-BE49-F238E27FC236}">
                <a16:creationId xmlns:a16="http://schemas.microsoft.com/office/drawing/2014/main" id="{528DE269-A863-F84D-DCBA-A2A5B03E993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0435950-2D0B-951B-1FF1-88330AC39884}"/>
              </a:ext>
            </a:extLst>
          </p:cNvPr>
          <p:cNvSpPr>
            <a:spLocks noGrp="1"/>
          </p:cNvSpPr>
          <p:nvPr>
            <p:ph type="sldNum" sz="quarter" idx="12"/>
          </p:nvPr>
        </p:nvSpPr>
        <p:spPr/>
        <p:txBody>
          <a:bodyPr/>
          <a:lstStyle/>
          <a:p>
            <a:fld id="{2F4D3190-BFE5-4532-A83B-166CE0ADF8BD}" type="slidenum">
              <a:rPr lang="en-IN" smtClean="0"/>
              <a:t>‹#›</a:t>
            </a:fld>
            <a:endParaRPr lang="en-IN"/>
          </a:p>
        </p:txBody>
      </p:sp>
    </p:spTree>
    <p:extLst>
      <p:ext uri="{BB962C8B-B14F-4D97-AF65-F5344CB8AC3E}">
        <p14:creationId xmlns:p14="http://schemas.microsoft.com/office/powerpoint/2010/main" val="15556731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AFEF6-75FB-F323-1478-A3161D1CAE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FCC03C9-FB05-2E4E-0DAA-DFB31E3D90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BD1F3BC-2B72-F354-2B8C-7399204858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EC4690-1559-C87B-2930-D7FE9E0B041A}"/>
              </a:ext>
            </a:extLst>
          </p:cNvPr>
          <p:cNvSpPr>
            <a:spLocks noGrp="1"/>
          </p:cNvSpPr>
          <p:nvPr>
            <p:ph type="dt" sz="half" idx="10"/>
          </p:nvPr>
        </p:nvSpPr>
        <p:spPr/>
        <p:txBody>
          <a:bodyPr/>
          <a:lstStyle/>
          <a:p>
            <a:fld id="{4759B553-1691-45CA-89EC-322602CF717F}" type="datetimeFigureOut">
              <a:rPr lang="en-IN" smtClean="0"/>
              <a:t>13-06-2024</a:t>
            </a:fld>
            <a:endParaRPr lang="en-IN"/>
          </a:p>
        </p:txBody>
      </p:sp>
      <p:sp>
        <p:nvSpPr>
          <p:cNvPr id="6" name="Footer Placeholder 5">
            <a:extLst>
              <a:ext uri="{FF2B5EF4-FFF2-40B4-BE49-F238E27FC236}">
                <a16:creationId xmlns:a16="http://schemas.microsoft.com/office/drawing/2014/main" id="{A1E2C77D-221F-AC5B-745A-5119B9A007C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31B6B7A-0BCA-187E-3B6D-D50670118348}"/>
              </a:ext>
            </a:extLst>
          </p:cNvPr>
          <p:cNvSpPr>
            <a:spLocks noGrp="1"/>
          </p:cNvSpPr>
          <p:nvPr>
            <p:ph type="sldNum" sz="quarter" idx="12"/>
          </p:nvPr>
        </p:nvSpPr>
        <p:spPr/>
        <p:txBody>
          <a:bodyPr/>
          <a:lstStyle/>
          <a:p>
            <a:fld id="{2F4D3190-BFE5-4532-A83B-166CE0ADF8BD}" type="slidenum">
              <a:rPr lang="en-IN" smtClean="0"/>
              <a:t>‹#›</a:t>
            </a:fld>
            <a:endParaRPr lang="en-IN"/>
          </a:p>
        </p:txBody>
      </p:sp>
    </p:spTree>
    <p:extLst>
      <p:ext uri="{BB962C8B-B14F-4D97-AF65-F5344CB8AC3E}">
        <p14:creationId xmlns:p14="http://schemas.microsoft.com/office/powerpoint/2010/main" val="34181780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3E3A2-93DE-ABB8-C97B-FDC7C5B0F8F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4D40678-7152-A339-9ABA-A7BF4B5A7CF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6C53291-31D7-F7B9-C981-F4961F6FF658}"/>
              </a:ext>
            </a:extLst>
          </p:cNvPr>
          <p:cNvSpPr>
            <a:spLocks noGrp="1"/>
          </p:cNvSpPr>
          <p:nvPr>
            <p:ph type="dt" sz="half" idx="10"/>
          </p:nvPr>
        </p:nvSpPr>
        <p:spPr/>
        <p:txBody>
          <a:bodyPr/>
          <a:lstStyle/>
          <a:p>
            <a:fld id="{4759B553-1691-45CA-89EC-322602CF717F}" type="datetimeFigureOut">
              <a:rPr lang="en-IN" smtClean="0"/>
              <a:t>13-06-2024</a:t>
            </a:fld>
            <a:endParaRPr lang="en-IN"/>
          </a:p>
        </p:txBody>
      </p:sp>
      <p:sp>
        <p:nvSpPr>
          <p:cNvPr id="5" name="Footer Placeholder 4">
            <a:extLst>
              <a:ext uri="{FF2B5EF4-FFF2-40B4-BE49-F238E27FC236}">
                <a16:creationId xmlns:a16="http://schemas.microsoft.com/office/drawing/2014/main" id="{E34EBA39-D1C2-E6AA-C1B5-90BC941D63D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F6E0241-F010-04EF-564D-6BE117F8045F}"/>
              </a:ext>
            </a:extLst>
          </p:cNvPr>
          <p:cNvSpPr>
            <a:spLocks noGrp="1"/>
          </p:cNvSpPr>
          <p:nvPr>
            <p:ph type="sldNum" sz="quarter" idx="12"/>
          </p:nvPr>
        </p:nvSpPr>
        <p:spPr/>
        <p:txBody>
          <a:bodyPr/>
          <a:lstStyle/>
          <a:p>
            <a:fld id="{2F4D3190-BFE5-4532-A83B-166CE0ADF8BD}" type="slidenum">
              <a:rPr lang="en-IN" smtClean="0"/>
              <a:t>‹#›</a:t>
            </a:fld>
            <a:endParaRPr lang="en-IN"/>
          </a:p>
        </p:txBody>
      </p:sp>
    </p:spTree>
    <p:extLst>
      <p:ext uri="{BB962C8B-B14F-4D97-AF65-F5344CB8AC3E}">
        <p14:creationId xmlns:p14="http://schemas.microsoft.com/office/powerpoint/2010/main" val="38915691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08AEBF-6AAE-3BF9-1D52-CE08C2284B3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2E7746D-584A-C5FF-C1C3-38BBE267814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7AE35E-9808-8D91-2AA9-7994826A42EE}"/>
              </a:ext>
            </a:extLst>
          </p:cNvPr>
          <p:cNvSpPr>
            <a:spLocks noGrp="1"/>
          </p:cNvSpPr>
          <p:nvPr>
            <p:ph type="dt" sz="half" idx="10"/>
          </p:nvPr>
        </p:nvSpPr>
        <p:spPr/>
        <p:txBody>
          <a:bodyPr/>
          <a:lstStyle/>
          <a:p>
            <a:fld id="{4759B553-1691-45CA-89EC-322602CF717F}" type="datetimeFigureOut">
              <a:rPr lang="en-IN" smtClean="0"/>
              <a:t>13-06-2024</a:t>
            </a:fld>
            <a:endParaRPr lang="en-IN"/>
          </a:p>
        </p:txBody>
      </p:sp>
      <p:sp>
        <p:nvSpPr>
          <p:cNvPr id="5" name="Footer Placeholder 4">
            <a:extLst>
              <a:ext uri="{FF2B5EF4-FFF2-40B4-BE49-F238E27FC236}">
                <a16:creationId xmlns:a16="http://schemas.microsoft.com/office/drawing/2014/main" id="{8420AEBB-46D0-1AA4-6FD6-BE758EF3E8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6ABF01-5A0D-702D-0F49-6BBC83CE1844}"/>
              </a:ext>
            </a:extLst>
          </p:cNvPr>
          <p:cNvSpPr>
            <a:spLocks noGrp="1"/>
          </p:cNvSpPr>
          <p:nvPr>
            <p:ph type="sldNum" sz="quarter" idx="12"/>
          </p:nvPr>
        </p:nvSpPr>
        <p:spPr/>
        <p:txBody>
          <a:bodyPr/>
          <a:lstStyle/>
          <a:p>
            <a:fld id="{2F4D3190-BFE5-4532-A83B-166CE0ADF8BD}" type="slidenum">
              <a:rPr lang="en-IN" smtClean="0"/>
              <a:t>‹#›</a:t>
            </a:fld>
            <a:endParaRPr lang="en-IN"/>
          </a:p>
        </p:txBody>
      </p:sp>
    </p:spTree>
    <p:extLst>
      <p:ext uri="{BB962C8B-B14F-4D97-AF65-F5344CB8AC3E}">
        <p14:creationId xmlns:p14="http://schemas.microsoft.com/office/powerpoint/2010/main" val="28821077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A70A4D-5D1E-EB7C-C5F8-B0D0A6A6010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7E58B2-B6E1-F211-285D-3BB2ED7910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9A1C9C6-CDB1-7821-59EE-E972B9D0AC6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59B553-1691-45CA-89EC-322602CF717F}" type="datetimeFigureOut">
              <a:rPr lang="en-IN" smtClean="0"/>
              <a:t>13-06-2024</a:t>
            </a:fld>
            <a:endParaRPr lang="en-IN"/>
          </a:p>
        </p:txBody>
      </p:sp>
      <p:sp>
        <p:nvSpPr>
          <p:cNvPr id="5" name="Footer Placeholder 4">
            <a:extLst>
              <a:ext uri="{FF2B5EF4-FFF2-40B4-BE49-F238E27FC236}">
                <a16:creationId xmlns:a16="http://schemas.microsoft.com/office/drawing/2014/main" id="{3CB51536-65E4-BB2F-3CAE-A5660697D08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788EA97-3F9E-5061-9CBE-81BA4316C9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4D3190-BFE5-4532-A83B-166CE0ADF8BD}" type="slidenum">
              <a:rPr lang="en-IN" smtClean="0"/>
              <a:t>‹#›</a:t>
            </a:fld>
            <a:endParaRPr lang="en-IN"/>
          </a:p>
        </p:txBody>
      </p:sp>
    </p:spTree>
    <p:extLst>
      <p:ext uri="{BB962C8B-B14F-4D97-AF65-F5344CB8AC3E}">
        <p14:creationId xmlns:p14="http://schemas.microsoft.com/office/powerpoint/2010/main" val="10631836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codenotfound.com/spring-batch-tasklet-example.html"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hyperlink" Target="https://howtodoinjava.com/spring-batch/spring-batch-event-listeners/" TargetMode="External"/></Relationships>
</file>

<file path=ppt/slides/_rels/slide4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www.toptal.com/spring/spring-batch-tutorial#:~:text=Each%20run%20of%20a%20JobInstance,one%20or%20more%20Step%20s." TargetMode="External"/><Relationship Id="rId2" Type="http://schemas.openxmlformats.org/officeDocument/2006/relationships/hyperlink" Target="https://javatechonline.com/spring-batch-tutorial/" TargetMode="External"/><Relationship Id="rId1" Type="http://schemas.openxmlformats.org/officeDocument/2006/relationships/slideLayout" Target="../slideLayouts/slideLayout2.xml"/><Relationship Id="rId6" Type="http://schemas.openxmlformats.org/officeDocument/2006/relationships/hyperlink" Target="https://alexandreesl.com/tag/jobrepository/" TargetMode="External"/><Relationship Id="rId5" Type="http://schemas.openxmlformats.org/officeDocument/2006/relationships/hyperlink" Target="https://docs.spring.io/spring-batch/reference/step/chunk-oriented-processing/intercepting-execution.html" TargetMode="External"/><Relationship Id="rId4" Type="http://schemas.openxmlformats.org/officeDocument/2006/relationships/hyperlink" Target="https://www.toptal.com/spring/spring-batch-tutoria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D6C2D-4BEC-B1BB-CF79-A514F0467E55}"/>
              </a:ext>
            </a:extLst>
          </p:cNvPr>
          <p:cNvSpPr>
            <a:spLocks noGrp="1"/>
          </p:cNvSpPr>
          <p:nvPr>
            <p:ph type="title"/>
          </p:nvPr>
        </p:nvSpPr>
        <p:spPr/>
        <p:txBody>
          <a:bodyPr/>
          <a:lstStyle/>
          <a:p>
            <a:r>
              <a:rPr lang="en-IN" dirty="0"/>
              <a:t>Batch processing </a:t>
            </a:r>
          </a:p>
        </p:txBody>
      </p:sp>
      <p:sp>
        <p:nvSpPr>
          <p:cNvPr id="3" name="Content Placeholder 2">
            <a:extLst>
              <a:ext uri="{FF2B5EF4-FFF2-40B4-BE49-F238E27FC236}">
                <a16:creationId xmlns:a16="http://schemas.microsoft.com/office/drawing/2014/main" id="{48618B97-6936-DB34-C44E-1197A123C475}"/>
              </a:ext>
            </a:extLst>
          </p:cNvPr>
          <p:cNvSpPr>
            <a:spLocks noGrp="1"/>
          </p:cNvSpPr>
          <p:nvPr>
            <p:ph idx="1"/>
          </p:nvPr>
        </p:nvSpPr>
        <p:spPr/>
        <p:txBody>
          <a:bodyPr/>
          <a:lstStyle/>
          <a:p>
            <a:r>
              <a:rPr lang="en-US" b="0" i="0" dirty="0">
                <a:solidFill>
                  <a:srgbClr val="001D35"/>
                </a:solidFill>
                <a:effectLst/>
                <a:highlight>
                  <a:srgbClr val="FFFFFF"/>
                </a:highlight>
                <a:latin typeface="Google Sans"/>
              </a:rPr>
              <a:t>Batch processing is the automated processing of large amounts of data without human intervention. It is an efficient way to process data that is too large or complex to be processed in real time.</a:t>
            </a:r>
            <a:endParaRPr lang="en-IN" dirty="0"/>
          </a:p>
        </p:txBody>
      </p:sp>
    </p:spTree>
    <p:extLst>
      <p:ext uri="{BB962C8B-B14F-4D97-AF65-F5344CB8AC3E}">
        <p14:creationId xmlns:p14="http://schemas.microsoft.com/office/powerpoint/2010/main" val="21145862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8441ECF-B28B-A6E1-0BCA-4F99B5235A06}"/>
              </a:ext>
            </a:extLst>
          </p:cNvPr>
          <p:cNvPicPr>
            <a:picLocks noChangeAspect="1"/>
          </p:cNvPicPr>
          <p:nvPr/>
        </p:nvPicPr>
        <p:blipFill>
          <a:blip r:embed="rId2"/>
          <a:stretch>
            <a:fillRect/>
          </a:stretch>
        </p:blipFill>
        <p:spPr>
          <a:xfrm>
            <a:off x="1185862" y="590550"/>
            <a:ext cx="9820275" cy="5676900"/>
          </a:xfrm>
          <a:prstGeom prst="rect">
            <a:avLst/>
          </a:prstGeom>
        </p:spPr>
      </p:pic>
    </p:spTree>
    <p:extLst>
      <p:ext uri="{BB962C8B-B14F-4D97-AF65-F5344CB8AC3E}">
        <p14:creationId xmlns:p14="http://schemas.microsoft.com/office/powerpoint/2010/main" val="15359369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pring Batch Tutorial: Key Concepts and Terminology">
            <a:extLst>
              <a:ext uri="{FF2B5EF4-FFF2-40B4-BE49-F238E27FC236}">
                <a16:creationId xmlns:a16="http://schemas.microsoft.com/office/drawing/2014/main" id="{7F54D27C-851D-E054-CA5D-860BBEDE4D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3588" y="0"/>
            <a:ext cx="1066482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65205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C3E6A-A5B6-7743-C218-7508D22C4D8E}"/>
              </a:ext>
            </a:extLst>
          </p:cNvPr>
          <p:cNvSpPr>
            <a:spLocks noGrp="1"/>
          </p:cNvSpPr>
          <p:nvPr>
            <p:ph type="ctrTitle"/>
          </p:nvPr>
        </p:nvSpPr>
        <p:spPr>
          <a:xfrm>
            <a:off x="1272074" y="485192"/>
            <a:ext cx="9144000" cy="933062"/>
          </a:xfrm>
        </p:spPr>
        <p:txBody>
          <a:bodyPr>
            <a:normAutofit/>
          </a:bodyPr>
          <a:lstStyle/>
          <a:p>
            <a:pPr algn="l"/>
            <a:r>
              <a:rPr lang="en-IN" b="1" i="0" dirty="0">
                <a:effectLst/>
                <a:latin typeface="Inter"/>
              </a:rPr>
              <a:t>What Is Spring Batch</a:t>
            </a:r>
            <a:endParaRPr lang="en-IN" dirty="0"/>
          </a:p>
        </p:txBody>
      </p:sp>
      <p:sp>
        <p:nvSpPr>
          <p:cNvPr id="3" name="Subtitle 2">
            <a:extLst>
              <a:ext uri="{FF2B5EF4-FFF2-40B4-BE49-F238E27FC236}">
                <a16:creationId xmlns:a16="http://schemas.microsoft.com/office/drawing/2014/main" id="{74A110D5-8659-1198-CCFF-89B27C80CC3F}"/>
              </a:ext>
            </a:extLst>
          </p:cNvPr>
          <p:cNvSpPr>
            <a:spLocks noGrp="1"/>
          </p:cNvSpPr>
          <p:nvPr>
            <p:ph type="subTitle" idx="1"/>
          </p:nvPr>
        </p:nvSpPr>
        <p:spPr>
          <a:xfrm>
            <a:off x="273697" y="1698171"/>
            <a:ext cx="9144000" cy="4674637"/>
          </a:xfrm>
        </p:spPr>
        <p:txBody>
          <a:bodyPr/>
          <a:lstStyle/>
          <a:p>
            <a:pPr algn="l"/>
            <a:r>
              <a:rPr lang="en-US" b="0" i="0" dirty="0">
                <a:solidFill>
                  <a:srgbClr val="828282"/>
                </a:solidFill>
                <a:effectLst/>
                <a:latin typeface="system-ui"/>
              </a:rPr>
              <a:t>A batch job is a computer program or set of programs processed in batch mode. This means that a sequence of commands to be executed by the operating system is listed in a file (often called a batch file, command file, or shell script) and submitted for execution as a single unit.</a:t>
            </a:r>
          </a:p>
          <a:p>
            <a:pPr algn="l"/>
            <a:r>
              <a:rPr lang="en-US" b="0" i="0" dirty="0">
                <a:solidFill>
                  <a:srgbClr val="828282"/>
                </a:solidFill>
                <a:effectLst/>
                <a:latin typeface="system-ui"/>
              </a:rPr>
              <a:t>A batch job reads input data, processes the input data, and writes the processed data to </a:t>
            </a:r>
          </a:p>
          <a:p>
            <a:pPr algn="l"/>
            <a:r>
              <a:rPr lang="en-US" b="0" i="0" dirty="0">
                <a:solidFill>
                  <a:srgbClr val="828282"/>
                </a:solidFill>
                <a:effectLst/>
                <a:latin typeface="system-ui"/>
              </a:rPr>
              <a:t>the configured output.</a:t>
            </a:r>
          </a:p>
          <a:p>
            <a:pPr algn="l"/>
            <a:endParaRPr lang="en-IN" dirty="0"/>
          </a:p>
        </p:txBody>
      </p:sp>
    </p:spTree>
    <p:extLst>
      <p:ext uri="{BB962C8B-B14F-4D97-AF65-F5344CB8AC3E}">
        <p14:creationId xmlns:p14="http://schemas.microsoft.com/office/powerpoint/2010/main" val="31467377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940D6-75DB-B565-60FC-296E9307BA4E}"/>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9B7A091E-9857-D42B-E987-42DCE5DC0FA6}"/>
              </a:ext>
            </a:extLst>
          </p:cNvPr>
          <p:cNvPicPr>
            <a:picLocks noGrp="1" noChangeAspect="1"/>
          </p:cNvPicPr>
          <p:nvPr>
            <p:ph idx="1"/>
          </p:nvPr>
        </p:nvPicPr>
        <p:blipFill>
          <a:blip r:embed="rId2"/>
          <a:stretch>
            <a:fillRect/>
          </a:stretch>
        </p:blipFill>
        <p:spPr>
          <a:xfrm>
            <a:off x="1075666" y="2411642"/>
            <a:ext cx="7148179" cy="2034716"/>
          </a:xfrm>
        </p:spPr>
      </p:pic>
    </p:spTree>
    <p:extLst>
      <p:ext uri="{BB962C8B-B14F-4D97-AF65-F5344CB8AC3E}">
        <p14:creationId xmlns:p14="http://schemas.microsoft.com/office/powerpoint/2010/main" val="24463424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7C92B51A-DE27-7B6D-F58D-446636BDB988}"/>
              </a:ext>
            </a:extLst>
          </p:cNvPr>
          <p:cNvSpPr>
            <a:spLocks noGrp="1"/>
          </p:cNvSpPr>
          <p:nvPr>
            <p:ph idx="1"/>
          </p:nvPr>
        </p:nvSpPr>
        <p:spPr>
          <a:xfrm>
            <a:off x="838200" y="559837"/>
            <a:ext cx="10515600" cy="5617126"/>
          </a:xfrm>
        </p:spPr>
        <p:txBody>
          <a:bodyPr/>
          <a:lstStyle/>
          <a:p>
            <a:r>
              <a:rPr lang="en-US" b="0" i="0" dirty="0">
                <a:solidFill>
                  <a:srgbClr val="828282"/>
                </a:solidFill>
                <a:effectLst/>
                <a:latin typeface="system-ui"/>
              </a:rPr>
              <a:t>A batch job consists of one or more steps. Each step is responsible of completing one logical task. Every step reads input data, processes the input data, and writes the processed data to the configured output. If the batch job has more than one step, the output of a step is often used as an input of the next step.</a:t>
            </a:r>
          </a:p>
          <a:p>
            <a:endParaRPr lang="en-IN" dirty="0"/>
          </a:p>
        </p:txBody>
      </p:sp>
      <p:pic>
        <p:nvPicPr>
          <p:cNvPr id="7" name="Picture 6">
            <a:extLst>
              <a:ext uri="{FF2B5EF4-FFF2-40B4-BE49-F238E27FC236}">
                <a16:creationId xmlns:a16="http://schemas.microsoft.com/office/drawing/2014/main" id="{32D1974F-EFDE-34ED-6CFB-8CC483187D48}"/>
              </a:ext>
            </a:extLst>
          </p:cNvPr>
          <p:cNvPicPr>
            <a:picLocks noChangeAspect="1"/>
          </p:cNvPicPr>
          <p:nvPr/>
        </p:nvPicPr>
        <p:blipFill>
          <a:blip r:embed="rId2"/>
          <a:stretch>
            <a:fillRect/>
          </a:stretch>
        </p:blipFill>
        <p:spPr>
          <a:xfrm>
            <a:off x="702050" y="2710181"/>
            <a:ext cx="7186283" cy="2949196"/>
          </a:xfrm>
          <a:prstGeom prst="rect">
            <a:avLst/>
          </a:prstGeom>
        </p:spPr>
      </p:pic>
    </p:spTree>
    <p:extLst>
      <p:ext uri="{BB962C8B-B14F-4D97-AF65-F5344CB8AC3E}">
        <p14:creationId xmlns:p14="http://schemas.microsoft.com/office/powerpoint/2010/main" val="41340616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64349-AD40-EDAA-46AD-FACB4E8D5D21}"/>
              </a:ext>
            </a:extLst>
          </p:cNvPr>
          <p:cNvSpPr>
            <a:spLocks noGrp="1"/>
          </p:cNvSpPr>
          <p:nvPr>
            <p:ph type="title"/>
          </p:nvPr>
        </p:nvSpPr>
        <p:spPr/>
        <p:txBody>
          <a:bodyPr>
            <a:normAutofit/>
          </a:bodyPr>
          <a:lstStyle/>
          <a:p>
            <a:r>
              <a:rPr lang="en-US" b="0" i="0" dirty="0">
                <a:effectLst/>
                <a:latin typeface="content-sans-serif-font"/>
              </a:rPr>
              <a:t>What is Job launcher in Spring Batch framework</a:t>
            </a:r>
            <a:endParaRPr lang="en-IN" dirty="0"/>
          </a:p>
        </p:txBody>
      </p:sp>
      <p:sp>
        <p:nvSpPr>
          <p:cNvPr id="3" name="Content Placeholder 2">
            <a:extLst>
              <a:ext uri="{FF2B5EF4-FFF2-40B4-BE49-F238E27FC236}">
                <a16:creationId xmlns:a16="http://schemas.microsoft.com/office/drawing/2014/main" id="{1EEC55D7-2214-41CD-31A0-C5636FE3E69E}"/>
              </a:ext>
            </a:extLst>
          </p:cNvPr>
          <p:cNvSpPr>
            <a:spLocks noGrp="1"/>
          </p:cNvSpPr>
          <p:nvPr>
            <p:ph idx="1"/>
          </p:nvPr>
        </p:nvSpPr>
        <p:spPr/>
        <p:txBody>
          <a:bodyPr/>
          <a:lstStyle/>
          <a:p>
            <a:r>
              <a:rPr lang="en-US" dirty="0" err="1"/>
              <a:t>JobLauncher</a:t>
            </a:r>
            <a:r>
              <a:rPr lang="en-US" dirty="0"/>
              <a:t> represents a simple interface for launching a Job with a given set of </a:t>
            </a:r>
            <a:r>
              <a:rPr lang="en-US" dirty="0" err="1"/>
              <a:t>JobParameters</a:t>
            </a:r>
            <a:r>
              <a:rPr lang="en-US" dirty="0"/>
              <a:t>.</a:t>
            </a:r>
          </a:p>
          <a:p>
            <a:r>
              <a:rPr lang="en-US" dirty="0"/>
              <a:t>The </a:t>
            </a:r>
            <a:r>
              <a:rPr lang="en-US" dirty="0" err="1"/>
              <a:t>JobLauncher</a:t>
            </a:r>
            <a:r>
              <a:rPr lang="en-US" dirty="0"/>
              <a:t> interface has a single method called run(), which is used to launch a specific job along with its parameters.</a:t>
            </a:r>
          </a:p>
          <a:p>
            <a:endParaRPr lang="en-US" dirty="0"/>
          </a:p>
          <a:p>
            <a:r>
              <a:rPr lang="en-IN" b="1" i="0" dirty="0">
                <a:solidFill>
                  <a:srgbClr val="000080"/>
                </a:solidFill>
                <a:effectLst/>
                <a:latin typeface="inherit"/>
              </a:rPr>
              <a:t>Job Launcher</a:t>
            </a:r>
            <a:endParaRPr lang="en-IN" b="1" i="0" dirty="0">
              <a:solidFill>
                <a:srgbClr val="3D3D3D"/>
              </a:solidFill>
              <a:effectLst/>
              <a:latin typeface="Segoe UI" panose="020B0502040204020203" pitchFamily="34" charset="0"/>
            </a:endParaRPr>
          </a:p>
          <a:p>
            <a:r>
              <a:rPr lang="en-US" dirty="0"/>
              <a:t>The entire job starts execution using a Job Launcher, which may pass job parameters to the job. Many enterprises prefer to launch jobs using a scheduler.</a:t>
            </a:r>
            <a:endParaRPr lang="en-IN" dirty="0"/>
          </a:p>
        </p:txBody>
      </p:sp>
    </p:spTree>
    <p:extLst>
      <p:ext uri="{BB962C8B-B14F-4D97-AF65-F5344CB8AC3E}">
        <p14:creationId xmlns:p14="http://schemas.microsoft.com/office/powerpoint/2010/main" val="18216586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64349-AD40-EDAA-46AD-FACB4E8D5D21}"/>
              </a:ext>
            </a:extLst>
          </p:cNvPr>
          <p:cNvSpPr>
            <a:spLocks noGrp="1"/>
          </p:cNvSpPr>
          <p:nvPr>
            <p:ph type="title"/>
          </p:nvPr>
        </p:nvSpPr>
        <p:spPr/>
        <p:txBody>
          <a:bodyPr>
            <a:normAutofit/>
          </a:bodyPr>
          <a:lstStyle/>
          <a:p>
            <a:r>
              <a:rPr lang="en-US" b="0" i="0" dirty="0">
                <a:effectLst/>
                <a:latin typeface="content-sans-serif-font"/>
              </a:rPr>
              <a:t>Job</a:t>
            </a:r>
            <a:endParaRPr lang="en-IN" dirty="0"/>
          </a:p>
        </p:txBody>
      </p:sp>
      <p:sp>
        <p:nvSpPr>
          <p:cNvPr id="3" name="Content Placeholder 2">
            <a:extLst>
              <a:ext uri="{FF2B5EF4-FFF2-40B4-BE49-F238E27FC236}">
                <a16:creationId xmlns:a16="http://schemas.microsoft.com/office/drawing/2014/main" id="{1EEC55D7-2214-41CD-31A0-C5636FE3E69E}"/>
              </a:ext>
            </a:extLst>
          </p:cNvPr>
          <p:cNvSpPr>
            <a:spLocks noGrp="1"/>
          </p:cNvSpPr>
          <p:nvPr>
            <p:ph idx="1"/>
          </p:nvPr>
        </p:nvSpPr>
        <p:spPr/>
        <p:txBody>
          <a:bodyPr/>
          <a:lstStyle/>
          <a:p>
            <a:r>
              <a:rPr lang="en-US" dirty="0"/>
              <a:t>A job represents the entire batch process that we want to execute. It can have one or more steps that execute in a flow. In the small use cases, generally one job has one step, but when multiple sources/destinations are involved, it can have multiple steps. The flow from one step to another can be dynamic, such as it can be conditional or occur in parallel. For example, transferring data from a source to a destination with or without the transformation of data is an example of the Job.</a:t>
            </a:r>
            <a:endParaRPr lang="en-IN" dirty="0"/>
          </a:p>
        </p:txBody>
      </p:sp>
    </p:spTree>
    <p:extLst>
      <p:ext uri="{BB962C8B-B14F-4D97-AF65-F5344CB8AC3E}">
        <p14:creationId xmlns:p14="http://schemas.microsoft.com/office/powerpoint/2010/main" val="11162959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64349-AD40-EDAA-46AD-FACB4E8D5D21}"/>
              </a:ext>
            </a:extLst>
          </p:cNvPr>
          <p:cNvSpPr>
            <a:spLocks noGrp="1"/>
          </p:cNvSpPr>
          <p:nvPr>
            <p:ph type="title"/>
          </p:nvPr>
        </p:nvSpPr>
        <p:spPr>
          <a:xfrm>
            <a:off x="838200" y="365126"/>
            <a:ext cx="10515600" cy="529610"/>
          </a:xfrm>
        </p:spPr>
        <p:txBody>
          <a:bodyPr>
            <a:normAutofit fontScale="90000"/>
          </a:bodyPr>
          <a:lstStyle/>
          <a:p>
            <a:r>
              <a:rPr lang="en-US" b="0" i="0" dirty="0">
                <a:effectLst/>
                <a:latin typeface="content-sans-serif-font"/>
              </a:rPr>
              <a:t>The Job Instance</a:t>
            </a:r>
            <a:endParaRPr lang="en-IN" dirty="0"/>
          </a:p>
        </p:txBody>
      </p:sp>
      <p:sp>
        <p:nvSpPr>
          <p:cNvPr id="3" name="Content Placeholder 2">
            <a:extLst>
              <a:ext uri="{FF2B5EF4-FFF2-40B4-BE49-F238E27FC236}">
                <a16:creationId xmlns:a16="http://schemas.microsoft.com/office/drawing/2014/main" id="{1EEC55D7-2214-41CD-31A0-C5636FE3E69E}"/>
              </a:ext>
            </a:extLst>
          </p:cNvPr>
          <p:cNvSpPr>
            <a:spLocks noGrp="1"/>
          </p:cNvSpPr>
          <p:nvPr>
            <p:ph idx="1"/>
          </p:nvPr>
        </p:nvSpPr>
        <p:spPr>
          <a:xfrm>
            <a:off x="838200" y="1130710"/>
            <a:ext cx="10515600" cy="5046253"/>
          </a:xfrm>
        </p:spPr>
        <p:txBody>
          <a:bodyPr>
            <a:normAutofit fontScale="85000" lnSpcReduction="20000"/>
          </a:bodyPr>
          <a:lstStyle/>
          <a:p>
            <a:r>
              <a:rPr lang="en-US" dirty="0"/>
              <a:t>A Job Launcher is used in order to execute a Spring Batch Job. Note the following points about a Job thus created:</a:t>
            </a:r>
          </a:p>
          <a:p>
            <a:endParaRPr lang="en-US" dirty="0"/>
          </a:p>
          <a:p>
            <a:r>
              <a:rPr lang="en-US" dirty="0"/>
              <a:t>Each execution of a Job is called a Job Instance. Each Job Instance is provided with a unique execution id, which is useful to restart the job if it fails.</a:t>
            </a:r>
          </a:p>
          <a:p>
            <a:r>
              <a:rPr lang="en-US" dirty="0"/>
              <a:t>A Job can be configured with parameters. These can be passed to it from the Job Launcher.</a:t>
            </a:r>
          </a:p>
          <a:p>
            <a:r>
              <a:rPr lang="en-US" dirty="0"/>
              <a:t>A job instance consists of a job and job parameters. We define this contract with the following equation: </a:t>
            </a:r>
            <a:r>
              <a:rPr lang="en-US" dirty="0" err="1"/>
              <a:t>JobInstance</a:t>
            </a:r>
            <a:r>
              <a:rPr lang="en-US" dirty="0"/>
              <a:t> = Job + </a:t>
            </a:r>
            <a:r>
              <a:rPr lang="en-US" dirty="0" err="1"/>
              <a:t>JobParameters</a:t>
            </a:r>
            <a:r>
              <a:rPr lang="en-US" dirty="0"/>
              <a:t>.</a:t>
            </a:r>
          </a:p>
          <a:p>
            <a:r>
              <a:rPr lang="en-US" dirty="0" err="1"/>
              <a:t>JobInstance</a:t>
            </a:r>
            <a:r>
              <a:rPr lang="en-US" dirty="0"/>
              <a:t> can be restarted multiple times in case of execution failure, and its lifecycle ends with first successful execution.</a:t>
            </a:r>
          </a:p>
          <a:p>
            <a:r>
              <a:rPr lang="en-US" dirty="0"/>
              <a:t>Trying to execute an existing </a:t>
            </a:r>
            <a:r>
              <a:rPr lang="en-US" dirty="0" err="1"/>
              <a:t>JobInstance</a:t>
            </a:r>
            <a:r>
              <a:rPr lang="en-US" dirty="0"/>
              <a:t> that has already completed successfully results in an error. </a:t>
            </a:r>
          </a:p>
          <a:p>
            <a:r>
              <a:rPr lang="en-US" dirty="0"/>
              <a:t>An error is also raised for an attempt to restart a failed </a:t>
            </a:r>
            <a:r>
              <a:rPr lang="en-US" dirty="0" err="1"/>
              <a:t>JobInstance</a:t>
            </a:r>
            <a:r>
              <a:rPr lang="en-US" dirty="0"/>
              <a:t> if the Job is not </a:t>
            </a:r>
            <a:r>
              <a:rPr lang="en-US" dirty="0" err="1"/>
              <a:t>restartable</a:t>
            </a:r>
            <a:r>
              <a:rPr lang="en-US" dirty="0"/>
              <a:t>.</a:t>
            </a:r>
          </a:p>
          <a:p>
            <a:endParaRPr lang="en-US" dirty="0"/>
          </a:p>
          <a:p>
            <a:endParaRPr lang="en-IN" dirty="0"/>
          </a:p>
        </p:txBody>
      </p:sp>
    </p:spTree>
    <p:extLst>
      <p:ext uri="{BB962C8B-B14F-4D97-AF65-F5344CB8AC3E}">
        <p14:creationId xmlns:p14="http://schemas.microsoft.com/office/powerpoint/2010/main" val="34067039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64349-AD40-EDAA-46AD-FACB4E8D5D21}"/>
              </a:ext>
            </a:extLst>
          </p:cNvPr>
          <p:cNvSpPr>
            <a:spLocks noGrp="1"/>
          </p:cNvSpPr>
          <p:nvPr>
            <p:ph type="title"/>
          </p:nvPr>
        </p:nvSpPr>
        <p:spPr/>
        <p:txBody>
          <a:bodyPr>
            <a:normAutofit/>
          </a:bodyPr>
          <a:lstStyle/>
          <a:p>
            <a:r>
              <a:rPr lang="en-US" b="0" i="0" dirty="0">
                <a:effectLst/>
                <a:latin typeface="content-sans-serif-font"/>
              </a:rPr>
              <a:t>Step</a:t>
            </a:r>
            <a:endParaRPr lang="en-IN" dirty="0"/>
          </a:p>
        </p:txBody>
      </p:sp>
      <p:sp>
        <p:nvSpPr>
          <p:cNvPr id="3" name="Content Placeholder 2">
            <a:extLst>
              <a:ext uri="{FF2B5EF4-FFF2-40B4-BE49-F238E27FC236}">
                <a16:creationId xmlns:a16="http://schemas.microsoft.com/office/drawing/2014/main" id="{1EEC55D7-2214-41CD-31A0-C5636FE3E69E}"/>
              </a:ext>
            </a:extLst>
          </p:cNvPr>
          <p:cNvSpPr>
            <a:spLocks noGrp="1"/>
          </p:cNvSpPr>
          <p:nvPr>
            <p:ph idx="1"/>
          </p:nvPr>
        </p:nvSpPr>
        <p:spPr/>
        <p:txBody>
          <a:bodyPr/>
          <a:lstStyle/>
          <a:p>
            <a:pPr marL="0" indent="0">
              <a:buNone/>
            </a:pPr>
            <a:r>
              <a:rPr lang="en-US" dirty="0"/>
              <a:t>A step is a phase in a job that defines how the actual processing will occur for that portion of the job. There are two types of steps: </a:t>
            </a:r>
          </a:p>
          <a:p>
            <a:r>
              <a:rPr lang="en-US" dirty="0" err="1"/>
              <a:t>Tasklet</a:t>
            </a:r>
            <a:r>
              <a:rPr lang="en-US" dirty="0"/>
              <a:t>-based </a:t>
            </a:r>
          </a:p>
          <a:p>
            <a:r>
              <a:rPr lang="en-US" dirty="0"/>
              <a:t>Chunk-based Step.</a:t>
            </a:r>
            <a:endParaRPr lang="en-IN" dirty="0"/>
          </a:p>
        </p:txBody>
      </p:sp>
    </p:spTree>
    <p:extLst>
      <p:ext uri="{BB962C8B-B14F-4D97-AF65-F5344CB8AC3E}">
        <p14:creationId xmlns:p14="http://schemas.microsoft.com/office/powerpoint/2010/main" val="35167547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64349-AD40-EDAA-46AD-FACB4E8D5D21}"/>
              </a:ext>
            </a:extLst>
          </p:cNvPr>
          <p:cNvSpPr>
            <a:spLocks noGrp="1"/>
          </p:cNvSpPr>
          <p:nvPr>
            <p:ph type="title"/>
          </p:nvPr>
        </p:nvSpPr>
        <p:spPr/>
        <p:txBody>
          <a:bodyPr>
            <a:normAutofit/>
          </a:bodyPr>
          <a:lstStyle/>
          <a:p>
            <a:r>
              <a:rPr lang="en-US" b="0" i="0" dirty="0" err="1">
                <a:effectLst/>
                <a:latin typeface="content-sans-serif-font"/>
              </a:rPr>
              <a:t>Tasklet</a:t>
            </a:r>
            <a:r>
              <a:rPr lang="en-US" b="0" i="0" dirty="0">
                <a:effectLst/>
                <a:latin typeface="content-sans-serif-font"/>
              </a:rPr>
              <a:t>-based Step</a:t>
            </a:r>
            <a:endParaRPr lang="en-IN" dirty="0"/>
          </a:p>
        </p:txBody>
      </p:sp>
      <p:sp>
        <p:nvSpPr>
          <p:cNvPr id="3" name="Content Placeholder 2">
            <a:extLst>
              <a:ext uri="{FF2B5EF4-FFF2-40B4-BE49-F238E27FC236}">
                <a16:creationId xmlns:a16="http://schemas.microsoft.com/office/drawing/2014/main" id="{1EEC55D7-2214-41CD-31A0-C5636FE3E69E}"/>
              </a:ext>
            </a:extLst>
          </p:cNvPr>
          <p:cNvSpPr>
            <a:spLocks noGrp="1"/>
          </p:cNvSpPr>
          <p:nvPr>
            <p:ph idx="1"/>
          </p:nvPr>
        </p:nvSpPr>
        <p:spPr/>
        <p:txBody>
          <a:bodyPr/>
          <a:lstStyle/>
          <a:p>
            <a:pPr marL="0" indent="0">
              <a:buNone/>
            </a:pPr>
            <a:r>
              <a:rPr lang="en-US" b="0" i="0" dirty="0">
                <a:solidFill>
                  <a:srgbClr val="000000"/>
                </a:solidFill>
                <a:effectLst/>
                <a:latin typeface="Segoe UI" panose="020B0502040204020203" pitchFamily="34" charset="0"/>
              </a:rPr>
              <a:t>In Spring Batch, a </a:t>
            </a:r>
            <a:r>
              <a:rPr lang="en-US" b="0" i="0" dirty="0" err="1">
                <a:solidFill>
                  <a:srgbClr val="000000"/>
                </a:solidFill>
                <a:effectLst/>
                <a:latin typeface="Segoe UI" panose="020B0502040204020203" pitchFamily="34" charset="0"/>
              </a:rPr>
              <a:t>Tasklet</a:t>
            </a:r>
            <a:r>
              <a:rPr lang="en-US" b="0" i="0" dirty="0">
                <a:solidFill>
                  <a:srgbClr val="000000"/>
                </a:solidFill>
                <a:effectLst/>
                <a:latin typeface="Segoe UI" panose="020B0502040204020203" pitchFamily="34" charset="0"/>
              </a:rPr>
              <a:t> is an interface that performs a single task within a Step. A typical use case for implementing a </a:t>
            </a:r>
            <a:r>
              <a:rPr lang="en-US" b="0" i="0" dirty="0" err="1">
                <a:solidFill>
                  <a:srgbClr val="000000"/>
                </a:solidFill>
                <a:effectLst/>
                <a:latin typeface="Segoe UI" panose="020B0502040204020203" pitchFamily="34" charset="0"/>
              </a:rPr>
              <a:t>Tasklet</a:t>
            </a:r>
            <a:r>
              <a:rPr lang="en-US" b="0" i="0" dirty="0">
                <a:solidFill>
                  <a:srgbClr val="000000"/>
                </a:solidFill>
                <a:effectLst/>
                <a:latin typeface="Segoe UI" panose="020B0502040204020203" pitchFamily="34" charset="0"/>
              </a:rPr>
              <a:t> is the setup up or cleaning of resources before or after the execution of a Step.</a:t>
            </a:r>
          </a:p>
          <a:p>
            <a:pPr marL="0" indent="0">
              <a:buNone/>
            </a:pPr>
            <a:endParaRPr lang="en-US" dirty="0">
              <a:solidFill>
                <a:srgbClr val="000000"/>
              </a:solidFill>
              <a:latin typeface="Segoe UI" panose="020B0502040204020203" pitchFamily="34" charset="0"/>
            </a:endParaRPr>
          </a:p>
          <a:p>
            <a:pPr marL="0" indent="0">
              <a:buNone/>
            </a:pPr>
            <a:r>
              <a:rPr lang="en-US" dirty="0">
                <a:hlinkClick r:id="rId2"/>
              </a:rPr>
              <a:t>Spring Batch </a:t>
            </a:r>
            <a:r>
              <a:rPr lang="en-US" dirty="0" err="1">
                <a:hlinkClick r:id="rId2"/>
              </a:rPr>
              <a:t>Tasklet</a:t>
            </a:r>
            <a:r>
              <a:rPr lang="en-US" dirty="0">
                <a:hlinkClick r:id="rId2"/>
              </a:rPr>
              <a:t> Example · </a:t>
            </a:r>
            <a:r>
              <a:rPr lang="en-US" dirty="0" err="1">
                <a:hlinkClick r:id="rId2"/>
              </a:rPr>
              <a:t>CodeNotFound</a:t>
            </a:r>
            <a:endParaRPr lang="en-IN" dirty="0"/>
          </a:p>
        </p:txBody>
      </p:sp>
    </p:spTree>
    <p:extLst>
      <p:ext uri="{BB962C8B-B14F-4D97-AF65-F5344CB8AC3E}">
        <p14:creationId xmlns:p14="http://schemas.microsoft.com/office/powerpoint/2010/main" val="33767144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64349-AD40-EDAA-46AD-FACB4E8D5D21}"/>
              </a:ext>
            </a:extLst>
          </p:cNvPr>
          <p:cNvSpPr>
            <a:spLocks noGrp="1"/>
          </p:cNvSpPr>
          <p:nvPr>
            <p:ph type="title"/>
          </p:nvPr>
        </p:nvSpPr>
        <p:spPr/>
        <p:txBody>
          <a:bodyPr>
            <a:normAutofit/>
          </a:bodyPr>
          <a:lstStyle/>
          <a:p>
            <a:r>
              <a:rPr lang="en-US" b="0" i="0" dirty="0">
                <a:effectLst/>
                <a:latin typeface="content-sans-serif-font"/>
              </a:rPr>
              <a:t>Chunk-based Step</a:t>
            </a:r>
            <a:endParaRPr lang="en-IN" dirty="0"/>
          </a:p>
        </p:txBody>
      </p:sp>
      <p:sp>
        <p:nvSpPr>
          <p:cNvPr id="3" name="Content Placeholder 2">
            <a:extLst>
              <a:ext uri="{FF2B5EF4-FFF2-40B4-BE49-F238E27FC236}">
                <a16:creationId xmlns:a16="http://schemas.microsoft.com/office/drawing/2014/main" id="{1EEC55D7-2214-41CD-31A0-C5636FE3E69E}"/>
              </a:ext>
            </a:extLst>
          </p:cNvPr>
          <p:cNvSpPr>
            <a:spLocks noGrp="1"/>
          </p:cNvSpPr>
          <p:nvPr>
            <p:ph idx="1"/>
          </p:nvPr>
        </p:nvSpPr>
        <p:spPr/>
        <p:txBody>
          <a:bodyPr/>
          <a:lstStyle/>
          <a:p>
            <a:pPr marL="0" indent="0">
              <a:buNone/>
            </a:pPr>
            <a:r>
              <a:rPr lang="en-US" b="0" i="0" dirty="0">
                <a:solidFill>
                  <a:srgbClr val="000000"/>
                </a:solidFill>
                <a:effectLst/>
                <a:latin typeface="Segoe UI" panose="020B0502040204020203" pitchFamily="34" charset="0"/>
              </a:rPr>
              <a:t>It is used in scenarios where we need to process data from a data source. In this case, each step has a reader, writer and an optional processor. It leverages the </a:t>
            </a:r>
            <a:r>
              <a:rPr lang="en-US" b="0" i="0" dirty="0" err="1">
                <a:solidFill>
                  <a:srgbClr val="000000"/>
                </a:solidFill>
                <a:effectLst/>
                <a:latin typeface="Segoe UI" panose="020B0502040204020203" pitchFamily="34" charset="0"/>
              </a:rPr>
              <a:t>ItemReader</a:t>
            </a:r>
            <a:r>
              <a:rPr lang="en-US" b="0" i="0" dirty="0">
                <a:solidFill>
                  <a:srgbClr val="000000"/>
                </a:solidFill>
                <a:effectLst/>
                <a:latin typeface="Segoe UI" panose="020B0502040204020203" pitchFamily="34" charset="0"/>
              </a:rPr>
              <a:t> interface to read chunks of data from a data source. Then writes the chunks in a transaction using the </a:t>
            </a:r>
            <a:r>
              <a:rPr lang="en-US" b="0" i="0" dirty="0" err="1">
                <a:solidFill>
                  <a:srgbClr val="000000"/>
                </a:solidFill>
                <a:effectLst/>
                <a:latin typeface="Segoe UI" panose="020B0502040204020203" pitchFamily="34" charset="0"/>
              </a:rPr>
              <a:t>ItemWriter</a:t>
            </a:r>
            <a:r>
              <a:rPr lang="en-US" b="0" i="0" dirty="0">
                <a:solidFill>
                  <a:srgbClr val="000000"/>
                </a:solidFill>
                <a:effectLst/>
                <a:latin typeface="Segoe UI" panose="020B0502040204020203" pitchFamily="34" charset="0"/>
              </a:rPr>
              <a:t> interface. Optionally, we can include an </a:t>
            </a:r>
            <a:r>
              <a:rPr lang="en-US" b="0" i="0" dirty="0" err="1">
                <a:solidFill>
                  <a:srgbClr val="000000"/>
                </a:solidFill>
                <a:effectLst/>
                <a:latin typeface="Segoe UI" panose="020B0502040204020203" pitchFamily="34" charset="0"/>
              </a:rPr>
              <a:t>ItemProcessor</a:t>
            </a:r>
            <a:r>
              <a:rPr lang="en-US" b="0" i="0" dirty="0">
                <a:solidFill>
                  <a:srgbClr val="000000"/>
                </a:solidFill>
                <a:effectLst/>
                <a:latin typeface="Segoe UI" panose="020B0502040204020203" pitchFamily="34" charset="0"/>
              </a:rPr>
              <a:t> implementation to perform transformations on the data. Generally, we use Chunk-based Step in real time use cases.</a:t>
            </a:r>
            <a:endParaRPr lang="en-IN" dirty="0"/>
          </a:p>
        </p:txBody>
      </p:sp>
    </p:spTree>
    <p:extLst>
      <p:ext uri="{BB962C8B-B14F-4D97-AF65-F5344CB8AC3E}">
        <p14:creationId xmlns:p14="http://schemas.microsoft.com/office/powerpoint/2010/main" val="2186618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64349-AD40-EDAA-46AD-FACB4E8D5D21}"/>
              </a:ext>
            </a:extLst>
          </p:cNvPr>
          <p:cNvSpPr>
            <a:spLocks noGrp="1"/>
          </p:cNvSpPr>
          <p:nvPr>
            <p:ph type="title"/>
          </p:nvPr>
        </p:nvSpPr>
        <p:spPr/>
        <p:txBody>
          <a:bodyPr>
            <a:normAutofit/>
          </a:bodyPr>
          <a:lstStyle/>
          <a:p>
            <a:endParaRPr lang="en-IN" dirty="0"/>
          </a:p>
        </p:txBody>
      </p:sp>
      <p:sp>
        <p:nvSpPr>
          <p:cNvPr id="3" name="Content Placeholder 2">
            <a:extLst>
              <a:ext uri="{FF2B5EF4-FFF2-40B4-BE49-F238E27FC236}">
                <a16:creationId xmlns:a16="http://schemas.microsoft.com/office/drawing/2014/main" id="{1EEC55D7-2214-41CD-31A0-C5636FE3E69E}"/>
              </a:ext>
            </a:extLst>
          </p:cNvPr>
          <p:cNvSpPr>
            <a:spLocks noGrp="1"/>
          </p:cNvSpPr>
          <p:nvPr>
            <p:ph idx="1"/>
          </p:nvPr>
        </p:nvSpPr>
        <p:spPr/>
        <p:txBody>
          <a:bodyPr/>
          <a:lstStyle/>
          <a:p>
            <a:pPr algn="l" fontAlgn="base"/>
            <a:r>
              <a:rPr lang="en-US" b="1" i="0" dirty="0" err="1">
                <a:solidFill>
                  <a:srgbClr val="000080"/>
                </a:solidFill>
                <a:effectLst/>
                <a:latin typeface="inherit"/>
              </a:rPr>
              <a:t>ItemReader</a:t>
            </a:r>
            <a:r>
              <a:rPr lang="en-US" b="1" i="0" dirty="0">
                <a:solidFill>
                  <a:srgbClr val="000080"/>
                </a:solidFill>
                <a:effectLst/>
                <a:latin typeface="inherit"/>
              </a:rPr>
              <a:t>: </a:t>
            </a:r>
            <a:r>
              <a:rPr lang="en-US" b="0" i="0" dirty="0">
                <a:solidFill>
                  <a:srgbClr val="000000"/>
                </a:solidFill>
                <a:effectLst/>
                <a:latin typeface="Segoe UI" panose="020B0502040204020203" pitchFamily="34" charset="0"/>
              </a:rPr>
              <a:t>It reads data from the source.</a:t>
            </a:r>
          </a:p>
          <a:p>
            <a:pPr algn="l" fontAlgn="base"/>
            <a:r>
              <a:rPr lang="en-US" b="1" i="0" dirty="0" err="1">
                <a:solidFill>
                  <a:srgbClr val="000080"/>
                </a:solidFill>
                <a:effectLst/>
                <a:latin typeface="inherit"/>
              </a:rPr>
              <a:t>ItemWriter</a:t>
            </a:r>
            <a:r>
              <a:rPr lang="en-US" b="1" i="0" dirty="0">
                <a:solidFill>
                  <a:srgbClr val="000080"/>
                </a:solidFill>
                <a:effectLst/>
                <a:latin typeface="inherit"/>
              </a:rPr>
              <a:t>: </a:t>
            </a:r>
            <a:r>
              <a:rPr lang="en-US" b="0" i="0" dirty="0" err="1">
                <a:solidFill>
                  <a:srgbClr val="000000"/>
                </a:solidFill>
                <a:effectLst/>
                <a:latin typeface="Segoe UI" panose="020B0502040204020203" pitchFamily="34" charset="0"/>
              </a:rPr>
              <a:t>ItemWriter</a:t>
            </a:r>
            <a:r>
              <a:rPr lang="en-US" b="0" i="0" dirty="0">
                <a:solidFill>
                  <a:srgbClr val="000000"/>
                </a:solidFill>
                <a:effectLst/>
                <a:latin typeface="Segoe UI" panose="020B0502040204020203" pitchFamily="34" charset="0"/>
              </a:rPr>
              <a:t> writes the data to the destination.</a:t>
            </a:r>
          </a:p>
          <a:p>
            <a:pPr algn="l" fontAlgn="base"/>
            <a:r>
              <a:rPr lang="en-US" b="1" i="0" dirty="0" err="1">
                <a:solidFill>
                  <a:srgbClr val="000080"/>
                </a:solidFill>
                <a:effectLst/>
                <a:latin typeface="inherit"/>
              </a:rPr>
              <a:t>ItemProcessor</a:t>
            </a:r>
            <a:r>
              <a:rPr lang="en-US" b="1" i="0" dirty="0">
                <a:solidFill>
                  <a:srgbClr val="000080"/>
                </a:solidFill>
                <a:effectLst/>
                <a:latin typeface="inherit"/>
              </a:rPr>
              <a:t>: </a:t>
            </a:r>
            <a:r>
              <a:rPr lang="en-US" b="0" i="0" dirty="0">
                <a:solidFill>
                  <a:srgbClr val="000000"/>
                </a:solidFill>
                <a:effectLst/>
                <a:latin typeface="Segoe UI" panose="020B0502040204020203" pitchFamily="34" charset="0"/>
              </a:rPr>
              <a:t>It does calculations, validations, filtering on the data as part of data transformation before writing the data into the destination.</a:t>
            </a:r>
          </a:p>
        </p:txBody>
      </p:sp>
    </p:spTree>
    <p:extLst>
      <p:ext uri="{BB962C8B-B14F-4D97-AF65-F5344CB8AC3E}">
        <p14:creationId xmlns:p14="http://schemas.microsoft.com/office/powerpoint/2010/main" val="31671969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64349-AD40-EDAA-46AD-FACB4E8D5D21}"/>
              </a:ext>
            </a:extLst>
          </p:cNvPr>
          <p:cNvSpPr>
            <a:spLocks noGrp="1"/>
          </p:cNvSpPr>
          <p:nvPr>
            <p:ph type="title"/>
          </p:nvPr>
        </p:nvSpPr>
        <p:spPr/>
        <p:txBody>
          <a:bodyPr>
            <a:normAutofit/>
          </a:bodyPr>
          <a:lstStyle/>
          <a:p>
            <a:r>
              <a:rPr lang="en-IN" dirty="0"/>
              <a:t>Job Repository</a:t>
            </a:r>
          </a:p>
        </p:txBody>
      </p:sp>
      <p:sp>
        <p:nvSpPr>
          <p:cNvPr id="3" name="Content Placeholder 2">
            <a:extLst>
              <a:ext uri="{FF2B5EF4-FFF2-40B4-BE49-F238E27FC236}">
                <a16:creationId xmlns:a16="http://schemas.microsoft.com/office/drawing/2014/main" id="{1EEC55D7-2214-41CD-31A0-C5636FE3E69E}"/>
              </a:ext>
            </a:extLst>
          </p:cNvPr>
          <p:cNvSpPr>
            <a:spLocks noGrp="1"/>
          </p:cNvSpPr>
          <p:nvPr>
            <p:ph idx="1"/>
          </p:nvPr>
        </p:nvSpPr>
        <p:spPr/>
        <p:txBody>
          <a:bodyPr/>
          <a:lstStyle/>
          <a:p>
            <a:pPr algn="l" fontAlgn="base"/>
            <a:r>
              <a:rPr lang="en-US" b="0" i="0" dirty="0">
                <a:solidFill>
                  <a:srgbClr val="000000"/>
                </a:solidFill>
                <a:effectLst/>
                <a:latin typeface="Segoe UI" panose="020B0502040204020203" pitchFamily="34" charset="0"/>
              </a:rPr>
              <a:t>As the job runs, metadata regarding the job is written to the job repository. Typically, the Job Repository stores metadata regarding </a:t>
            </a:r>
            <a:r>
              <a:rPr lang="en-US" b="0" i="0" dirty="0" err="1">
                <a:solidFill>
                  <a:srgbClr val="000000"/>
                </a:solidFill>
                <a:effectLst/>
                <a:latin typeface="Segoe UI" panose="020B0502040204020203" pitchFamily="34" charset="0"/>
              </a:rPr>
              <a:t>JobParameters</a:t>
            </a:r>
            <a:r>
              <a:rPr lang="en-US" b="0" i="0" dirty="0">
                <a:solidFill>
                  <a:srgbClr val="000000"/>
                </a:solidFill>
                <a:effectLst/>
                <a:latin typeface="Segoe UI" panose="020B0502040204020203" pitchFamily="34" charset="0"/>
              </a:rPr>
              <a:t>, </a:t>
            </a:r>
            <a:r>
              <a:rPr lang="en-US" b="0" i="0" dirty="0" err="1">
                <a:solidFill>
                  <a:srgbClr val="000000"/>
                </a:solidFill>
                <a:effectLst/>
                <a:latin typeface="Segoe UI" panose="020B0502040204020203" pitchFamily="34" charset="0"/>
              </a:rPr>
              <a:t>JobInstances</a:t>
            </a:r>
            <a:r>
              <a:rPr lang="en-US" b="0" i="0" dirty="0">
                <a:solidFill>
                  <a:srgbClr val="000000"/>
                </a:solidFill>
                <a:effectLst/>
                <a:latin typeface="Segoe UI" panose="020B0502040204020203" pitchFamily="34" charset="0"/>
              </a:rPr>
              <a:t>, </a:t>
            </a:r>
            <a:r>
              <a:rPr lang="en-US" b="0" i="0" dirty="0" err="1">
                <a:solidFill>
                  <a:srgbClr val="000000"/>
                </a:solidFill>
                <a:effectLst/>
                <a:latin typeface="Segoe UI" panose="020B0502040204020203" pitchFamily="34" charset="0"/>
              </a:rPr>
              <a:t>JobExecutions</a:t>
            </a:r>
            <a:r>
              <a:rPr lang="en-US" b="0" i="0" dirty="0">
                <a:solidFill>
                  <a:srgbClr val="000000"/>
                </a:solidFill>
                <a:effectLst/>
                <a:latin typeface="Segoe UI" panose="020B0502040204020203" pitchFamily="34" charset="0"/>
              </a:rPr>
              <a:t>, and </a:t>
            </a:r>
            <a:r>
              <a:rPr lang="en-US" b="0" i="0" dirty="0" err="1">
                <a:solidFill>
                  <a:srgbClr val="000000"/>
                </a:solidFill>
                <a:effectLst/>
                <a:latin typeface="Segoe UI" panose="020B0502040204020203" pitchFamily="34" charset="0"/>
              </a:rPr>
              <a:t>StepExecutions</a:t>
            </a:r>
            <a:r>
              <a:rPr lang="en-US" b="0" i="0" dirty="0">
                <a:solidFill>
                  <a:srgbClr val="000000"/>
                </a:solidFill>
                <a:effectLst/>
                <a:latin typeface="Segoe UI" panose="020B0502040204020203" pitchFamily="34" charset="0"/>
              </a:rPr>
              <a:t>. </a:t>
            </a:r>
          </a:p>
          <a:p>
            <a:pPr fontAlgn="base"/>
            <a:r>
              <a:rPr lang="en-US" b="0" i="0" dirty="0" err="1">
                <a:solidFill>
                  <a:srgbClr val="000000"/>
                </a:solidFill>
                <a:effectLst/>
                <a:latin typeface="Segoe UI" panose="020B0502040204020203" pitchFamily="34" charset="0"/>
              </a:rPr>
              <a:t>JobRepository</a:t>
            </a:r>
            <a:r>
              <a:rPr lang="en-US" b="0" i="0" dirty="0">
                <a:solidFill>
                  <a:srgbClr val="000000"/>
                </a:solidFill>
                <a:effectLst/>
                <a:latin typeface="Segoe UI" panose="020B0502040204020203" pitchFamily="34" charset="0"/>
              </a:rPr>
              <a:t> is the mechanism in Spring Batch that makes all this persistence possible. It provides CRUD operations for </a:t>
            </a:r>
            <a:r>
              <a:rPr lang="en-US" b="0" i="0" dirty="0" err="1">
                <a:solidFill>
                  <a:srgbClr val="000000"/>
                </a:solidFill>
                <a:effectLst/>
                <a:latin typeface="Segoe UI" panose="020B0502040204020203" pitchFamily="34" charset="0"/>
              </a:rPr>
              <a:t>JobLauncher</a:t>
            </a:r>
            <a:r>
              <a:rPr lang="en-US" b="0" i="0" dirty="0">
                <a:solidFill>
                  <a:srgbClr val="000000"/>
                </a:solidFill>
                <a:effectLst/>
                <a:latin typeface="Segoe UI" panose="020B0502040204020203" pitchFamily="34" charset="0"/>
              </a:rPr>
              <a:t>, Job, and Step instantiations. Once a Job is launched, a </a:t>
            </a:r>
            <a:r>
              <a:rPr lang="en-US" b="0" i="0" dirty="0" err="1">
                <a:solidFill>
                  <a:srgbClr val="000000"/>
                </a:solidFill>
                <a:effectLst/>
                <a:latin typeface="Segoe UI" panose="020B0502040204020203" pitchFamily="34" charset="0"/>
              </a:rPr>
              <a:t>JobExecution</a:t>
            </a:r>
            <a:r>
              <a:rPr lang="en-US" b="0" i="0" dirty="0">
                <a:solidFill>
                  <a:srgbClr val="000000"/>
                </a:solidFill>
                <a:effectLst/>
                <a:latin typeface="Segoe UI" panose="020B0502040204020203" pitchFamily="34" charset="0"/>
              </a:rPr>
              <a:t> is obtained from the repository and, during the course of execution, </a:t>
            </a:r>
            <a:r>
              <a:rPr lang="en-US" b="0" i="0" dirty="0" err="1">
                <a:solidFill>
                  <a:srgbClr val="000000"/>
                </a:solidFill>
                <a:effectLst/>
                <a:latin typeface="Segoe UI" panose="020B0502040204020203" pitchFamily="34" charset="0"/>
              </a:rPr>
              <a:t>StepExecution</a:t>
            </a:r>
            <a:r>
              <a:rPr lang="en-US" b="0" i="0" dirty="0">
                <a:solidFill>
                  <a:srgbClr val="000000"/>
                </a:solidFill>
                <a:effectLst/>
                <a:latin typeface="Segoe UI" panose="020B0502040204020203" pitchFamily="34" charset="0"/>
              </a:rPr>
              <a:t> and </a:t>
            </a:r>
            <a:r>
              <a:rPr lang="en-US" b="0" i="0" dirty="0" err="1">
                <a:solidFill>
                  <a:srgbClr val="000000"/>
                </a:solidFill>
                <a:effectLst/>
                <a:latin typeface="Segoe UI" panose="020B0502040204020203" pitchFamily="34" charset="0"/>
              </a:rPr>
              <a:t>JobExecution</a:t>
            </a:r>
            <a:r>
              <a:rPr lang="en-US" b="0" i="0" dirty="0">
                <a:solidFill>
                  <a:srgbClr val="000000"/>
                </a:solidFill>
                <a:effectLst/>
                <a:latin typeface="Segoe UI" panose="020B0502040204020203" pitchFamily="34" charset="0"/>
              </a:rPr>
              <a:t> instances are persisted to the repository.</a:t>
            </a:r>
          </a:p>
          <a:p>
            <a:pPr algn="l" fontAlgn="base"/>
            <a:endParaRPr lang="en-US" b="0" i="0" dirty="0">
              <a:solidFill>
                <a:srgbClr val="000000"/>
              </a:solidFill>
              <a:effectLst/>
              <a:latin typeface="Segoe UI" panose="020B0502040204020203" pitchFamily="34" charset="0"/>
            </a:endParaRPr>
          </a:p>
        </p:txBody>
      </p:sp>
    </p:spTree>
    <p:extLst>
      <p:ext uri="{BB962C8B-B14F-4D97-AF65-F5344CB8AC3E}">
        <p14:creationId xmlns:p14="http://schemas.microsoft.com/office/powerpoint/2010/main" val="11553473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64349-AD40-EDAA-46AD-FACB4E8D5D21}"/>
              </a:ext>
            </a:extLst>
          </p:cNvPr>
          <p:cNvSpPr>
            <a:spLocks noGrp="1"/>
          </p:cNvSpPr>
          <p:nvPr>
            <p:ph type="title"/>
          </p:nvPr>
        </p:nvSpPr>
        <p:spPr/>
        <p:txBody>
          <a:bodyPr>
            <a:normAutofit/>
          </a:bodyPr>
          <a:lstStyle/>
          <a:p>
            <a:r>
              <a:rPr lang="en-IN" dirty="0" err="1"/>
              <a:t>JobInstance</a:t>
            </a:r>
            <a:endParaRPr lang="en-IN" dirty="0"/>
          </a:p>
        </p:txBody>
      </p:sp>
      <p:sp>
        <p:nvSpPr>
          <p:cNvPr id="3" name="Content Placeholder 2">
            <a:extLst>
              <a:ext uri="{FF2B5EF4-FFF2-40B4-BE49-F238E27FC236}">
                <a16:creationId xmlns:a16="http://schemas.microsoft.com/office/drawing/2014/main" id="{1EEC55D7-2214-41CD-31A0-C5636FE3E69E}"/>
              </a:ext>
            </a:extLst>
          </p:cNvPr>
          <p:cNvSpPr>
            <a:spLocks noGrp="1"/>
          </p:cNvSpPr>
          <p:nvPr>
            <p:ph idx="1"/>
          </p:nvPr>
        </p:nvSpPr>
        <p:spPr/>
        <p:txBody>
          <a:bodyPr/>
          <a:lstStyle/>
          <a:p>
            <a:pPr algn="l" fontAlgn="base"/>
            <a:r>
              <a:rPr lang="en-US" b="0" i="0" dirty="0">
                <a:solidFill>
                  <a:srgbClr val="000000"/>
                </a:solidFill>
                <a:effectLst/>
                <a:latin typeface="Segoe UI" panose="020B0502040204020203" pitchFamily="34" charset="0"/>
              </a:rPr>
              <a:t>When a job launcher creates a job, it typically will pass the name of the job and some parameters. The combination of job name and its parameters defines a new </a:t>
            </a:r>
            <a:r>
              <a:rPr lang="en-US" b="0" i="0" dirty="0" err="1">
                <a:solidFill>
                  <a:srgbClr val="000000"/>
                </a:solidFill>
                <a:effectLst/>
                <a:latin typeface="Segoe UI" panose="020B0502040204020203" pitchFamily="34" charset="0"/>
              </a:rPr>
              <a:t>JobInstance</a:t>
            </a:r>
            <a:r>
              <a:rPr lang="en-US" b="0" i="0" dirty="0">
                <a:solidFill>
                  <a:srgbClr val="000000"/>
                </a:solidFill>
                <a:effectLst/>
                <a:latin typeface="Segoe UI" panose="020B0502040204020203" pitchFamily="34" charset="0"/>
              </a:rPr>
              <a:t> which is created.</a:t>
            </a:r>
          </a:p>
        </p:txBody>
      </p:sp>
    </p:spTree>
    <p:extLst>
      <p:ext uri="{BB962C8B-B14F-4D97-AF65-F5344CB8AC3E}">
        <p14:creationId xmlns:p14="http://schemas.microsoft.com/office/powerpoint/2010/main" val="41144424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64349-AD40-EDAA-46AD-FACB4E8D5D21}"/>
              </a:ext>
            </a:extLst>
          </p:cNvPr>
          <p:cNvSpPr>
            <a:spLocks noGrp="1"/>
          </p:cNvSpPr>
          <p:nvPr>
            <p:ph type="title"/>
          </p:nvPr>
        </p:nvSpPr>
        <p:spPr/>
        <p:txBody>
          <a:bodyPr>
            <a:normAutofit/>
          </a:bodyPr>
          <a:lstStyle/>
          <a:p>
            <a:r>
              <a:rPr lang="en-IN" dirty="0" err="1"/>
              <a:t>JobExecution</a:t>
            </a:r>
            <a:endParaRPr lang="en-IN" dirty="0"/>
          </a:p>
        </p:txBody>
      </p:sp>
      <p:sp>
        <p:nvSpPr>
          <p:cNvPr id="3" name="Content Placeholder 2">
            <a:extLst>
              <a:ext uri="{FF2B5EF4-FFF2-40B4-BE49-F238E27FC236}">
                <a16:creationId xmlns:a16="http://schemas.microsoft.com/office/drawing/2014/main" id="{1EEC55D7-2214-41CD-31A0-C5636FE3E69E}"/>
              </a:ext>
            </a:extLst>
          </p:cNvPr>
          <p:cNvSpPr>
            <a:spLocks noGrp="1"/>
          </p:cNvSpPr>
          <p:nvPr>
            <p:ph idx="1"/>
          </p:nvPr>
        </p:nvSpPr>
        <p:spPr/>
        <p:txBody>
          <a:bodyPr>
            <a:normAutofit/>
          </a:bodyPr>
          <a:lstStyle/>
          <a:p>
            <a:pPr algn="l" fontAlgn="base"/>
            <a:r>
              <a:rPr lang="en-US" b="0" i="0" dirty="0">
                <a:solidFill>
                  <a:srgbClr val="000000"/>
                </a:solidFill>
                <a:effectLst/>
                <a:latin typeface="Segoe UI" panose="020B0502040204020203" pitchFamily="34" charset="0"/>
              </a:rPr>
              <a:t>Each run of a </a:t>
            </a:r>
            <a:r>
              <a:rPr lang="en-US" b="0" i="0" dirty="0" err="1">
                <a:solidFill>
                  <a:srgbClr val="000000"/>
                </a:solidFill>
                <a:effectLst/>
                <a:latin typeface="Segoe UI" panose="020B0502040204020203" pitchFamily="34" charset="0"/>
              </a:rPr>
              <a:t>JobInstance</a:t>
            </a:r>
            <a:r>
              <a:rPr lang="en-US" b="0" i="0" dirty="0">
                <a:solidFill>
                  <a:srgbClr val="000000"/>
                </a:solidFill>
                <a:effectLst/>
                <a:latin typeface="Segoe UI" panose="020B0502040204020203" pitchFamily="34" charset="0"/>
              </a:rPr>
              <a:t> is referred to as a </a:t>
            </a:r>
            <a:r>
              <a:rPr lang="en-US" b="0" i="0" dirty="0" err="1">
                <a:solidFill>
                  <a:srgbClr val="000000"/>
                </a:solidFill>
                <a:effectLst/>
                <a:latin typeface="Segoe UI" panose="020B0502040204020203" pitchFamily="34" charset="0"/>
              </a:rPr>
              <a:t>JobExecution</a:t>
            </a:r>
            <a:r>
              <a:rPr lang="en-US" b="0" i="0" dirty="0">
                <a:solidFill>
                  <a:srgbClr val="000000"/>
                </a:solidFill>
                <a:effectLst/>
                <a:latin typeface="Segoe UI" panose="020B0502040204020203" pitchFamily="34" charset="0"/>
              </a:rPr>
              <a:t>. </a:t>
            </a:r>
          </a:p>
          <a:p>
            <a:pPr algn="l" fontAlgn="base"/>
            <a:r>
              <a:rPr lang="en-US" b="0" i="0" dirty="0">
                <a:solidFill>
                  <a:srgbClr val="000000"/>
                </a:solidFill>
                <a:effectLst/>
                <a:latin typeface="Segoe UI" panose="020B0502040204020203" pitchFamily="34" charset="0"/>
              </a:rPr>
              <a:t>Each </a:t>
            </a:r>
            <a:r>
              <a:rPr lang="en-US" b="0" i="0" dirty="0" err="1">
                <a:solidFill>
                  <a:srgbClr val="000000"/>
                </a:solidFill>
                <a:effectLst/>
                <a:latin typeface="Segoe UI" panose="020B0502040204020203" pitchFamily="34" charset="0"/>
              </a:rPr>
              <a:t>JobExecution</a:t>
            </a:r>
            <a:r>
              <a:rPr lang="en-US" b="0" i="0" dirty="0">
                <a:solidFill>
                  <a:srgbClr val="000000"/>
                </a:solidFill>
                <a:effectLst/>
                <a:latin typeface="Segoe UI" panose="020B0502040204020203" pitchFamily="34" charset="0"/>
              </a:rPr>
              <a:t> typically tracks what happened during a run, such as current and exit statuses, start and end times, etc.</a:t>
            </a:r>
          </a:p>
        </p:txBody>
      </p:sp>
    </p:spTree>
    <p:extLst>
      <p:ext uri="{BB962C8B-B14F-4D97-AF65-F5344CB8AC3E}">
        <p14:creationId xmlns:p14="http://schemas.microsoft.com/office/powerpoint/2010/main" val="18980384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69319-397E-2B6F-21DF-D3B6E4E01F27}"/>
              </a:ext>
            </a:extLst>
          </p:cNvPr>
          <p:cNvSpPr>
            <a:spLocks noGrp="1"/>
          </p:cNvSpPr>
          <p:nvPr>
            <p:ph type="title"/>
          </p:nvPr>
        </p:nvSpPr>
        <p:spPr>
          <a:xfrm>
            <a:off x="838200" y="365125"/>
            <a:ext cx="10515600" cy="399985"/>
          </a:xfrm>
        </p:spPr>
        <p:txBody>
          <a:bodyPr>
            <a:normAutofit fontScale="90000"/>
          </a:bodyPr>
          <a:lstStyle/>
          <a:p>
            <a:r>
              <a:rPr lang="en-IN" sz="3200" b="1" dirty="0" err="1"/>
              <a:t>ExecutionContext</a:t>
            </a:r>
            <a:endParaRPr lang="en-IN" sz="3200" b="1" dirty="0"/>
          </a:p>
        </p:txBody>
      </p:sp>
      <p:sp>
        <p:nvSpPr>
          <p:cNvPr id="3" name="Content Placeholder 2">
            <a:extLst>
              <a:ext uri="{FF2B5EF4-FFF2-40B4-BE49-F238E27FC236}">
                <a16:creationId xmlns:a16="http://schemas.microsoft.com/office/drawing/2014/main" id="{215C83B8-5B47-F3C2-A570-050585D33C64}"/>
              </a:ext>
            </a:extLst>
          </p:cNvPr>
          <p:cNvSpPr>
            <a:spLocks noGrp="1"/>
          </p:cNvSpPr>
          <p:nvPr>
            <p:ph idx="1"/>
          </p:nvPr>
        </p:nvSpPr>
        <p:spPr>
          <a:xfrm>
            <a:off x="326571" y="1147666"/>
            <a:ext cx="11597951" cy="5495730"/>
          </a:xfrm>
        </p:spPr>
        <p:txBody>
          <a:bodyPr/>
          <a:lstStyle/>
          <a:p>
            <a:r>
              <a:rPr lang="en-US" b="0" i="0" dirty="0">
                <a:solidFill>
                  <a:srgbClr val="001D35"/>
                </a:solidFill>
                <a:effectLst/>
                <a:highlight>
                  <a:srgbClr val="FFFFFF"/>
                </a:highlight>
                <a:latin typeface="Google Sans"/>
              </a:rPr>
              <a:t>The </a:t>
            </a:r>
            <a:r>
              <a:rPr lang="en-US" b="0" i="0" dirty="0" err="1">
                <a:solidFill>
                  <a:srgbClr val="001D35"/>
                </a:solidFill>
                <a:effectLst/>
                <a:highlight>
                  <a:srgbClr val="FFFFFF"/>
                </a:highlight>
                <a:latin typeface="Google Sans"/>
              </a:rPr>
              <a:t>ExecutionContext</a:t>
            </a:r>
            <a:r>
              <a:rPr lang="en-US" b="0" i="0" dirty="0">
                <a:solidFill>
                  <a:srgbClr val="001D35"/>
                </a:solidFill>
                <a:effectLst/>
                <a:highlight>
                  <a:srgbClr val="FFFFFF"/>
                </a:highlight>
                <a:latin typeface="Google Sans"/>
              </a:rPr>
              <a:t> in Spring Batch is a key-value store that allows you to share data between different components of a job. This can be useful for passing data from one step to another, or for storing data that needs to be accessed by multiple components of a job.</a:t>
            </a:r>
          </a:p>
          <a:p>
            <a:r>
              <a:rPr lang="en-US" b="0" i="0" dirty="0">
                <a:solidFill>
                  <a:srgbClr val="001D35"/>
                </a:solidFill>
                <a:effectLst/>
                <a:highlight>
                  <a:srgbClr val="FFFFFF"/>
                </a:highlight>
                <a:latin typeface="Google Sans"/>
              </a:rPr>
              <a:t>The </a:t>
            </a:r>
            <a:r>
              <a:rPr lang="en-US" b="0" i="0" dirty="0" err="1">
                <a:solidFill>
                  <a:srgbClr val="001D35"/>
                </a:solidFill>
                <a:effectLst/>
                <a:highlight>
                  <a:srgbClr val="FFFFFF"/>
                </a:highlight>
                <a:latin typeface="Google Sans"/>
              </a:rPr>
              <a:t>ExecutionContext</a:t>
            </a:r>
            <a:r>
              <a:rPr lang="en-US" b="0" i="0" dirty="0">
                <a:solidFill>
                  <a:srgbClr val="001D35"/>
                </a:solidFill>
                <a:effectLst/>
                <a:highlight>
                  <a:srgbClr val="FFFFFF"/>
                </a:highlight>
                <a:latin typeface="Google Sans"/>
              </a:rPr>
              <a:t> is scoped to either a </a:t>
            </a:r>
            <a:r>
              <a:rPr lang="en-US" b="0" i="0" dirty="0" err="1">
                <a:solidFill>
                  <a:srgbClr val="001D35"/>
                </a:solidFill>
                <a:effectLst/>
                <a:highlight>
                  <a:srgbClr val="FFFFFF"/>
                </a:highlight>
                <a:latin typeface="Google Sans"/>
              </a:rPr>
              <a:t>StepExecution</a:t>
            </a:r>
            <a:r>
              <a:rPr lang="en-US" b="0" i="0" dirty="0">
                <a:solidFill>
                  <a:srgbClr val="001D35"/>
                </a:solidFill>
                <a:effectLst/>
                <a:highlight>
                  <a:srgbClr val="FFFFFF"/>
                </a:highlight>
                <a:latin typeface="Google Sans"/>
              </a:rPr>
              <a:t> or a </a:t>
            </a:r>
            <a:r>
              <a:rPr lang="en-US" b="0" i="0" dirty="0" err="1">
                <a:solidFill>
                  <a:srgbClr val="001D35"/>
                </a:solidFill>
                <a:effectLst/>
                <a:highlight>
                  <a:srgbClr val="FFFFFF"/>
                </a:highlight>
                <a:latin typeface="Google Sans"/>
              </a:rPr>
              <a:t>JobExecution</a:t>
            </a:r>
            <a:r>
              <a:rPr lang="en-US" b="0" i="0" dirty="0">
                <a:solidFill>
                  <a:srgbClr val="001D35"/>
                </a:solidFill>
                <a:effectLst/>
                <a:highlight>
                  <a:srgbClr val="FFFFFF"/>
                </a:highlight>
                <a:latin typeface="Google Sans"/>
              </a:rPr>
              <a:t>. This means that data stored in the </a:t>
            </a:r>
            <a:r>
              <a:rPr lang="en-US" b="0" i="0" dirty="0" err="1">
                <a:solidFill>
                  <a:srgbClr val="001D35"/>
                </a:solidFill>
                <a:effectLst/>
                <a:highlight>
                  <a:srgbClr val="FFFFFF"/>
                </a:highlight>
                <a:latin typeface="Google Sans"/>
              </a:rPr>
              <a:t>ExecutionContext</a:t>
            </a:r>
            <a:r>
              <a:rPr lang="en-US" b="0" i="0" dirty="0">
                <a:solidFill>
                  <a:srgbClr val="001D35"/>
                </a:solidFill>
                <a:effectLst/>
                <a:highlight>
                  <a:srgbClr val="FFFFFF"/>
                </a:highlight>
                <a:latin typeface="Google Sans"/>
              </a:rPr>
              <a:t> will only be available to components that are within the same scope. For example, data stored in the </a:t>
            </a:r>
            <a:r>
              <a:rPr lang="en-US" b="0" i="0" dirty="0" err="1">
                <a:solidFill>
                  <a:srgbClr val="001D35"/>
                </a:solidFill>
                <a:effectLst/>
                <a:highlight>
                  <a:srgbClr val="FFFFFF"/>
                </a:highlight>
                <a:latin typeface="Google Sans"/>
              </a:rPr>
              <a:t>StepExecution</a:t>
            </a:r>
            <a:r>
              <a:rPr lang="en-US" b="0" i="0" dirty="0">
                <a:solidFill>
                  <a:srgbClr val="001D35"/>
                </a:solidFill>
                <a:effectLst/>
                <a:highlight>
                  <a:srgbClr val="FFFFFF"/>
                </a:highlight>
                <a:latin typeface="Google Sans"/>
              </a:rPr>
              <a:t> </a:t>
            </a:r>
            <a:r>
              <a:rPr lang="en-US" b="0" i="0" dirty="0" err="1">
                <a:solidFill>
                  <a:srgbClr val="001D35"/>
                </a:solidFill>
                <a:effectLst/>
                <a:highlight>
                  <a:srgbClr val="FFFFFF"/>
                </a:highlight>
                <a:latin typeface="Google Sans"/>
              </a:rPr>
              <a:t>ExecutionContext</a:t>
            </a:r>
            <a:r>
              <a:rPr lang="en-US" b="0" i="0" dirty="0">
                <a:solidFill>
                  <a:srgbClr val="001D35"/>
                </a:solidFill>
                <a:effectLst/>
                <a:highlight>
                  <a:srgbClr val="FFFFFF"/>
                </a:highlight>
                <a:latin typeface="Google Sans"/>
              </a:rPr>
              <a:t> will only be available to components that are executing within the same step.</a:t>
            </a:r>
            <a:endParaRPr lang="en-US" dirty="0">
              <a:solidFill>
                <a:srgbClr val="001D35"/>
              </a:solidFill>
              <a:highlight>
                <a:srgbClr val="FFFFFF"/>
              </a:highlight>
              <a:latin typeface="Google Sans"/>
            </a:endParaRPr>
          </a:p>
          <a:p>
            <a:r>
              <a:rPr lang="en-US" b="0" i="0" dirty="0">
                <a:solidFill>
                  <a:srgbClr val="001D35"/>
                </a:solidFill>
                <a:effectLst/>
                <a:highlight>
                  <a:srgbClr val="FFFFFF"/>
                </a:highlight>
                <a:latin typeface="Google Sans"/>
              </a:rPr>
              <a:t>The </a:t>
            </a:r>
            <a:r>
              <a:rPr lang="en-US" b="0" i="0" dirty="0" err="1">
                <a:solidFill>
                  <a:srgbClr val="001D35"/>
                </a:solidFill>
                <a:effectLst/>
                <a:highlight>
                  <a:srgbClr val="FFFFFF"/>
                </a:highlight>
                <a:latin typeface="Google Sans"/>
              </a:rPr>
              <a:t>ExecutionContext</a:t>
            </a:r>
            <a:r>
              <a:rPr lang="en-US" b="0" i="0" dirty="0">
                <a:solidFill>
                  <a:srgbClr val="001D35"/>
                </a:solidFill>
                <a:effectLst/>
                <a:highlight>
                  <a:srgbClr val="FFFFFF"/>
                </a:highlight>
                <a:latin typeface="Google Sans"/>
              </a:rPr>
              <a:t> is persisted by Spring Batch, which means that it will be available even if a job is restarted. This can be useful for storing data that needs to be used across multiple job executions.</a:t>
            </a:r>
            <a:endParaRPr lang="en-IN" dirty="0"/>
          </a:p>
        </p:txBody>
      </p:sp>
    </p:spTree>
    <p:extLst>
      <p:ext uri="{BB962C8B-B14F-4D97-AF65-F5344CB8AC3E}">
        <p14:creationId xmlns:p14="http://schemas.microsoft.com/office/powerpoint/2010/main" val="26642461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0E3D0-1072-655C-A977-94CF892D2337}"/>
              </a:ext>
            </a:extLst>
          </p:cNvPr>
          <p:cNvSpPr>
            <a:spLocks noGrp="1"/>
          </p:cNvSpPr>
          <p:nvPr>
            <p:ph type="title"/>
          </p:nvPr>
        </p:nvSpPr>
        <p:spPr/>
        <p:txBody>
          <a:bodyPr/>
          <a:lstStyle/>
          <a:p>
            <a:r>
              <a:rPr lang="en-IN" dirty="0" err="1"/>
              <a:t>StepExecution</a:t>
            </a:r>
            <a:endParaRPr lang="en-IN" dirty="0"/>
          </a:p>
        </p:txBody>
      </p:sp>
      <p:sp>
        <p:nvSpPr>
          <p:cNvPr id="3" name="Content Placeholder 2">
            <a:extLst>
              <a:ext uri="{FF2B5EF4-FFF2-40B4-BE49-F238E27FC236}">
                <a16:creationId xmlns:a16="http://schemas.microsoft.com/office/drawing/2014/main" id="{40F3C57F-3681-6F2D-501D-C27B34C38CA4}"/>
              </a:ext>
            </a:extLst>
          </p:cNvPr>
          <p:cNvSpPr>
            <a:spLocks noGrp="1"/>
          </p:cNvSpPr>
          <p:nvPr>
            <p:ph idx="1"/>
          </p:nvPr>
        </p:nvSpPr>
        <p:spPr/>
        <p:txBody>
          <a:bodyPr/>
          <a:lstStyle/>
          <a:p>
            <a:r>
              <a:rPr lang="en-US" dirty="0"/>
              <a:t>Similar to a Job, a Step has an individual </a:t>
            </a:r>
            <a:r>
              <a:rPr lang="en-US" dirty="0" err="1"/>
              <a:t>StepExecution</a:t>
            </a:r>
            <a:r>
              <a:rPr lang="en-US" dirty="0"/>
              <a:t> that represents a single attempt to execute a Step. </a:t>
            </a:r>
          </a:p>
          <a:p>
            <a:r>
              <a:rPr lang="en-US" dirty="0" err="1"/>
              <a:t>StepExecution</a:t>
            </a:r>
            <a:r>
              <a:rPr lang="en-US" dirty="0"/>
              <a:t> stores the information about current and exit statuses, start and end times, and so on, </a:t>
            </a:r>
          </a:p>
          <a:p>
            <a:r>
              <a:rPr lang="en-US" dirty="0"/>
              <a:t>as well as references to its corresponding Step and </a:t>
            </a:r>
            <a:r>
              <a:rPr lang="en-US" dirty="0" err="1"/>
              <a:t>JobExecution</a:t>
            </a:r>
            <a:r>
              <a:rPr lang="en-US" dirty="0"/>
              <a:t> instances</a:t>
            </a:r>
            <a:endParaRPr lang="en-IN" dirty="0"/>
          </a:p>
        </p:txBody>
      </p:sp>
    </p:spTree>
    <p:extLst>
      <p:ext uri="{BB962C8B-B14F-4D97-AF65-F5344CB8AC3E}">
        <p14:creationId xmlns:p14="http://schemas.microsoft.com/office/powerpoint/2010/main" val="2850943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64349-AD40-EDAA-46AD-FACB4E8D5D21}"/>
              </a:ext>
            </a:extLst>
          </p:cNvPr>
          <p:cNvSpPr>
            <a:spLocks noGrp="1"/>
          </p:cNvSpPr>
          <p:nvPr>
            <p:ph type="title"/>
          </p:nvPr>
        </p:nvSpPr>
        <p:spPr/>
        <p:txBody>
          <a:bodyPr>
            <a:normAutofit/>
          </a:bodyPr>
          <a:lstStyle/>
          <a:p>
            <a:r>
              <a:rPr lang="en-IN" dirty="0" err="1"/>
              <a:t>StepExecution</a:t>
            </a:r>
            <a:endParaRPr lang="en-IN" dirty="0"/>
          </a:p>
        </p:txBody>
      </p:sp>
      <p:sp>
        <p:nvSpPr>
          <p:cNvPr id="3" name="Content Placeholder 2">
            <a:extLst>
              <a:ext uri="{FF2B5EF4-FFF2-40B4-BE49-F238E27FC236}">
                <a16:creationId xmlns:a16="http://schemas.microsoft.com/office/drawing/2014/main" id="{1EEC55D7-2214-41CD-31A0-C5636FE3E69E}"/>
              </a:ext>
            </a:extLst>
          </p:cNvPr>
          <p:cNvSpPr>
            <a:spLocks noGrp="1"/>
          </p:cNvSpPr>
          <p:nvPr>
            <p:ph idx="1"/>
          </p:nvPr>
        </p:nvSpPr>
        <p:spPr/>
        <p:txBody>
          <a:bodyPr/>
          <a:lstStyle/>
          <a:p>
            <a:pPr algn="l" fontAlgn="base"/>
            <a:r>
              <a:rPr lang="en-US" b="0" i="0" dirty="0">
                <a:solidFill>
                  <a:srgbClr val="000000"/>
                </a:solidFill>
                <a:effectLst/>
                <a:latin typeface="Segoe UI" panose="020B0502040204020203" pitchFamily="34" charset="0"/>
              </a:rPr>
              <a:t>As the steps execute within a job, there is a very similar concept of </a:t>
            </a:r>
            <a:r>
              <a:rPr lang="en-US" b="0" i="0" dirty="0" err="1">
                <a:solidFill>
                  <a:srgbClr val="000000"/>
                </a:solidFill>
                <a:effectLst/>
                <a:latin typeface="Segoe UI" panose="020B0502040204020203" pitchFamily="34" charset="0"/>
              </a:rPr>
              <a:t>JobExecution</a:t>
            </a:r>
            <a:r>
              <a:rPr lang="en-US" b="0" i="0" dirty="0">
                <a:solidFill>
                  <a:srgbClr val="000000"/>
                </a:solidFill>
                <a:effectLst/>
                <a:latin typeface="Segoe UI" panose="020B0502040204020203" pitchFamily="34" charset="0"/>
              </a:rPr>
              <a:t> is applied. So, each execution of a step is going to create a new </a:t>
            </a:r>
            <a:r>
              <a:rPr lang="en-US" b="0" i="0" dirty="0" err="1">
                <a:solidFill>
                  <a:srgbClr val="000000"/>
                </a:solidFill>
                <a:effectLst/>
                <a:latin typeface="Segoe UI" panose="020B0502040204020203" pitchFamily="34" charset="0"/>
              </a:rPr>
              <a:t>StepExecution</a:t>
            </a:r>
            <a:r>
              <a:rPr lang="en-US" b="0" i="0" dirty="0">
                <a:solidFill>
                  <a:srgbClr val="000000"/>
                </a:solidFill>
                <a:effectLst/>
                <a:latin typeface="Segoe UI" panose="020B0502040204020203" pitchFamily="34" charset="0"/>
              </a:rPr>
              <a:t>. The </a:t>
            </a:r>
            <a:r>
              <a:rPr lang="en-US" b="0" i="0" dirty="0" err="1">
                <a:solidFill>
                  <a:srgbClr val="000000"/>
                </a:solidFill>
                <a:effectLst/>
                <a:latin typeface="Segoe UI" panose="020B0502040204020203" pitchFamily="34" charset="0"/>
              </a:rPr>
              <a:t>StepExecution</a:t>
            </a:r>
            <a:r>
              <a:rPr lang="en-US" b="0" i="0" dirty="0">
                <a:solidFill>
                  <a:srgbClr val="000000"/>
                </a:solidFill>
                <a:effectLst/>
                <a:latin typeface="Segoe UI" panose="020B0502040204020203" pitchFamily="34" charset="0"/>
              </a:rPr>
              <a:t> is associated with a </a:t>
            </a:r>
            <a:r>
              <a:rPr lang="en-US" b="0" i="0" dirty="0" err="1">
                <a:solidFill>
                  <a:srgbClr val="000000"/>
                </a:solidFill>
                <a:effectLst/>
                <a:latin typeface="Segoe UI" panose="020B0502040204020203" pitchFamily="34" charset="0"/>
              </a:rPr>
              <a:t>JobExecution</a:t>
            </a:r>
            <a:r>
              <a:rPr lang="en-US" b="0" i="0" dirty="0">
                <a:solidFill>
                  <a:srgbClr val="000000"/>
                </a:solidFill>
                <a:effectLst/>
                <a:latin typeface="Segoe UI" panose="020B0502040204020203" pitchFamily="34" charset="0"/>
              </a:rPr>
              <a:t>.</a:t>
            </a:r>
          </a:p>
          <a:p>
            <a:pPr algn="l" fontAlgn="base"/>
            <a:endParaRPr lang="en-US" b="0" i="0" dirty="0">
              <a:solidFill>
                <a:srgbClr val="000000"/>
              </a:solidFill>
              <a:effectLst/>
              <a:latin typeface="Segoe UI" panose="020B0502040204020203" pitchFamily="34" charset="0"/>
            </a:endParaRPr>
          </a:p>
          <a:p>
            <a:pPr algn="l" fontAlgn="base"/>
            <a:endParaRPr lang="en-US" dirty="0">
              <a:solidFill>
                <a:srgbClr val="000000"/>
              </a:solidFill>
              <a:latin typeface="Segoe UI" panose="020B0502040204020203" pitchFamily="34" charset="0"/>
            </a:endParaRPr>
          </a:p>
          <a:p>
            <a:pPr algn="l" fontAlgn="base"/>
            <a:endParaRPr lang="en-US" b="0" i="0" dirty="0">
              <a:solidFill>
                <a:srgbClr val="000000"/>
              </a:solidFill>
              <a:effectLst/>
              <a:latin typeface="Segoe UI" panose="020B0502040204020203" pitchFamily="34" charset="0"/>
            </a:endParaRPr>
          </a:p>
        </p:txBody>
      </p:sp>
      <p:pic>
        <p:nvPicPr>
          <p:cNvPr id="4" name="Picture 3">
            <a:extLst>
              <a:ext uri="{FF2B5EF4-FFF2-40B4-BE49-F238E27FC236}">
                <a16:creationId xmlns:a16="http://schemas.microsoft.com/office/drawing/2014/main" id="{D7E35B6E-BB6F-CBFE-B863-20137B8BA536}"/>
              </a:ext>
            </a:extLst>
          </p:cNvPr>
          <p:cNvPicPr>
            <a:picLocks noChangeAspect="1"/>
          </p:cNvPicPr>
          <p:nvPr/>
        </p:nvPicPr>
        <p:blipFill>
          <a:blip r:embed="rId2"/>
          <a:stretch>
            <a:fillRect/>
          </a:stretch>
        </p:blipFill>
        <p:spPr>
          <a:xfrm>
            <a:off x="945502" y="3429000"/>
            <a:ext cx="7315200" cy="2190750"/>
          </a:xfrm>
          <a:prstGeom prst="rect">
            <a:avLst/>
          </a:prstGeom>
        </p:spPr>
      </p:pic>
    </p:spTree>
    <p:extLst>
      <p:ext uri="{BB962C8B-B14F-4D97-AF65-F5344CB8AC3E}">
        <p14:creationId xmlns:p14="http://schemas.microsoft.com/office/powerpoint/2010/main" val="18396494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64349-AD40-EDAA-46AD-FACB4E8D5D21}"/>
              </a:ext>
            </a:extLst>
          </p:cNvPr>
          <p:cNvSpPr>
            <a:spLocks noGrp="1"/>
          </p:cNvSpPr>
          <p:nvPr>
            <p:ph type="title"/>
          </p:nvPr>
        </p:nvSpPr>
        <p:spPr/>
        <p:txBody>
          <a:bodyPr>
            <a:normAutofit/>
          </a:bodyPr>
          <a:lstStyle/>
          <a:p>
            <a:r>
              <a:rPr lang="en-IN" dirty="0" err="1"/>
              <a:t>StepExecution</a:t>
            </a:r>
            <a:endParaRPr lang="en-IN" dirty="0"/>
          </a:p>
        </p:txBody>
      </p:sp>
      <p:sp>
        <p:nvSpPr>
          <p:cNvPr id="3" name="Content Placeholder 2">
            <a:extLst>
              <a:ext uri="{FF2B5EF4-FFF2-40B4-BE49-F238E27FC236}">
                <a16:creationId xmlns:a16="http://schemas.microsoft.com/office/drawing/2014/main" id="{1EEC55D7-2214-41CD-31A0-C5636FE3E69E}"/>
              </a:ext>
            </a:extLst>
          </p:cNvPr>
          <p:cNvSpPr>
            <a:spLocks noGrp="1"/>
          </p:cNvSpPr>
          <p:nvPr>
            <p:ph idx="1"/>
          </p:nvPr>
        </p:nvSpPr>
        <p:spPr/>
        <p:txBody>
          <a:bodyPr/>
          <a:lstStyle/>
          <a:p>
            <a:pPr algn="l" fontAlgn="base"/>
            <a:r>
              <a:rPr lang="en-US" b="0" i="0" dirty="0">
                <a:solidFill>
                  <a:srgbClr val="000000"/>
                </a:solidFill>
                <a:effectLst/>
                <a:latin typeface="Segoe UI" panose="020B0502040204020203" pitchFamily="34" charset="0"/>
              </a:rPr>
              <a:t>As the steps execute within a job, there is a very similar concept of </a:t>
            </a:r>
            <a:r>
              <a:rPr lang="en-US" b="0" i="0" dirty="0" err="1">
                <a:solidFill>
                  <a:srgbClr val="000000"/>
                </a:solidFill>
                <a:effectLst/>
                <a:latin typeface="Segoe UI" panose="020B0502040204020203" pitchFamily="34" charset="0"/>
              </a:rPr>
              <a:t>JobExecution</a:t>
            </a:r>
            <a:r>
              <a:rPr lang="en-US" b="0" i="0" dirty="0">
                <a:solidFill>
                  <a:srgbClr val="000000"/>
                </a:solidFill>
                <a:effectLst/>
                <a:latin typeface="Segoe UI" panose="020B0502040204020203" pitchFamily="34" charset="0"/>
              </a:rPr>
              <a:t> is applied. So, each execution of a step is going to create a new </a:t>
            </a:r>
            <a:r>
              <a:rPr lang="en-US" b="0" i="0" dirty="0" err="1">
                <a:solidFill>
                  <a:srgbClr val="000000"/>
                </a:solidFill>
                <a:effectLst/>
                <a:latin typeface="Segoe UI" panose="020B0502040204020203" pitchFamily="34" charset="0"/>
              </a:rPr>
              <a:t>StepExecution</a:t>
            </a:r>
            <a:r>
              <a:rPr lang="en-US" b="0" i="0" dirty="0">
                <a:solidFill>
                  <a:srgbClr val="000000"/>
                </a:solidFill>
                <a:effectLst/>
                <a:latin typeface="Segoe UI" panose="020B0502040204020203" pitchFamily="34" charset="0"/>
              </a:rPr>
              <a:t>. The </a:t>
            </a:r>
            <a:r>
              <a:rPr lang="en-US" b="0" i="0" dirty="0" err="1">
                <a:solidFill>
                  <a:srgbClr val="000000"/>
                </a:solidFill>
                <a:effectLst/>
                <a:latin typeface="Segoe UI" panose="020B0502040204020203" pitchFamily="34" charset="0"/>
              </a:rPr>
              <a:t>StepExecution</a:t>
            </a:r>
            <a:r>
              <a:rPr lang="en-US" b="0" i="0" dirty="0">
                <a:solidFill>
                  <a:srgbClr val="000000"/>
                </a:solidFill>
                <a:effectLst/>
                <a:latin typeface="Segoe UI" panose="020B0502040204020203" pitchFamily="34" charset="0"/>
              </a:rPr>
              <a:t> is associated with a </a:t>
            </a:r>
            <a:r>
              <a:rPr lang="en-US" b="0" i="0" dirty="0" err="1">
                <a:solidFill>
                  <a:srgbClr val="000000"/>
                </a:solidFill>
                <a:effectLst/>
                <a:latin typeface="Segoe UI" panose="020B0502040204020203" pitchFamily="34" charset="0"/>
              </a:rPr>
              <a:t>JobExecution</a:t>
            </a:r>
            <a:r>
              <a:rPr lang="en-US" b="0" i="0" dirty="0">
                <a:solidFill>
                  <a:srgbClr val="000000"/>
                </a:solidFill>
                <a:effectLst/>
                <a:latin typeface="Segoe UI" panose="020B0502040204020203" pitchFamily="34" charset="0"/>
              </a:rPr>
              <a:t>.</a:t>
            </a:r>
          </a:p>
          <a:p>
            <a:pPr algn="l" fontAlgn="base"/>
            <a:endParaRPr lang="en-US" b="0" i="0" dirty="0">
              <a:solidFill>
                <a:srgbClr val="000000"/>
              </a:solidFill>
              <a:effectLst/>
              <a:latin typeface="Segoe UI" panose="020B0502040204020203" pitchFamily="34" charset="0"/>
            </a:endParaRPr>
          </a:p>
          <a:p>
            <a:pPr algn="l" fontAlgn="base"/>
            <a:endParaRPr lang="en-US" dirty="0">
              <a:solidFill>
                <a:srgbClr val="000000"/>
              </a:solidFill>
              <a:latin typeface="Segoe UI" panose="020B0502040204020203" pitchFamily="34" charset="0"/>
            </a:endParaRPr>
          </a:p>
          <a:p>
            <a:pPr algn="l" fontAlgn="base"/>
            <a:endParaRPr lang="en-US" b="0" i="0" dirty="0">
              <a:solidFill>
                <a:srgbClr val="000000"/>
              </a:solidFill>
              <a:effectLst/>
              <a:latin typeface="Segoe UI" panose="020B0502040204020203" pitchFamily="34" charset="0"/>
            </a:endParaRPr>
          </a:p>
        </p:txBody>
      </p:sp>
      <p:pic>
        <p:nvPicPr>
          <p:cNvPr id="4" name="Picture 3">
            <a:extLst>
              <a:ext uri="{FF2B5EF4-FFF2-40B4-BE49-F238E27FC236}">
                <a16:creationId xmlns:a16="http://schemas.microsoft.com/office/drawing/2014/main" id="{D7E35B6E-BB6F-CBFE-B863-20137B8BA536}"/>
              </a:ext>
            </a:extLst>
          </p:cNvPr>
          <p:cNvPicPr>
            <a:picLocks noChangeAspect="1"/>
          </p:cNvPicPr>
          <p:nvPr/>
        </p:nvPicPr>
        <p:blipFill>
          <a:blip r:embed="rId2"/>
          <a:stretch>
            <a:fillRect/>
          </a:stretch>
        </p:blipFill>
        <p:spPr>
          <a:xfrm>
            <a:off x="945502" y="3429000"/>
            <a:ext cx="7315200" cy="2190750"/>
          </a:xfrm>
          <a:prstGeom prst="rect">
            <a:avLst/>
          </a:prstGeom>
        </p:spPr>
      </p:pic>
    </p:spTree>
    <p:extLst>
      <p:ext uri="{BB962C8B-B14F-4D97-AF65-F5344CB8AC3E}">
        <p14:creationId xmlns:p14="http://schemas.microsoft.com/office/powerpoint/2010/main" val="26204500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0E3D0-1072-655C-A977-94CF892D2337}"/>
              </a:ext>
            </a:extLst>
          </p:cNvPr>
          <p:cNvSpPr>
            <a:spLocks noGrp="1"/>
          </p:cNvSpPr>
          <p:nvPr>
            <p:ph type="title"/>
          </p:nvPr>
        </p:nvSpPr>
        <p:spPr/>
        <p:txBody>
          <a:bodyPr/>
          <a:lstStyle/>
          <a:p>
            <a:r>
              <a:rPr lang="en-IN" dirty="0" err="1"/>
              <a:t>ExecutionContext</a:t>
            </a:r>
            <a:endParaRPr lang="en-IN" dirty="0"/>
          </a:p>
        </p:txBody>
      </p:sp>
      <p:sp>
        <p:nvSpPr>
          <p:cNvPr id="3" name="Content Placeholder 2">
            <a:extLst>
              <a:ext uri="{FF2B5EF4-FFF2-40B4-BE49-F238E27FC236}">
                <a16:creationId xmlns:a16="http://schemas.microsoft.com/office/drawing/2014/main" id="{40F3C57F-3681-6F2D-501D-C27B34C38CA4}"/>
              </a:ext>
            </a:extLst>
          </p:cNvPr>
          <p:cNvSpPr>
            <a:spLocks noGrp="1"/>
          </p:cNvSpPr>
          <p:nvPr>
            <p:ph idx="1"/>
          </p:nvPr>
        </p:nvSpPr>
        <p:spPr/>
        <p:txBody>
          <a:bodyPr/>
          <a:lstStyle/>
          <a:p>
            <a:r>
              <a:rPr lang="en-US" dirty="0"/>
              <a:t>An </a:t>
            </a:r>
            <a:r>
              <a:rPr lang="en-US" dirty="0" err="1"/>
              <a:t>ExecutionContext</a:t>
            </a:r>
            <a:r>
              <a:rPr lang="en-US" dirty="0"/>
              <a:t> is a set of key-value pairs containing information that is scoped to either </a:t>
            </a:r>
            <a:r>
              <a:rPr lang="en-US" dirty="0" err="1"/>
              <a:t>StepExecution</a:t>
            </a:r>
            <a:r>
              <a:rPr lang="en-US" dirty="0"/>
              <a:t> or </a:t>
            </a:r>
            <a:r>
              <a:rPr lang="en-US" dirty="0" err="1"/>
              <a:t>JobExecution</a:t>
            </a:r>
            <a:r>
              <a:rPr lang="en-US" dirty="0"/>
              <a:t>. Spring Batch persists the </a:t>
            </a:r>
            <a:r>
              <a:rPr lang="en-US" dirty="0" err="1"/>
              <a:t>ExecutionContext</a:t>
            </a:r>
            <a:r>
              <a:rPr lang="en-US" dirty="0"/>
              <a:t>, which helps in cases where you want to restart a batch run (e.g., when a fatal error has occurred, etc.). All that is needed is to put any object to be shared between steps into the context and the framework will take care of the rest. After restart, the values from the prior </a:t>
            </a:r>
            <a:r>
              <a:rPr lang="en-US" dirty="0" err="1"/>
              <a:t>ExecutionContext</a:t>
            </a:r>
            <a:r>
              <a:rPr lang="en-US" dirty="0"/>
              <a:t> are restored from the database and applied.</a:t>
            </a:r>
            <a:endParaRPr lang="en-IN" dirty="0"/>
          </a:p>
        </p:txBody>
      </p:sp>
    </p:spTree>
    <p:extLst>
      <p:ext uri="{BB962C8B-B14F-4D97-AF65-F5344CB8AC3E}">
        <p14:creationId xmlns:p14="http://schemas.microsoft.com/office/powerpoint/2010/main" val="2349427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64349-AD40-EDAA-46AD-FACB4E8D5D21}"/>
              </a:ext>
            </a:extLst>
          </p:cNvPr>
          <p:cNvSpPr>
            <a:spLocks noGrp="1"/>
          </p:cNvSpPr>
          <p:nvPr>
            <p:ph type="title"/>
          </p:nvPr>
        </p:nvSpPr>
        <p:spPr/>
        <p:txBody>
          <a:bodyPr>
            <a:normAutofit/>
          </a:bodyPr>
          <a:lstStyle/>
          <a:p>
            <a:r>
              <a:rPr lang="en-US" b="0" i="0" dirty="0">
                <a:solidFill>
                  <a:srgbClr val="343541"/>
                </a:solidFill>
                <a:effectLst/>
                <a:latin typeface="Söhne"/>
              </a:rPr>
              <a:t>Types of </a:t>
            </a:r>
            <a:r>
              <a:rPr lang="en-US" b="0" i="0" dirty="0" err="1">
                <a:solidFill>
                  <a:srgbClr val="343541"/>
                </a:solidFill>
                <a:effectLst/>
                <a:latin typeface="Söhne"/>
              </a:rPr>
              <a:t>itemReader</a:t>
            </a:r>
            <a:r>
              <a:rPr lang="en-US" b="0" i="0" dirty="0">
                <a:solidFill>
                  <a:srgbClr val="343541"/>
                </a:solidFill>
                <a:effectLst/>
                <a:latin typeface="Söhne"/>
              </a:rPr>
              <a:t> in spring batch</a:t>
            </a:r>
            <a:endParaRPr lang="en-IN" dirty="0"/>
          </a:p>
        </p:txBody>
      </p:sp>
      <p:sp>
        <p:nvSpPr>
          <p:cNvPr id="3" name="Content Placeholder 2">
            <a:extLst>
              <a:ext uri="{FF2B5EF4-FFF2-40B4-BE49-F238E27FC236}">
                <a16:creationId xmlns:a16="http://schemas.microsoft.com/office/drawing/2014/main" id="{1EEC55D7-2214-41CD-31A0-C5636FE3E69E}"/>
              </a:ext>
            </a:extLst>
          </p:cNvPr>
          <p:cNvSpPr>
            <a:spLocks noGrp="1"/>
          </p:cNvSpPr>
          <p:nvPr>
            <p:ph idx="1"/>
          </p:nvPr>
        </p:nvSpPr>
        <p:spPr/>
        <p:txBody>
          <a:bodyPr>
            <a:normAutofit fontScale="77500" lnSpcReduction="20000"/>
          </a:bodyPr>
          <a:lstStyle/>
          <a:p>
            <a:pPr fontAlgn="base"/>
            <a:r>
              <a:rPr lang="en-US" b="0" i="0" dirty="0" err="1">
                <a:solidFill>
                  <a:srgbClr val="000000"/>
                </a:solidFill>
                <a:effectLst/>
                <a:latin typeface="Segoe UI" panose="020B0502040204020203" pitchFamily="34" charset="0"/>
              </a:rPr>
              <a:t>FlatFileItemReader</a:t>
            </a:r>
            <a:r>
              <a:rPr lang="en-US" b="0" i="0" dirty="0">
                <a:solidFill>
                  <a:srgbClr val="000000"/>
                </a:solidFill>
                <a:effectLst/>
                <a:latin typeface="Segoe UI" panose="020B0502040204020203" pitchFamily="34" charset="0"/>
              </a:rPr>
              <a:t>: This reader is used to read data from flat files, such as CSV or fixed-length format files.</a:t>
            </a:r>
          </a:p>
          <a:p>
            <a:pPr fontAlgn="base"/>
            <a:endParaRPr lang="en-US" b="0" i="0" dirty="0">
              <a:solidFill>
                <a:srgbClr val="000000"/>
              </a:solidFill>
              <a:effectLst/>
              <a:latin typeface="Segoe UI" panose="020B0502040204020203" pitchFamily="34" charset="0"/>
            </a:endParaRPr>
          </a:p>
          <a:p>
            <a:pPr fontAlgn="base"/>
            <a:r>
              <a:rPr lang="en-US" b="0" i="0" dirty="0" err="1">
                <a:solidFill>
                  <a:srgbClr val="000000"/>
                </a:solidFill>
                <a:effectLst/>
                <a:latin typeface="Segoe UI" panose="020B0502040204020203" pitchFamily="34" charset="0"/>
              </a:rPr>
              <a:t>JdbcCursorItemReader</a:t>
            </a:r>
            <a:r>
              <a:rPr lang="en-US" b="0" i="0" dirty="0">
                <a:solidFill>
                  <a:srgbClr val="000000"/>
                </a:solidFill>
                <a:effectLst/>
                <a:latin typeface="Segoe UI" panose="020B0502040204020203" pitchFamily="34" charset="0"/>
              </a:rPr>
              <a:t>: This reader fetches data from a database using a JDBC cursor. It's suitable for reading large datasets from a database.</a:t>
            </a:r>
          </a:p>
          <a:p>
            <a:pPr fontAlgn="base"/>
            <a:endParaRPr lang="en-US" b="0" i="0" dirty="0">
              <a:solidFill>
                <a:srgbClr val="000000"/>
              </a:solidFill>
              <a:effectLst/>
              <a:latin typeface="Segoe UI" panose="020B0502040204020203" pitchFamily="34" charset="0"/>
            </a:endParaRPr>
          </a:p>
          <a:p>
            <a:pPr fontAlgn="base"/>
            <a:r>
              <a:rPr lang="en-US" b="0" i="0" dirty="0" err="1">
                <a:solidFill>
                  <a:srgbClr val="000000"/>
                </a:solidFill>
                <a:effectLst/>
                <a:latin typeface="Segoe UI" panose="020B0502040204020203" pitchFamily="34" charset="0"/>
              </a:rPr>
              <a:t>JpaPagingItemReader</a:t>
            </a:r>
            <a:r>
              <a:rPr lang="en-US" b="0" i="0" dirty="0">
                <a:solidFill>
                  <a:srgbClr val="000000"/>
                </a:solidFill>
                <a:effectLst/>
                <a:latin typeface="Segoe UI" panose="020B0502040204020203" pitchFamily="34" charset="0"/>
              </a:rPr>
              <a:t>: This reader reads data from a JPA (Java Persistence API) entity using pagination. It's helpful when you want to read data from a database table using JPA entities.</a:t>
            </a:r>
          </a:p>
          <a:p>
            <a:pPr fontAlgn="base"/>
            <a:endParaRPr lang="en-US" b="0" i="0" dirty="0">
              <a:solidFill>
                <a:srgbClr val="000000"/>
              </a:solidFill>
              <a:effectLst/>
              <a:latin typeface="Segoe UI" panose="020B0502040204020203" pitchFamily="34" charset="0"/>
            </a:endParaRPr>
          </a:p>
          <a:p>
            <a:pPr fontAlgn="base"/>
            <a:r>
              <a:rPr lang="en-US" b="0" i="0" dirty="0" err="1">
                <a:solidFill>
                  <a:srgbClr val="000000"/>
                </a:solidFill>
                <a:effectLst/>
                <a:latin typeface="Segoe UI" panose="020B0502040204020203" pitchFamily="34" charset="0"/>
              </a:rPr>
              <a:t>HibernateCursorItemReader</a:t>
            </a:r>
            <a:r>
              <a:rPr lang="en-US" b="0" i="0" dirty="0">
                <a:solidFill>
                  <a:srgbClr val="000000"/>
                </a:solidFill>
                <a:effectLst/>
                <a:latin typeface="Segoe UI" panose="020B0502040204020203" pitchFamily="34" charset="0"/>
              </a:rPr>
              <a:t>: Similar to </a:t>
            </a:r>
            <a:r>
              <a:rPr lang="en-US" b="0" i="0" dirty="0" err="1">
                <a:solidFill>
                  <a:srgbClr val="000000"/>
                </a:solidFill>
                <a:effectLst/>
                <a:latin typeface="Segoe UI" panose="020B0502040204020203" pitchFamily="34" charset="0"/>
              </a:rPr>
              <a:t>JdbcCursorItemReader</a:t>
            </a:r>
            <a:r>
              <a:rPr lang="en-US" b="0" i="0" dirty="0">
                <a:solidFill>
                  <a:srgbClr val="000000"/>
                </a:solidFill>
                <a:effectLst/>
                <a:latin typeface="Segoe UI" panose="020B0502040204020203" pitchFamily="34" charset="0"/>
              </a:rPr>
              <a:t>, this reader uses </a:t>
            </a:r>
            <a:r>
              <a:rPr lang="en-US" b="0" i="0" dirty="0" err="1">
                <a:solidFill>
                  <a:srgbClr val="000000"/>
                </a:solidFill>
                <a:effectLst/>
                <a:latin typeface="Segoe UI" panose="020B0502040204020203" pitchFamily="34" charset="0"/>
              </a:rPr>
              <a:t>Hibernate's</a:t>
            </a:r>
            <a:r>
              <a:rPr lang="en-US" b="0" i="0" dirty="0">
                <a:solidFill>
                  <a:srgbClr val="000000"/>
                </a:solidFill>
                <a:effectLst/>
                <a:latin typeface="Segoe UI" panose="020B0502040204020203" pitchFamily="34" charset="0"/>
              </a:rPr>
              <a:t> scrollable cursor to fetch data from a database.</a:t>
            </a:r>
          </a:p>
          <a:p>
            <a:pPr fontAlgn="base"/>
            <a:r>
              <a:rPr lang="en-US" b="1" i="0" dirty="0" err="1">
                <a:effectLst/>
                <a:latin typeface="Söhne"/>
              </a:rPr>
              <a:t>MultiResourceItemReader</a:t>
            </a:r>
            <a:r>
              <a:rPr lang="en-US" b="1" i="0" dirty="0">
                <a:effectLst/>
                <a:latin typeface="Söhne"/>
              </a:rPr>
              <a:t>:</a:t>
            </a:r>
            <a:r>
              <a:rPr lang="en-US" b="0" i="0" dirty="0">
                <a:solidFill>
                  <a:srgbClr val="374151"/>
                </a:solidFill>
                <a:effectLst/>
                <a:latin typeface="Söhne"/>
              </a:rPr>
              <a:t> This reader allows you to read data from multiple resources, such as multiple files, using a single reader instance.</a:t>
            </a:r>
            <a:endParaRPr lang="en-US" b="0" i="0" dirty="0">
              <a:solidFill>
                <a:srgbClr val="000000"/>
              </a:solidFill>
              <a:effectLst/>
              <a:latin typeface="Segoe UI" panose="020B0502040204020203" pitchFamily="34" charset="0"/>
            </a:endParaRPr>
          </a:p>
          <a:p>
            <a:pPr marL="0" indent="0" algn="l" fontAlgn="base">
              <a:buNone/>
            </a:pPr>
            <a:endParaRPr lang="en-US" b="0" i="0" dirty="0">
              <a:solidFill>
                <a:srgbClr val="000000"/>
              </a:solidFill>
              <a:effectLst/>
              <a:latin typeface="Segoe UI" panose="020B0502040204020203" pitchFamily="34" charset="0"/>
            </a:endParaRPr>
          </a:p>
        </p:txBody>
      </p:sp>
    </p:spTree>
    <p:extLst>
      <p:ext uri="{BB962C8B-B14F-4D97-AF65-F5344CB8AC3E}">
        <p14:creationId xmlns:p14="http://schemas.microsoft.com/office/powerpoint/2010/main" val="9900849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64349-AD40-EDAA-46AD-FACB4E8D5D21}"/>
              </a:ext>
            </a:extLst>
          </p:cNvPr>
          <p:cNvSpPr>
            <a:spLocks noGrp="1"/>
          </p:cNvSpPr>
          <p:nvPr>
            <p:ph type="title"/>
          </p:nvPr>
        </p:nvSpPr>
        <p:spPr/>
        <p:txBody>
          <a:bodyPr>
            <a:normAutofit/>
          </a:bodyPr>
          <a:lstStyle/>
          <a:p>
            <a:r>
              <a:rPr lang="en-US" b="0" i="0" dirty="0">
                <a:solidFill>
                  <a:srgbClr val="343541"/>
                </a:solidFill>
                <a:effectLst/>
                <a:latin typeface="Söhne"/>
              </a:rPr>
              <a:t>Types of </a:t>
            </a:r>
            <a:r>
              <a:rPr lang="en-US" b="0" i="0" dirty="0" err="1">
                <a:solidFill>
                  <a:srgbClr val="343541"/>
                </a:solidFill>
                <a:effectLst/>
                <a:latin typeface="Söhne"/>
              </a:rPr>
              <a:t>itemReader</a:t>
            </a:r>
            <a:r>
              <a:rPr lang="en-US" b="0" i="0" dirty="0">
                <a:solidFill>
                  <a:srgbClr val="343541"/>
                </a:solidFill>
                <a:effectLst/>
                <a:latin typeface="Söhne"/>
              </a:rPr>
              <a:t> in spring batch</a:t>
            </a:r>
            <a:endParaRPr lang="en-IN" dirty="0"/>
          </a:p>
        </p:txBody>
      </p:sp>
      <p:sp>
        <p:nvSpPr>
          <p:cNvPr id="3" name="Content Placeholder 2">
            <a:extLst>
              <a:ext uri="{FF2B5EF4-FFF2-40B4-BE49-F238E27FC236}">
                <a16:creationId xmlns:a16="http://schemas.microsoft.com/office/drawing/2014/main" id="{1EEC55D7-2214-41CD-31A0-C5636FE3E69E}"/>
              </a:ext>
            </a:extLst>
          </p:cNvPr>
          <p:cNvSpPr>
            <a:spLocks noGrp="1"/>
          </p:cNvSpPr>
          <p:nvPr>
            <p:ph idx="1"/>
          </p:nvPr>
        </p:nvSpPr>
        <p:spPr/>
        <p:txBody>
          <a:bodyPr>
            <a:normAutofit fontScale="70000" lnSpcReduction="20000"/>
          </a:bodyPr>
          <a:lstStyle/>
          <a:p>
            <a:pPr fontAlgn="base"/>
            <a:r>
              <a:rPr lang="en-US" b="0" i="0" dirty="0" err="1">
                <a:solidFill>
                  <a:srgbClr val="000000"/>
                </a:solidFill>
                <a:effectLst/>
                <a:latin typeface="Segoe UI" panose="020B0502040204020203" pitchFamily="34" charset="0"/>
              </a:rPr>
              <a:t>StaxEventItemReader</a:t>
            </a:r>
            <a:r>
              <a:rPr lang="en-US" b="0" i="0" dirty="0">
                <a:solidFill>
                  <a:srgbClr val="000000"/>
                </a:solidFill>
                <a:effectLst/>
                <a:latin typeface="Segoe UI" panose="020B0502040204020203" pitchFamily="34" charset="0"/>
              </a:rPr>
              <a:t>: This reader reads data from XML files using the </a:t>
            </a:r>
            <a:r>
              <a:rPr lang="en-US" b="0" i="0" dirty="0" err="1">
                <a:solidFill>
                  <a:srgbClr val="000000"/>
                </a:solidFill>
                <a:effectLst/>
                <a:latin typeface="Segoe UI" panose="020B0502040204020203" pitchFamily="34" charset="0"/>
              </a:rPr>
              <a:t>StAX</a:t>
            </a:r>
            <a:r>
              <a:rPr lang="en-US" b="0" i="0" dirty="0">
                <a:solidFill>
                  <a:srgbClr val="000000"/>
                </a:solidFill>
                <a:effectLst/>
                <a:latin typeface="Segoe UI" panose="020B0502040204020203" pitchFamily="34" charset="0"/>
              </a:rPr>
              <a:t> (Streaming API for XML) parser. It's useful for processing large XML files.</a:t>
            </a:r>
          </a:p>
          <a:p>
            <a:pPr fontAlgn="base"/>
            <a:endParaRPr lang="en-US" b="0" i="0" dirty="0">
              <a:solidFill>
                <a:srgbClr val="000000"/>
              </a:solidFill>
              <a:effectLst/>
              <a:latin typeface="Segoe UI" panose="020B0502040204020203" pitchFamily="34" charset="0"/>
            </a:endParaRPr>
          </a:p>
          <a:p>
            <a:pPr fontAlgn="base"/>
            <a:r>
              <a:rPr lang="en-US" b="0" i="0" dirty="0" err="1">
                <a:solidFill>
                  <a:srgbClr val="000000"/>
                </a:solidFill>
                <a:effectLst/>
                <a:latin typeface="Segoe UI" panose="020B0502040204020203" pitchFamily="34" charset="0"/>
              </a:rPr>
              <a:t>JsonItemReader</a:t>
            </a:r>
            <a:r>
              <a:rPr lang="en-US" b="0" i="0" dirty="0">
                <a:solidFill>
                  <a:srgbClr val="000000"/>
                </a:solidFill>
                <a:effectLst/>
                <a:latin typeface="Segoe UI" panose="020B0502040204020203" pitchFamily="34" charset="0"/>
              </a:rPr>
              <a:t>: This reader is used to read data from JSON files using Jackson or other JSON processing libraries.</a:t>
            </a:r>
          </a:p>
          <a:p>
            <a:pPr fontAlgn="base"/>
            <a:endParaRPr lang="en-US" b="0" i="0" dirty="0">
              <a:solidFill>
                <a:srgbClr val="000000"/>
              </a:solidFill>
              <a:effectLst/>
              <a:latin typeface="Segoe UI" panose="020B0502040204020203" pitchFamily="34" charset="0"/>
            </a:endParaRPr>
          </a:p>
          <a:p>
            <a:pPr fontAlgn="base"/>
            <a:r>
              <a:rPr lang="en-US" b="0" i="0" dirty="0" err="1">
                <a:solidFill>
                  <a:srgbClr val="000000"/>
                </a:solidFill>
                <a:effectLst/>
                <a:latin typeface="Segoe UI" panose="020B0502040204020203" pitchFamily="34" charset="0"/>
              </a:rPr>
              <a:t>ItemStreamReader</a:t>
            </a:r>
            <a:r>
              <a:rPr lang="en-US" b="0" i="0" dirty="0">
                <a:solidFill>
                  <a:srgbClr val="000000"/>
                </a:solidFill>
                <a:effectLst/>
                <a:latin typeface="Segoe UI" panose="020B0502040204020203" pitchFamily="34" charset="0"/>
              </a:rPr>
              <a:t>: This is a generic interface that extends the </a:t>
            </a:r>
            <a:r>
              <a:rPr lang="en-US" b="0" i="0" dirty="0" err="1">
                <a:solidFill>
                  <a:srgbClr val="000000"/>
                </a:solidFill>
                <a:effectLst/>
                <a:latin typeface="Segoe UI" panose="020B0502040204020203" pitchFamily="34" charset="0"/>
              </a:rPr>
              <a:t>ItemReader</a:t>
            </a:r>
            <a:r>
              <a:rPr lang="en-US" b="0" i="0" dirty="0">
                <a:solidFill>
                  <a:srgbClr val="000000"/>
                </a:solidFill>
                <a:effectLst/>
                <a:latin typeface="Segoe UI" panose="020B0502040204020203" pitchFamily="34" charset="0"/>
              </a:rPr>
              <a:t> interface. It's used when you need to implement a custom reader that supports checkpointing and restarting from the last read item.</a:t>
            </a:r>
          </a:p>
          <a:p>
            <a:pPr fontAlgn="base"/>
            <a:endParaRPr lang="en-US" b="0" i="0" dirty="0">
              <a:solidFill>
                <a:srgbClr val="000000"/>
              </a:solidFill>
              <a:effectLst/>
              <a:latin typeface="Segoe UI" panose="020B0502040204020203" pitchFamily="34" charset="0"/>
            </a:endParaRPr>
          </a:p>
          <a:p>
            <a:pPr fontAlgn="base"/>
            <a:r>
              <a:rPr lang="en-US" b="0" i="0" dirty="0" err="1">
                <a:solidFill>
                  <a:srgbClr val="000000"/>
                </a:solidFill>
                <a:effectLst/>
                <a:latin typeface="Segoe UI" panose="020B0502040204020203" pitchFamily="34" charset="0"/>
              </a:rPr>
              <a:t>CompositeItemReader</a:t>
            </a:r>
            <a:r>
              <a:rPr lang="en-US" b="0" i="0" dirty="0">
                <a:solidFill>
                  <a:srgbClr val="000000"/>
                </a:solidFill>
                <a:effectLst/>
                <a:latin typeface="Segoe UI" panose="020B0502040204020203" pitchFamily="34" charset="0"/>
              </a:rPr>
              <a:t>: This reader allows you to chain multiple </a:t>
            </a:r>
            <a:r>
              <a:rPr lang="en-US" b="0" i="0" dirty="0" err="1">
                <a:solidFill>
                  <a:srgbClr val="000000"/>
                </a:solidFill>
                <a:effectLst/>
                <a:latin typeface="Segoe UI" panose="020B0502040204020203" pitchFamily="34" charset="0"/>
              </a:rPr>
              <a:t>ItemReader</a:t>
            </a:r>
            <a:r>
              <a:rPr lang="en-US" b="0" i="0" dirty="0">
                <a:solidFill>
                  <a:srgbClr val="000000"/>
                </a:solidFill>
                <a:effectLst/>
                <a:latin typeface="Segoe UI" panose="020B0502040204020203" pitchFamily="34" charset="0"/>
              </a:rPr>
              <a:t> instances together. It reads items sequentially from each delegate reader.</a:t>
            </a:r>
          </a:p>
          <a:p>
            <a:pPr fontAlgn="base"/>
            <a:endParaRPr lang="en-US" b="0" i="0" dirty="0">
              <a:solidFill>
                <a:srgbClr val="000000"/>
              </a:solidFill>
              <a:effectLst/>
              <a:latin typeface="Segoe UI" panose="020B0502040204020203" pitchFamily="34" charset="0"/>
            </a:endParaRPr>
          </a:p>
          <a:p>
            <a:pPr fontAlgn="base"/>
            <a:r>
              <a:rPr lang="en-US" b="0" i="0" dirty="0">
                <a:solidFill>
                  <a:srgbClr val="000000"/>
                </a:solidFill>
                <a:effectLst/>
                <a:latin typeface="Segoe UI" panose="020B0502040204020203" pitchFamily="34" charset="0"/>
              </a:rPr>
              <a:t>Custom </a:t>
            </a:r>
            <a:r>
              <a:rPr lang="en-US" b="0" i="0" dirty="0" err="1">
                <a:solidFill>
                  <a:srgbClr val="000000"/>
                </a:solidFill>
                <a:effectLst/>
                <a:latin typeface="Segoe UI" panose="020B0502040204020203" pitchFamily="34" charset="0"/>
              </a:rPr>
              <a:t>ItemReader</a:t>
            </a:r>
            <a:r>
              <a:rPr lang="en-US" b="0" i="0" dirty="0">
                <a:solidFill>
                  <a:srgbClr val="000000"/>
                </a:solidFill>
                <a:effectLst/>
                <a:latin typeface="Segoe UI" panose="020B0502040204020203" pitchFamily="34" charset="0"/>
              </a:rPr>
              <a:t>: You can create your own custom implementation of the </a:t>
            </a:r>
            <a:r>
              <a:rPr lang="en-US" b="0" i="0" dirty="0" err="1">
                <a:solidFill>
                  <a:srgbClr val="000000"/>
                </a:solidFill>
                <a:effectLst/>
                <a:latin typeface="Segoe UI" panose="020B0502040204020203" pitchFamily="34" charset="0"/>
              </a:rPr>
              <a:t>ItemReader</a:t>
            </a:r>
            <a:r>
              <a:rPr lang="en-US" b="0" i="0" dirty="0">
                <a:solidFill>
                  <a:srgbClr val="000000"/>
                </a:solidFill>
                <a:effectLst/>
                <a:latin typeface="Segoe UI" panose="020B0502040204020203" pitchFamily="34" charset="0"/>
              </a:rPr>
              <a:t> interface to read data from any source that is not covered by the built-in readers.</a:t>
            </a:r>
          </a:p>
        </p:txBody>
      </p:sp>
    </p:spTree>
    <p:extLst>
      <p:ext uri="{BB962C8B-B14F-4D97-AF65-F5344CB8AC3E}">
        <p14:creationId xmlns:p14="http://schemas.microsoft.com/office/powerpoint/2010/main" val="30679783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97619-3DB7-4712-F68E-705619887A8A}"/>
              </a:ext>
            </a:extLst>
          </p:cNvPr>
          <p:cNvSpPr>
            <a:spLocks noGrp="1"/>
          </p:cNvSpPr>
          <p:nvPr>
            <p:ph type="title"/>
          </p:nvPr>
        </p:nvSpPr>
        <p:spPr/>
        <p:txBody>
          <a:bodyPr/>
          <a:lstStyle/>
          <a:p>
            <a:r>
              <a:rPr lang="en-IN" dirty="0" err="1"/>
              <a:t>ItemReader</a:t>
            </a:r>
            <a:endParaRPr lang="en-IN" dirty="0"/>
          </a:p>
        </p:txBody>
      </p:sp>
      <p:pic>
        <p:nvPicPr>
          <p:cNvPr id="5" name="Picture 4">
            <a:extLst>
              <a:ext uri="{FF2B5EF4-FFF2-40B4-BE49-F238E27FC236}">
                <a16:creationId xmlns:a16="http://schemas.microsoft.com/office/drawing/2014/main" id="{DDA540BF-9A04-0BC7-FA8D-5596227FB760}"/>
              </a:ext>
            </a:extLst>
          </p:cNvPr>
          <p:cNvPicPr>
            <a:picLocks noChangeAspect="1"/>
          </p:cNvPicPr>
          <p:nvPr/>
        </p:nvPicPr>
        <p:blipFill>
          <a:blip r:embed="rId2"/>
          <a:stretch>
            <a:fillRect/>
          </a:stretch>
        </p:blipFill>
        <p:spPr>
          <a:xfrm>
            <a:off x="632604" y="1320677"/>
            <a:ext cx="9228620" cy="5243014"/>
          </a:xfrm>
          <a:prstGeom prst="rect">
            <a:avLst/>
          </a:prstGeom>
        </p:spPr>
      </p:pic>
    </p:spTree>
    <p:extLst>
      <p:ext uri="{BB962C8B-B14F-4D97-AF65-F5344CB8AC3E}">
        <p14:creationId xmlns:p14="http://schemas.microsoft.com/office/powerpoint/2010/main" val="26815812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64349-AD40-EDAA-46AD-FACB4E8D5D21}"/>
              </a:ext>
            </a:extLst>
          </p:cNvPr>
          <p:cNvSpPr>
            <a:spLocks noGrp="1"/>
          </p:cNvSpPr>
          <p:nvPr>
            <p:ph type="title"/>
          </p:nvPr>
        </p:nvSpPr>
        <p:spPr>
          <a:xfrm>
            <a:off x="838200" y="365126"/>
            <a:ext cx="10515600" cy="651912"/>
          </a:xfrm>
        </p:spPr>
        <p:txBody>
          <a:bodyPr>
            <a:normAutofit fontScale="90000"/>
          </a:bodyPr>
          <a:lstStyle/>
          <a:p>
            <a:r>
              <a:rPr lang="en-IN" dirty="0"/>
              <a:t>Item Reader</a:t>
            </a:r>
          </a:p>
        </p:txBody>
      </p:sp>
      <p:sp>
        <p:nvSpPr>
          <p:cNvPr id="3" name="Content Placeholder 2">
            <a:extLst>
              <a:ext uri="{FF2B5EF4-FFF2-40B4-BE49-F238E27FC236}">
                <a16:creationId xmlns:a16="http://schemas.microsoft.com/office/drawing/2014/main" id="{1EEC55D7-2214-41CD-31A0-C5636FE3E69E}"/>
              </a:ext>
            </a:extLst>
          </p:cNvPr>
          <p:cNvSpPr>
            <a:spLocks noGrp="1"/>
          </p:cNvSpPr>
          <p:nvPr>
            <p:ph idx="1"/>
          </p:nvPr>
        </p:nvSpPr>
        <p:spPr>
          <a:xfrm>
            <a:off x="838200" y="1091682"/>
            <a:ext cx="10515600" cy="5327779"/>
          </a:xfrm>
        </p:spPr>
        <p:txBody>
          <a:bodyPr>
            <a:normAutofit fontScale="85000" lnSpcReduction="20000"/>
          </a:bodyPr>
          <a:lstStyle/>
          <a:p>
            <a:pPr algn="l" fontAlgn="base"/>
            <a:r>
              <a:rPr lang="en-US" b="0" i="0" dirty="0">
                <a:solidFill>
                  <a:srgbClr val="000000"/>
                </a:solidFill>
                <a:effectLst/>
                <a:latin typeface="Segoe UI" panose="020B0502040204020203" pitchFamily="34" charset="0"/>
              </a:rPr>
              <a:t>We're using </a:t>
            </a:r>
            <a:r>
              <a:rPr lang="en-US" b="0" i="0" dirty="0" err="1">
                <a:solidFill>
                  <a:srgbClr val="000000"/>
                </a:solidFill>
                <a:effectLst/>
                <a:latin typeface="Segoe UI" panose="020B0502040204020203" pitchFamily="34" charset="0"/>
              </a:rPr>
              <a:t>FlatFileItemReader</a:t>
            </a:r>
            <a:r>
              <a:rPr lang="en-US" b="0" i="0" dirty="0">
                <a:solidFill>
                  <a:srgbClr val="000000"/>
                </a:solidFill>
                <a:effectLst/>
                <a:latin typeface="Segoe UI" panose="020B0502040204020203" pitchFamily="34" charset="0"/>
              </a:rPr>
              <a:t> as the delegate reader, which is a common choice for reading data from flat files like CSV.</a:t>
            </a:r>
          </a:p>
          <a:p>
            <a:pPr algn="l" fontAlgn="base"/>
            <a:endParaRPr lang="en-US" b="0" i="0" dirty="0">
              <a:solidFill>
                <a:srgbClr val="000000"/>
              </a:solidFill>
              <a:effectLst/>
              <a:latin typeface="Segoe UI" panose="020B0502040204020203" pitchFamily="34" charset="0"/>
            </a:endParaRPr>
          </a:p>
          <a:p>
            <a:pPr algn="l" fontAlgn="base"/>
            <a:r>
              <a:rPr lang="en-US" b="0" i="0" dirty="0">
                <a:solidFill>
                  <a:srgbClr val="000000"/>
                </a:solidFill>
                <a:effectLst/>
                <a:latin typeface="Segoe UI" panose="020B0502040204020203" pitchFamily="34" charset="0"/>
              </a:rPr>
              <a:t>We're configuring the reader to read from a CSV file named "people.csv" located in the </a:t>
            </a:r>
            <a:r>
              <a:rPr lang="en-US" b="0" i="0" dirty="0" err="1">
                <a:solidFill>
                  <a:srgbClr val="000000"/>
                </a:solidFill>
                <a:effectLst/>
                <a:latin typeface="Segoe UI" panose="020B0502040204020203" pitchFamily="34" charset="0"/>
              </a:rPr>
              <a:t>classpath</a:t>
            </a:r>
            <a:r>
              <a:rPr lang="en-US" b="0" i="0" dirty="0">
                <a:solidFill>
                  <a:srgbClr val="000000"/>
                </a:solidFill>
                <a:effectLst/>
                <a:latin typeface="Segoe UI" panose="020B0502040204020203" pitchFamily="34" charset="0"/>
              </a:rPr>
              <a:t>.</a:t>
            </a:r>
          </a:p>
          <a:p>
            <a:pPr algn="l" fontAlgn="base"/>
            <a:endParaRPr lang="en-US" b="0" i="0" dirty="0">
              <a:solidFill>
                <a:srgbClr val="000000"/>
              </a:solidFill>
              <a:effectLst/>
              <a:latin typeface="Segoe UI" panose="020B0502040204020203" pitchFamily="34" charset="0"/>
            </a:endParaRPr>
          </a:p>
          <a:p>
            <a:pPr algn="l" fontAlgn="base"/>
            <a:r>
              <a:rPr lang="en-US" b="0" i="0" dirty="0">
                <a:solidFill>
                  <a:srgbClr val="000000"/>
                </a:solidFill>
                <a:effectLst/>
                <a:latin typeface="Segoe UI" panose="020B0502040204020203" pitchFamily="34" charset="0"/>
              </a:rPr>
              <a:t>The </a:t>
            </a:r>
            <a:r>
              <a:rPr lang="en-US" b="0" i="0" dirty="0" err="1">
                <a:solidFill>
                  <a:srgbClr val="000000"/>
                </a:solidFill>
                <a:effectLst/>
                <a:latin typeface="Segoe UI" panose="020B0502040204020203" pitchFamily="34" charset="0"/>
              </a:rPr>
              <a:t>DelimitedLineTokenizer</a:t>
            </a:r>
            <a:r>
              <a:rPr lang="en-US" b="0" i="0" dirty="0">
                <a:solidFill>
                  <a:srgbClr val="000000"/>
                </a:solidFill>
                <a:effectLst/>
                <a:latin typeface="Segoe UI" panose="020B0502040204020203" pitchFamily="34" charset="0"/>
              </a:rPr>
              <a:t> is used to split each line into fields based on a delimiter (usually a comma for CSV files).</a:t>
            </a:r>
          </a:p>
          <a:p>
            <a:pPr algn="l" fontAlgn="base"/>
            <a:endParaRPr lang="en-US" b="0" i="0" dirty="0">
              <a:solidFill>
                <a:srgbClr val="000000"/>
              </a:solidFill>
              <a:effectLst/>
              <a:latin typeface="Segoe UI" panose="020B0502040204020203" pitchFamily="34" charset="0"/>
            </a:endParaRPr>
          </a:p>
          <a:p>
            <a:pPr algn="l" fontAlgn="base"/>
            <a:r>
              <a:rPr lang="en-US" b="0" i="0" dirty="0" err="1">
                <a:solidFill>
                  <a:srgbClr val="000000"/>
                </a:solidFill>
                <a:effectLst/>
                <a:latin typeface="Segoe UI" panose="020B0502040204020203" pitchFamily="34" charset="0"/>
              </a:rPr>
              <a:t>BeanWrapperFieldSetMapper</a:t>
            </a:r>
            <a:r>
              <a:rPr lang="en-US" b="0" i="0" dirty="0">
                <a:solidFill>
                  <a:srgbClr val="000000"/>
                </a:solidFill>
                <a:effectLst/>
                <a:latin typeface="Segoe UI" panose="020B0502040204020203" pitchFamily="34" charset="0"/>
              </a:rPr>
              <a:t> maps the fields from the CSV to the fields of the Person object.</a:t>
            </a:r>
          </a:p>
          <a:p>
            <a:pPr algn="l" fontAlgn="base"/>
            <a:endParaRPr lang="en-US" b="0" i="0" dirty="0">
              <a:solidFill>
                <a:srgbClr val="000000"/>
              </a:solidFill>
              <a:effectLst/>
              <a:latin typeface="Segoe UI" panose="020B0502040204020203" pitchFamily="34" charset="0"/>
            </a:endParaRPr>
          </a:p>
          <a:p>
            <a:pPr algn="l" fontAlgn="base"/>
            <a:r>
              <a:rPr lang="en-US" b="0" i="0" dirty="0" err="1">
                <a:solidFill>
                  <a:srgbClr val="000000"/>
                </a:solidFill>
                <a:effectLst/>
                <a:latin typeface="Segoe UI" panose="020B0502040204020203" pitchFamily="34" charset="0"/>
              </a:rPr>
              <a:t>DefaultLineMapper</a:t>
            </a:r>
            <a:r>
              <a:rPr lang="en-US" b="0" i="0" dirty="0">
                <a:solidFill>
                  <a:srgbClr val="000000"/>
                </a:solidFill>
                <a:effectLst/>
                <a:latin typeface="Segoe UI" panose="020B0502040204020203" pitchFamily="34" charset="0"/>
              </a:rPr>
              <a:t> ties together the tokenizer and field set mapper.</a:t>
            </a:r>
          </a:p>
          <a:p>
            <a:pPr algn="l" fontAlgn="base"/>
            <a:endParaRPr lang="en-US" b="0" i="0" dirty="0">
              <a:solidFill>
                <a:srgbClr val="000000"/>
              </a:solidFill>
              <a:effectLst/>
              <a:latin typeface="Segoe UI" panose="020B0502040204020203" pitchFamily="34" charset="0"/>
            </a:endParaRPr>
          </a:p>
          <a:p>
            <a:pPr algn="l" fontAlgn="base"/>
            <a:r>
              <a:rPr lang="en-US" b="0" i="0" dirty="0">
                <a:solidFill>
                  <a:srgbClr val="000000"/>
                </a:solidFill>
                <a:effectLst/>
                <a:latin typeface="Segoe UI" panose="020B0502040204020203" pitchFamily="34" charset="0"/>
              </a:rPr>
              <a:t>The read() method of </a:t>
            </a:r>
            <a:r>
              <a:rPr lang="en-US" b="0" i="0" dirty="0" err="1">
                <a:solidFill>
                  <a:srgbClr val="000000"/>
                </a:solidFill>
                <a:effectLst/>
                <a:latin typeface="Segoe UI" panose="020B0502040204020203" pitchFamily="34" charset="0"/>
              </a:rPr>
              <a:t>PersonItemReader</a:t>
            </a:r>
            <a:r>
              <a:rPr lang="en-US" b="0" i="0" dirty="0">
                <a:solidFill>
                  <a:srgbClr val="000000"/>
                </a:solidFill>
                <a:effectLst/>
                <a:latin typeface="Segoe UI" panose="020B0502040204020203" pitchFamily="34" charset="0"/>
              </a:rPr>
              <a:t> reads and maps one line at a time.</a:t>
            </a:r>
          </a:p>
        </p:txBody>
      </p:sp>
    </p:spTree>
    <p:extLst>
      <p:ext uri="{BB962C8B-B14F-4D97-AF65-F5344CB8AC3E}">
        <p14:creationId xmlns:p14="http://schemas.microsoft.com/office/powerpoint/2010/main" val="36432192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64349-AD40-EDAA-46AD-FACB4E8D5D21}"/>
              </a:ext>
            </a:extLst>
          </p:cNvPr>
          <p:cNvSpPr>
            <a:spLocks noGrp="1"/>
          </p:cNvSpPr>
          <p:nvPr>
            <p:ph type="title"/>
          </p:nvPr>
        </p:nvSpPr>
        <p:spPr>
          <a:xfrm>
            <a:off x="838200" y="365126"/>
            <a:ext cx="10515600" cy="651912"/>
          </a:xfrm>
        </p:spPr>
        <p:txBody>
          <a:bodyPr>
            <a:normAutofit fontScale="90000"/>
          </a:bodyPr>
          <a:lstStyle/>
          <a:p>
            <a:r>
              <a:rPr lang="en-IN" dirty="0"/>
              <a:t>Item Reader</a:t>
            </a:r>
          </a:p>
        </p:txBody>
      </p:sp>
      <p:pic>
        <p:nvPicPr>
          <p:cNvPr id="5" name="Content Placeholder 4">
            <a:extLst>
              <a:ext uri="{FF2B5EF4-FFF2-40B4-BE49-F238E27FC236}">
                <a16:creationId xmlns:a16="http://schemas.microsoft.com/office/drawing/2014/main" id="{C6649C03-B35C-7C22-C3D7-C1AD0C56A0C6}"/>
              </a:ext>
            </a:extLst>
          </p:cNvPr>
          <p:cNvPicPr>
            <a:picLocks noGrp="1" noChangeAspect="1"/>
          </p:cNvPicPr>
          <p:nvPr>
            <p:ph idx="1"/>
          </p:nvPr>
        </p:nvPicPr>
        <p:blipFill>
          <a:blip r:embed="rId2"/>
          <a:stretch>
            <a:fillRect/>
          </a:stretch>
        </p:blipFill>
        <p:spPr>
          <a:xfrm>
            <a:off x="617200" y="1331657"/>
            <a:ext cx="7635902" cy="2758679"/>
          </a:xfrm>
        </p:spPr>
      </p:pic>
    </p:spTree>
    <p:extLst>
      <p:ext uri="{BB962C8B-B14F-4D97-AF65-F5344CB8AC3E}">
        <p14:creationId xmlns:p14="http://schemas.microsoft.com/office/powerpoint/2010/main" val="16318374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64349-AD40-EDAA-46AD-FACB4E8D5D21}"/>
              </a:ext>
            </a:extLst>
          </p:cNvPr>
          <p:cNvSpPr>
            <a:spLocks noGrp="1"/>
          </p:cNvSpPr>
          <p:nvPr>
            <p:ph type="title"/>
          </p:nvPr>
        </p:nvSpPr>
        <p:spPr>
          <a:xfrm>
            <a:off x="838200" y="365126"/>
            <a:ext cx="10515600" cy="651912"/>
          </a:xfrm>
        </p:spPr>
        <p:txBody>
          <a:bodyPr>
            <a:normAutofit fontScale="90000"/>
          </a:bodyPr>
          <a:lstStyle/>
          <a:p>
            <a:r>
              <a:rPr lang="en-IN" dirty="0"/>
              <a:t>Item Reader</a:t>
            </a:r>
          </a:p>
        </p:txBody>
      </p:sp>
      <p:pic>
        <p:nvPicPr>
          <p:cNvPr id="7" name="Picture 6">
            <a:extLst>
              <a:ext uri="{FF2B5EF4-FFF2-40B4-BE49-F238E27FC236}">
                <a16:creationId xmlns:a16="http://schemas.microsoft.com/office/drawing/2014/main" id="{0ADE8564-31B1-ED75-1AE6-5724EE714853}"/>
              </a:ext>
            </a:extLst>
          </p:cNvPr>
          <p:cNvPicPr>
            <a:picLocks noChangeAspect="1"/>
          </p:cNvPicPr>
          <p:nvPr/>
        </p:nvPicPr>
        <p:blipFill>
          <a:blip r:embed="rId2"/>
          <a:stretch>
            <a:fillRect/>
          </a:stretch>
        </p:blipFill>
        <p:spPr>
          <a:xfrm>
            <a:off x="524675" y="1349529"/>
            <a:ext cx="7559695" cy="3337849"/>
          </a:xfrm>
          <a:prstGeom prst="rect">
            <a:avLst/>
          </a:prstGeom>
        </p:spPr>
      </p:pic>
    </p:spTree>
    <p:extLst>
      <p:ext uri="{BB962C8B-B14F-4D97-AF65-F5344CB8AC3E}">
        <p14:creationId xmlns:p14="http://schemas.microsoft.com/office/powerpoint/2010/main" val="37284061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64349-AD40-EDAA-46AD-FACB4E8D5D21}"/>
              </a:ext>
            </a:extLst>
          </p:cNvPr>
          <p:cNvSpPr>
            <a:spLocks noGrp="1"/>
          </p:cNvSpPr>
          <p:nvPr>
            <p:ph type="title"/>
          </p:nvPr>
        </p:nvSpPr>
        <p:spPr>
          <a:xfrm>
            <a:off x="838200" y="365126"/>
            <a:ext cx="10515600" cy="651912"/>
          </a:xfrm>
        </p:spPr>
        <p:txBody>
          <a:bodyPr>
            <a:normAutofit fontScale="90000"/>
          </a:bodyPr>
          <a:lstStyle/>
          <a:p>
            <a:r>
              <a:rPr lang="en-IN" b="0" i="0" dirty="0" err="1">
                <a:solidFill>
                  <a:srgbClr val="343541"/>
                </a:solidFill>
                <a:effectLst/>
                <a:latin typeface="Söhne"/>
              </a:rPr>
              <a:t>CompositeItemReader</a:t>
            </a:r>
            <a:endParaRPr lang="en-IN" dirty="0"/>
          </a:p>
        </p:txBody>
      </p:sp>
      <p:pic>
        <p:nvPicPr>
          <p:cNvPr id="6" name="Picture 5">
            <a:extLst>
              <a:ext uri="{FF2B5EF4-FFF2-40B4-BE49-F238E27FC236}">
                <a16:creationId xmlns:a16="http://schemas.microsoft.com/office/drawing/2014/main" id="{BF740AC0-7CC9-7BEF-32BF-D1EE259A4BAA}"/>
              </a:ext>
            </a:extLst>
          </p:cNvPr>
          <p:cNvPicPr>
            <a:picLocks noChangeAspect="1"/>
          </p:cNvPicPr>
          <p:nvPr/>
        </p:nvPicPr>
        <p:blipFill>
          <a:blip r:embed="rId2"/>
          <a:stretch>
            <a:fillRect/>
          </a:stretch>
        </p:blipFill>
        <p:spPr>
          <a:xfrm>
            <a:off x="235450" y="1137252"/>
            <a:ext cx="5189670" cy="1653683"/>
          </a:xfrm>
          <a:prstGeom prst="rect">
            <a:avLst/>
          </a:prstGeom>
        </p:spPr>
      </p:pic>
      <p:pic>
        <p:nvPicPr>
          <p:cNvPr id="9" name="Picture 8">
            <a:extLst>
              <a:ext uri="{FF2B5EF4-FFF2-40B4-BE49-F238E27FC236}">
                <a16:creationId xmlns:a16="http://schemas.microsoft.com/office/drawing/2014/main" id="{B303066F-613C-8840-9A88-1362683041D4}"/>
              </a:ext>
            </a:extLst>
          </p:cNvPr>
          <p:cNvPicPr>
            <a:picLocks noChangeAspect="1"/>
          </p:cNvPicPr>
          <p:nvPr/>
        </p:nvPicPr>
        <p:blipFill>
          <a:blip r:embed="rId3"/>
          <a:stretch>
            <a:fillRect/>
          </a:stretch>
        </p:blipFill>
        <p:spPr>
          <a:xfrm>
            <a:off x="2576925" y="2790935"/>
            <a:ext cx="7971211" cy="3596952"/>
          </a:xfrm>
          <a:prstGeom prst="rect">
            <a:avLst/>
          </a:prstGeom>
        </p:spPr>
      </p:pic>
    </p:spTree>
    <p:extLst>
      <p:ext uri="{BB962C8B-B14F-4D97-AF65-F5344CB8AC3E}">
        <p14:creationId xmlns:p14="http://schemas.microsoft.com/office/powerpoint/2010/main" val="38748557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64349-AD40-EDAA-46AD-FACB4E8D5D21}"/>
              </a:ext>
            </a:extLst>
          </p:cNvPr>
          <p:cNvSpPr>
            <a:spLocks noGrp="1"/>
          </p:cNvSpPr>
          <p:nvPr>
            <p:ph type="title"/>
          </p:nvPr>
        </p:nvSpPr>
        <p:spPr>
          <a:xfrm>
            <a:off x="838200" y="365126"/>
            <a:ext cx="10515600" cy="651912"/>
          </a:xfrm>
        </p:spPr>
        <p:txBody>
          <a:bodyPr>
            <a:normAutofit fontScale="90000"/>
          </a:bodyPr>
          <a:lstStyle/>
          <a:p>
            <a:r>
              <a:rPr lang="en-IN" b="0" i="0" dirty="0" err="1">
                <a:solidFill>
                  <a:srgbClr val="343541"/>
                </a:solidFill>
                <a:effectLst/>
                <a:latin typeface="Söhne"/>
              </a:rPr>
              <a:t>CompositeItemReader</a:t>
            </a:r>
            <a:r>
              <a:rPr lang="en-IN" b="0" i="0" dirty="0">
                <a:solidFill>
                  <a:srgbClr val="343541"/>
                </a:solidFill>
                <a:effectLst/>
                <a:latin typeface="Söhne"/>
              </a:rPr>
              <a:t> contd.. </a:t>
            </a:r>
            <a:endParaRPr lang="en-IN" dirty="0"/>
          </a:p>
        </p:txBody>
      </p:sp>
      <p:pic>
        <p:nvPicPr>
          <p:cNvPr id="4" name="Picture 3">
            <a:extLst>
              <a:ext uri="{FF2B5EF4-FFF2-40B4-BE49-F238E27FC236}">
                <a16:creationId xmlns:a16="http://schemas.microsoft.com/office/drawing/2014/main" id="{D38D6574-4D7B-F7C6-1E28-A76F5CFEA7C2}"/>
              </a:ext>
            </a:extLst>
          </p:cNvPr>
          <p:cNvPicPr>
            <a:picLocks noChangeAspect="1"/>
          </p:cNvPicPr>
          <p:nvPr/>
        </p:nvPicPr>
        <p:blipFill>
          <a:blip r:embed="rId2"/>
          <a:stretch>
            <a:fillRect/>
          </a:stretch>
        </p:blipFill>
        <p:spPr>
          <a:xfrm>
            <a:off x="417353" y="1162728"/>
            <a:ext cx="8016935" cy="4084674"/>
          </a:xfrm>
          <a:prstGeom prst="rect">
            <a:avLst/>
          </a:prstGeom>
        </p:spPr>
      </p:pic>
    </p:spTree>
    <p:extLst>
      <p:ext uri="{BB962C8B-B14F-4D97-AF65-F5344CB8AC3E}">
        <p14:creationId xmlns:p14="http://schemas.microsoft.com/office/powerpoint/2010/main" val="5864965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a:extLst>
              <a:ext uri="{FF2B5EF4-FFF2-40B4-BE49-F238E27FC236}">
                <a16:creationId xmlns:a16="http://schemas.microsoft.com/office/drawing/2014/main" id="{027C0524-20C5-7244-FC66-496F00EC1817}"/>
              </a:ext>
            </a:extLst>
          </p:cNvPr>
          <p:cNvSpPr>
            <a:spLocks noGrp="1"/>
          </p:cNvSpPr>
          <p:nvPr>
            <p:ph type="subTitle" idx="1"/>
          </p:nvPr>
        </p:nvSpPr>
        <p:spPr>
          <a:xfrm>
            <a:off x="180392" y="1091681"/>
            <a:ext cx="11426890" cy="1623527"/>
          </a:xfrm>
        </p:spPr>
        <p:txBody>
          <a:bodyPr>
            <a:normAutofit/>
          </a:bodyPr>
          <a:lstStyle/>
          <a:p>
            <a:pPr algn="l"/>
            <a:r>
              <a:rPr lang="en-US" dirty="0"/>
              <a:t>An </a:t>
            </a:r>
            <a:r>
              <a:rPr lang="en-US" dirty="0" err="1"/>
              <a:t>ItemProcessor</a:t>
            </a:r>
            <a:r>
              <a:rPr lang="en-US" dirty="0"/>
              <a:t> is a component used to process each item (or record) as it's read by the </a:t>
            </a:r>
            <a:r>
              <a:rPr lang="en-US" dirty="0" err="1"/>
              <a:t>ItemReader</a:t>
            </a:r>
            <a:r>
              <a:rPr lang="en-US" dirty="0"/>
              <a:t> and before it's written by the </a:t>
            </a:r>
            <a:r>
              <a:rPr lang="en-US" dirty="0" err="1"/>
              <a:t>ItemWriter</a:t>
            </a:r>
            <a:r>
              <a:rPr lang="en-US" dirty="0"/>
              <a:t>. It's a way to apply business logic, transformations, validations, or any other necessary operations on the data before it's persisted or further processed. Here's how you can use the </a:t>
            </a:r>
            <a:r>
              <a:rPr lang="en-US" dirty="0" err="1"/>
              <a:t>ItemProcessor</a:t>
            </a:r>
            <a:r>
              <a:rPr lang="en-US" dirty="0"/>
              <a:t>:</a:t>
            </a:r>
            <a:endParaRPr lang="en-IN" dirty="0"/>
          </a:p>
        </p:txBody>
      </p:sp>
      <p:sp>
        <p:nvSpPr>
          <p:cNvPr id="8" name="Title 1">
            <a:extLst>
              <a:ext uri="{FF2B5EF4-FFF2-40B4-BE49-F238E27FC236}">
                <a16:creationId xmlns:a16="http://schemas.microsoft.com/office/drawing/2014/main" id="{7685E9BF-13A2-B5AD-87BE-B3F627FF958E}"/>
              </a:ext>
            </a:extLst>
          </p:cNvPr>
          <p:cNvSpPr>
            <a:spLocks noGrp="1"/>
          </p:cNvSpPr>
          <p:nvPr>
            <p:ph type="ctrTitle"/>
          </p:nvPr>
        </p:nvSpPr>
        <p:spPr>
          <a:xfrm>
            <a:off x="180392" y="307910"/>
            <a:ext cx="9144000" cy="709127"/>
          </a:xfrm>
        </p:spPr>
        <p:txBody>
          <a:bodyPr>
            <a:normAutofit fontScale="90000"/>
          </a:bodyPr>
          <a:lstStyle/>
          <a:p>
            <a:r>
              <a:rPr lang="en-IN" b="0" i="0" dirty="0" err="1">
                <a:solidFill>
                  <a:srgbClr val="343541"/>
                </a:solidFill>
                <a:effectLst/>
                <a:latin typeface="Söhne"/>
              </a:rPr>
              <a:t>ItemProcessor</a:t>
            </a:r>
            <a:r>
              <a:rPr lang="en-IN" b="0" i="0" dirty="0">
                <a:solidFill>
                  <a:srgbClr val="343541"/>
                </a:solidFill>
                <a:effectLst/>
                <a:latin typeface="Söhne"/>
              </a:rPr>
              <a:t> </a:t>
            </a:r>
            <a:endParaRPr lang="en-IN" dirty="0"/>
          </a:p>
        </p:txBody>
      </p:sp>
      <p:pic>
        <p:nvPicPr>
          <p:cNvPr id="10" name="Picture 9">
            <a:extLst>
              <a:ext uri="{FF2B5EF4-FFF2-40B4-BE49-F238E27FC236}">
                <a16:creationId xmlns:a16="http://schemas.microsoft.com/office/drawing/2014/main" id="{C8F9CF1A-ABAB-0DDC-0EC9-B08F35D18C91}"/>
              </a:ext>
            </a:extLst>
          </p:cNvPr>
          <p:cNvPicPr>
            <a:picLocks noChangeAspect="1"/>
          </p:cNvPicPr>
          <p:nvPr/>
        </p:nvPicPr>
        <p:blipFill>
          <a:blip r:embed="rId2"/>
          <a:stretch>
            <a:fillRect/>
          </a:stretch>
        </p:blipFill>
        <p:spPr>
          <a:xfrm>
            <a:off x="372989" y="2715208"/>
            <a:ext cx="7247248" cy="1844200"/>
          </a:xfrm>
          <a:prstGeom prst="rect">
            <a:avLst/>
          </a:prstGeom>
        </p:spPr>
      </p:pic>
    </p:spTree>
    <p:extLst>
      <p:ext uri="{BB962C8B-B14F-4D97-AF65-F5344CB8AC3E}">
        <p14:creationId xmlns:p14="http://schemas.microsoft.com/office/powerpoint/2010/main" val="27427559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a:extLst>
              <a:ext uri="{FF2B5EF4-FFF2-40B4-BE49-F238E27FC236}">
                <a16:creationId xmlns:a16="http://schemas.microsoft.com/office/drawing/2014/main" id="{027C0524-20C5-7244-FC66-496F00EC1817}"/>
              </a:ext>
            </a:extLst>
          </p:cNvPr>
          <p:cNvSpPr>
            <a:spLocks noGrp="1"/>
          </p:cNvSpPr>
          <p:nvPr>
            <p:ph type="subTitle" idx="1"/>
          </p:nvPr>
        </p:nvSpPr>
        <p:spPr>
          <a:xfrm>
            <a:off x="180392" y="1091681"/>
            <a:ext cx="11426890" cy="5682343"/>
          </a:xfrm>
        </p:spPr>
        <p:txBody>
          <a:bodyPr>
            <a:normAutofit/>
          </a:bodyPr>
          <a:lstStyle/>
          <a:p>
            <a:pPr marL="342900" indent="-342900" algn="l">
              <a:buFont typeface="Arial" panose="020B0604020202020204" pitchFamily="34" charset="0"/>
              <a:buChar char="•"/>
            </a:pPr>
            <a:r>
              <a:rPr lang="en-US" dirty="0"/>
              <a:t>Data Transformation: transforming data from one format to another.</a:t>
            </a:r>
          </a:p>
          <a:p>
            <a:pPr marL="342900" indent="-342900" algn="l">
              <a:buFont typeface="Arial" panose="020B0604020202020204" pitchFamily="34" charset="0"/>
              <a:buChar char="•"/>
            </a:pPr>
            <a:r>
              <a:rPr lang="en-US" dirty="0"/>
              <a:t>Data </a:t>
            </a:r>
            <a:r>
              <a:rPr lang="en-US" dirty="0" err="1"/>
              <a:t>Validation:validating</a:t>
            </a:r>
            <a:r>
              <a:rPr lang="en-US" dirty="0"/>
              <a:t> data against specific criteria. </a:t>
            </a:r>
          </a:p>
          <a:p>
            <a:pPr marL="342900" indent="-342900" algn="l">
              <a:buFont typeface="Arial" panose="020B0604020202020204" pitchFamily="34" charset="0"/>
              <a:buChar char="•"/>
            </a:pPr>
            <a:r>
              <a:rPr lang="en-US" dirty="0"/>
              <a:t>Data </a:t>
            </a:r>
            <a:r>
              <a:rPr lang="en-US" dirty="0" err="1"/>
              <a:t>Enrichment:Data</a:t>
            </a:r>
            <a:r>
              <a:rPr lang="en-US" dirty="0"/>
              <a:t> enrichment involves adding more information to an existing item. </a:t>
            </a:r>
          </a:p>
          <a:p>
            <a:pPr marL="342900" indent="-342900" algn="l">
              <a:buFont typeface="Arial" panose="020B0604020202020204" pitchFamily="34" charset="0"/>
              <a:buChar char="•"/>
            </a:pPr>
            <a:r>
              <a:rPr lang="en-US" dirty="0"/>
              <a:t>Data Filtering: </a:t>
            </a:r>
            <a:r>
              <a:rPr lang="en-US" dirty="0" err="1"/>
              <a:t>ItemProcessor</a:t>
            </a:r>
            <a:r>
              <a:rPr lang="en-US" dirty="0"/>
              <a:t> can be used to filter out unwanted data items based on specific conditions. </a:t>
            </a:r>
          </a:p>
          <a:p>
            <a:pPr marL="342900" indent="-342900" algn="l">
              <a:buFont typeface="Arial" panose="020B0604020202020204" pitchFamily="34" charset="0"/>
              <a:buChar char="•"/>
            </a:pPr>
            <a:r>
              <a:rPr lang="en-US" dirty="0"/>
              <a:t>Data </a:t>
            </a:r>
            <a:r>
              <a:rPr lang="en-US" dirty="0" err="1"/>
              <a:t>Deduplication:You</a:t>
            </a:r>
            <a:r>
              <a:rPr lang="en-US" dirty="0"/>
              <a:t> might use an </a:t>
            </a:r>
            <a:r>
              <a:rPr lang="en-US" dirty="0" err="1"/>
              <a:t>ItemProcessor</a:t>
            </a:r>
            <a:r>
              <a:rPr lang="en-US" dirty="0"/>
              <a:t> to identify and remove duplicate data items based on certain fields or attributes.</a:t>
            </a:r>
          </a:p>
        </p:txBody>
      </p:sp>
      <p:sp>
        <p:nvSpPr>
          <p:cNvPr id="8" name="Title 1">
            <a:extLst>
              <a:ext uri="{FF2B5EF4-FFF2-40B4-BE49-F238E27FC236}">
                <a16:creationId xmlns:a16="http://schemas.microsoft.com/office/drawing/2014/main" id="{7685E9BF-13A2-B5AD-87BE-B3F627FF958E}"/>
              </a:ext>
            </a:extLst>
          </p:cNvPr>
          <p:cNvSpPr>
            <a:spLocks noGrp="1"/>
          </p:cNvSpPr>
          <p:nvPr>
            <p:ph type="ctrTitle"/>
          </p:nvPr>
        </p:nvSpPr>
        <p:spPr>
          <a:xfrm>
            <a:off x="180392" y="307910"/>
            <a:ext cx="9144000" cy="709127"/>
          </a:xfrm>
        </p:spPr>
        <p:txBody>
          <a:bodyPr>
            <a:normAutofit fontScale="90000"/>
          </a:bodyPr>
          <a:lstStyle/>
          <a:p>
            <a:r>
              <a:rPr lang="en-IN" b="0" i="0" dirty="0">
                <a:solidFill>
                  <a:srgbClr val="343541"/>
                </a:solidFill>
                <a:effectLst/>
                <a:latin typeface="Söhne"/>
              </a:rPr>
              <a:t>Types Of </a:t>
            </a:r>
            <a:r>
              <a:rPr lang="en-IN" b="0" i="0" dirty="0" err="1">
                <a:solidFill>
                  <a:srgbClr val="343541"/>
                </a:solidFill>
                <a:effectLst/>
                <a:latin typeface="Söhne"/>
              </a:rPr>
              <a:t>itemProcessor</a:t>
            </a:r>
            <a:r>
              <a:rPr lang="en-IN" b="0" i="0" dirty="0">
                <a:solidFill>
                  <a:srgbClr val="343541"/>
                </a:solidFill>
                <a:effectLst/>
                <a:latin typeface="Söhne"/>
              </a:rPr>
              <a:t> </a:t>
            </a:r>
            <a:endParaRPr lang="en-IN" dirty="0"/>
          </a:p>
        </p:txBody>
      </p:sp>
    </p:spTree>
    <p:extLst>
      <p:ext uri="{BB962C8B-B14F-4D97-AF65-F5344CB8AC3E}">
        <p14:creationId xmlns:p14="http://schemas.microsoft.com/office/powerpoint/2010/main" val="26671581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a:extLst>
              <a:ext uri="{FF2B5EF4-FFF2-40B4-BE49-F238E27FC236}">
                <a16:creationId xmlns:a16="http://schemas.microsoft.com/office/drawing/2014/main" id="{027C0524-20C5-7244-FC66-496F00EC1817}"/>
              </a:ext>
            </a:extLst>
          </p:cNvPr>
          <p:cNvSpPr>
            <a:spLocks noGrp="1"/>
          </p:cNvSpPr>
          <p:nvPr>
            <p:ph type="subTitle" idx="1"/>
          </p:nvPr>
        </p:nvSpPr>
        <p:spPr>
          <a:xfrm>
            <a:off x="180392" y="1091681"/>
            <a:ext cx="11426890" cy="5682343"/>
          </a:xfrm>
        </p:spPr>
        <p:txBody>
          <a:bodyPr>
            <a:normAutofit/>
          </a:bodyPr>
          <a:lstStyle/>
          <a:p>
            <a:pPr marL="342900" indent="-342900" algn="l">
              <a:buFont typeface="Arial" panose="020B0604020202020204" pitchFamily="34" charset="0"/>
              <a:buChar char="•"/>
            </a:pPr>
            <a:r>
              <a:rPr lang="en-US" dirty="0"/>
              <a:t>Data Aggregation: In some cases, you might use an </a:t>
            </a:r>
            <a:r>
              <a:rPr lang="en-US" dirty="0" err="1"/>
              <a:t>ItemProcessor</a:t>
            </a:r>
            <a:r>
              <a:rPr lang="en-US" dirty="0"/>
              <a:t> to aggregate data.</a:t>
            </a:r>
          </a:p>
          <a:p>
            <a:pPr marL="342900" indent="-342900" algn="l">
              <a:buFont typeface="Arial" panose="020B0604020202020204" pitchFamily="34" charset="0"/>
              <a:buChar char="•"/>
            </a:pPr>
            <a:r>
              <a:rPr lang="en-US" dirty="0"/>
              <a:t>Data </a:t>
            </a:r>
            <a:r>
              <a:rPr lang="en-US" dirty="0" err="1"/>
              <a:t>Cleanup:Data</a:t>
            </a:r>
            <a:r>
              <a:rPr lang="en-US" dirty="0"/>
              <a:t> cleanup involves fixing or standardizing data inconsistencies or errors. </a:t>
            </a:r>
          </a:p>
          <a:p>
            <a:pPr marL="342900" indent="-342900" algn="l">
              <a:buFont typeface="Arial" panose="020B0604020202020204" pitchFamily="34" charset="0"/>
              <a:buChar char="•"/>
            </a:pPr>
            <a:r>
              <a:rPr lang="en-US" dirty="0"/>
              <a:t>Data Encryption or Hashing: You can use an </a:t>
            </a:r>
            <a:r>
              <a:rPr lang="en-US" dirty="0" err="1"/>
              <a:t>ItemProcessor</a:t>
            </a:r>
            <a:r>
              <a:rPr lang="en-US" dirty="0"/>
              <a:t> to apply encryption or hashing algorithms to sensitive data before storing it, ensuring data security.</a:t>
            </a:r>
          </a:p>
          <a:p>
            <a:pPr marL="342900" indent="-342900" algn="l">
              <a:buFont typeface="Arial" panose="020B0604020202020204" pitchFamily="34" charset="0"/>
              <a:buChar char="•"/>
            </a:pPr>
            <a:endParaRPr lang="en-US" dirty="0"/>
          </a:p>
          <a:p>
            <a:pPr marL="342900" indent="-342900" algn="l">
              <a:buFont typeface="Arial" panose="020B0604020202020204" pitchFamily="34" charset="0"/>
              <a:buChar char="•"/>
            </a:pPr>
            <a:r>
              <a:rPr lang="en-US" dirty="0"/>
              <a:t>Complex </a:t>
            </a:r>
            <a:r>
              <a:rPr lang="en-US" dirty="0" err="1"/>
              <a:t>Calculations:If</a:t>
            </a:r>
            <a:r>
              <a:rPr lang="en-US" dirty="0"/>
              <a:t> your batch processing requires complex calculations based on input data, you can implement an </a:t>
            </a:r>
            <a:r>
              <a:rPr lang="en-US" dirty="0" err="1"/>
              <a:t>ItemProcessor</a:t>
            </a:r>
            <a:r>
              <a:rPr lang="en-US" dirty="0"/>
              <a:t> to perform these calculations and provide results to the </a:t>
            </a:r>
            <a:r>
              <a:rPr lang="en-US" dirty="0" err="1"/>
              <a:t>ItemWriter</a:t>
            </a:r>
            <a:r>
              <a:rPr lang="en-US" dirty="0"/>
              <a:t>.</a:t>
            </a:r>
          </a:p>
          <a:p>
            <a:pPr marL="342900" indent="-342900" algn="l">
              <a:buFont typeface="Arial" panose="020B0604020202020204" pitchFamily="34" charset="0"/>
              <a:buChar char="•"/>
            </a:pPr>
            <a:endParaRPr lang="en-US" dirty="0"/>
          </a:p>
          <a:p>
            <a:pPr marL="342900" indent="-342900" algn="l">
              <a:buFont typeface="Arial" panose="020B0604020202020204" pitchFamily="34" charset="0"/>
              <a:buChar char="•"/>
            </a:pPr>
            <a:r>
              <a:rPr lang="en-US" dirty="0"/>
              <a:t>Custom Business Logic: Sometimes, processing requirements might involve specific business logic unique to your application. An </a:t>
            </a:r>
            <a:r>
              <a:rPr lang="en-US" dirty="0" err="1"/>
              <a:t>ItemProcessor</a:t>
            </a:r>
            <a:r>
              <a:rPr lang="en-US" dirty="0"/>
              <a:t> can encapsulate this custom logic.</a:t>
            </a:r>
          </a:p>
        </p:txBody>
      </p:sp>
      <p:sp>
        <p:nvSpPr>
          <p:cNvPr id="8" name="Title 1">
            <a:extLst>
              <a:ext uri="{FF2B5EF4-FFF2-40B4-BE49-F238E27FC236}">
                <a16:creationId xmlns:a16="http://schemas.microsoft.com/office/drawing/2014/main" id="{7685E9BF-13A2-B5AD-87BE-B3F627FF958E}"/>
              </a:ext>
            </a:extLst>
          </p:cNvPr>
          <p:cNvSpPr>
            <a:spLocks noGrp="1"/>
          </p:cNvSpPr>
          <p:nvPr>
            <p:ph type="ctrTitle"/>
          </p:nvPr>
        </p:nvSpPr>
        <p:spPr>
          <a:xfrm>
            <a:off x="180392" y="307910"/>
            <a:ext cx="9144000" cy="709127"/>
          </a:xfrm>
        </p:spPr>
        <p:txBody>
          <a:bodyPr>
            <a:normAutofit fontScale="90000"/>
          </a:bodyPr>
          <a:lstStyle/>
          <a:p>
            <a:r>
              <a:rPr lang="en-IN" b="0" i="0" dirty="0">
                <a:solidFill>
                  <a:srgbClr val="343541"/>
                </a:solidFill>
                <a:effectLst/>
                <a:latin typeface="Söhne"/>
              </a:rPr>
              <a:t>Types Of </a:t>
            </a:r>
            <a:r>
              <a:rPr lang="en-IN" b="0" i="0" dirty="0" err="1">
                <a:solidFill>
                  <a:srgbClr val="343541"/>
                </a:solidFill>
                <a:effectLst/>
                <a:latin typeface="Söhne"/>
              </a:rPr>
              <a:t>itemProcessor</a:t>
            </a:r>
            <a:r>
              <a:rPr lang="en-IN" b="0" i="0" dirty="0">
                <a:solidFill>
                  <a:srgbClr val="343541"/>
                </a:solidFill>
                <a:effectLst/>
                <a:latin typeface="Söhne"/>
              </a:rPr>
              <a:t> </a:t>
            </a:r>
            <a:endParaRPr lang="en-IN" dirty="0"/>
          </a:p>
        </p:txBody>
      </p:sp>
    </p:spTree>
    <p:extLst>
      <p:ext uri="{BB962C8B-B14F-4D97-AF65-F5344CB8AC3E}">
        <p14:creationId xmlns:p14="http://schemas.microsoft.com/office/powerpoint/2010/main" val="18051400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a:extLst>
              <a:ext uri="{FF2B5EF4-FFF2-40B4-BE49-F238E27FC236}">
                <a16:creationId xmlns:a16="http://schemas.microsoft.com/office/drawing/2014/main" id="{027C0524-20C5-7244-FC66-496F00EC1817}"/>
              </a:ext>
            </a:extLst>
          </p:cNvPr>
          <p:cNvSpPr>
            <a:spLocks noGrp="1"/>
          </p:cNvSpPr>
          <p:nvPr>
            <p:ph type="subTitle" idx="1"/>
          </p:nvPr>
        </p:nvSpPr>
        <p:spPr>
          <a:xfrm>
            <a:off x="180392" y="1091681"/>
            <a:ext cx="11426890" cy="5682343"/>
          </a:xfrm>
        </p:spPr>
        <p:txBody>
          <a:bodyPr>
            <a:normAutofit fontScale="77500" lnSpcReduction="20000"/>
          </a:bodyPr>
          <a:lstStyle/>
          <a:p>
            <a:pPr marL="342900" indent="-342900" algn="l">
              <a:buFont typeface="Arial" panose="020B0604020202020204" pitchFamily="34" charset="0"/>
              <a:buChar char="•"/>
            </a:pPr>
            <a:r>
              <a:rPr lang="en-US" dirty="0" err="1"/>
              <a:t>JdbcBatchItemWriter</a:t>
            </a:r>
            <a:r>
              <a:rPr lang="en-US" dirty="0"/>
              <a:t>:</a:t>
            </a:r>
          </a:p>
          <a:p>
            <a:pPr marL="342900" indent="-342900" algn="l">
              <a:buFont typeface="Arial" panose="020B0604020202020204" pitchFamily="34" charset="0"/>
              <a:buChar char="•"/>
            </a:pPr>
            <a:r>
              <a:rPr lang="en-US" dirty="0"/>
              <a:t>This writer is used to write data to a relational database using JDBC. It can be configured to execute batch insert, update, or delete operations.</a:t>
            </a:r>
          </a:p>
          <a:p>
            <a:pPr marL="342900" indent="-342900" algn="l">
              <a:buFont typeface="Arial" panose="020B0604020202020204" pitchFamily="34" charset="0"/>
              <a:buChar char="•"/>
            </a:pPr>
            <a:endParaRPr lang="en-US" dirty="0"/>
          </a:p>
          <a:p>
            <a:pPr marL="342900" indent="-342900" algn="l">
              <a:buFont typeface="Arial" panose="020B0604020202020204" pitchFamily="34" charset="0"/>
              <a:buChar char="•"/>
            </a:pPr>
            <a:r>
              <a:rPr lang="en-US" dirty="0" err="1"/>
              <a:t>JpaItemWriter</a:t>
            </a:r>
            <a:r>
              <a:rPr lang="en-US" dirty="0"/>
              <a:t>:</a:t>
            </a:r>
          </a:p>
          <a:p>
            <a:pPr marL="342900" indent="-342900" algn="l">
              <a:buFont typeface="Arial" panose="020B0604020202020204" pitchFamily="34" charset="0"/>
              <a:buChar char="•"/>
            </a:pPr>
            <a:r>
              <a:rPr lang="en-US" dirty="0"/>
              <a:t>This writer writes data to a database using JPA (Java Persistence API) entities. It's useful when you want to persist data using JPA's </a:t>
            </a:r>
            <a:r>
              <a:rPr lang="en-US" dirty="0" err="1"/>
              <a:t>EntityManager</a:t>
            </a:r>
            <a:r>
              <a:rPr lang="en-US" dirty="0"/>
              <a:t>.</a:t>
            </a:r>
          </a:p>
          <a:p>
            <a:pPr marL="342900" indent="-342900" algn="l">
              <a:buFont typeface="Arial" panose="020B0604020202020204" pitchFamily="34" charset="0"/>
              <a:buChar char="•"/>
            </a:pPr>
            <a:endParaRPr lang="en-US" dirty="0"/>
          </a:p>
          <a:p>
            <a:pPr marL="342900" indent="-342900" algn="l">
              <a:buFont typeface="Arial" panose="020B0604020202020204" pitchFamily="34" charset="0"/>
              <a:buChar char="•"/>
            </a:pPr>
            <a:r>
              <a:rPr lang="en-US" dirty="0" err="1"/>
              <a:t>FlatFileItemWriter</a:t>
            </a:r>
            <a:r>
              <a:rPr lang="en-US" dirty="0"/>
              <a:t>:</a:t>
            </a:r>
          </a:p>
          <a:p>
            <a:pPr marL="342900" indent="-342900" algn="l">
              <a:buFont typeface="Arial" panose="020B0604020202020204" pitchFamily="34" charset="0"/>
              <a:buChar char="•"/>
            </a:pPr>
            <a:r>
              <a:rPr lang="en-US" dirty="0"/>
              <a:t>This writer is used to write data to flat files, such as CSV or fixed-length format files. It writes data line by line.</a:t>
            </a:r>
          </a:p>
          <a:p>
            <a:pPr marL="342900" indent="-342900" algn="l">
              <a:buFont typeface="Arial" panose="020B0604020202020204" pitchFamily="34" charset="0"/>
              <a:buChar char="•"/>
            </a:pPr>
            <a:endParaRPr lang="en-US" dirty="0"/>
          </a:p>
          <a:p>
            <a:pPr marL="342900" indent="-342900" algn="l">
              <a:buFont typeface="Arial" panose="020B0604020202020204" pitchFamily="34" charset="0"/>
              <a:buChar char="•"/>
            </a:pPr>
            <a:r>
              <a:rPr lang="en-US" dirty="0" err="1"/>
              <a:t>StaxEventItemWriter</a:t>
            </a:r>
            <a:r>
              <a:rPr lang="en-US" dirty="0"/>
              <a:t>:</a:t>
            </a:r>
          </a:p>
          <a:p>
            <a:pPr marL="342900" indent="-342900" algn="l">
              <a:buFont typeface="Arial" panose="020B0604020202020204" pitchFamily="34" charset="0"/>
              <a:buChar char="•"/>
            </a:pPr>
            <a:r>
              <a:rPr lang="en-US" dirty="0"/>
              <a:t>This writer is used to write data to XML files using the </a:t>
            </a:r>
            <a:r>
              <a:rPr lang="en-US" dirty="0" err="1"/>
              <a:t>StAX</a:t>
            </a:r>
            <a:r>
              <a:rPr lang="en-US" dirty="0"/>
              <a:t> (Streaming API for XML) writer. It's useful for writing large XML files efficiently.</a:t>
            </a:r>
          </a:p>
          <a:p>
            <a:pPr marL="342900" indent="-342900" algn="l">
              <a:buFont typeface="Arial" panose="020B0604020202020204" pitchFamily="34" charset="0"/>
              <a:buChar char="•"/>
            </a:pPr>
            <a:endParaRPr lang="en-US" dirty="0"/>
          </a:p>
          <a:p>
            <a:pPr marL="342900" indent="-342900" algn="l">
              <a:buFont typeface="Arial" panose="020B0604020202020204" pitchFamily="34" charset="0"/>
              <a:buChar char="•"/>
            </a:pPr>
            <a:r>
              <a:rPr lang="en-US" dirty="0" err="1"/>
              <a:t>JsonItemWriter</a:t>
            </a:r>
            <a:r>
              <a:rPr lang="en-US" dirty="0"/>
              <a:t>:</a:t>
            </a:r>
          </a:p>
          <a:p>
            <a:pPr marL="342900" indent="-342900" algn="l">
              <a:buFont typeface="Arial" panose="020B0604020202020204" pitchFamily="34" charset="0"/>
              <a:buChar char="•"/>
            </a:pPr>
            <a:r>
              <a:rPr lang="en-US" dirty="0"/>
              <a:t>This writer is used to write data to JSON files using libraries like Jackson. It's used to serialize data into JSON format.</a:t>
            </a:r>
          </a:p>
          <a:p>
            <a:pPr marL="342900" indent="-342900" algn="l">
              <a:buFont typeface="Arial" panose="020B0604020202020204" pitchFamily="34" charset="0"/>
              <a:buChar char="•"/>
            </a:pPr>
            <a:endParaRPr lang="en-US" dirty="0"/>
          </a:p>
        </p:txBody>
      </p:sp>
      <p:sp>
        <p:nvSpPr>
          <p:cNvPr id="8" name="Title 1">
            <a:extLst>
              <a:ext uri="{FF2B5EF4-FFF2-40B4-BE49-F238E27FC236}">
                <a16:creationId xmlns:a16="http://schemas.microsoft.com/office/drawing/2014/main" id="{7685E9BF-13A2-B5AD-87BE-B3F627FF958E}"/>
              </a:ext>
            </a:extLst>
          </p:cNvPr>
          <p:cNvSpPr>
            <a:spLocks noGrp="1"/>
          </p:cNvSpPr>
          <p:nvPr>
            <p:ph type="ctrTitle"/>
          </p:nvPr>
        </p:nvSpPr>
        <p:spPr>
          <a:xfrm>
            <a:off x="180392" y="307910"/>
            <a:ext cx="9144000" cy="709127"/>
          </a:xfrm>
        </p:spPr>
        <p:txBody>
          <a:bodyPr>
            <a:normAutofit fontScale="90000"/>
          </a:bodyPr>
          <a:lstStyle/>
          <a:p>
            <a:r>
              <a:rPr lang="en-IN" b="0" i="0" dirty="0">
                <a:solidFill>
                  <a:srgbClr val="343541"/>
                </a:solidFill>
                <a:effectLst/>
                <a:latin typeface="Söhne"/>
              </a:rPr>
              <a:t>Types of </a:t>
            </a:r>
            <a:r>
              <a:rPr lang="en-IN" b="0" i="0" dirty="0" err="1">
                <a:solidFill>
                  <a:srgbClr val="343541"/>
                </a:solidFill>
                <a:effectLst/>
                <a:latin typeface="Söhne"/>
              </a:rPr>
              <a:t>ItemWriter</a:t>
            </a:r>
            <a:endParaRPr lang="en-IN" dirty="0"/>
          </a:p>
        </p:txBody>
      </p:sp>
    </p:spTree>
    <p:extLst>
      <p:ext uri="{BB962C8B-B14F-4D97-AF65-F5344CB8AC3E}">
        <p14:creationId xmlns:p14="http://schemas.microsoft.com/office/powerpoint/2010/main" val="21381158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a:extLst>
              <a:ext uri="{FF2B5EF4-FFF2-40B4-BE49-F238E27FC236}">
                <a16:creationId xmlns:a16="http://schemas.microsoft.com/office/drawing/2014/main" id="{027C0524-20C5-7244-FC66-496F00EC1817}"/>
              </a:ext>
            </a:extLst>
          </p:cNvPr>
          <p:cNvSpPr>
            <a:spLocks noGrp="1"/>
          </p:cNvSpPr>
          <p:nvPr>
            <p:ph type="subTitle" idx="1"/>
          </p:nvPr>
        </p:nvSpPr>
        <p:spPr>
          <a:xfrm>
            <a:off x="180392" y="1091681"/>
            <a:ext cx="11426890" cy="5682343"/>
          </a:xfrm>
        </p:spPr>
        <p:txBody>
          <a:bodyPr>
            <a:normAutofit fontScale="77500" lnSpcReduction="20000"/>
          </a:bodyPr>
          <a:lstStyle/>
          <a:p>
            <a:pPr marL="342900" indent="-342900" algn="l">
              <a:buFont typeface="Arial" panose="020B0604020202020204" pitchFamily="34" charset="0"/>
              <a:buChar char="•"/>
            </a:pPr>
            <a:r>
              <a:rPr lang="en-US" dirty="0"/>
              <a:t>Custom </a:t>
            </a:r>
            <a:r>
              <a:rPr lang="en-US" dirty="0" err="1"/>
              <a:t>ItemWriter</a:t>
            </a:r>
            <a:r>
              <a:rPr lang="en-US" dirty="0"/>
              <a:t>:</a:t>
            </a:r>
          </a:p>
          <a:p>
            <a:pPr marL="342900" indent="-342900" algn="l">
              <a:buFont typeface="Arial" panose="020B0604020202020204" pitchFamily="34" charset="0"/>
              <a:buChar char="•"/>
            </a:pPr>
            <a:r>
              <a:rPr lang="en-US" dirty="0"/>
              <a:t>You can create your own custom implementation of the </a:t>
            </a:r>
            <a:r>
              <a:rPr lang="en-US" dirty="0" err="1"/>
              <a:t>ItemWriter</a:t>
            </a:r>
            <a:r>
              <a:rPr lang="en-US" dirty="0"/>
              <a:t> interface to write data to any destination that isn't covered by the built-in writers.</a:t>
            </a:r>
          </a:p>
          <a:p>
            <a:pPr marL="342900" indent="-342900" algn="l">
              <a:buFont typeface="Arial" panose="020B0604020202020204" pitchFamily="34" charset="0"/>
              <a:buChar char="•"/>
            </a:pPr>
            <a:endParaRPr lang="en-US" dirty="0"/>
          </a:p>
          <a:p>
            <a:pPr marL="342900" indent="-342900" algn="l">
              <a:buFont typeface="Arial" panose="020B0604020202020204" pitchFamily="34" charset="0"/>
              <a:buChar char="•"/>
            </a:pPr>
            <a:r>
              <a:rPr lang="en-US" dirty="0" err="1"/>
              <a:t>CompositeItemWriter</a:t>
            </a:r>
            <a:r>
              <a:rPr lang="en-US" dirty="0"/>
              <a:t>:</a:t>
            </a:r>
          </a:p>
          <a:p>
            <a:pPr marL="342900" indent="-342900" algn="l">
              <a:buFont typeface="Arial" panose="020B0604020202020204" pitchFamily="34" charset="0"/>
              <a:buChar char="•"/>
            </a:pPr>
            <a:r>
              <a:rPr lang="en-US" dirty="0"/>
              <a:t>This writer allows you to chain multiple </a:t>
            </a:r>
            <a:r>
              <a:rPr lang="en-US" dirty="0" err="1"/>
              <a:t>ItemWriter</a:t>
            </a:r>
            <a:r>
              <a:rPr lang="en-US" dirty="0"/>
              <a:t> instances together. It writes items sequentially to each delegate writer.</a:t>
            </a:r>
          </a:p>
          <a:p>
            <a:pPr marL="342900" indent="-342900" algn="l">
              <a:buFont typeface="Arial" panose="020B0604020202020204" pitchFamily="34" charset="0"/>
              <a:buChar char="•"/>
            </a:pPr>
            <a:endParaRPr lang="en-US" dirty="0"/>
          </a:p>
          <a:p>
            <a:pPr marL="342900" indent="-342900" algn="l">
              <a:buFont typeface="Arial" panose="020B0604020202020204" pitchFamily="34" charset="0"/>
              <a:buChar char="•"/>
            </a:pPr>
            <a:r>
              <a:rPr lang="en-US" dirty="0" err="1"/>
              <a:t>ItemStreamWriter</a:t>
            </a:r>
            <a:r>
              <a:rPr lang="en-US" dirty="0"/>
              <a:t>:</a:t>
            </a:r>
          </a:p>
          <a:p>
            <a:pPr marL="342900" indent="-342900" algn="l">
              <a:buFont typeface="Arial" panose="020B0604020202020204" pitchFamily="34" charset="0"/>
              <a:buChar char="•"/>
            </a:pPr>
            <a:r>
              <a:rPr lang="en-US" dirty="0"/>
              <a:t>This is a generic interface that extends the </a:t>
            </a:r>
            <a:r>
              <a:rPr lang="en-US" dirty="0" err="1"/>
              <a:t>ItemWriter</a:t>
            </a:r>
            <a:r>
              <a:rPr lang="en-US" dirty="0"/>
              <a:t> interface. It's used when you need to implement a custom writer that supports checkpointing and restarting from the last written item.</a:t>
            </a:r>
          </a:p>
          <a:p>
            <a:pPr marL="342900" indent="-342900" algn="l">
              <a:buFont typeface="Arial" panose="020B0604020202020204" pitchFamily="34" charset="0"/>
              <a:buChar char="•"/>
            </a:pPr>
            <a:endParaRPr lang="en-US" dirty="0"/>
          </a:p>
          <a:p>
            <a:pPr marL="342900" indent="-342900" algn="l">
              <a:buFont typeface="Arial" panose="020B0604020202020204" pitchFamily="34" charset="0"/>
              <a:buChar char="•"/>
            </a:pPr>
            <a:r>
              <a:rPr lang="en-US" dirty="0" err="1"/>
              <a:t>SynchronizedItemStreamWriter</a:t>
            </a:r>
            <a:r>
              <a:rPr lang="en-US" dirty="0"/>
              <a:t>:</a:t>
            </a:r>
          </a:p>
          <a:p>
            <a:pPr marL="342900" indent="-342900" algn="l">
              <a:buFont typeface="Arial" panose="020B0604020202020204" pitchFamily="34" charset="0"/>
              <a:buChar char="•"/>
            </a:pPr>
            <a:r>
              <a:rPr lang="en-US" dirty="0"/>
              <a:t>Similar to </a:t>
            </a:r>
            <a:r>
              <a:rPr lang="en-US" dirty="0" err="1"/>
              <a:t>ItemStreamWriter</a:t>
            </a:r>
            <a:r>
              <a:rPr lang="en-US" dirty="0"/>
              <a:t>, this interface is used when you need a writer to be thread-safe, allowing multiple threads to write concurrently.</a:t>
            </a:r>
          </a:p>
          <a:p>
            <a:pPr marL="342900" indent="-342900" algn="l">
              <a:buFont typeface="Arial" panose="020B0604020202020204" pitchFamily="34" charset="0"/>
              <a:buChar char="•"/>
            </a:pPr>
            <a:endParaRPr lang="en-US" dirty="0"/>
          </a:p>
          <a:p>
            <a:pPr marL="342900" indent="-342900" algn="l">
              <a:buFont typeface="Arial" panose="020B0604020202020204" pitchFamily="34" charset="0"/>
              <a:buChar char="•"/>
            </a:pPr>
            <a:r>
              <a:rPr lang="en-US" dirty="0" err="1"/>
              <a:t>MultiResourceItemWriter</a:t>
            </a:r>
            <a:r>
              <a:rPr lang="en-US" dirty="0"/>
              <a:t>:</a:t>
            </a:r>
          </a:p>
          <a:p>
            <a:pPr marL="342900" indent="-342900" algn="l">
              <a:buFont typeface="Arial" panose="020B0604020202020204" pitchFamily="34" charset="0"/>
              <a:buChar char="•"/>
            </a:pPr>
            <a:r>
              <a:rPr lang="en-US" dirty="0"/>
              <a:t>This writer allows you to write data to multiple resources, such as multiple files, using a single writer instance.</a:t>
            </a:r>
          </a:p>
        </p:txBody>
      </p:sp>
      <p:sp>
        <p:nvSpPr>
          <p:cNvPr id="8" name="Title 1">
            <a:extLst>
              <a:ext uri="{FF2B5EF4-FFF2-40B4-BE49-F238E27FC236}">
                <a16:creationId xmlns:a16="http://schemas.microsoft.com/office/drawing/2014/main" id="{7685E9BF-13A2-B5AD-87BE-B3F627FF958E}"/>
              </a:ext>
            </a:extLst>
          </p:cNvPr>
          <p:cNvSpPr>
            <a:spLocks noGrp="1"/>
          </p:cNvSpPr>
          <p:nvPr>
            <p:ph type="ctrTitle"/>
          </p:nvPr>
        </p:nvSpPr>
        <p:spPr>
          <a:xfrm>
            <a:off x="180392" y="307910"/>
            <a:ext cx="9144000" cy="709127"/>
          </a:xfrm>
        </p:spPr>
        <p:txBody>
          <a:bodyPr>
            <a:normAutofit fontScale="90000"/>
          </a:bodyPr>
          <a:lstStyle/>
          <a:p>
            <a:r>
              <a:rPr lang="en-IN" b="0" i="0" dirty="0">
                <a:solidFill>
                  <a:srgbClr val="343541"/>
                </a:solidFill>
                <a:effectLst/>
                <a:latin typeface="Söhne"/>
              </a:rPr>
              <a:t>Types of </a:t>
            </a:r>
            <a:r>
              <a:rPr lang="en-IN" b="0" i="0" dirty="0" err="1">
                <a:solidFill>
                  <a:srgbClr val="343541"/>
                </a:solidFill>
                <a:effectLst/>
                <a:latin typeface="Söhne"/>
              </a:rPr>
              <a:t>ItemWriter</a:t>
            </a:r>
            <a:endParaRPr lang="en-IN" dirty="0"/>
          </a:p>
        </p:txBody>
      </p:sp>
    </p:spTree>
    <p:extLst>
      <p:ext uri="{BB962C8B-B14F-4D97-AF65-F5344CB8AC3E}">
        <p14:creationId xmlns:p14="http://schemas.microsoft.com/office/powerpoint/2010/main" val="11492301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7685E9BF-13A2-B5AD-87BE-B3F627FF958E}"/>
              </a:ext>
            </a:extLst>
          </p:cNvPr>
          <p:cNvSpPr>
            <a:spLocks noGrp="1"/>
          </p:cNvSpPr>
          <p:nvPr>
            <p:ph type="ctrTitle"/>
          </p:nvPr>
        </p:nvSpPr>
        <p:spPr>
          <a:xfrm>
            <a:off x="180392" y="307910"/>
            <a:ext cx="9144000" cy="709127"/>
          </a:xfrm>
        </p:spPr>
        <p:txBody>
          <a:bodyPr>
            <a:normAutofit fontScale="90000"/>
          </a:bodyPr>
          <a:lstStyle/>
          <a:p>
            <a:r>
              <a:rPr lang="en-IN" b="0" i="0" dirty="0" err="1">
                <a:solidFill>
                  <a:srgbClr val="343541"/>
                </a:solidFill>
                <a:effectLst/>
                <a:latin typeface="Söhne"/>
              </a:rPr>
              <a:t>FlatFileItemWriter</a:t>
            </a:r>
            <a:endParaRPr lang="en-IN" dirty="0"/>
          </a:p>
        </p:txBody>
      </p:sp>
      <p:pic>
        <p:nvPicPr>
          <p:cNvPr id="5" name="Picture 4">
            <a:extLst>
              <a:ext uri="{FF2B5EF4-FFF2-40B4-BE49-F238E27FC236}">
                <a16:creationId xmlns:a16="http://schemas.microsoft.com/office/drawing/2014/main" id="{ABE01FD6-C219-7FB2-62AF-EE6AF56D5998}"/>
              </a:ext>
            </a:extLst>
          </p:cNvPr>
          <p:cNvPicPr>
            <a:picLocks noChangeAspect="1"/>
          </p:cNvPicPr>
          <p:nvPr/>
        </p:nvPicPr>
        <p:blipFill>
          <a:blip r:embed="rId2"/>
          <a:stretch>
            <a:fillRect/>
          </a:stretch>
        </p:blipFill>
        <p:spPr>
          <a:xfrm>
            <a:off x="1253017" y="2331451"/>
            <a:ext cx="9144792" cy="4397121"/>
          </a:xfrm>
          <a:prstGeom prst="rect">
            <a:avLst/>
          </a:prstGeom>
        </p:spPr>
      </p:pic>
    </p:spTree>
    <p:extLst>
      <p:ext uri="{BB962C8B-B14F-4D97-AF65-F5344CB8AC3E}">
        <p14:creationId xmlns:p14="http://schemas.microsoft.com/office/powerpoint/2010/main" val="33811855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7685E9BF-13A2-B5AD-87BE-B3F627FF958E}"/>
              </a:ext>
            </a:extLst>
          </p:cNvPr>
          <p:cNvSpPr>
            <a:spLocks noGrp="1"/>
          </p:cNvSpPr>
          <p:nvPr>
            <p:ph type="ctrTitle"/>
          </p:nvPr>
        </p:nvSpPr>
        <p:spPr>
          <a:xfrm>
            <a:off x="180392" y="307910"/>
            <a:ext cx="9144000" cy="709127"/>
          </a:xfrm>
        </p:spPr>
        <p:txBody>
          <a:bodyPr>
            <a:normAutofit fontScale="90000"/>
          </a:bodyPr>
          <a:lstStyle/>
          <a:p>
            <a:r>
              <a:rPr lang="en-IN" b="0" i="0" dirty="0">
                <a:solidFill>
                  <a:srgbClr val="343541"/>
                </a:solidFill>
                <a:effectLst/>
                <a:latin typeface="Söhne"/>
              </a:rPr>
              <a:t>JDBC And JPA </a:t>
            </a:r>
            <a:r>
              <a:rPr lang="en-IN" b="0" i="0" dirty="0" err="1">
                <a:solidFill>
                  <a:srgbClr val="343541"/>
                </a:solidFill>
                <a:effectLst/>
                <a:latin typeface="Söhne"/>
              </a:rPr>
              <a:t>ItemWriter</a:t>
            </a:r>
            <a:endParaRPr lang="en-IN" dirty="0"/>
          </a:p>
        </p:txBody>
      </p:sp>
      <p:pic>
        <p:nvPicPr>
          <p:cNvPr id="3" name="Picture 2">
            <a:extLst>
              <a:ext uri="{FF2B5EF4-FFF2-40B4-BE49-F238E27FC236}">
                <a16:creationId xmlns:a16="http://schemas.microsoft.com/office/drawing/2014/main" id="{E41165D7-BFC3-37A4-60C5-48672B2ACEF3}"/>
              </a:ext>
            </a:extLst>
          </p:cNvPr>
          <p:cNvPicPr>
            <a:picLocks noChangeAspect="1"/>
          </p:cNvPicPr>
          <p:nvPr/>
        </p:nvPicPr>
        <p:blipFill>
          <a:blip r:embed="rId2"/>
          <a:stretch>
            <a:fillRect/>
          </a:stretch>
        </p:blipFill>
        <p:spPr>
          <a:xfrm>
            <a:off x="180392" y="1017037"/>
            <a:ext cx="6515665" cy="2781541"/>
          </a:xfrm>
          <a:prstGeom prst="rect">
            <a:avLst/>
          </a:prstGeom>
        </p:spPr>
      </p:pic>
      <p:pic>
        <p:nvPicPr>
          <p:cNvPr id="6" name="Picture 5">
            <a:extLst>
              <a:ext uri="{FF2B5EF4-FFF2-40B4-BE49-F238E27FC236}">
                <a16:creationId xmlns:a16="http://schemas.microsoft.com/office/drawing/2014/main" id="{02D6B1B0-8785-34C3-B006-BAF60622F768}"/>
              </a:ext>
            </a:extLst>
          </p:cNvPr>
          <p:cNvPicPr>
            <a:picLocks noChangeAspect="1"/>
          </p:cNvPicPr>
          <p:nvPr/>
        </p:nvPicPr>
        <p:blipFill>
          <a:blip r:embed="rId3"/>
          <a:stretch>
            <a:fillRect/>
          </a:stretch>
        </p:blipFill>
        <p:spPr>
          <a:xfrm>
            <a:off x="1338366" y="3429000"/>
            <a:ext cx="9739204" cy="3276884"/>
          </a:xfrm>
          <a:prstGeom prst="rect">
            <a:avLst/>
          </a:prstGeom>
        </p:spPr>
      </p:pic>
    </p:spTree>
    <p:extLst>
      <p:ext uri="{BB962C8B-B14F-4D97-AF65-F5344CB8AC3E}">
        <p14:creationId xmlns:p14="http://schemas.microsoft.com/office/powerpoint/2010/main" val="33861650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7685E9BF-13A2-B5AD-87BE-B3F627FF958E}"/>
              </a:ext>
            </a:extLst>
          </p:cNvPr>
          <p:cNvSpPr>
            <a:spLocks noGrp="1"/>
          </p:cNvSpPr>
          <p:nvPr>
            <p:ph type="ctrTitle"/>
          </p:nvPr>
        </p:nvSpPr>
        <p:spPr>
          <a:xfrm>
            <a:off x="180392" y="307910"/>
            <a:ext cx="9144000" cy="709127"/>
          </a:xfrm>
        </p:spPr>
        <p:txBody>
          <a:bodyPr>
            <a:normAutofit fontScale="90000"/>
          </a:bodyPr>
          <a:lstStyle/>
          <a:p>
            <a:r>
              <a:rPr lang="en-IN" b="0" i="0" dirty="0">
                <a:solidFill>
                  <a:srgbClr val="343541"/>
                </a:solidFill>
                <a:effectLst/>
                <a:latin typeface="Söhne"/>
              </a:rPr>
              <a:t>XML And Json </a:t>
            </a:r>
            <a:r>
              <a:rPr lang="en-IN" b="0" i="0" dirty="0" err="1">
                <a:solidFill>
                  <a:srgbClr val="343541"/>
                </a:solidFill>
                <a:effectLst/>
                <a:latin typeface="Söhne"/>
              </a:rPr>
              <a:t>ItemWriter</a:t>
            </a:r>
            <a:endParaRPr lang="en-IN" dirty="0"/>
          </a:p>
        </p:txBody>
      </p:sp>
      <p:pic>
        <p:nvPicPr>
          <p:cNvPr id="4" name="Picture 3">
            <a:extLst>
              <a:ext uri="{FF2B5EF4-FFF2-40B4-BE49-F238E27FC236}">
                <a16:creationId xmlns:a16="http://schemas.microsoft.com/office/drawing/2014/main" id="{B6C09721-0B21-C3F7-DA10-5D5D8BACB05E}"/>
              </a:ext>
            </a:extLst>
          </p:cNvPr>
          <p:cNvPicPr>
            <a:picLocks noChangeAspect="1"/>
          </p:cNvPicPr>
          <p:nvPr/>
        </p:nvPicPr>
        <p:blipFill>
          <a:blip r:embed="rId2"/>
          <a:stretch>
            <a:fillRect/>
          </a:stretch>
        </p:blipFill>
        <p:spPr>
          <a:xfrm>
            <a:off x="563559" y="967526"/>
            <a:ext cx="7407282" cy="4922947"/>
          </a:xfrm>
          <a:prstGeom prst="rect">
            <a:avLst/>
          </a:prstGeom>
        </p:spPr>
      </p:pic>
      <p:pic>
        <p:nvPicPr>
          <p:cNvPr id="7" name="Picture 6">
            <a:extLst>
              <a:ext uri="{FF2B5EF4-FFF2-40B4-BE49-F238E27FC236}">
                <a16:creationId xmlns:a16="http://schemas.microsoft.com/office/drawing/2014/main" id="{FFE1B092-4A40-171E-06E1-4271FFB58C46}"/>
              </a:ext>
            </a:extLst>
          </p:cNvPr>
          <p:cNvPicPr>
            <a:picLocks noChangeAspect="1"/>
          </p:cNvPicPr>
          <p:nvPr/>
        </p:nvPicPr>
        <p:blipFill>
          <a:blip r:embed="rId3"/>
          <a:stretch>
            <a:fillRect/>
          </a:stretch>
        </p:blipFill>
        <p:spPr>
          <a:xfrm>
            <a:off x="5996403" y="854037"/>
            <a:ext cx="6195597" cy="4160881"/>
          </a:xfrm>
          <a:prstGeom prst="rect">
            <a:avLst/>
          </a:prstGeom>
        </p:spPr>
      </p:pic>
    </p:spTree>
    <p:extLst>
      <p:ext uri="{BB962C8B-B14F-4D97-AF65-F5344CB8AC3E}">
        <p14:creationId xmlns:p14="http://schemas.microsoft.com/office/powerpoint/2010/main" val="15187463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4E6D5-3219-48F4-BAD5-2B6F7270CD12}"/>
              </a:ext>
            </a:extLst>
          </p:cNvPr>
          <p:cNvSpPr>
            <a:spLocks noGrp="1"/>
          </p:cNvSpPr>
          <p:nvPr>
            <p:ph type="title"/>
          </p:nvPr>
        </p:nvSpPr>
        <p:spPr>
          <a:xfrm>
            <a:off x="110412" y="187845"/>
            <a:ext cx="10515600" cy="315912"/>
          </a:xfrm>
        </p:spPr>
        <p:txBody>
          <a:bodyPr>
            <a:normAutofit fontScale="90000"/>
          </a:bodyPr>
          <a:lstStyle/>
          <a:p>
            <a:r>
              <a:rPr lang="en-IN" sz="3600" dirty="0"/>
              <a:t>Listeners: </a:t>
            </a:r>
          </a:p>
        </p:txBody>
      </p:sp>
      <p:sp>
        <p:nvSpPr>
          <p:cNvPr id="3" name="Content Placeholder 2">
            <a:extLst>
              <a:ext uri="{FF2B5EF4-FFF2-40B4-BE49-F238E27FC236}">
                <a16:creationId xmlns:a16="http://schemas.microsoft.com/office/drawing/2014/main" id="{C9B67FD8-DA2B-A5A2-2E48-337D98ECC89A}"/>
              </a:ext>
            </a:extLst>
          </p:cNvPr>
          <p:cNvSpPr>
            <a:spLocks noGrp="1"/>
          </p:cNvSpPr>
          <p:nvPr>
            <p:ph idx="1"/>
          </p:nvPr>
        </p:nvSpPr>
        <p:spPr>
          <a:xfrm>
            <a:off x="354563" y="690465"/>
            <a:ext cx="11653935" cy="6064898"/>
          </a:xfrm>
        </p:spPr>
        <p:txBody>
          <a:bodyPr/>
          <a:lstStyle/>
          <a:p>
            <a:r>
              <a:rPr lang="en-US" b="0" i="0" dirty="0">
                <a:solidFill>
                  <a:srgbClr val="404040"/>
                </a:solidFill>
                <a:effectLst/>
                <a:highlight>
                  <a:srgbClr val="FFFFFF"/>
                </a:highlight>
                <a:latin typeface="-apple-system"/>
              </a:rPr>
              <a:t>As Spring Batch jobs can run for long times, providing progress information is often critical. For example, which Job is in progress, what all jobs have failed, and what all have been completed. All such information can be gathered using the batch event listeners.</a:t>
            </a:r>
            <a:endParaRPr lang="en-IN" dirty="0"/>
          </a:p>
        </p:txBody>
      </p:sp>
      <p:pic>
        <p:nvPicPr>
          <p:cNvPr id="4" name="Picture 3">
            <a:extLst>
              <a:ext uri="{FF2B5EF4-FFF2-40B4-BE49-F238E27FC236}">
                <a16:creationId xmlns:a16="http://schemas.microsoft.com/office/drawing/2014/main" id="{32B44CC3-7B5E-C1D3-D7B2-8B7291B5D702}"/>
              </a:ext>
            </a:extLst>
          </p:cNvPr>
          <p:cNvPicPr>
            <a:picLocks noChangeAspect="1"/>
          </p:cNvPicPr>
          <p:nvPr/>
        </p:nvPicPr>
        <p:blipFill>
          <a:blip r:embed="rId2"/>
          <a:stretch>
            <a:fillRect/>
          </a:stretch>
        </p:blipFill>
        <p:spPr>
          <a:xfrm>
            <a:off x="3361061" y="2469016"/>
            <a:ext cx="6962775" cy="4010025"/>
          </a:xfrm>
          <a:prstGeom prst="rect">
            <a:avLst/>
          </a:prstGeom>
        </p:spPr>
      </p:pic>
    </p:spTree>
    <p:extLst>
      <p:ext uri="{BB962C8B-B14F-4D97-AF65-F5344CB8AC3E}">
        <p14:creationId xmlns:p14="http://schemas.microsoft.com/office/powerpoint/2010/main" val="36992716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354B52E2-5526-C900-9086-067928FBFAA0}"/>
              </a:ext>
            </a:extLst>
          </p:cNvPr>
          <p:cNvGraphicFramePr>
            <a:graphicFrameLocks noGrp="1"/>
          </p:cNvGraphicFramePr>
          <p:nvPr>
            <p:extLst>
              <p:ext uri="{D42A27DB-BD31-4B8C-83A1-F6EECF244321}">
                <p14:modId xmlns:p14="http://schemas.microsoft.com/office/powerpoint/2010/main" val="2509639898"/>
              </p:ext>
            </p:extLst>
          </p:nvPr>
        </p:nvGraphicFramePr>
        <p:xfrm>
          <a:off x="326571" y="196054"/>
          <a:ext cx="11392677" cy="6703164"/>
        </p:xfrm>
        <a:graphic>
          <a:graphicData uri="http://schemas.openxmlformats.org/drawingml/2006/table">
            <a:tbl>
              <a:tblPr/>
              <a:tblGrid>
                <a:gridCol w="3797559">
                  <a:extLst>
                    <a:ext uri="{9D8B030D-6E8A-4147-A177-3AD203B41FA5}">
                      <a16:colId xmlns:a16="http://schemas.microsoft.com/office/drawing/2014/main" val="3164162850"/>
                    </a:ext>
                  </a:extLst>
                </a:gridCol>
                <a:gridCol w="3797559">
                  <a:extLst>
                    <a:ext uri="{9D8B030D-6E8A-4147-A177-3AD203B41FA5}">
                      <a16:colId xmlns:a16="http://schemas.microsoft.com/office/drawing/2014/main" val="3380264236"/>
                    </a:ext>
                  </a:extLst>
                </a:gridCol>
                <a:gridCol w="3797559">
                  <a:extLst>
                    <a:ext uri="{9D8B030D-6E8A-4147-A177-3AD203B41FA5}">
                      <a16:colId xmlns:a16="http://schemas.microsoft.com/office/drawing/2014/main" val="1895351465"/>
                    </a:ext>
                  </a:extLst>
                </a:gridCol>
              </a:tblGrid>
              <a:tr h="242733">
                <a:tc>
                  <a:txBody>
                    <a:bodyPr/>
                    <a:lstStyle/>
                    <a:p>
                      <a:r>
                        <a:rPr lang="en-IN" sz="1400" b="1" dirty="0">
                          <a:effectLst/>
                        </a:rPr>
                        <a:t>Listener Interface</a:t>
                      </a:r>
                    </a:p>
                  </a:txBody>
                  <a:tcPr marL="32473" marR="32473" marT="16236" marB="16236" anchor="ctr">
                    <a:lnL w="7620" cap="flat" cmpd="sng" algn="ctr">
                      <a:solidFill>
                        <a:srgbClr val="5052CA"/>
                      </a:solidFill>
                      <a:prstDash val="solid"/>
                      <a:round/>
                      <a:headEnd type="none" w="med" len="med"/>
                      <a:tailEnd type="none" w="med" len="med"/>
                    </a:lnL>
                    <a:lnR w="7620" cap="flat" cmpd="sng" algn="ctr">
                      <a:solidFill>
                        <a:srgbClr val="5052CA"/>
                      </a:solidFill>
                      <a:prstDash val="solid"/>
                      <a:round/>
                      <a:headEnd type="none" w="med" len="med"/>
                      <a:tailEnd type="none" w="med" len="med"/>
                    </a:lnR>
                    <a:lnT w="7620" cap="flat" cmpd="sng" algn="ctr">
                      <a:solidFill>
                        <a:srgbClr val="5052CA"/>
                      </a:solidFill>
                      <a:prstDash val="solid"/>
                      <a:round/>
                      <a:headEnd type="none" w="med" len="med"/>
                      <a:tailEnd type="none" w="med" len="med"/>
                    </a:lnT>
                    <a:lnB w="7620" cap="flat" cmpd="sng" algn="ctr">
                      <a:solidFill>
                        <a:srgbClr val="5052CA"/>
                      </a:solidFill>
                      <a:prstDash val="solid"/>
                      <a:round/>
                      <a:headEnd type="none" w="med" len="med"/>
                      <a:tailEnd type="none" w="med" len="med"/>
                    </a:lnB>
                    <a:solidFill>
                      <a:srgbClr val="FFFFFF"/>
                    </a:solidFill>
                  </a:tcPr>
                </a:tc>
                <a:tc>
                  <a:txBody>
                    <a:bodyPr/>
                    <a:lstStyle/>
                    <a:p>
                      <a:r>
                        <a:rPr lang="en-IN" sz="1400" b="1">
                          <a:effectLst/>
                        </a:rPr>
                        <a:t>Annotations</a:t>
                      </a:r>
                    </a:p>
                  </a:txBody>
                  <a:tcPr marL="32473" marR="32473" marT="16236" marB="16236" anchor="ctr">
                    <a:lnL w="7620" cap="flat" cmpd="sng" algn="ctr">
                      <a:solidFill>
                        <a:srgbClr val="5052CA"/>
                      </a:solidFill>
                      <a:prstDash val="solid"/>
                      <a:round/>
                      <a:headEnd type="none" w="med" len="med"/>
                      <a:tailEnd type="none" w="med" len="med"/>
                    </a:lnL>
                    <a:lnR w="7620" cap="flat" cmpd="sng" algn="ctr">
                      <a:solidFill>
                        <a:srgbClr val="5052CA"/>
                      </a:solidFill>
                      <a:prstDash val="solid"/>
                      <a:round/>
                      <a:headEnd type="none" w="med" len="med"/>
                      <a:tailEnd type="none" w="med" len="med"/>
                    </a:lnR>
                    <a:lnT w="7620" cap="flat" cmpd="sng" algn="ctr">
                      <a:solidFill>
                        <a:srgbClr val="5052CA"/>
                      </a:solidFill>
                      <a:prstDash val="solid"/>
                      <a:round/>
                      <a:headEnd type="none" w="med" len="med"/>
                      <a:tailEnd type="none" w="med" len="med"/>
                    </a:lnT>
                    <a:lnB w="7620" cap="flat" cmpd="sng" algn="ctr">
                      <a:solidFill>
                        <a:srgbClr val="5052CA"/>
                      </a:solidFill>
                      <a:prstDash val="solid"/>
                      <a:round/>
                      <a:headEnd type="none" w="med" len="med"/>
                      <a:tailEnd type="none" w="med" len="med"/>
                    </a:lnB>
                    <a:solidFill>
                      <a:srgbClr val="FFFFFF"/>
                    </a:solidFill>
                  </a:tcPr>
                </a:tc>
                <a:tc>
                  <a:txBody>
                    <a:bodyPr/>
                    <a:lstStyle/>
                    <a:p>
                      <a:r>
                        <a:rPr lang="en-IN" sz="1400" b="1">
                          <a:effectLst/>
                        </a:rPr>
                        <a:t>Usage</a:t>
                      </a:r>
                    </a:p>
                  </a:txBody>
                  <a:tcPr marL="32473" marR="32473" marT="16236" marB="16236" anchor="ctr">
                    <a:lnL w="7620" cap="flat" cmpd="sng" algn="ctr">
                      <a:solidFill>
                        <a:srgbClr val="5052CA"/>
                      </a:solidFill>
                      <a:prstDash val="solid"/>
                      <a:round/>
                      <a:headEnd type="none" w="med" len="med"/>
                      <a:tailEnd type="none" w="med" len="med"/>
                    </a:lnL>
                    <a:lnR w="7620" cap="flat" cmpd="sng" algn="ctr">
                      <a:solidFill>
                        <a:srgbClr val="5052CA"/>
                      </a:solidFill>
                      <a:prstDash val="solid"/>
                      <a:round/>
                      <a:headEnd type="none" w="med" len="med"/>
                      <a:tailEnd type="none" w="med" len="med"/>
                    </a:lnR>
                    <a:lnT w="7620" cap="flat" cmpd="sng" algn="ctr">
                      <a:solidFill>
                        <a:srgbClr val="5052CA"/>
                      </a:solidFill>
                      <a:prstDash val="solid"/>
                      <a:round/>
                      <a:headEnd type="none" w="med" len="med"/>
                      <a:tailEnd type="none" w="med" len="med"/>
                    </a:lnT>
                    <a:lnB w="7620" cap="flat" cmpd="sng" algn="ctr">
                      <a:solidFill>
                        <a:srgbClr val="5052CA"/>
                      </a:solidFill>
                      <a:prstDash val="solid"/>
                      <a:round/>
                      <a:headEnd type="none" w="med" len="med"/>
                      <a:tailEnd type="none" w="med" len="med"/>
                    </a:lnB>
                    <a:solidFill>
                      <a:srgbClr val="FFFFFF"/>
                    </a:solidFill>
                  </a:tcPr>
                </a:tc>
                <a:extLst>
                  <a:ext uri="{0D108BD9-81ED-4DB2-BD59-A6C34878D82A}">
                    <a16:rowId xmlns:a16="http://schemas.microsoft.com/office/drawing/2014/main" val="1972212481"/>
                  </a:ext>
                </a:extLst>
              </a:tr>
              <a:tr h="563093">
                <a:tc>
                  <a:txBody>
                    <a:bodyPr/>
                    <a:lstStyle/>
                    <a:p>
                      <a:r>
                        <a:rPr lang="en-IN" sz="1400" b="1" i="1" dirty="0" err="1">
                          <a:effectLst/>
                        </a:rPr>
                        <a:t>JobExecutionListener</a:t>
                      </a:r>
                      <a:endParaRPr lang="en-IN" sz="1400" dirty="0">
                        <a:effectLst/>
                      </a:endParaRPr>
                    </a:p>
                  </a:txBody>
                  <a:tcPr marL="32473" marR="32473" marT="16236" marB="16236" anchor="ctr">
                    <a:lnL w="7620" cap="flat" cmpd="sng" algn="ctr">
                      <a:solidFill>
                        <a:srgbClr val="5052CA"/>
                      </a:solidFill>
                      <a:prstDash val="solid"/>
                      <a:round/>
                      <a:headEnd type="none" w="med" len="med"/>
                      <a:tailEnd type="none" w="med" len="med"/>
                    </a:lnL>
                    <a:lnR w="7620" cap="flat" cmpd="sng" algn="ctr">
                      <a:solidFill>
                        <a:srgbClr val="5052CA"/>
                      </a:solidFill>
                      <a:prstDash val="solid"/>
                      <a:round/>
                      <a:headEnd type="none" w="med" len="med"/>
                      <a:tailEnd type="none" w="med" len="med"/>
                    </a:lnR>
                    <a:lnT w="7620" cap="flat" cmpd="sng" algn="ctr">
                      <a:solidFill>
                        <a:srgbClr val="5052CA"/>
                      </a:solidFill>
                      <a:prstDash val="solid"/>
                      <a:round/>
                      <a:headEnd type="none" w="med" len="med"/>
                      <a:tailEnd type="none" w="med" len="med"/>
                    </a:lnT>
                    <a:lnB w="7620" cap="flat" cmpd="sng" algn="ctr">
                      <a:solidFill>
                        <a:srgbClr val="5052CA"/>
                      </a:solidFill>
                      <a:prstDash val="solid"/>
                      <a:round/>
                      <a:headEnd type="none" w="med" len="med"/>
                      <a:tailEnd type="none" w="med" len="med"/>
                    </a:lnB>
                    <a:solidFill>
                      <a:srgbClr val="FFFFFF"/>
                    </a:solidFill>
                  </a:tcPr>
                </a:tc>
                <a:tc>
                  <a:txBody>
                    <a:bodyPr/>
                    <a:lstStyle/>
                    <a:p>
                      <a:r>
                        <a:rPr lang="en-IN" sz="1800" b="0" i="0" kern="1200">
                          <a:solidFill>
                            <a:schemeClr val="tx1"/>
                          </a:solidFill>
                          <a:effectLst/>
                          <a:latin typeface="+mn-lt"/>
                          <a:ea typeface="+mn-ea"/>
                          <a:cs typeface="+mn-cs"/>
                        </a:rPr>
                        <a:t>@BeforeJob</a:t>
                      </a:r>
                      <a:br>
                        <a:rPr lang="en-IN" sz="1800" b="0" i="0" kern="1200">
                          <a:solidFill>
                            <a:schemeClr val="tx1"/>
                          </a:solidFill>
                          <a:effectLst/>
                          <a:latin typeface="+mn-lt"/>
                          <a:ea typeface="+mn-ea"/>
                          <a:cs typeface="+mn-cs"/>
                        </a:rPr>
                      </a:br>
                      <a:r>
                        <a:rPr lang="en-IN" sz="1800" b="0" i="0" kern="1200">
                          <a:solidFill>
                            <a:schemeClr val="tx1"/>
                          </a:solidFill>
                          <a:effectLst/>
                          <a:latin typeface="+mn-lt"/>
                          <a:ea typeface="+mn-ea"/>
                          <a:cs typeface="+mn-cs"/>
                        </a:rPr>
                        <a:t>@AfterJob</a:t>
                      </a:r>
                    </a:p>
                  </a:txBody>
                  <a:tcPr marL="32473" marR="32473" marT="16236" marB="16236" anchor="ctr">
                    <a:lnL w="7620" cap="flat" cmpd="sng" algn="ctr">
                      <a:solidFill>
                        <a:srgbClr val="5052CA"/>
                      </a:solidFill>
                      <a:prstDash val="solid"/>
                      <a:round/>
                      <a:headEnd type="none" w="med" len="med"/>
                      <a:tailEnd type="none" w="med" len="med"/>
                    </a:lnL>
                    <a:lnR w="7620" cap="flat" cmpd="sng" algn="ctr">
                      <a:solidFill>
                        <a:srgbClr val="5052CA"/>
                      </a:solidFill>
                      <a:prstDash val="solid"/>
                      <a:round/>
                      <a:headEnd type="none" w="med" len="med"/>
                      <a:tailEnd type="none" w="med" len="med"/>
                    </a:lnR>
                    <a:lnT w="7620" cap="flat" cmpd="sng" algn="ctr">
                      <a:solidFill>
                        <a:srgbClr val="5052CA"/>
                      </a:solidFill>
                      <a:prstDash val="solid"/>
                      <a:round/>
                      <a:headEnd type="none" w="med" len="med"/>
                      <a:tailEnd type="none" w="med" len="med"/>
                    </a:lnT>
                    <a:lnB w="7620" cap="flat" cmpd="sng" algn="ctr">
                      <a:solidFill>
                        <a:srgbClr val="5052CA"/>
                      </a:solidFill>
                      <a:prstDash val="solid"/>
                      <a:round/>
                      <a:headEnd type="none" w="med" len="med"/>
                      <a:tailEnd type="none" w="med" len="med"/>
                    </a:lnB>
                    <a:solidFill>
                      <a:srgbClr val="FFFFFF"/>
                    </a:solidFill>
                  </a:tcPr>
                </a:tc>
                <a:tc>
                  <a:txBody>
                    <a:bodyPr/>
                    <a:lstStyle/>
                    <a:p>
                      <a:r>
                        <a:rPr lang="en-US" sz="1400">
                          <a:effectLst/>
                        </a:rPr>
                        <a:t>Before the </a:t>
                      </a:r>
                      <a:r>
                        <a:rPr lang="en-US" sz="1400" i="1">
                          <a:effectLst/>
                        </a:rPr>
                        <a:t>Job</a:t>
                      </a:r>
                      <a:r>
                        <a:rPr lang="en-US" sz="1400">
                          <a:effectLst/>
                        </a:rPr>
                        <a:t> has been started</a:t>
                      </a:r>
                      <a:br>
                        <a:rPr lang="en-US" sz="1400">
                          <a:effectLst/>
                        </a:rPr>
                      </a:br>
                      <a:r>
                        <a:rPr lang="en-US" sz="1400">
                          <a:effectLst/>
                        </a:rPr>
                        <a:t>After the Job has been completed</a:t>
                      </a:r>
                    </a:p>
                  </a:txBody>
                  <a:tcPr marL="32473" marR="32473" marT="16236" marB="16236" anchor="ctr">
                    <a:lnL w="7620" cap="flat" cmpd="sng" algn="ctr">
                      <a:solidFill>
                        <a:srgbClr val="5052CA"/>
                      </a:solidFill>
                      <a:prstDash val="solid"/>
                      <a:round/>
                      <a:headEnd type="none" w="med" len="med"/>
                      <a:tailEnd type="none" w="med" len="med"/>
                    </a:lnL>
                    <a:lnR w="7620" cap="flat" cmpd="sng" algn="ctr">
                      <a:solidFill>
                        <a:srgbClr val="5052CA"/>
                      </a:solidFill>
                      <a:prstDash val="solid"/>
                      <a:round/>
                      <a:headEnd type="none" w="med" len="med"/>
                      <a:tailEnd type="none" w="med" len="med"/>
                    </a:lnR>
                    <a:lnT w="7620" cap="flat" cmpd="sng" algn="ctr">
                      <a:solidFill>
                        <a:srgbClr val="5052CA"/>
                      </a:solidFill>
                      <a:prstDash val="solid"/>
                      <a:round/>
                      <a:headEnd type="none" w="med" len="med"/>
                      <a:tailEnd type="none" w="med" len="med"/>
                    </a:lnT>
                    <a:lnB w="7620" cap="flat" cmpd="sng" algn="ctr">
                      <a:solidFill>
                        <a:srgbClr val="5052CA"/>
                      </a:solidFill>
                      <a:prstDash val="solid"/>
                      <a:round/>
                      <a:headEnd type="none" w="med" len="med"/>
                      <a:tailEnd type="none" w="med" len="med"/>
                    </a:lnB>
                    <a:solidFill>
                      <a:srgbClr val="FFFFFF"/>
                    </a:solidFill>
                  </a:tcPr>
                </a:tc>
                <a:extLst>
                  <a:ext uri="{0D108BD9-81ED-4DB2-BD59-A6C34878D82A}">
                    <a16:rowId xmlns:a16="http://schemas.microsoft.com/office/drawing/2014/main" val="1696858448"/>
                  </a:ext>
                </a:extLst>
              </a:tr>
              <a:tr h="563093">
                <a:tc>
                  <a:txBody>
                    <a:bodyPr/>
                    <a:lstStyle/>
                    <a:p>
                      <a:r>
                        <a:rPr lang="en-IN" sz="1400" b="1" i="1" dirty="0" err="1">
                          <a:effectLst/>
                        </a:rPr>
                        <a:t>StepExecutionListener</a:t>
                      </a:r>
                      <a:endParaRPr lang="en-IN" sz="1400" dirty="0">
                        <a:effectLst/>
                      </a:endParaRPr>
                    </a:p>
                  </a:txBody>
                  <a:tcPr marL="32473" marR="32473" marT="16236" marB="16236" anchor="ctr">
                    <a:lnL w="7620" cap="flat" cmpd="sng" algn="ctr">
                      <a:solidFill>
                        <a:srgbClr val="5052CA"/>
                      </a:solidFill>
                      <a:prstDash val="solid"/>
                      <a:round/>
                      <a:headEnd type="none" w="med" len="med"/>
                      <a:tailEnd type="none" w="med" len="med"/>
                    </a:lnL>
                    <a:lnR w="7620" cap="flat" cmpd="sng" algn="ctr">
                      <a:solidFill>
                        <a:srgbClr val="5052CA"/>
                      </a:solidFill>
                      <a:prstDash val="solid"/>
                      <a:round/>
                      <a:headEnd type="none" w="med" len="med"/>
                      <a:tailEnd type="none" w="med" len="med"/>
                    </a:lnR>
                    <a:lnT w="7620" cap="flat" cmpd="sng" algn="ctr">
                      <a:solidFill>
                        <a:srgbClr val="5052CA"/>
                      </a:solidFill>
                      <a:prstDash val="solid"/>
                      <a:round/>
                      <a:headEnd type="none" w="med" len="med"/>
                      <a:tailEnd type="none" w="med" len="med"/>
                    </a:lnT>
                    <a:lnB w="7620" cap="flat" cmpd="sng" algn="ctr">
                      <a:solidFill>
                        <a:srgbClr val="5052CA"/>
                      </a:solidFill>
                      <a:prstDash val="solid"/>
                      <a:round/>
                      <a:headEnd type="none" w="med" len="med"/>
                      <a:tailEnd type="none" w="med" len="med"/>
                    </a:lnB>
                    <a:solidFill>
                      <a:srgbClr val="FFFFFF"/>
                    </a:solidFill>
                  </a:tcPr>
                </a:tc>
                <a:tc>
                  <a:txBody>
                    <a:bodyPr/>
                    <a:lstStyle/>
                    <a:p>
                      <a:r>
                        <a:rPr lang="en-IN" sz="1800" b="0" i="0" kern="1200">
                          <a:solidFill>
                            <a:schemeClr val="tx1"/>
                          </a:solidFill>
                          <a:effectLst/>
                          <a:latin typeface="+mn-lt"/>
                          <a:ea typeface="+mn-ea"/>
                          <a:cs typeface="+mn-cs"/>
                        </a:rPr>
                        <a:t>@BeforeStep</a:t>
                      </a:r>
                      <a:br>
                        <a:rPr lang="en-IN" sz="1800" b="0" i="0" kern="1200">
                          <a:solidFill>
                            <a:schemeClr val="tx1"/>
                          </a:solidFill>
                          <a:effectLst/>
                          <a:latin typeface="+mn-lt"/>
                          <a:ea typeface="+mn-ea"/>
                          <a:cs typeface="+mn-cs"/>
                        </a:rPr>
                      </a:br>
                      <a:r>
                        <a:rPr lang="en-IN" sz="1800" b="0" i="0" kern="1200">
                          <a:solidFill>
                            <a:schemeClr val="tx1"/>
                          </a:solidFill>
                          <a:effectLst/>
                          <a:latin typeface="+mn-lt"/>
                          <a:ea typeface="+mn-ea"/>
                          <a:cs typeface="+mn-cs"/>
                        </a:rPr>
                        <a:t>@AfterStep</a:t>
                      </a:r>
                    </a:p>
                  </a:txBody>
                  <a:tcPr marL="32473" marR="32473" marT="16236" marB="16236" anchor="ctr">
                    <a:lnL w="7620" cap="flat" cmpd="sng" algn="ctr">
                      <a:solidFill>
                        <a:srgbClr val="5052CA"/>
                      </a:solidFill>
                      <a:prstDash val="solid"/>
                      <a:round/>
                      <a:headEnd type="none" w="med" len="med"/>
                      <a:tailEnd type="none" w="med" len="med"/>
                    </a:lnL>
                    <a:lnR w="7620" cap="flat" cmpd="sng" algn="ctr">
                      <a:solidFill>
                        <a:srgbClr val="5052CA"/>
                      </a:solidFill>
                      <a:prstDash val="solid"/>
                      <a:round/>
                      <a:headEnd type="none" w="med" len="med"/>
                      <a:tailEnd type="none" w="med" len="med"/>
                    </a:lnR>
                    <a:lnT w="7620" cap="flat" cmpd="sng" algn="ctr">
                      <a:solidFill>
                        <a:srgbClr val="5052CA"/>
                      </a:solidFill>
                      <a:prstDash val="solid"/>
                      <a:round/>
                      <a:headEnd type="none" w="med" len="med"/>
                      <a:tailEnd type="none" w="med" len="med"/>
                    </a:lnT>
                    <a:lnB w="7620" cap="flat" cmpd="sng" algn="ctr">
                      <a:solidFill>
                        <a:srgbClr val="5052CA"/>
                      </a:solidFill>
                      <a:prstDash val="solid"/>
                      <a:round/>
                      <a:headEnd type="none" w="med" len="med"/>
                      <a:tailEnd type="none" w="med" len="med"/>
                    </a:lnB>
                    <a:solidFill>
                      <a:srgbClr val="FFFFFF"/>
                    </a:solidFill>
                  </a:tcPr>
                </a:tc>
                <a:tc>
                  <a:txBody>
                    <a:bodyPr/>
                    <a:lstStyle/>
                    <a:p>
                      <a:r>
                        <a:rPr lang="en-US" sz="1400">
                          <a:effectLst/>
                        </a:rPr>
                        <a:t>Before the </a:t>
                      </a:r>
                      <a:r>
                        <a:rPr lang="en-US" sz="1400" i="1">
                          <a:effectLst/>
                        </a:rPr>
                        <a:t>Step</a:t>
                      </a:r>
                      <a:r>
                        <a:rPr lang="en-US" sz="1400">
                          <a:effectLst/>
                        </a:rPr>
                        <a:t> has been started</a:t>
                      </a:r>
                      <a:br>
                        <a:rPr lang="en-US" sz="1400">
                          <a:effectLst/>
                        </a:rPr>
                      </a:br>
                      <a:r>
                        <a:rPr lang="en-US" sz="1400">
                          <a:effectLst/>
                        </a:rPr>
                        <a:t>After the </a:t>
                      </a:r>
                      <a:r>
                        <a:rPr lang="en-US" sz="1400" i="1">
                          <a:effectLst/>
                        </a:rPr>
                        <a:t>Step</a:t>
                      </a:r>
                      <a:r>
                        <a:rPr lang="en-US" sz="1400">
                          <a:effectLst/>
                        </a:rPr>
                        <a:t> has been completed</a:t>
                      </a:r>
                    </a:p>
                  </a:txBody>
                  <a:tcPr marL="32473" marR="32473" marT="16236" marB="16236" anchor="ctr">
                    <a:lnL w="7620" cap="flat" cmpd="sng" algn="ctr">
                      <a:solidFill>
                        <a:srgbClr val="5052CA"/>
                      </a:solidFill>
                      <a:prstDash val="solid"/>
                      <a:round/>
                      <a:headEnd type="none" w="med" len="med"/>
                      <a:tailEnd type="none" w="med" len="med"/>
                    </a:lnL>
                    <a:lnR w="7620" cap="flat" cmpd="sng" algn="ctr">
                      <a:solidFill>
                        <a:srgbClr val="5052CA"/>
                      </a:solidFill>
                      <a:prstDash val="solid"/>
                      <a:round/>
                      <a:headEnd type="none" w="med" len="med"/>
                      <a:tailEnd type="none" w="med" len="med"/>
                    </a:lnR>
                    <a:lnT w="7620" cap="flat" cmpd="sng" algn="ctr">
                      <a:solidFill>
                        <a:srgbClr val="5052CA"/>
                      </a:solidFill>
                      <a:prstDash val="solid"/>
                      <a:round/>
                      <a:headEnd type="none" w="med" len="med"/>
                      <a:tailEnd type="none" w="med" len="med"/>
                    </a:lnT>
                    <a:lnB w="7620" cap="flat" cmpd="sng" algn="ctr">
                      <a:solidFill>
                        <a:srgbClr val="5052CA"/>
                      </a:solidFill>
                      <a:prstDash val="solid"/>
                      <a:round/>
                      <a:headEnd type="none" w="med" len="med"/>
                      <a:tailEnd type="none" w="med" len="med"/>
                    </a:lnB>
                    <a:solidFill>
                      <a:srgbClr val="FFFFFF"/>
                    </a:solidFill>
                  </a:tcPr>
                </a:tc>
                <a:extLst>
                  <a:ext uri="{0D108BD9-81ED-4DB2-BD59-A6C34878D82A}">
                    <a16:rowId xmlns:a16="http://schemas.microsoft.com/office/drawing/2014/main" val="462846784"/>
                  </a:ext>
                </a:extLst>
              </a:tr>
              <a:tr h="952926">
                <a:tc>
                  <a:txBody>
                    <a:bodyPr/>
                    <a:lstStyle/>
                    <a:p>
                      <a:r>
                        <a:rPr lang="en-IN" sz="1400" b="1" i="1">
                          <a:effectLst/>
                        </a:rPr>
                        <a:t>ChunkListener</a:t>
                      </a:r>
                      <a:endParaRPr lang="en-IN" sz="1400">
                        <a:effectLst/>
                      </a:endParaRPr>
                    </a:p>
                  </a:txBody>
                  <a:tcPr marL="32473" marR="32473" marT="16236" marB="16236" anchor="ctr">
                    <a:lnL w="7620" cap="flat" cmpd="sng" algn="ctr">
                      <a:solidFill>
                        <a:srgbClr val="5052CA"/>
                      </a:solidFill>
                      <a:prstDash val="solid"/>
                      <a:round/>
                      <a:headEnd type="none" w="med" len="med"/>
                      <a:tailEnd type="none" w="med" len="med"/>
                    </a:lnL>
                    <a:lnR w="7620" cap="flat" cmpd="sng" algn="ctr">
                      <a:solidFill>
                        <a:srgbClr val="5052CA"/>
                      </a:solidFill>
                      <a:prstDash val="solid"/>
                      <a:round/>
                      <a:headEnd type="none" w="med" len="med"/>
                      <a:tailEnd type="none" w="med" len="med"/>
                    </a:lnR>
                    <a:lnT w="7620" cap="flat" cmpd="sng" algn="ctr">
                      <a:solidFill>
                        <a:srgbClr val="5052CA"/>
                      </a:solidFill>
                      <a:prstDash val="solid"/>
                      <a:round/>
                      <a:headEnd type="none" w="med" len="med"/>
                      <a:tailEnd type="none" w="med" len="med"/>
                    </a:lnT>
                    <a:lnB w="7620" cap="flat" cmpd="sng" algn="ctr">
                      <a:solidFill>
                        <a:srgbClr val="5052CA"/>
                      </a:solidFill>
                      <a:prstDash val="solid"/>
                      <a:round/>
                      <a:headEnd type="none" w="med" len="med"/>
                      <a:tailEnd type="none" w="med" len="med"/>
                    </a:lnB>
                    <a:solidFill>
                      <a:srgbClr val="FFFFFF"/>
                    </a:solidFill>
                  </a:tcPr>
                </a:tc>
                <a:tc>
                  <a:txBody>
                    <a:bodyPr/>
                    <a:lstStyle/>
                    <a:p>
                      <a:r>
                        <a:rPr lang="en-IN" sz="1800" b="0" i="0" kern="1200">
                          <a:solidFill>
                            <a:schemeClr val="tx1"/>
                          </a:solidFill>
                          <a:effectLst/>
                          <a:latin typeface="+mn-lt"/>
                          <a:ea typeface="+mn-ea"/>
                          <a:cs typeface="+mn-cs"/>
                        </a:rPr>
                        <a:t>@BeforeChunk</a:t>
                      </a:r>
                      <a:br>
                        <a:rPr lang="en-IN" sz="1800" b="0" i="0" kern="1200">
                          <a:solidFill>
                            <a:schemeClr val="tx1"/>
                          </a:solidFill>
                          <a:effectLst/>
                          <a:latin typeface="+mn-lt"/>
                          <a:ea typeface="+mn-ea"/>
                          <a:cs typeface="+mn-cs"/>
                        </a:rPr>
                      </a:br>
                      <a:r>
                        <a:rPr lang="en-IN" sz="1800" b="0" i="0" kern="1200">
                          <a:solidFill>
                            <a:schemeClr val="tx1"/>
                          </a:solidFill>
                          <a:effectLst/>
                          <a:latin typeface="+mn-lt"/>
                          <a:ea typeface="+mn-ea"/>
                          <a:cs typeface="+mn-cs"/>
                        </a:rPr>
                        <a:t>@AfterChunk</a:t>
                      </a:r>
                      <a:br>
                        <a:rPr lang="en-IN" sz="1800" b="0" i="0" kern="1200">
                          <a:solidFill>
                            <a:schemeClr val="tx1"/>
                          </a:solidFill>
                          <a:effectLst/>
                          <a:latin typeface="+mn-lt"/>
                          <a:ea typeface="+mn-ea"/>
                          <a:cs typeface="+mn-cs"/>
                        </a:rPr>
                      </a:br>
                      <a:r>
                        <a:rPr lang="en-IN" sz="1800" b="0" i="0" kern="1200">
                          <a:solidFill>
                            <a:schemeClr val="tx1"/>
                          </a:solidFill>
                          <a:effectLst/>
                          <a:latin typeface="+mn-lt"/>
                          <a:ea typeface="+mn-ea"/>
                          <a:cs typeface="+mn-cs"/>
                        </a:rPr>
                        <a:t>@AfterChunkError</a:t>
                      </a:r>
                    </a:p>
                  </a:txBody>
                  <a:tcPr marL="32473" marR="32473" marT="16236" marB="16236" anchor="ctr">
                    <a:lnL w="7620" cap="flat" cmpd="sng" algn="ctr">
                      <a:solidFill>
                        <a:srgbClr val="5052CA"/>
                      </a:solidFill>
                      <a:prstDash val="solid"/>
                      <a:round/>
                      <a:headEnd type="none" w="med" len="med"/>
                      <a:tailEnd type="none" w="med" len="med"/>
                    </a:lnL>
                    <a:lnR w="7620" cap="flat" cmpd="sng" algn="ctr">
                      <a:solidFill>
                        <a:srgbClr val="5052CA"/>
                      </a:solidFill>
                      <a:prstDash val="solid"/>
                      <a:round/>
                      <a:headEnd type="none" w="med" len="med"/>
                      <a:tailEnd type="none" w="med" len="med"/>
                    </a:lnR>
                    <a:lnT w="7620" cap="flat" cmpd="sng" algn="ctr">
                      <a:solidFill>
                        <a:srgbClr val="5052CA"/>
                      </a:solidFill>
                      <a:prstDash val="solid"/>
                      <a:round/>
                      <a:headEnd type="none" w="med" len="med"/>
                      <a:tailEnd type="none" w="med" len="med"/>
                    </a:lnT>
                    <a:lnB w="7620" cap="flat" cmpd="sng" algn="ctr">
                      <a:solidFill>
                        <a:srgbClr val="5052CA"/>
                      </a:solidFill>
                      <a:prstDash val="solid"/>
                      <a:round/>
                      <a:headEnd type="none" w="med" len="med"/>
                      <a:tailEnd type="none" w="med" len="med"/>
                    </a:lnB>
                    <a:solidFill>
                      <a:srgbClr val="FFFFFF"/>
                    </a:solidFill>
                  </a:tcPr>
                </a:tc>
                <a:tc>
                  <a:txBody>
                    <a:bodyPr/>
                    <a:lstStyle/>
                    <a:p>
                      <a:r>
                        <a:rPr lang="en-US" sz="1400">
                          <a:effectLst/>
                        </a:rPr>
                        <a:t>Before the </a:t>
                      </a:r>
                      <a:r>
                        <a:rPr lang="en-US" sz="1400" i="1">
                          <a:effectLst/>
                        </a:rPr>
                        <a:t>Chunk</a:t>
                      </a:r>
                      <a:r>
                        <a:rPr lang="en-US" sz="1400">
                          <a:effectLst/>
                        </a:rPr>
                        <a:t> has been started</a:t>
                      </a:r>
                      <a:br>
                        <a:rPr lang="en-US" sz="1400">
                          <a:effectLst/>
                        </a:rPr>
                      </a:br>
                      <a:r>
                        <a:rPr lang="en-US" sz="1400">
                          <a:effectLst/>
                        </a:rPr>
                        <a:t>After the </a:t>
                      </a:r>
                      <a:r>
                        <a:rPr lang="en-US" sz="1400" i="1">
                          <a:effectLst/>
                        </a:rPr>
                        <a:t>Chunk</a:t>
                      </a:r>
                      <a:r>
                        <a:rPr lang="en-US" sz="1400">
                          <a:effectLst/>
                        </a:rPr>
                        <a:t> has been completed</a:t>
                      </a:r>
                      <a:br>
                        <a:rPr lang="en-US" sz="1400">
                          <a:effectLst/>
                        </a:rPr>
                      </a:br>
                      <a:r>
                        <a:rPr lang="en-US" sz="1400">
                          <a:effectLst/>
                        </a:rPr>
                        <a:t>If any error occurred while processing the </a:t>
                      </a:r>
                      <a:r>
                        <a:rPr lang="en-US" sz="1400" i="1">
                          <a:effectLst/>
                        </a:rPr>
                        <a:t>Chunk</a:t>
                      </a:r>
                      <a:endParaRPr lang="en-US" sz="1400">
                        <a:effectLst/>
                      </a:endParaRPr>
                    </a:p>
                  </a:txBody>
                  <a:tcPr marL="32473" marR="32473" marT="16236" marB="16236" anchor="ctr">
                    <a:lnL w="7620" cap="flat" cmpd="sng" algn="ctr">
                      <a:solidFill>
                        <a:srgbClr val="5052CA"/>
                      </a:solidFill>
                      <a:prstDash val="solid"/>
                      <a:round/>
                      <a:headEnd type="none" w="med" len="med"/>
                      <a:tailEnd type="none" w="med" len="med"/>
                    </a:lnL>
                    <a:lnR w="7620" cap="flat" cmpd="sng" algn="ctr">
                      <a:solidFill>
                        <a:srgbClr val="5052CA"/>
                      </a:solidFill>
                      <a:prstDash val="solid"/>
                      <a:round/>
                      <a:headEnd type="none" w="med" len="med"/>
                      <a:tailEnd type="none" w="med" len="med"/>
                    </a:lnR>
                    <a:lnT w="7620" cap="flat" cmpd="sng" algn="ctr">
                      <a:solidFill>
                        <a:srgbClr val="5052CA"/>
                      </a:solidFill>
                      <a:prstDash val="solid"/>
                      <a:round/>
                      <a:headEnd type="none" w="med" len="med"/>
                      <a:tailEnd type="none" w="med" len="med"/>
                    </a:lnT>
                    <a:lnB w="7620" cap="flat" cmpd="sng" algn="ctr">
                      <a:solidFill>
                        <a:srgbClr val="5052CA"/>
                      </a:solidFill>
                      <a:prstDash val="solid"/>
                      <a:round/>
                      <a:headEnd type="none" w="med" len="med"/>
                      <a:tailEnd type="none" w="med" len="med"/>
                    </a:lnB>
                    <a:solidFill>
                      <a:srgbClr val="FFFFFF"/>
                    </a:solidFill>
                  </a:tcPr>
                </a:tc>
                <a:extLst>
                  <a:ext uri="{0D108BD9-81ED-4DB2-BD59-A6C34878D82A}">
                    <a16:rowId xmlns:a16="http://schemas.microsoft.com/office/drawing/2014/main" val="3602235275"/>
                  </a:ext>
                </a:extLst>
              </a:tr>
              <a:tr h="822982">
                <a:tc>
                  <a:txBody>
                    <a:bodyPr/>
                    <a:lstStyle/>
                    <a:p>
                      <a:r>
                        <a:rPr lang="en-IN" sz="1400" b="1" i="1">
                          <a:effectLst/>
                        </a:rPr>
                        <a:t>ItemReadListener</a:t>
                      </a:r>
                      <a:endParaRPr lang="en-IN" sz="1400">
                        <a:effectLst/>
                      </a:endParaRPr>
                    </a:p>
                  </a:txBody>
                  <a:tcPr marL="32473" marR="32473" marT="16236" marB="16236" anchor="ctr">
                    <a:lnL w="7620" cap="flat" cmpd="sng" algn="ctr">
                      <a:solidFill>
                        <a:srgbClr val="5052CA"/>
                      </a:solidFill>
                      <a:prstDash val="solid"/>
                      <a:round/>
                      <a:headEnd type="none" w="med" len="med"/>
                      <a:tailEnd type="none" w="med" len="med"/>
                    </a:lnL>
                    <a:lnR w="7620" cap="flat" cmpd="sng" algn="ctr">
                      <a:solidFill>
                        <a:srgbClr val="5052CA"/>
                      </a:solidFill>
                      <a:prstDash val="solid"/>
                      <a:round/>
                      <a:headEnd type="none" w="med" len="med"/>
                      <a:tailEnd type="none" w="med" len="med"/>
                    </a:lnR>
                    <a:lnT w="7620" cap="flat" cmpd="sng" algn="ctr">
                      <a:solidFill>
                        <a:srgbClr val="5052CA"/>
                      </a:solidFill>
                      <a:prstDash val="solid"/>
                      <a:round/>
                      <a:headEnd type="none" w="med" len="med"/>
                      <a:tailEnd type="none" w="med" len="med"/>
                    </a:lnT>
                    <a:lnB w="7620" cap="flat" cmpd="sng" algn="ctr">
                      <a:solidFill>
                        <a:srgbClr val="5052CA"/>
                      </a:solidFill>
                      <a:prstDash val="solid"/>
                      <a:round/>
                      <a:headEnd type="none" w="med" len="med"/>
                      <a:tailEnd type="none" w="med" len="med"/>
                    </a:lnB>
                    <a:solidFill>
                      <a:srgbClr val="FFFFFF"/>
                    </a:solidFill>
                  </a:tcPr>
                </a:tc>
                <a:tc>
                  <a:txBody>
                    <a:bodyPr/>
                    <a:lstStyle/>
                    <a:p>
                      <a:r>
                        <a:rPr lang="en-IN" sz="1800" b="0" i="0" kern="1200">
                          <a:solidFill>
                            <a:schemeClr val="tx1"/>
                          </a:solidFill>
                          <a:effectLst/>
                          <a:latin typeface="+mn-lt"/>
                          <a:ea typeface="+mn-ea"/>
                          <a:cs typeface="+mn-cs"/>
                        </a:rPr>
                        <a:t>@BeforeRead</a:t>
                      </a:r>
                      <a:br>
                        <a:rPr lang="en-IN" sz="1800" b="0" i="0" kern="1200">
                          <a:solidFill>
                            <a:schemeClr val="tx1"/>
                          </a:solidFill>
                          <a:effectLst/>
                          <a:latin typeface="+mn-lt"/>
                          <a:ea typeface="+mn-ea"/>
                          <a:cs typeface="+mn-cs"/>
                        </a:rPr>
                      </a:br>
                      <a:r>
                        <a:rPr lang="en-IN" sz="1800" b="0" i="0" kern="1200">
                          <a:solidFill>
                            <a:schemeClr val="tx1"/>
                          </a:solidFill>
                          <a:effectLst/>
                          <a:latin typeface="+mn-lt"/>
                          <a:ea typeface="+mn-ea"/>
                          <a:cs typeface="+mn-cs"/>
                        </a:rPr>
                        <a:t>@AfterRead</a:t>
                      </a:r>
                      <a:br>
                        <a:rPr lang="en-IN" sz="1800" b="0" i="0" kern="1200">
                          <a:solidFill>
                            <a:schemeClr val="tx1"/>
                          </a:solidFill>
                          <a:effectLst/>
                          <a:latin typeface="+mn-lt"/>
                          <a:ea typeface="+mn-ea"/>
                          <a:cs typeface="+mn-cs"/>
                        </a:rPr>
                      </a:br>
                      <a:r>
                        <a:rPr lang="en-IN" sz="1800" b="0" i="0" kern="1200">
                          <a:solidFill>
                            <a:schemeClr val="tx1"/>
                          </a:solidFill>
                          <a:effectLst/>
                          <a:latin typeface="+mn-lt"/>
                          <a:ea typeface="+mn-ea"/>
                          <a:cs typeface="+mn-cs"/>
                        </a:rPr>
                        <a:t>@OnReadError</a:t>
                      </a:r>
                    </a:p>
                  </a:txBody>
                  <a:tcPr marL="32473" marR="32473" marT="16236" marB="16236" anchor="ctr">
                    <a:lnL w="7620" cap="flat" cmpd="sng" algn="ctr">
                      <a:solidFill>
                        <a:srgbClr val="5052CA"/>
                      </a:solidFill>
                      <a:prstDash val="solid"/>
                      <a:round/>
                      <a:headEnd type="none" w="med" len="med"/>
                      <a:tailEnd type="none" w="med" len="med"/>
                    </a:lnL>
                    <a:lnR w="7620" cap="flat" cmpd="sng" algn="ctr">
                      <a:solidFill>
                        <a:srgbClr val="5052CA"/>
                      </a:solidFill>
                      <a:prstDash val="solid"/>
                      <a:round/>
                      <a:headEnd type="none" w="med" len="med"/>
                      <a:tailEnd type="none" w="med" len="med"/>
                    </a:lnR>
                    <a:lnT w="7620" cap="flat" cmpd="sng" algn="ctr">
                      <a:solidFill>
                        <a:srgbClr val="5052CA"/>
                      </a:solidFill>
                      <a:prstDash val="solid"/>
                      <a:round/>
                      <a:headEnd type="none" w="med" len="med"/>
                      <a:tailEnd type="none" w="med" len="med"/>
                    </a:lnT>
                    <a:lnB w="7620" cap="flat" cmpd="sng" algn="ctr">
                      <a:solidFill>
                        <a:srgbClr val="5052CA"/>
                      </a:solidFill>
                      <a:prstDash val="solid"/>
                      <a:round/>
                      <a:headEnd type="none" w="med" len="med"/>
                      <a:tailEnd type="none" w="med" len="med"/>
                    </a:lnB>
                    <a:solidFill>
                      <a:srgbClr val="FFFFFF"/>
                    </a:solidFill>
                  </a:tcPr>
                </a:tc>
                <a:tc>
                  <a:txBody>
                    <a:bodyPr/>
                    <a:lstStyle/>
                    <a:p>
                      <a:r>
                        <a:rPr lang="en-US" sz="1400">
                          <a:effectLst/>
                        </a:rPr>
                        <a:t>Before a new </a:t>
                      </a:r>
                      <a:r>
                        <a:rPr lang="en-US" sz="1400" i="1">
                          <a:effectLst/>
                        </a:rPr>
                        <a:t>Item</a:t>
                      </a:r>
                      <a:r>
                        <a:rPr lang="en-US" sz="1400">
                          <a:effectLst/>
                        </a:rPr>
                        <a:t> is read</a:t>
                      </a:r>
                      <a:br>
                        <a:rPr lang="en-US" sz="1400">
                          <a:effectLst/>
                        </a:rPr>
                      </a:br>
                      <a:r>
                        <a:rPr lang="en-US" sz="1400">
                          <a:effectLst/>
                        </a:rPr>
                        <a:t>After the </a:t>
                      </a:r>
                      <a:r>
                        <a:rPr lang="en-US" sz="1400" i="1">
                          <a:effectLst/>
                        </a:rPr>
                        <a:t>Item</a:t>
                      </a:r>
                      <a:r>
                        <a:rPr lang="en-US" sz="1400">
                          <a:effectLst/>
                        </a:rPr>
                        <a:t> has been read</a:t>
                      </a:r>
                      <a:br>
                        <a:rPr lang="en-US" sz="1400">
                          <a:effectLst/>
                        </a:rPr>
                      </a:br>
                      <a:r>
                        <a:rPr lang="en-US" sz="1400">
                          <a:effectLst/>
                        </a:rPr>
                        <a:t>If any error occurred while reading the </a:t>
                      </a:r>
                      <a:r>
                        <a:rPr lang="en-US" sz="1400" i="1">
                          <a:effectLst/>
                        </a:rPr>
                        <a:t>Item</a:t>
                      </a:r>
                      <a:endParaRPr lang="en-US" sz="1400">
                        <a:effectLst/>
                      </a:endParaRPr>
                    </a:p>
                  </a:txBody>
                  <a:tcPr marL="32473" marR="32473" marT="16236" marB="16236" anchor="ctr">
                    <a:lnL w="7620" cap="flat" cmpd="sng" algn="ctr">
                      <a:solidFill>
                        <a:srgbClr val="5052CA"/>
                      </a:solidFill>
                      <a:prstDash val="solid"/>
                      <a:round/>
                      <a:headEnd type="none" w="med" len="med"/>
                      <a:tailEnd type="none" w="med" len="med"/>
                    </a:lnL>
                    <a:lnR w="7620" cap="flat" cmpd="sng" algn="ctr">
                      <a:solidFill>
                        <a:srgbClr val="5052CA"/>
                      </a:solidFill>
                      <a:prstDash val="solid"/>
                      <a:round/>
                      <a:headEnd type="none" w="med" len="med"/>
                      <a:tailEnd type="none" w="med" len="med"/>
                    </a:lnR>
                    <a:lnT w="7620" cap="flat" cmpd="sng" algn="ctr">
                      <a:solidFill>
                        <a:srgbClr val="5052CA"/>
                      </a:solidFill>
                      <a:prstDash val="solid"/>
                      <a:round/>
                      <a:headEnd type="none" w="med" len="med"/>
                      <a:tailEnd type="none" w="med" len="med"/>
                    </a:lnT>
                    <a:lnB w="7620" cap="flat" cmpd="sng" algn="ctr">
                      <a:solidFill>
                        <a:srgbClr val="5052CA"/>
                      </a:solidFill>
                      <a:prstDash val="solid"/>
                      <a:round/>
                      <a:headEnd type="none" w="med" len="med"/>
                      <a:tailEnd type="none" w="med" len="med"/>
                    </a:lnB>
                    <a:solidFill>
                      <a:srgbClr val="FFFFFF"/>
                    </a:solidFill>
                  </a:tcPr>
                </a:tc>
                <a:extLst>
                  <a:ext uri="{0D108BD9-81ED-4DB2-BD59-A6C34878D82A}">
                    <a16:rowId xmlns:a16="http://schemas.microsoft.com/office/drawing/2014/main" val="2367182194"/>
                  </a:ext>
                </a:extLst>
              </a:tr>
              <a:tr h="952926">
                <a:tc>
                  <a:txBody>
                    <a:bodyPr/>
                    <a:lstStyle/>
                    <a:p>
                      <a:r>
                        <a:rPr lang="en-IN" sz="1400" b="1" i="1">
                          <a:effectLst/>
                        </a:rPr>
                        <a:t>ItemProcessListener</a:t>
                      </a:r>
                      <a:endParaRPr lang="en-IN" sz="1400">
                        <a:effectLst/>
                      </a:endParaRPr>
                    </a:p>
                  </a:txBody>
                  <a:tcPr marL="32473" marR="32473" marT="16236" marB="16236" anchor="ctr">
                    <a:lnL w="7620" cap="flat" cmpd="sng" algn="ctr">
                      <a:solidFill>
                        <a:srgbClr val="5052CA"/>
                      </a:solidFill>
                      <a:prstDash val="solid"/>
                      <a:round/>
                      <a:headEnd type="none" w="med" len="med"/>
                      <a:tailEnd type="none" w="med" len="med"/>
                    </a:lnL>
                    <a:lnR w="7620" cap="flat" cmpd="sng" algn="ctr">
                      <a:solidFill>
                        <a:srgbClr val="5052CA"/>
                      </a:solidFill>
                      <a:prstDash val="solid"/>
                      <a:round/>
                      <a:headEnd type="none" w="med" len="med"/>
                      <a:tailEnd type="none" w="med" len="med"/>
                    </a:lnR>
                    <a:lnT w="7620" cap="flat" cmpd="sng" algn="ctr">
                      <a:solidFill>
                        <a:srgbClr val="5052CA"/>
                      </a:solidFill>
                      <a:prstDash val="solid"/>
                      <a:round/>
                      <a:headEnd type="none" w="med" len="med"/>
                      <a:tailEnd type="none" w="med" len="med"/>
                    </a:lnT>
                    <a:lnB w="7620" cap="flat" cmpd="sng" algn="ctr">
                      <a:solidFill>
                        <a:srgbClr val="5052CA"/>
                      </a:solidFill>
                      <a:prstDash val="solid"/>
                      <a:round/>
                      <a:headEnd type="none" w="med" len="med"/>
                      <a:tailEnd type="none" w="med" len="med"/>
                    </a:lnB>
                    <a:solidFill>
                      <a:srgbClr val="FFFFFF"/>
                    </a:solidFill>
                  </a:tcPr>
                </a:tc>
                <a:tc>
                  <a:txBody>
                    <a:bodyPr/>
                    <a:lstStyle/>
                    <a:p>
                      <a:r>
                        <a:rPr lang="en-IN" sz="1800" b="0" i="0" kern="1200" dirty="0">
                          <a:solidFill>
                            <a:schemeClr val="tx1"/>
                          </a:solidFill>
                          <a:effectLst/>
                          <a:latin typeface="+mn-lt"/>
                          <a:ea typeface="+mn-ea"/>
                          <a:cs typeface="+mn-cs"/>
                        </a:rPr>
                        <a:t>@BeforeProcess</a:t>
                      </a:r>
                      <a:br>
                        <a:rPr lang="en-IN" sz="1800" b="0" i="0" kern="1200" dirty="0">
                          <a:solidFill>
                            <a:schemeClr val="tx1"/>
                          </a:solidFill>
                          <a:effectLst/>
                          <a:latin typeface="+mn-lt"/>
                          <a:ea typeface="+mn-ea"/>
                          <a:cs typeface="+mn-cs"/>
                        </a:rPr>
                      </a:br>
                      <a:r>
                        <a:rPr lang="en-IN" sz="1800" b="0" i="0" kern="1200" dirty="0">
                          <a:solidFill>
                            <a:schemeClr val="tx1"/>
                          </a:solidFill>
                          <a:effectLst/>
                          <a:latin typeface="+mn-lt"/>
                          <a:ea typeface="+mn-ea"/>
                          <a:cs typeface="+mn-cs"/>
                        </a:rPr>
                        <a:t>@AfterProcess</a:t>
                      </a:r>
                      <a:br>
                        <a:rPr lang="en-IN" sz="1800" b="0" i="0" kern="1200" dirty="0">
                          <a:solidFill>
                            <a:schemeClr val="tx1"/>
                          </a:solidFill>
                          <a:effectLst/>
                          <a:latin typeface="+mn-lt"/>
                          <a:ea typeface="+mn-ea"/>
                          <a:cs typeface="+mn-cs"/>
                        </a:rPr>
                      </a:br>
                      <a:r>
                        <a:rPr lang="en-IN" sz="1800" b="0" i="0" kern="1200" dirty="0">
                          <a:solidFill>
                            <a:schemeClr val="tx1"/>
                          </a:solidFill>
                          <a:effectLst/>
                          <a:latin typeface="+mn-lt"/>
                          <a:ea typeface="+mn-ea"/>
                          <a:cs typeface="+mn-cs"/>
                        </a:rPr>
                        <a:t>@OnProcessError</a:t>
                      </a:r>
                    </a:p>
                  </a:txBody>
                  <a:tcPr marL="32473" marR="32473" marT="16236" marB="16236" anchor="ctr">
                    <a:lnL w="7620" cap="flat" cmpd="sng" algn="ctr">
                      <a:solidFill>
                        <a:srgbClr val="5052CA"/>
                      </a:solidFill>
                      <a:prstDash val="solid"/>
                      <a:round/>
                      <a:headEnd type="none" w="med" len="med"/>
                      <a:tailEnd type="none" w="med" len="med"/>
                    </a:lnL>
                    <a:lnR w="7620" cap="flat" cmpd="sng" algn="ctr">
                      <a:solidFill>
                        <a:srgbClr val="5052CA"/>
                      </a:solidFill>
                      <a:prstDash val="solid"/>
                      <a:round/>
                      <a:headEnd type="none" w="med" len="med"/>
                      <a:tailEnd type="none" w="med" len="med"/>
                    </a:lnR>
                    <a:lnT w="7620" cap="flat" cmpd="sng" algn="ctr">
                      <a:solidFill>
                        <a:srgbClr val="5052CA"/>
                      </a:solidFill>
                      <a:prstDash val="solid"/>
                      <a:round/>
                      <a:headEnd type="none" w="med" len="med"/>
                      <a:tailEnd type="none" w="med" len="med"/>
                    </a:lnT>
                    <a:lnB w="7620" cap="flat" cmpd="sng" algn="ctr">
                      <a:solidFill>
                        <a:srgbClr val="5052CA"/>
                      </a:solidFill>
                      <a:prstDash val="solid"/>
                      <a:round/>
                      <a:headEnd type="none" w="med" len="med"/>
                      <a:tailEnd type="none" w="med" len="med"/>
                    </a:lnB>
                    <a:solidFill>
                      <a:srgbClr val="FFFFFF"/>
                    </a:solidFill>
                  </a:tcPr>
                </a:tc>
                <a:tc>
                  <a:txBody>
                    <a:bodyPr/>
                    <a:lstStyle/>
                    <a:p>
                      <a:r>
                        <a:rPr lang="en-US" sz="1400">
                          <a:effectLst/>
                        </a:rPr>
                        <a:t>Before an Item is processed</a:t>
                      </a:r>
                      <a:br>
                        <a:rPr lang="en-US" sz="1400">
                          <a:effectLst/>
                        </a:rPr>
                      </a:br>
                      <a:r>
                        <a:rPr lang="en-US" sz="1400">
                          <a:effectLst/>
                        </a:rPr>
                        <a:t>After the </a:t>
                      </a:r>
                      <a:r>
                        <a:rPr lang="en-US" sz="1400" i="1">
                          <a:effectLst/>
                        </a:rPr>
                        <a:t>Item</a:t>
                      </a:r>
                      <a:r>
                        <a:rPr lang="en-US" sz="1400">
                          <a:effectLst/>
                        </a:rPr>
                        <a:t> has been processed</a:t>
                      </a:r>
                      <a:br>
                        <a:rPr lang="en-US" sz="1400">
                          <a:effectLst/>
                        </a:rPr>
                      </a:br>
                      <a:r>
                        <a:rPr lang="en-US" sz="1400">
                          <a:effectLst/>
                        </a:rPr>
                        <a:t>If any error occurred while processing the </a:t>
                      </a:r>
                      <a:r>
                        <a:rPr lang="en-US" sz="1400" i="1">
                          <a:effectLst/>
                        </a:rPr>
                        <a:t>Item</a:t>
                      </a:r>
                      <a:endParaRPr lang="en-US" sz="1400">
                        <a:effectLst/>
                      </a:endParaRPr>
                    </a:p>
                  </a:txBody>
                  <a:tcPr marL="32473" marR="32473" marT="16236" marB="16236" anchor="ctr">
                    <a:lnL w="7620" cap="flat" cmpd="sng" algn="ctr">
                      <a:solidFill>
                        <a:srgbClr val="5052CA"/>
                      </a:solidFill>
                      <a:prstDash val="solid"/>
                      <a:round/>
                      <a:headEnd type="none" w="med" len="med"/>
                      <a:tailEnd type="none" w="med" len="med"/>
                    </a:lnL>
                    <a:lnR w="7620" cap="flat" cmpd="sng" algn="ctr">
                      <a:solidFill>
                        <a:srgbClr val="5052CA"/>
                      </a:solidFill>
                      <a:prstDash val="solid"/>
                      <a:round/>
                      <a:headEnd type="none" w="med" len="med"/>
                      <a:tailEnd type="none" w="med" len="med"/>
                    </a:lnR>
                    <a:lnT w="7620" cap="flat" cmpd="sng" algn="ctr">
                      <a:solidFill>
                        <a:srgbClr val="5052CA"/>
                      </a:solidFill>
                      <a:prstDash val="solid"/>
                      <a:round/>
                      <a:headEnd type="none" w="med" len="med"/>
                      <a:tailEnd type="none" w="med" len="med"/>
                    </a:lnT>
                    <a:lnB w="7620" cap="flat" cmpd="sng" algn="ctr">
                      <a:solidFill>
                        <a:srgbClr val="5052CA"/>
                      </a:solidFill>
                      <a:prstDash val="solid"/>
                      <a:round/>
                      <a:headEnd type="none" w="med" len="med"/>
                      <a:tailEnd type="none" w="med" len="med"/>
                    </a:lnB>
                    <a:solidFill>
                      <a:srgbClr val="FFFFFF"/>
                    </a:solidFill>
                  </a:tcPr>
                </a:tc>
                <a:extLst>
                  <a:ext uri="{0D108BD9-81ED-4DB2-BD59-A6C34878D82A}">
                    <a16:rowId xmlns:a16="http://schemas.microsoft.com/office/drawing/2014/main" val="2395091214"/>
                  </a:ext>
                </a:extLst>
              </a:tr>
              <a:tr h="822982">
                <a:tc>
                  <a:txBody>
                    <a:bodyPr/>
                    <a:lstStyle/>
                    <a:p>
                      <a:r>
                        <a:rPr lang="en-IN" sz="1400" b="1" i="1">
                          <a:effectLst/>
                        </a:rPr>
                        <a:t>ItemWriteListener</a:t>
                      </a:r>
                      <a:endParaRPr lang="en-IN" sz="1400">
                        <a:effectLst/>
                      </a:endParaRPr>
                    </a:p>
                  </a:txBody>
                  <a:tcPr marL="32473" marR="32473" marT="16236" marB="16236" anchor="ctr">
                    <a:lnL w="7620" cap="flat" cmpd="sng" algn="ctr">
                      <a:solidFill>
                        <a:srgbClr val="5052CA"/>
                      </a:solidFill>
                      <a:prstDash val="solid"/>
                      <a:round/>
                      <a:headEnd type="none" w="med" len="med"/>
                      <a:tailEnd type="none" w="med" len="med"/>
                    </a:lnL>
                    <a:lnR w="7620" cap="flat" cmpd="sng" algn="ctr">
                      <a:solidFill>
                        <a:srgbClr val="5052CA"/>
                      </a:solidFill>
                      <a:prstDash val="solid"/>
                      <a:round/>
                      <a:headEnd type="none" w="med" len="med"/>
                      <a:tailEnd type="none" w="med" len="med"/>
                    </a:lnR>
                    <a:lnT w="7620" cap="flat" cmpd="sng" algn="ctr">
                      <a:solidFill>
                        <a:srgbClr val="5052CA"/>
                      </a:solidFill>
                      <a:prstDash val="solid"/>
                      <a:round/>
                      <a:headEnd type="none" w="med" len="med"/>
                      <a:tailEnd type="none" w="med" len="med"/>
                    </a:lnT>
                    <a:lnB w="7620" cap="flat" cmpd="sng" algn="ctr">
                      <a:solidFill>
                        <a:srgbClr val="5052CA"/>
                      </a:solidFill>
                      <a:prstDash val="solid"/>
                      <a:round/>
                      <a:headEnd type="none" w="med" len="med"/>
                      <a:tailEnd type="none" w="med" len="med"/>
                    </a:lnB>
                    <a:solidFill>
                      <a:srgbClr val="FFFFFF"/>
                    </a:solidFill>
                  </a:tcPr>
                </a:tc>
                <a:tc>
                  <a:txBody>
                    <a:bodyPr/>
                    <a:lstStyle/>
                    <a:p>
                      <a:r>
                        <a:rPr lang="en-IN" sz="1800" b="0" i="0" kern="1200" dirty="0">
                          <a:solidFill>
                            <a:schemeClr val="tx1"/>
                          </a:solidFill>
                          <a:effectLst/>
                          <a:latin typeface="+mn-lt"/>
                          <a:ea typeface="+mn-ea"/>
                          <a:cs typeface="+mn-cs"/>
                        </a:rPr>
                        <a:t>@BeforeWrite</a:t>
                      </a:r>
                      <a:br>
                        <a:rPr lang="en-IN" sz="1800" b="0" i="0" kern="1200" dirty="0">
                          <a:solidFill>
                            <a:schemeClr val="tx1"/>
                          </a:solidFill>
                          <a:effectLst/>
                          <a:latin typeface="+mn-lt"/>
                          <a:ea typeface="+mn-ea"/>
                          <a:cs typeface="+mn-cs"/>
                        </a:rPr>
                      </a:br>
                      <a:r>
                        <a:rPr lang="en-IN" sz="1800" b="0" i="0" kern="1200" dirty="0">
                          <a:solidFill>
                            <a:schemeClr val="tx1"/>
                          </a:solidFill>
                          <a:effectLst/>
                          <a:latin typeface="+mn-lt"/>
                          <a:ea typeface="+mn-ea"/>
                          <a:cs typeface="+mn-cs"/>
                        </a:rPr>
                        <a:t>@AfterWrite</a:t>
                      </a:r>
                      <a:br>
                        <a:rPr lang="en-IN" sz="1800" b="0" i="0" kern="1200" dirty="0">
                          <a:solidFill>
                            <a:schemeClr val="tx1"/>
                          </a:solidFill>
                          <a:effectLst/>
                          <a:latin typeface="+mn-lt"/>
                          <a:ea typeface="+mn-ea"/>
                          <a:cs typeface="+mn-cs"/>
                        </a:rPr>
                      </a:br>
                      <a:r>
                        <a:rPr lang="en-IN" sz="1800" b="0" i="0" kern="1200" dirty="0">
                          <a:solidFill>
                            <a:schemeClr val="tx1"/>
                          </a:solidFill>
                          <a:effectLst/>
                          <a:latin typeface="+mn-lt"/>
                          <a:ea typeface="+mn-ea"/>
                          <a:cs typeface="+mn-cs"/>
                        </a:rPr>
                        <a:t>@OnWriteError</a:t>
                      </a:r>
                    </a:p>
                  </a:txBody>
                  <a:tcPr marL="32473" marR="32473" marT="16236" marB="16236" anchor="ctr">
                    <a:lnL w="7620" cap="flat" cmpd="sng" algn="ctr">
                      <a:solidFill>
                        <a:srgbClr val="5052CA"/>
                      </a:solidFill>
                      <a:prstDash val="solid"/>
                      <a:round/>
                      <a:headEnd type="none" w="med" len="med"/>
                      <a:tailEnd type="none" w="med" len="med"/>
                    </a:lnL>
                    <a:lnR w="7620" cap="flat" cmpd="sng" algn="ctr">
                      <a:solidFill>
                        <a:srgbClr val="5052CA"/>
                      </a:solidFill>
                      <a:prstDash val="solid"/>
                      <a:round/>
                      <a:headEnd type="none" w="med" len="med"/>
                      <a:tailEnd type="none" w="med" len="med"/>
                    </a:lnR>
                    <a:lnT w="7620" cap="flat" cmpd="sng" algn="ctr">
                      <a:solidFill>
                        <a:srgbClr val="5052CA"/>
                      </a:solidFill>
                      <a:prstDash val="solid"/>
                      <a:round/>
                      <a:headEnd type="none" w="med" len="med"/>
                      <a:tailEnd type="none" w="med" len="med"/>
                    </a:lnT>
                    <a:lnB w="7620" cap="flat" cmpd="sng" algn="ctr">
                      <a:solidFill>
                        <a:srgbClr val="5052CA"/>
                      </a:solidFill>
                      <a:prstDash val="solid"/>
                      <a:round/>
                      <a:headEnd type="none" w="med" len="med"/>
                      <a:tailEnd type="none" w="med" len="med"/>
                    </a:lnB>
                    <a:solidFill>
                      <a:srgbClr val="FFFFFF"/>
                    </a:solidFill>
                  </a:tcPr>
                </a:tc>
                <a:tc>
                  <a:txBody>
                    <a:bodyPr/>
                    <a:lstStyle/>
                    <a:p>
                      <a:r>
                        <a:rPr lang="en-US" sz="1400">
                          <a:effectLst/>
                        </a:rPr>
                        <a:t>Before a new </a:t>
                      </a:r>
                      <a:r>
                        <a:rPr lang="en-US" sz="1400" i="1">
                          <a:effectLst/>
                        </a:rPr>
                        <a:t>Item</a:t>
                      </a:r>
                      <a:r>
                        <a:rPr lang="en-US" sz="1400">
                          <a:effectLst/>
                        </a:rPr>
                        <a:t> is written</a:t>
                      </a:r>
                      <a:br>
                        <a:rPr lang="en-US" sz="1400">
                          <a:effectLst/>
                        </a:rPr>
                      </a:br>
                      <a:r>
                        <a:rPr lang="en-US" sz="1400">
                          <a:effectLst/>
                        </a:rPr>
                        <a:t>After the </a:t>
                      </a:r>
                      <a:r>
                        <a:rPr lang="en-US" sz="1400" i="1">
                          <a:effectLst/>
                        </a:rPr>
                        <a:t>Item</a:t>
                      </a:r>
                      <a:r>
                        <a:rPr lang="en-US" sz="1400">
                          <a:effectLst/>
                        </a:rPr>
                        <a:t> has been written</a:t>
                      </a:r>
                      <a:br>
                        <a:rPr lang="en-US" sz="1400">
                          <a:effectLst/>
                        </a:rPr>
                      </a:br>
                      <a:r>
                        <a:rPr lang="en-US" sz="1400">
                          <a:effectLst/>
                        </a:rPr>
                        <a:t>If any error occurred while writing the </a:t>
                      </a:r>
                      <a:r>
                        <a:rPr lang="en-US" sz="1400" i="1">
                          <a:effectLst/>
                        </a:rPr>
                        <a:t>Item</a:t>
                      </a:r>
                      <a:endParaRPr lang="en-US" sz="1400">
                        <a:effectLst/>
                      </a:endParaRPr>
                    </a:p>
                  </a:txBody>
                  <a:tcPr marL="32473" marR="32473" marT="16236" marB="16236" anchor="ctr">
                    <a:lnL w="7620" cap="flat" cmpd="sng" algn="ctr">
                      <a:solidFill>
                        <a:srgbClr val="5052CA"/>
                      </a:solidFill>
                      <a:prstDash val="solid"/>
                      <a:round/>
                      <a:headEnd type="none" w="med" len="med"/>
                      <a:tailEnd type="none" w="med" len="med"/>
                    </a:lnL>
                    <a:lnR w="7620" cap="flat" cmpd="sng" algn="ctr">
                      <a:solidFill>
                        <a:srgbClr val="5052CA"/>
                      </a:solidFill>
                      <a:prstDash val="solid"/>
                      <a:round/>
                      <a:headEnd type="none" w="med" len="med"/>
                      <a:tailEnd type="none" w="med" len="med"/>
                    </a:lnR>
                    <a:lnT w="7620" cap="flat" cmpd="sng" algn="ctr">
                      <a:solidFill>
                        <a:srgbClr val="5052CA"/>
                      </a:solidFill>
                      <a:prstDash val="solid"/>
                      <a:round/>
                      <a:headEnd type="none" w="med" len="med"/>
                      <a:tailEnd type="none" w="med" len="med"/>
                    </a:lnT>
                    <a:lnB w="7620" cap="flat" cmpd="sng" algn="ctr">
                      <a:solidFill>
                        <a:srgbClr val="5052CA"/>
                      </a:solidFill>
                      <a:prstDash val="solid"/>
                      <a:round/>
                      <a:headEnd type="none" w="med" len="med"/>
                      <a:tailEnd type="none" w="med" len="med"/>
                    </a:lnB>
                    <a:solidFill>
                      <a:srgbClr val="FFFFFF"/>
                    </a:solidFill>
                  </a:tcPr>
                </a:tc>
                <a:extLst>
                  <a:ext uri="{0D108BD9-81ED-4DB2-BD59-A6C34878D82A}">
                    <a16:rowId xmlns:a16="http://schemas.microsoft.com/office/drawing/2014/main" val="462010077"/>
                  </a:ext>
                </a:extLst>
              </a:tr>
              <a:tr h="1657235">
                <a:tc>
                  <a:txBody>
                    <a:bodyPr/>
                    <a:lstStyle/>
                    <a:p>
                      <a:r>
                        <a:rPr lang="en-IN" sz="1400" b="1" i="1">
                          <a:effectLst/>
                        </a:rPr>
                        <a:t>SkipListener</a:t>
                      </a:r>
                      <a:endParaRPr lang="en-IN" sz="1400">
                        <a:effectLst/>
                      </a:endParaRPr>
                    </a:p>
                  </a:txBody>
                  <a:tcPr marL="32473" marR="32473" marT="16236" marB="16236" anchor="ctr">
                    <a:lnL w="7620" cap="flat" cmpd="sng" algn="ctr">
                      <a:solidFill>
                        <a:srgbClr val="5052CA"/>
                      </a:solidFill>
                      <a:prstDash val="solid"/>
                      <a:round/>
                      <a:headEnd type="none" w="med" len="med"/>
                      <a:tailEnd type="none" w="med" len="med"/>
                    </a:lnL>
                    <a:lnR w="7620" cap="flat" cmpd="sng" algn="ctr">
                      <a:solidFill>
                        <a:srgbClr val="5052CA"/>
                      </a:solidFill>
                      <a:prstDash val="solid"/>
                      <a:round/>
                      <a:headEnd type="none" w="med" len="med"/>
                      <a:tailEnd type="none" w="med" len="med"/>
                    </a:lnR>
                    <a:lnT w="7620" cap="flat" cmpd="sng" algn="ctr">
                      <a:solidFill>
                        <a:srgbClr val="5052CA"/>
                      </a:solidFill>
                      <a:prstDash val="solid"/>
                      <a:round/>
                      <a:headEnd type="none" w="med" len="med"/>
                      <a:tailEnd type="none" w="med" len="med"/>
                    </a:lnT>
                    <a:lnB w="7620" cap="flat" cmpd="sng" algn="ctr">
                      <a:solidFill>
                        <a:srgbClr val="5052CA"/>
                      </a:solidFill>
                      <a:prstDash val="solid"/>
                      <a:round/>
                      <a:headEnd type="none" w="med" len="med"/>
                      <a:tailEnd type="none" w="med" len="med"/>
                    </a:lnB>
                    <a:solidFill>
                      <a:srgbClr val="FFFFFF"/>
                    </a:solidFill>
                  </a:tcPr>
                </a:tc>
                <a:tc>
                  <a:txBody>
                    <a:bodyPr/>
                    <a:lstStyle/>
                    <a:p>
                      <a:r>
                        <a:rPr lang="en-IN" sz="1800" b="0" i="0" kern="1200" dirty="0">
                          <a:solidFill>
                            <a:schemeClr val="tx1"/>
                          </a:solidFill>
                          <a:effectLst/>
                          <a:latin typeface="+mn-lt"/>
                          <a:ea typeface="+mn-ea"/>
                          <a:cs typeface="+mn-cs"/>
                        </a:rPr>
                        <a:t>@OnSkipInRead</a:t>
                      </a:r>
                      <a:br>
                        <a:rPr lang="en-IN" sz="1800" b="0" i="0" kern="1200" dirty="0">
                          <a:solidFill>
                            <a:schemeClr val="tx1"/>
                          </a:solidFill>
                          <a:effectLst/>
                          <a:latin typeface="+mn-lt"/>
                          <a:ea typeface="+mn-ea"/>
                          <a:cs typeface="+mn-cs"/>
                        </a:rPr>
                      </a:br>
                      <a:r>
                        <a:rPr lang="en-IN" sz="1800" b="0" i="0" kern="1200" dirty="0">
                          <a:solidFill>
                            <a:schemeClr val="tx1"/>
                          </a:solidFill>
                          <a:effectLst/>
                          <a:latin typeface="+mn-lt"/>
                          <a:ea typeface="+mn-ea"/>
                          <a:cs typeface="+mn-cs"/>
                        </a:rPr>
                        <a:t>@OnSkipInWrite</a:t>
                      </a:r>
                      <a:br>
                        <a:rPr lang="en-IN" sz="1800" b="0" i="0" kern="1200" dirty="0">
                          <a:solidFill>
                            <a:schemeClr val="tx1"/>
                          </a:solidFill>
                          <a:effectLst/>
                          <a:latin typeface="+mn-lt"/>
                          <a:ea typeface="+mn-ea"/>
                          <a:cs typeface="+mn-cs"/>
                        </a:rPr>
                      </a:br>
                      <a:r>
                        <a:rPr lang="en-IN" sz="1800" b="0" i="0" kern="1200" dirty="0">
                          <a:solidFill>
                            <a:schemeClr val="tx1"/>
                          </a:solidFill>
                          <a:effectLst/>
                          <a:latin typeface="+mn-lt"/>
                          <a:ea typeface="+mn-ea"/>
                          <a:cs typeface="+mn-cs"/>
                        </a:rPr>
                        <a:t>@OnSkipInProcess</a:t>
                      </a:r>
                    </a:p>
                  </a:txBody>
                  <a:tcPr marL="32473" marR="32473" marT="16236" marB="16236" anchor="ctr">
                    <a:lnL w="7620" cap="flat" cmpd="sng" algn="ctr">
                      <a:solidFill>
                        <a:srgbClr val="5052CA"/>
                      </a:solidFill>
                      <a:prstDash val="solid"/>
                      <a:round/>
                      <a:headEnd type="none" w="med" len="med"/>
                      <a:tailEnd type="none" w="med" len="med"/>
                    </a:lnL>
                    <a:lnR w="7620" cap="flat" cmpd="sng" algn="ctr">
                      <a:solidFill>
                        <a:srgbClr val="5052CA"/>
                      </a:solidFill>
                      <a:prstDash val="solid"/>
                      <a:round/>
                      <a:headEnd type="none" w="med" len="med"/>
                      <a:tailEnd type="none" w="med" len="med"/>
                    </a:lnR>
                    <a:lnT w="7620" cap="flat" cmpd="sng" algn="ctr">
                      <a:solidFill>
                        <a:srgbClr val="5052CA"/>
                      </a:solidFill>
                      <a:prstDash val="solid"/>
                      <a:round/>
                      <a:headEnd type="none" w="med" len="med"/>
                      <a:tailEnd type="none" w="med" len="med"/>
                    </a:lnT>
                    <a:lnB w="7620" cap="flat" cmpd="sng" algn="ctr">
                      <a:solidFill>
                        <a:srgbClr val="5052CA"/>
                      </a:solidFill>
                      <a:prstDash val="solid"/>
                      <a:round/>
                      <a:headEnd type="none" w="med" len="med"/>
                      <a:tailEnd type="none" w="med" len="med"/>
                    </a:lnB>
                    <a:solidFill>
                      <a:srgbClr val="FFFFFF"/>
                    </a:solidFill>
                  </a:tcPr>
                </a:tc>
                <a:tc>
                  <a:txBody>
                    <a:bodyPr/>
                    <a:lstStyle/>
                    <a:p>
                      <a:r>
                        <a:rPr lang="en-US" sz="1800" b="0" i="1" kern="1200" dirty="0">
                          <a:solidFill>
                            <a:schemeClr val="tx1"/>
                          </a:solidFill>
                          <a:effectLst/>
                          <a:latin typeface="+mn-lt"/>
                          <a:ea typeface="+mn-ea"/>
                          <a:cs typeface="+mn-cs"/>
                        </a:rPr>
                        <a:t>When an Item is skipped due to an error in </a:t>
                      </a:r>
                      <a:r>
                        <a:rPr lang="en-US" sz="1800" b="0" i="1" kern="1200" dirty="0" err="1">
                          <a:solidFill>
                            <a:schemeClr val="tx1"/>
                          </a:solidFill>
                          <a:effectLst/>
                          <a:latin typeface="+mn-lt"/>
                          <a:ea typeface="+mn-ea"/>
                          <a:cs typeface="+mn-cs"/>
                        </a:rPr>
                        <a:t>ItemReader</a:t>
                      </a:r>
                      <a:br>
                        <a:rPr lang="en-US" sz="1800" b="0" i="1" kern="1200" dirty="0">
                          <a:solidFill>
                            <a:schemeClr val="tx1"/>
                          </a:solidFill>
                          <a:effectLst/>
                          <a:latin typeface="+mn-lt"/>
                          <a:ea typeface="+mn-ea"/>
                          <a:cs typeface="+mn-cs"/>
                        </a:rPr>
                      </a:br>
                      <a:r>
                        <a:rPr lang="en-US" sz="1800" b="0" i="1" kern="1200" dirty="0">
                          <a:solidFill>
                            <a:schemeClr val="tx1"/>
                          </a:solidFill>
                          <a:effectLst/>
                          <a:latin typeface="+mn-lt"/>
                          <a:ea typeface="+mn-ea"/>
                          <a:cs typeface="+mn-cs"/>
                        </a:rPr>
                        <a:t>When an Item is skipped due to an error in </a:t>
                      </a:r>
                      <a:r>
                        <a:rPr lang="en-US" sz="1800" b="0" i="1" kern="1200" dirty="0" err="1">
                          <a:solidFill>
                            <a:schemeClr val="tx1"/>
                          </a:solidFill>
                          <a:effectLst/>
                          <a:latin typeface="+mn-lt"/>
                          <a:ea typeface="+mn-ea"/>
                          <a:cs typeface="+mn-cs"/>
                        </a:rPr>
                        <a:t>ItemWriter</a:t>
                      </a:r>
                      <a:br>
                        <a:rPr lang="en-US" sz="1400" dirty="0">
                          <a:effectLst/>
                        </a:rPr>
                      </a:br>
                      <a:r>
                        <a:rPr lang="en-US" sz="1800" b="0" i="0" kern="1200" dirty="0">
                          <a:solidFill>
                            <a:schemeClr val="tx1"/>
                          </a:solidFill>
                          <a:effectLst/>
                          <a:latin typeface="+mn-lt"/>
                          <a:ea typeface="+mn-ea"/>
                          <a:cs typeface="+mn-cs"/>
                        </a:rPr>
                        <a:t>When an Item is skipped due to an error in </a:t>
                      </a:r>
                      <a:r>
                        <a:rPr lang="en-US" sz="1800" b="0" i="1" kern="1200" dirty="0" err="1">
                          <a:solidFill>
                            <a:schemeClr val="tx1"/>
                          </a:solidFill>
                          <a:effectLst/>
                          <a:latin typeface="+mn-lt"/>
                          <a:ea typeface="+mn-ea"/>
                          <a:cs typeface="+mn-cs"/>
                        </a:rPr>
                        <a:t>ItemProcessor</a:t>
                      </a:r>
                      <a:endParaRPr lang="en-US" sz="1400" dirty="0">
                        <a:effectLst/>
                      </a:endParaRPr>
                    </a:p>
                  </a:txBody>
                  <a:tcPr marL="32473" marR="32473" marT="16236" marB="16236" anchor="ctr">
                    <a:lnL w="7620" cap="flat" cmpd="sng" algn="ctr">
                      <a:solidFill>
                        <a:srgbClr val="5052CA"/>
                      </a:solidFill>
                      <a:prstDash val="solid"/>
                      <a:round/>
                      <a:headEnd type="none" w="med" len="med"/>
                      <a:tailEnd type="none" w="med" len="med"/>
                    </a:lnL>
                    <a:lnR w="7620" cap="flat" cmpd="sng" algn="ctr">
                      <a:solidFill>
                        <a:srgbClr val="5052CA"/>
                      </a:solidFill>
                      <a:prstDash val="solid"/>
                      <a:round/>
                      <a:headEnd type="none" w="med" len="med"/>
                      <a:tailEnd type="none" w="med" len="med"/>
                    </a:lnR>
                    <a:lnT w="7620" cap="flat" cmpd="sng" algn="ctr">
                      <a:solidFill>
                        <a:srgbClr val="5052CA"/>
                      </a:solidFill>
                      <a:prstDash val="solid"/>
                      <a:round/>
                      <a:headEnd type="none" w="med" len="med"/>
                      <a:tailEnd type="none" w="med" len="med"/>
                    </a:lnT>
                    <a:lnB w="7620" cap="flat" cmpd="sng" algn="ctr">
                      <a:solidFill>
                        <a:srgbClr val="5052CA"/>
                      </a:solidFill>
                      <a:prstDash val="solid"/>
                      <a:round/>
                      <a:headEnd type="none" w="med" len="med"/>
                      <a:tailEnd type="none" w="med" len="med"/>
                    </a:lnB>
                    <a:solidFill>
                      <a:srgbClr val="FFFFFF"/>
                    </a:solidFill>
                  </a:tcPr>
                </a:tc>
                <a:extLst>
                  <a:ext uri="{0D108BD9-81ED-4DB2-BD59-A6C34878D82A}">
                    <a16:rowId xmlns:a16="http://schemas.microsoft.com/office/drawing/2014/main" val="2448081493"/>
                  </a:ext>
                </a:extLst>
              </a:tr>
            </a:tbl>
          </a:graphicData>
        </a:graphic>
      </p:graphicFrame>
    </p:spTree>
    <p:extLst>
      <p:ext uri="{BB962C8B-B14F-4D97-AF65-F5344CB8AC3E}">
        <p14:creationId xmlns:p14="http://schemas.microsoft.com/office/powerpoint/2010/main" val="2158761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4E6D5-3219-48F4-BAD5-2B6F7270CD12}"/>
              </a:ext>
            </a:extLst>
          </p:cNvPr>
          <p:cNvSpPr>
            <a:spLocks noGrp="1"/>
          </p:cNvSpPr>
          <p:nvPr>
            <p:ph type="title"/>
          </p:nvPr>
        </p:nvSpPr>
        <p:spPr>
          <a:xfrm>
            <a:off x="110412" y="187845"/>
            <a:ext cx="10515600" cy="315912"/>
          </a:xfrm>
        </p:spPr>
        <p:txBody>
          <a:bodyPr>
            <a:normAutofit fontScale="90000"/>
          </a:bodyPr>
          <a:lstStyle/>
          <a:p>
            <a:r>
              <a:rPr lang="en-IN" sz="3600" dirty="0" err="1"/>
              <a:t>JobExecutionListener</a:t>
            </a:r>
            <a:r>
              <a:rPr lang="en-IN" sz="3600" dirty="0"/>
              <a:t>:</a:t>
            </a:r>
          </a:p>
        </p:txBody>
      </p:sp>
      <p:sp>
        <p:nvSpPr>
          <p:cNvPr id="3" name="Content Placeholder 2">
            <a:extLst>
              <a:ext uri="{FF2B5EF4-FFF2-40B4-BE49-F238E27FC236}">
                <a16:creationId xmlns:a16="http://schemas.microsoft.com/office/drawing/2014/main" id="{C9B67FD8-DA2B-A5A2-2E48-337D98ECC89A}"/>
              </a:ext>
            </a:extLst>
          </p:cNvPr>
          <p:cNvSpPr>
            <a:spLocks noGrp="1"/>
          </p:cNvSpPr>
          <p:nvPr>
            <p:ph idx="1"/>
          </p:nvPr>
        </p:nvSpPr>
        <p:spPr>
          <a:xfrm>
            <a:off x="354563" y="690465"/>
            <a:ext cx="11653935" cy="6064898"/>
          </a:xfrm>
        </p:spPr>
        <p:txBody>
          <a:bodyPr/>
          <a:lstStyle/>
          <a:p>
            <a:r>
              <a:rPr lang="en-US" b="1" i="0" dirty="0" err="1">
                <a:solidFill>
                  <a:srgbClr val="242424"/>
                </a:solidFill>
                <a:effectLst/>
                <a:highlight>
                  <a:srgbClr val="FFFFFF"/>
                </a:highlight>
                <a:latin typeface="source-serif-pro"/>
              </a:rPr>
              <a:t>JobExecutionListener</a:t>
            </a:r>
            <a:r>
              <a:rPr lang="en-US" b="1" i="0" dirty="0">
                <a:solidFill>
                  <a:srgbClr val="242424"/>
                </a:solidFill>
                <a:effectLst/>
                <a:highlight>
                  <a:srgbClr val="FFFFFF"/>
                </a:highlight>
                <a:latin typeface="source-serif-pro"/>
              </a:rPr>
              <a:t>:</a:t>
            </a:r>
            <a:r>
              <a:rPr lang="en-US" b="0" i="0" dirty="0">
                <a:solidFill>
                  <a:srgbClr val="242424"/>
                </a:solidFill>
                <a:effectLst/>
                <a:highlight>
                  <a:srgbClr val="FFFFFF"/>
                </a:highlight>
                <a:latin typeface="source-serif-pro"/>
              </a:rPr>
              <a:t> Handles events related to the entire job, such as before and after job execution.</a:t>
            </a:r>
            <a:endParaRPr lang="en-IN" dirty="0"/>
          </a:p>
        </p:txBody>
      </p:sp>
      <p:pic>
        <p:nvPicPr>
          <p:cNvPr id="10" name="Picture 9">
            <a:extLst>
              <a:ext uri="{FF2B5EF4-FFF2-40B4-BE49-F238E27FC236}">
                <a16:creationId xmlns:a16="http://schemas.microsoft.com/office/drawing/2014/main" id="{49B2FA2A-7501-CBCB-B35F-A37B1AEFAC45}"/>
              </a:ext>
            </a:extLst>
          </p:cNvPr>
          <p:cNvPicPr>
            <a:picLocks noChangeAspect="1"/>
          </p:cNvPicPr>
          <p:nvPr/>
        </p:nvPicPr>
        <p:blipFill>
          <a:blip r:embed="rId2"/>
          <a:stretch>
            <a:fillRect/>
          </a:stretch>
        </p:blipFill>
        <p:spPr>
          <a:xfrm>
            <a:off x="354563" y="1719221"/>
            <a:ext cx="9450119" cy="4763165"/>
          </a:xfrm>
          <a:prstGeom prst="rect">
            <a:avLst/>
          </a:prstGeom>
        </p:spPr>
      </p:pic>
      <p:pic>
        <p:nvPicPr>
          <p:cNvPr id="12" name="Picture 11">
            <a:extLst>
              <a:ext uri="{FF2B5EF4-FFF2-40B4-BE49-F238E27FC236}">
                <a16:creationId xmlns:a16="http://schemas.microsoft.com/office/drawing/2014/main" id="{74BBD38A-6E8D-1D71-0574-30B8543DC6A8}"/>
              </a:ext>
            </a:extLst>
          </p:cNvPr>
          <p:cNvPicPr>
            <a:picLocks noChangeAspect="1"/>
          </p:cNvPicPr>
          <p:nvPr/>
        </p:nvPicPr>
        <p:blipFill>
          <a:blip r:embed="rId3"/>
          <a:stretch>
            <a:fillRect/>
          </a:stretch>
        </p:blipFill>
        <p:spPr>
          <a:xfrm>
            <a:off x="4798925" y="1344937"/>
            <a:ext cx="7278116" cy="5325218"/>
          </a:xfrm>
          <a:prstGeom prst="rect">
            <a:avLst/>
          </a:prstGeom>
        </p:spPr>
      </p:pic>
    </p:spTree>
    <p:extLst>
      <p:ext uri="{BB962C8B-B14F-4D97-AF65-F5344CB8AC3E}">
        <p14:creationId xmlns:p14="http://schemas.microsoft.com/office/powerpoint/2010/main" val="25218796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7213C96-6FAA-1BB5-87B3-FB8E0211DD93}"/>
              </a:ext>
            </a:extLst>
          </p:cNvPr>
          <p:cNvPicPr>
            <a:picLocks noChangeAspect="1"/>
          </p:cNvPicPr>
          <p:nvPr/>
        </p:nvPicPr>
        <p:blipFill>
          <a:blip r:embed="rId2"/>
          <a:stretch>
            <a:fillRect/>
          </a:stretch>
        </p:blipFill>
        <p:spPr>
          <a:xfrm>
            <a:off x="359511" y="391728"/>
            <a:ext cx="7087589" cy="3648584"/>
          </a:xfrm>
          <a:prstGeom prst="rect">
            <a:avLst/>
          </a:prstGeom>
        </p:spPr>
      </p:pic>
      <p:pic>
        <p:nvPicPr>
          <p:cNvPr id="7" name="Picture 6">
            <a:extLst>
              <a:ext uri="{FF2B5EF4-FFF2-40B4-BE49-F238E27FC236}">
                <a16:creationId xmlns:a16="http://schemas.microsoft.com/office/drawing/2014/main" id="{80FE281F-8B72-089E-8AF0-2461B518A1A9}"/>
              </a:ext>
            </a:extLst>
          </p:cNvPr>
          <p:cNvPicPr>
            <a:picLocks noChangeAspect="1"/>
          </p:cNvPicPr>
          <p:nvPr/>
        </p:nvPicPr>
        <p:blipFill>
          <a:blip r:embed="rId3"/>
          <a:stretch>
            <a:fillRect/>
          </a:stretch>
        </p:blipFill>
        <p:spPr>
          <a:xfrm>
            <a:off x="5266565" y="198201"/>
            <a:ext cx="6716062" cy="5229955"/>
          </a:xfrm>
          <a:prstGeom prst="rect">
            <a:avLst/>
          </a:prstGeom>
        </p:spPr>
      </p:pic>
      <p:sp>
        <p:nvSpPr>
          <p:cNvPr id="9" name="TextBox 8">
            <a:extLst>
              <a:ext uri="{FF2B5EF4-FFF2-40B4-BE49-F238E27FC236}">
                <a16:creationId xmlns:a16="http://schemas.microsoft.com/office/drawing/2014/main" id="{0BA24D47-26B1-CEBD-1E90-AF965CFB7050}"/>
              </a:ext>
            </a:extLst>
          </p:cNvPr>
          <p:cNvSpPr txBox="1"/>
          <p:nvPr/>
        </p:nvSpPr>
        <p:spPr>
          <a:xfrm>
            <a:off x="359510" y="5886357"/>
            <a:ext cx="9064407" cy="369332"/>
          </a:xfrm>
          <a:prstGeom prst="rect">
            <a:avLst/>
          </a:prstGeom>
          <a:noFill/>
        </p:spPr>
        <p:txBody>
          <a:bodyPr wrap="square">
            <a:spAutoFit/>
          </a:bodyPr>
          <a:lstStyle/>
          <a:p>
            <a:r>
              <a:rPr lang="en-IN" dirty="0">
                <a:hlinkClick r:id="rId4"/>
              </a:rPr>
              <a:t>https://howtodoinjava.com/spring-batch/spring-batch-event-listeners/</a:t>
            </a:r>
            <a:r>
              <a:rPr lang="en-IN" dirty="0"/>
              <a:t> </a:t>
            </a:r>
          </a:p>
        </p:txBody>
      </p:sp>
    </p:spTree>
    <p:extLst>
      <p:ext uri="{BB962C8B-B14F-4D97-AF65-F5344CB8AC3E}">
        <p14:creationId xmlns:p14="http://schemas.microsoft.com/office/powerpoint/2010/main" val="1940728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4E6D5-3219-48F4-BAD5-2B6F7270CD12}"/>
              </a:ext>
            </a:extLst>
          </p:cNvPr>
          <p:cNvSpPr>
            <a:spLocks noGrp="1"/>
          </p:cNvSpPr>
          <p:nvPr>
            <p:ph type="title"/>
          </p:nvPr>
        </p:nvSpPr>
        <p:spPr>
          <a:xfrm>
            <a:off x="110412" y="187845"/>
            <a:ext cx="10515600" cy="315912"/>
          </a:xfrm>
        </p:spPr>
        <p:txBody>
          <a:bodyPr>
            <a:normAutofit fontScale="90000"/>
          </a:bodyPr>
          <a:lstStyle/>
          <a:p>
            <a:r>
              <a:rPr lang="en-IN" sz="3600" dirty="0" err="1"/>
              <a:t>StepExecutionListener</a:t>
            </a:r>
            <a:r>
              <a:rPr lang="en-IN" sz="3600" dirty="0"/>
              <a:t>: </a:t>
            </a:r>
          </a:p>
        </p:txBody>
      </p:sp>
      <p:sp>
        <p:nvSpPr>
          <p:cNvPr id="3" name="Content Placeholder 2">
            <a:extLst>
              <a:ext uri="{FF2B5EF4-FFF2-40B4-BE49-F238E27FC236}">
                <a16:creationId xmlns:a16="http://schemas.microsoft.com/office/drawing/2014/main" id="{C9B67FD8-DA2B-A5A2-2E48-337D98ECC89A}"/>
              </a:ext>
            </a:extLst>
          </p:cNvPr>
          <p:cNvSpPr>
            <a:spLocks noGrp="1"/>
          </p:cNvSpPr>
          <p:nvPr>
            <p:ph idx="1"/>
          </p:nvPr>
        </p:nvSpPr>
        <p:spPr>
          <a:xfrm>
            <a:off x="354563" y="690465"/>
            <a:ext cx="11653935" cy="6064898"/>
          </a:xfrm>
        </p:spPr>
        <p:txBody>
          <a:bodyPr/>
          <a:lstStyle/>
          <a:p>
            <a:r>
              <a:rPr lang="en-US" b="1" i="0" dirty="0" err="1">
                <a:solidFill>
                  <a:srgbClr val="242424"/>
                </a:solidFill>
                <a:effectLst/>
                <a:highlight>
                  <a:srgbClr val="FFFFFF"/>
                </a:highlight>
                <a:latin typeface="source-serif-pro"/>
              </a:rPr>
              <a:t>StepExecutionListener</a:t>
            </a:r>
            <a:r>
              <a:rPr lang="en-US" b="1" i="0" dirty="0">
                <a:solidFill>
                  <a:srgbClr val="242424"/>
                </a:solidFill>
                <a:effectLst/>
                <a:highlight>
                  <a:srgbClr val="FFFFFF"/>
                </a:highlight>
                <a:latin typeface="source-serif-pro"/>
              </a:rPr>
              <a:t>: </a:t>
            </a:r>
            <a:r>
              <a:rPr lang="en-US" b="0" i="0" dirty="0">
                <a:solidFill>
                  <a:srgbClr val="242424"/>
                </a:solidFill>
                <a:effectLst/>
                <a:highlight>
                  <a:srgbClr val="FFFFFF"/>
                </a:highlight>
                <a:latin typeface="source-serif-pro"/>
              </a:rPr>
              <a:t>Manages events specific to individual steps, offering hooks before and after step execution.</a:t>
            </a:r>
            <a:endParaRPr lang="en-IN" dirty="0"/>
          </a:p>
        </p:txBody>
      </p:sp>
      <p:pic>
        <p:nvPicPr>
          <p:cNvPr id="5" name="Picture 4">
            <a:extLst>
              <a:ext uri="{FF2B5EF4-FFF2-40B4-BE49-F238E27FC236}">
                <a16:creationId xmlns:a16="http://schemas.microsoft.com/office/drawing/2014/main" id="{8860C9C6-0989-2AC3-C2B3-828BE2120F5B}"/>
              </a:ext>
            </a:extLst>
          </p:cNvPr>
          <p:cNvPicPr>
            <a:picLocks noChangeAspect="1"/>
          </p:cNvPicPr>
          <p:nvPr/>
        </p:nvPicPr>
        <p:blipFill>
          <a:blip r:embed="rId2"/>
          <a:stretch>
            <a:fillRect/>
          </a:stretch>
        </p:blipFill>
        <p:spPr>
          <a:xfrm>
            <a:off x="1464375" y="1880190"/>
            <a:ext cx="8983329" cy="4534533"/>
          </a:xfrm>
          <a:prstGeom prst="rect">
            <a:avLst/>
          </a:prstGeom>
        </p:spPr>
      </p:pic>
    </p:spTree>
    <p:extLst>
      <p:ext uri="{BB962C8B-B14F-4D97-AF65-F5344CB8AC3E}">
        <p14:creationId xmlns:p14="http://schemas.microsoft.com/office/powerpoint/2010/main" val="64636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64349-AD40-EDAA-46AD-FACB4E8D5D21}"/>
              </a:ext>
            </a:extLst>
          </p:cNvPr>
          <p:cNvSpPr>
            <a:spLocks noGrp="1"/>
          </p:cNvSpPr>
          <p:nvPr>
            <p:ph type="title"/>
          </p:nvPr>
        </p:nvSpPr>
        <p:spPr/>
        <p:txBody>
          <a:bodyPr>
            <a:normAutofit/>
          </a:bodyPr>
          <a:lstStyle/>
          <a:p>
            <a:r>
              <a:rPr lang="en-IN" dirty="0"/>
              <a:t>References</a:t>
            </a:r>
          </a:p>
        </p:txBody>
      </p:sp>
      <p:sp>
        <p:nvSpPr>
          <p:cNvPr id="3" name="Content Placeholder 2">
            <a:extLst>
              <a:ext uri="{FF2B5EF4-FFF2-40B4-BE49-F238E27FC236}">
                <a16:creationId xmlns:a16="http://schemas.microsoft.com/office/drawing/2014/main" id="{1EEC55D7-2214-41CD-31A0-C5636FE3E69E}"/>
              </a:ext>
            </a:extLst>
          </p:cNvPr>
          <p:cNvSpPr>
            <a:spLocks noGrp="1"/>
          </p:cNvSpPr>
          <p:nvPr>
            <p:ph idx="1"/>
          </p:nvPr>
        </p:nvSpPr>
        <p:spPr/>
        <p:txBody>
          <a:bodyPr/>
          <a:lstStyle/>
          <a:p>
            <a:pPr algn="l" fontAlgn="base"/>
            <a:r>
              <a:rPr lang="en-IN" dirty="0">
                <a:hlinkClick r:id="rId2"/>
              </a:rPr>
              <a:t>Spring Batch Tutorial – </a:t>
            </a:r>
            <a:r>
              <a:rPr lang="en-IN" dirty="0" err="1">
                <a:hlinkClick r:id="rId2"/>
              </a:rPr>
              <a:t>JavaTechOnline</a:t>
            </a:r>
            <a:endParaRPr lang="en-IN" dirty="0"/>
          </a:p>
          <a:p>
            <a:pPr algn="l" fontAlgn="base"/>
            <a:r>
              <a:rPr lang="en-US" dirty="0">
                <a:hlinkClick r:id="rId3"/>
              </a:rPr>
              <a:t>Guide to Spring Batch Processing | </a:t>
            </a:r>
            <a:r>
              <a:rPr lang="en-US" dirty="0" err="1">
                <a:hlinkClick r:id="rId3"/>
              </a:rPr>
              <a:t>Toptal</a:t>
            </a:r>
            <a:r>
              <a:rPr lang="en-US" dirty="0">
                <a:hlinkClick r:id="rId3"/>
              </a:rPr>
              <a:t>®</a:t>
            </a:r>
            <a:endParaRPr lang="en-US" dirty="0"/>
          </a:p>
          <a:p>
            <a:pPr algn="l" fontAlgn="base"/>
            <a:endParaRPr lang="en-US" b="0" i="0" dirty="0">
              <a:solidFill>
                <a:srgbClr val="000000"/>
              </a:solidFill>
              <a:effectLst/>
              <a:latin typeface="Segoe UI" panose="020B0502040204020203" pitchFamily="34" charset="0"/>
            </a:endParaRPr>
          </a:p>
          <a:p>
            <a:pPr algn="l" fontAlgn="base"/>
            <a:r>
              <a:rPr lang="en-US" b="0" i="0" dirty="0">
                <a:solidFill>
                  <a:srgbClr val="000000"/>
                </a:solidFill>
                <a:effectLst/>
                <a:latin typeface="Segoe UI" panose="020B0502040204020203" pitchFamily="34" charset="0"/>
                <a:hlinkClick r:id="rId4"/>
              </a:rPr>
              <a:t>https://www.toptal.com/spring/spring-batch-tutorial</a:t>
            </a:r>
            <a:r>
              <a:rPr lang="en-US" dirty="0">
                <a:solidFill>
                  <a:srgbClr val="000000"/>
                </a:solidFill>
                <a:latin typeface="Segoe UI" panose="020B0502040204020203" pitchFamily="34" charset="0"/>
              </a:rPr>
              <a:t> </a:t>
            </a:r>
          </a:p>
          <a:p>
            <a:pPr algn="l" fontAlgn="base"/>
            <a:endParaRPr lang="en-US" b="0" i="0" dirty="0">
              <a:solidFill>
                <a:srgbClr val="000000"/>
              </a:solidFill>
              <a:effectLst/>
              <a:latin typeface="Segoe UI" panose="020B0502040204020203" pitchFamily="34" charset="0"/>
            </a:endParaRPr>
          </a:p>
          <a:p>
            <a:pPr algn="l" fontAlgn="base"/>
            <a:r>
              <a:rPr lang="en-US" b="0" i="0" dirty="0">
                <a:solidFill>
                  <a:srgbClr val="000000"/>
                </a:solidFill>
                <a:effectLst/>
                <a:latin typeface="Segoe UI" panose="020B0502040204020203" pitchFamily="34" charset="0"/>
                <a:hlinkClick r:id="rId5"/>
              </a:rPr>
              <a:t>https://docs.spring.io/spring-batch/reference/step/chunk-oriented-processing/intercepting-execution.html</a:t>
            </a:r>
            <a:r>
              <a:rPr lang="en-US" dirty="0">
                <a:solidFill>
                  <a:srgbClr val="000000"/>
                </a:solidFill>
                <a:latin typeface="Segoe UI" panose="020B0502040204020203" pitchFamily="34" charset="0"/>
              </a:rPr>
              <a:t> </a:t>
            </a:r>
          </a:p>
          <a:p>
            <a:pPr algn="l" fontAlgn="base"/>
            <a:r>
              <a:rPr lang="en-US" b="0" i="0">
                <a:solidFill>
                  <a:srgbClr val="000000"/>
                </a:solidFill>
                <a:effectLst/>
                <a:latin typeface="Segoe UI" panose="020B0502040204020203" pitchFamily="34" charset="0"/>
                <a:hlinkClick r:id="rId6"/>
              </a:rPr>
              <a:t>https://alexandreesl.com/tag/jobrepository/</a:t>
            </a:r>
            <a:r>
              <a:rPr lang="en-US" b="0" i="0">
                <a:solidFill>
                  <a:srgbClr val="000000"/>
                </a:solidFill>
                <a:effectLst/>
                <a:latin typeface="Segoe UI" panose="020B0502040204020203" pitchFamily="34" charset="0"/>
              </a:rPr>
              <a:t> </a:t>
            </a:r>
            <a:endParaRPr lang="en-US" b="0" i="0" dirty="0">
              <a:solidFill>
                <a:srgbClr val="000000"/>
              </a:solidFill>
              <a:effectLst/>
              <a:latin typeface="Segoe UI" panose="020B0502040204020203" pitchFamily="34" charset="0"/>
            </a:endParaRPr>
          </a:p>
        </p:txBody>
      </p:sp>
    </p:spTree>
    <p:extLst>
      <p:ext uri="{BB962C8B-B14F-4D97-AF65-F5344CB8AC3E}">
        <p14:creationId xmlns:p14="http://schemas.microsoft.com/office/powerpoint/2010/main" val="13189386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245</TotalTime>
  <Words>2600</Words>
  <Application>Microsoft Office PowerPoint</Application>
  <PresentationFormat>Widescreen</PresentationFormat>
  <Paragraphs>185</Paragraphs>
  <Slides>43</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43</vt:i4>
      </vt:variant>
    </vt:vector>
  </HeadingPairs>
  <TitlesOfParts>
    <vt:vector size="56" baseType="lpstr">
      <vt:lpstr>-apple-system</vt:lpstr>
      <vt:lpstr>Arial</vt:lpstr>
      <vt:lpstr>Calibri</vt:lpstr>
      <vt:lpstr>Calibri Light</vt:lpstr>
      <vt:lpstr>content-sans-serif-font</vt:lpstr>
      <vt:lpstr>Google Sans</vt:lpstr>
      <vt:lpstr>inherit</vt:lpstr>
      <vt:lpstr>Inter</vt:lpstr>
      <vt:lpstr>Segoe UI</vt:lpstr>
      <vt:lpstr>Söhne</vt:lpstr>
      <vt:lpstr>source-serif-pro</vt:lpstr>
      <vt:lpstr>system-ui</vt:lpstr>
      <vt:lpstr>Office Theme</vt:lpstr>
      <vt:lpstr>Batch processing </vt:lpstr>
      <vt:lpstr>PowerPoint Presentation</vt:lpstr>
      <vt:lpstr>PowerPoint Presentation</vt:lpstr>
      <vt:lpstr>What Is Spring Batch</vt:lpstr>
      <vt:lpstr>PowerPoint Presentation</vt:lpstr>
      <vt:lpstr>PowerPoint Presentation</vt:lpstr>
      <vt:lpstr>What is Job launcher in Spring Batch framework</vt:lpstr>
      <vt:lpstr>Job</vt:lpstr>
      <vt:lpstr>The Job Instance</vt:lpstr>
      <vt:lpstr>Step</vt:lpstr>
      <vt:lpstr>Tasklet-based Step</vt:lpstr>
      <vt:lpstr>Chunk-based Step</vt:lpstr>
      <vt:lpstr>PowerPoint Presentation</vt:lpstr>
      <vt:lpstr>Job Repository</vt:lpstr>
      <vt:lpstr>JobInstance</vt:lpstr>
      <vt:lpstr>JobExecution</vt:lpstr>
      <vt:lpstr>ExecutionContext</vt:lpstr>
      <vt:lpstr>StepExecution</vt:lpstr>
      <vt:lpstr>StepExecution</vt:lpstr>
      <vt:lpstr>StepExecution</vt:lpstr>
      <vt:lpstr>ExecutionContext</vt:lpstr>
      <vt:lpstr>Types of itemReader in spring batch</vt:lpstr>
      <vt:lpstr>Types of itemReader in spring batch</vt:lpstr>
      <vt:lpstr>ItemReader</vt:lpstr>
      <vt:lpstr>Item Reader</vt:lpstr>
      <vt:lpstr>Item Reader</vt:lpstr>
      <vt:lpstr>Item Reader</vt:lpstr>
      <vt:lpstr>CompositeItemReader</vt:lpstr>
      <vt:lpstr>CompositeItemReader contd.. </vt:lpstr>
      <vt:lpstr>ItemProcessor </vt:lpstr>
      <vt:lpstr>Types Of itemProcessor </vt:lpstr>
      <vt:lpstr>Types Of itemProcessor </vt:lpstr>
      <vt:lpstr>Types of ItemWriter</vt:lpstr>
      <vt:lpstr>Types of ItemWriter</vt:lpstr>
      <vt:lpstr>FlatFileItemWriter</vt:lpstr>
      <vt:lpstr>JDBC And JPA ItemWriter</vt:lpstr>
      <vt:lpstr>XML And Json ItemWriter</vt:lpstr>
      <vt:lpstr>Listeners: </vt:lpstr>
      <vt:lpstr>PowerPoint Presentation</vt:lpstr>
      <vt:lpstr>JobExecutionListener:</vt:lpstr>
      <vt:lpstr>PowerPoint Presentation</vt:lpstr>
      <vt:lpstr>StepExecutionListener: </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Spring Batch</dc:title>
  <dc:creator>Arun Sunar</dc:creator>
  <cp:lastModifiedBy>Arun Sunar</cp:lastModifiedBy>
  <cp:revision>1</cp:revision>
  <dcterms:created xsi:type="dcterms:W3CDTF">2023-08-09T08:44:34Z</dcterms:created>
  <dcterms:modified xsi:type="dcterms:W3CDTF">2024-06-13T05:02:24Z</dcterms:modified>
</cp:coreProperties>
</file>