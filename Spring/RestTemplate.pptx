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4EBFF5-C13F-4304-8ADC-74D78C521CEA}" v="1" dt="2024-07-15T13:47:28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464EBFF5-C13F-4304-8ADC-74D78C521CEA}"/>
    <pc:docChg chg="addSld modSld">
      <pc:chgData name="Arun Sunar" userId="3fa9774ca67c7ab5" providerId="LiveId" clId="{464EBFF5-C13F-4304-8ADC-74D78C521CEA}" dt="2024-07-15T13:47:28.165" v="15" actId="20577"/>
      <pc:docMkLst>
        <pc:docMk/>
      </pc:docMkLst>
      <pc:sldChg chg="modSp new mod">
        <pc:chgData name="Arun Sunar" userId="3fa9774ca67c7ab5" providerId="LiveId" clId="{464EBFF5-C13F-4304-8ADC-74D78C521CEA}" dt="2024-07-15T13:47:28.165" v="15" actId="20577"/>
        <pc:sldMkLst>
          <pc:docMk/>
          <pc:sldMk cId="127654438" sldId="261"/>
        </pc:sldMkLst>
        <pc:spChg chg="mod">
          <ac:chgData name="Arun Sunar" userId="3fa9774ca67c7ab5" providerId="LiveId" clId="{464EBFF5-C13F-4304-8ADC-74D78C521CEA}" dt="2024-07-15T13:47:28.165" v="15" actId="20577"/>
          <ac:spMkLst>
            <pc:docMk/>
            <pc:sldMk cId="127654438" sldId="261"/>
            <ac:spMk id="3" creationId="{06CBD5DE-0754-7487-E7AA-40A04A43B3EB}"/>
          </ac:spMkLst>
        </pc:spChg>
      </pc:sldChg>
    </pc:docChg>
  </pc:docChgLst>
  <pc:docChgLst>
    <pc:chgData name="Arun Sunar" userId="3fa9774ca67c7ab5" providerId="LiveId" clId="{D433CC84-E0F2-4BE5-AF1A-54521D839EFE}"/>
    <pc:docChg chg="modSld modMainMaster">
      <pc:chgData name="Arun Sunar" userId="3fa9774ca67c7ab5" providerId="LiveId" clId="{D433CC84-E0F2-4BE5-AF1A-54521D839EFE}" dt="2024-05-04T02:58:40.452" v="1"/>
      <pc:docMkLst>
        <pc:docMk/>
      </pc:docMkLst>
      <pc:sldChg chg="setBg">
        <pc:chgData name="Arun Sunar" userId="3fa9774ca67c7ab5" providerId="LiveId" clId="{D433CC84-E0F2-4BE5-AF1A-54521D839EFE}" dt="2024-05-04T02:58:40.452" v="1"/>
        <pc:sldMkLst>
          <pc:docMk/>
          <pc:sldMk cId="3013846951" sldId="256"/>
        </pc:sldMkLst>
      </pc:sldChg>
      <pc:sldMasterChg chg="setBg modSldLayout">
        <pc:chgData name="Arun Sunar" userId="3fa9774ca67c7ab5" providerId="LiveId" clId="{D433CC84-E0F2-4BE5-AF1A-54521D839EFE}" dt="2024-05-04T02:58:40.452" v="1"/>
        <pc:sldMasterMkLst>
          <pc:docMk/>
          <pc:sldMasterMk cId="987334556" sldId="2147483648"/>
        </pc:sldMasterMkLst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542136874" sldId="2147483649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3412370013" sldId="2147483650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1185763378" sldId="2147483651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1102351798" sldId="2147483652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237045925" sldId="2147483653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3747776426" sldId="2147483654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1867258367" sldId="2147483655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1108826549" sldId="2147483656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4181344415" sldId="2147483657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3494452634" sldId="2147483658"/>
          </pc:sldLayoutMkLst>
        </pc:sldLayoutChg>
        <pc:sldLayoutChg chg="setBg">
          <pc:chgData name="Arun Sunar" userId="3fa9774ca67c7ab5" providerId="LiveId" clId="{D433CC84-E0F2-4BE5-AF1A-54521D839EFE}" dt="2024-05-04T02:58:40.452" v="1"/>
          <pc:sldLayoutMkLst>
            <pc:docMk/>
            <pc:sldMasterMk cId="987334556" sldId="2147483648"/>
            <pc:sldLayoutMk cId="998446178" sldId="2147483659"/>
          </pc:sldLayoutMkLst>
        </pc:sldLayoutChg>
      </pc:sldMasterChg>
    </pc:docChg>
  </pc:docChgLst>
  <pc:docChgLst>
    <pc:chgData name="Arun Sunar" userId="3fa9774ca67c7ab5" providerId="LiveId" clId="{90EDAA5E-9C7E-4C1F-AF21-88339BE94E62}"/>
    <pc:docChg chg="undo custSel addSld modSld">
      <pc:chgData name="Arun Sunar" userId="3fa9774ca67c7ab5" providerId="LiveId" clId="{90EDAA5E-9C7E-4C1F-AF21-88339BE94E62}" dt="2024-02-27T03:41:05.415" v="32"/>
      <pc:docMkLst>
        <pc:docMk/>
      </pc:docMkLst>
      <pc:sldChg chg="addSp delSp modSp new mod">
        <pc:chgData name="Arun Sunar" userId="3fa9774ca67c7ab5" providerId="LiveId" clId="{90EDAA5E-9C7E-4C1F-AF21-88339BE94E62}" dt="2024-02-27T03:32:47.929" v="20"/>
        <pc:sldMkLst>
          <pc:docMk/>
          <pc:sldMk cId="1411683104" sldId="257"/>
        </pc:sldMkLst>
        <pc:spChg chg="del">
          <ac:chgData name="Arun Sunar" userId="3fa9774ca67c7ab5" providerId="LiveId" clId="{90EDAA5E-9C7E-4C1F-AF21-88339BE94E62}" dt="2024-02-27T03:31:33.504" v="1" actId="478"/>
          <ac:spMkLst>
            <pc:docMk/>
            <pc:sldMk cId="1411683104" sldId="257"/>
            <ac:spMk id="2" creationId="{AFAAD10E-5A32-A67F-E0E8-593F9990D0AE}"/>
          </ac:spMkLst>
        </pc:spChg>
        <pc:spChg chg="add del mod">
          <ac:chgData name="Arun Sunar" userId="3fa9774ca67c7ab5" providerId="LiveId" clId="{90EDAA5E-9C7E-4C1F-AF21-88339BE94E62}" dt="2024-02-27T03:32:47.929" v="20"/>
          <ac:spMkLst>
            <pc:docMk/>
            <pc:sldMk cId="1411683104" sldId="257"/>
            <ac:spMk id="3" creationId="{774BD2F5-53C1-711A-D744-B92AEBD6A3B7}"/>
          </ac:spMkLst>
        </pc:spChg>
        <pc:spChg chg="add del">
          <ac:chgData name="Arun Sunar" userId="3fa9774ca67c7ab5" providerId="LiveId" clId="{90EDAA5E-9C7E-4C1F-AF21-88339BE94E62}" dt="2024-02-27T03:31:49.146" v="4" actId="22"/>
          <ac:spMkLst>
            <pc:docMk/>
            <pc:sldMk cId="1411683104" sldId="257"/>
            <ac:spMk id="5" creationId="{0A5B9A6E-CA79-4207-A78B-A6200FC45B34}"/>
          </ac:spMkLst>
        </pc:spChg>
      </pc:sldChg>
      <pc:sldChg chg="modSp add mod">
        <pc:chgData name="Arun Sunar" userId="3fa9774ca67c7ab5" providerId="LiveId" clId="{90EDAA5E-9C7E-4C1F-AF21-88339BE94E62}" dt="2024-02-27T03:34:46.650" v="22"/>
        <pc:sldMkLst>
          <pc:docMk/>
          <pc:sldMk cId="3126885389" sldId="258"/>
        </pc:sldMkLst>
        <pc:spChg chg="mod">
          <ac:chgData name="Arun Sunar" userId="3fa9774ca67c7ab5" providerId="LiveId" clId="{90EDAA5E-9C7E-4C1F-AF21-88339BE94E62}" dt="2024-02-27T03:34:46.650" v="22"/>
          <ac:spMkLst>
            <pc:docMk/>
            <pc:sldMk cId="3126885389" sldId="258"/>
            <ac:spMk id="3" creationId="{75C6BFA1-B8BF-585C-EDE7-95DA0AC52122}"/>
          </ac:spMkLst>
        </pc:spChg>
      </pc:sldChg>
      <pc:sldChg chg="addSp modSp add mod">
        <pc:chgData name="Arun Sunar" userId="3fa9774ca67c7ab5" providerId="LiveId" clId="{90EDAA5E-9C7E-4C1F-AF21-88339BE94E62}" dt="2024-02-27T03:38:54.530" v="28" actId="108"/>
        <pc:sldMkLst>
          <pc:docMk/>
          <pc:sldMk cId="3299609630" sldId="259"/>
        </pc:sldMkLst>
        <pc:spChg chg="add">
          <ac:chgData name="Arun Sunar" userId="3fa9774ca67c7ab5" providerId="LiveId" clId="{90EDAA5E-9C7E-4C1F-AF21-88339BE94E62}" dt="2024-02-27T03:38:38.736" v="25"/>
          <ac:spMkLst>
            <pc:docMk/>
            <pc:sldMk cId="3299609630" sldId="259"/>
            <ac:spMk id="2" creationId="{2E25ABEB-23FA-DB5F-E445-FBC932EA336A}"/>
          </ac:spMkLst>
        </pc:spChg>
        <pc:spChg chg="mod">
          <ac:chgData name="Arun Sunar" userId="3fa9774ca67c7ab5" providerId="LiveId" clId="{90EDAA5E-9C7E-4C1F-AF21-88339BE94E62}" dt="2024-02-27T03:38:54.530" v="28" actId="108"/>
          <ac:spMkLst>
            <pc:docMk/>
            <pc:sldMk cId="3299609630" sldId="259"/>
            <ac:spMk id="3" creationId="{E1A50432-6916-B4A6-21E4-A57592134024}"/>
          </ac:spMkLst>
        </pc:spChg>
      </pc:sldChg>
      <pc:sldChg chg="addSp modSp add mod">
        <pc:chgData name="Arun Sunar" userId="3fa9774ca67c7ab5" providerId="LiveId" clId="{90EDAA5E-9C7E-4C1F-AF21-88339BE94E62}" dt="2024-02-27T03:41:05.415" v="32"/>
        <pc:sldMkLst>
          <pc:docMk/>
          <pc:sldMk cId="785535628" sldId="260"/>
        </pc:sldMkLst>
        <pc:spChg chg="add">
          <ac:chgData name="Arun Sunar" userId="3fa9774ca67c7ab5" providerId="LiveId" clId="{90EDAA5E-9C7E-4C1F-AF21-88339BE94E62}" dt="2024-02-27T03:41:03.020" v="30"/>
          <ac:spMkLst>
            <pc:docMk/>
            <pc:sldMk cId="785535628" sldId="260"/>
            <ac:spMk id="2" creationId="{8B4A615E-18D1-6897-3CFA-970C8DA4850F}"/>
          </ac:spMkLst>
        </pc:spChg>
        <pc:spChg chg="mod">
          <ac:chgData name="Arun Sunar" userId="3fa9774ca67c7ab5" providerId="LiveId" clId="{90EDAA5E-9C7E-4C1F-AF21-88339BE94E62}" dt="2024-02-27T03:41:05.415" v="32"/>
          <ac:spMkLst>
            <pc:docMk/>
            <pc:sldMk cId="785535628" sldId="260"/>
            <ac:spMk id="3" creationId="{61A8E58C-6FB0-DA41-6736-31A0159A73B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2938-98A6-A856-35AF-31000F52F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9B1F6-7A36-3404-44D0-E51F2F520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DBC95-77F0-3694-A2A3-49C3F9E53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C1ED9-86B6-CE08-B018-EAA6D4D9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673E5-D524-F360-40C2-EF4F35D4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13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E103-AC5F-96AF-A80E-6C05C346C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015CF-7FEB-09FC-BF9A-098155858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F8668-FD74-C8AD-7AB7-8CCEB8D3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C6ACA-9213-50AC-62CC-CBBB780E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35450-0CD1-9420-C037-B56D89F2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37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7673-FF0D-F261-D656-EDB4BC1D6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FC09E-FF67-8FDC-0CE9-20E46850A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88B46-75C0-DDE0-7D90-872C8F49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5766A-9C43-05A0-ACFC-67BFA555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B322-FE0F-EE09-BDF1-89A18326C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63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51E3-2491-3DB8-EED9-CBE597F05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75BB4-54B1-B225-4370-D6B07E6BC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200C0-2E56-34FB-5A3A-CF80B4985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6D3A7-0429-6A6E-838B-F8224C71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A91DF-A886-2AE4-4D4F-82060668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7BC69-6C70-6F70-2BA3-DFFA0385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351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AB22D-D2D4-9CC3-5372-1BA0AA3F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4F9C6-BBBB-6066-8A4D-275DDEF20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26671-8A0B-2F83-7489-34EA9DFA6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8EFFF-052D-2805-7AA3-F760C0967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26E60A-1F90-9242-7542-60C19C424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19C027-04C1-3B80-BA10-4C0C8D8E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C4FBB-82A9-5AF4-EDC1-50EF4747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8160F-7E39-AB72-B71C-8DE2DE31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4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1198-AB4E-164A-26E4-03909EC0E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A8946-91B5-A7D8-8AC5-BEAA4B446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44328-76D9-F0FB-AA20-074838EC8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06475-CAA2-2F23-6F93-CE0BA966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77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A9D09-A6AF-6894-E113-D09CC888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83EFC-84DC-277E-A75F-45D059748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1A00E-7672-79A1-738B-7875406F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25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51D9-78FD-4680-2F9C-9E69A58F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897F-3F30-B2F5-D459-D4564F18D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D6136-4A5B-F513-2C28-A8BC4DC49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52552-F45B-2A33-329C-12098831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FEAE0-16A2-92C2-FA3F-76C911B5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CAAC1-D0A3-43F5-5810-D998D95E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82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31C7-B789-A9B9-7FE5-88E84451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BE95F-8706-BEA5-1D69-B2BBB9EEF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249FD-3555-2341-170E-EC483A6BD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BD51D-4130-5514-A651-0766404F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9632E-BE4B-D061-B425-987FB666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02B44-01BF-A3B5-EF71-860111A8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34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9006-8EE0-6CF4-72F7-C31C2E38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E9BFC-BF5E-49B6-715E-CB4522009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B0471-D04A-2E0A-47DB-06F6D689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B3277-671D-1471-06B3-C7F59FF2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4D044-D373-872F-748A-02BDB38C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45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6DEF2B-11B2-0364-EC44-9764FD7A1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979C5-67F5-BCD6-6B2F-9AB36513C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4FC96-5B11-FDC8-471E-CA637CCC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EDE97-1243-8E91-9892-86DF6AA5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A9EDD-04AB-B908-9454-31BA0C90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44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28303-059B-0459-97FC-09CAECF1B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A54C9-7A9A-C8AD-0563-C5A064201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4CF36-FC2A-B1F5-FC4F-17624E097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108B4-7585-4C45-B190-C12C24486C47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0028A-FF7A-E344-4E1F-4EF691E79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E3A12-4A5E-2461-3140-746F202C1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A19A8-3371-4FAA-B43B-CB01ECAF0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33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serverside.com/blog/Coffee-Talk-Java-News-Stories-and-Opinions/PUT-vs-POST-Whats-the-differenc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B5408A-3EF6-C8AA-99C6-C7F15923EE8D}"/>
              </a:ext>
            </a:extLst>
          </p:cNvPr>
          <p:cNvSpPr/>
          <p:nvPr/>
        </p:nvSpPr>
        <p:spPr>
          <a:xfrm>
            <a:off x="1963013" y="2967335"/>
            <a:ext cx="8265981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RestTemplate</a:t>
            </a:r>
            <a:endParaRPr lang="en-US" sz="115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3846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BD2F5-53C1-711A-D744-B92AEBD6A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8" y="298579"/>
            <a:ext cx="11859208" cy="6354147"/>
          </a:xfrm>
        </p:spPr>
        <p:txBody>
          <a:bodyPr/>
          <a:lstStyle/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// create an instance of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();</a:t>
            </a:r>
          </a:p>
          <a:p>
            <a:r>
              <a:rPr lang="en-IN" b="0" i="0" dirty="0">
                <a:solidFill>
                  <a:srgbClr val="467790"/>
                </a:solidFill>
                <a:effectLst/>
                <a:latin typeface="JetBrains Mono"/>
              </a:rPr>
              <a:t>// create headers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HttpHeaders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headers 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HttpHeaders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();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headers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setContentType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MediaType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APPLICATION_JSON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);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headers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setAccept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Collections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singletonList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MediaType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APPLICATION_JSON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));</a:t>
            </a:r>
            <a:endParaRPr lang="en-US" dirty="0">
              <a:solidFill>
                <a:srgbClr val="9B51E0"/>
              </a:solidFill>
              <a:latin typeface="JetBrains Mono"/>
            </a:endParaRP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// create a post object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Post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post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Post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US" b="0" i="0" dirty="0">
                <a:solidFill>
                  <a:srgbClr val="FF4081"/>
                </a:solidFill>
                <a:effectLst/>
                <a:latin typeface="JetBrains Mono"/>
              </a:rPr>
              <a:t>101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FF4081"/>
                </a:solidFill>
                <a:effectLst/>
                <a:latin typeface="JetBrains Mono"/>
              </a:rPr>
              <a:t>1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27AE60"/>
                </a:solidFill>
                <a:effectLst/>
                <a:latin typeface="JetBrains Mono"/>
              </a:rPr>
              <a:t>"Spring Boot 101"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27AE60"/>
                </a:solidFill>
                <a:effectLst/>
                <a:latin typeface="JetBrains Mono"/>
              </a:rPr>
              <a:t>"A powerful tool for building web apps."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);</a:t>
            </a: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// build the request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HttpEntity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&lt;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Post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&gt;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request 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HttpEntity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&lt;&gt;(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post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headers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);</a:t>
            </a:r>
            <a:endParaRPr lang="en-US" dirty="0">
              <a:solidFill>
                <a:srgbClr val="9B51E0"/>
              </a:solidFill>
              <a:latin typeface="JetBrains Mono"/>
            </a:endParaRPr>
          </a:p>
          <a:p>
            <a:r>
              <a:rPr lang="en-IN" b="0" i="0" dirty="0">
                <a:solidFill>
                  <a:srgbClr val="467790"/>
                </a:solidFill>
                <a:effectLst/>
                <a:latin typeface="JetBrains Mono"/>
              </a:rPr>
              <a:t>// send POST request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ResponseEntity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&lt;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Post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&gt;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response 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postForEntity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url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request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Post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006AFF"/>
                </a:solidFill>
                <a:effectLst/>
                <a:latin typeface="JetBrains Mono"/>
              </a:rPr>
              <a:t>class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168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EF3A-5EDC-8D13-172E-57AA9202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6BFA1-B8BF-585C-EDE7-95DA0AC5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8" y="298579"/>
            <a:ext cx="11859208" cy="6354147"/>
          </a:xfrm>
        </p:spPr>
        <p:txBody>
          <a:bodyPr/>
          <a:lstStyle/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// create an instance of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();</a:t>
            </a:r>
          </a:p>
          <a:p>
            <a:r>
              <a:rPr lang="en-IN" b="0" i="0" dirty="0">
                <a:solidFill>
                  <a:srgbClr val="467790"/>
                </a:solidFill>
                <a:effectLst/>
                <a:latin typeface="JetBrains Mono"/>
              </a:rPr>
              <a:t>// create headers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HttpHeaders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headers 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HttpHeaders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();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headers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setContentType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MediaType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APPLICATION_JSON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);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headers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setAccept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Collections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singletonList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MediaType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APPLICATION_JSON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));</a:t>
            </a:r>
            <a:endParaRPr lang="en-US" dirty="0">
              <a:solidFill>
                <a:srgbClr val="9B51E0"/>
              </a:solidFill>
              <a:latin typeface="JetBrains Mono"/>
            </a:endParaRP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// create a post object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Post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post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Post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US" b="0" i="0" dirty="0">
                <a:solidFill>
                  <a:srgbClr val="FF4081"/>
                </a:solidFill>
                <a:effectLst/>
                <a:latin typeface="JetBrains Mono"/>
              </a:rPr>
              <a:t>101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FF4081"/>
                </a:solidFill>
                <a:effectLst/>
                <a:latin typeface="JetBrains Mono"/>
              </a:rPr>
              <a:t>1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27AE60"/>
                </a:solidFill>
                <a:effectLst/>
                <a:latin typeface="JetBrains Mono"/>
              </a:rPr>
              <a:t>"Spring Boot 101"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27AE60"/>
                </a:solidFill>
                <a:effectLst/>
                <a:latin typeface="JetBrains Mono"/>
              </a:rPr>
              <a:t>"A powerful tool for building web apps."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);</a:t>
            </a:r>
          </a:p>
          <a:p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HttpEntity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request 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HttpEntity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headers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);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>
                <a:solidFill>
                  <a:srgbClr val="467790"/>
                </a:solidFill>
                <a:effectLst/>
                <a:latin typeface="JetBrains Mono"/>
              </a:rPr>
              <a:t>// make an HTTP GET request with headers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ResponseEntity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&lt;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Post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&gt;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response 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exchange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url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HttpMethod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GET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request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,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Post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006AFF"/>
                </a:solidFill>
                <a:effectLst/>
                <a:latin typeface="JetBrains Mono"/>
              </a:rPr>
              <a:t>class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885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68CF-4A8F-861C-2037-9F0F64338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50432-6916-B4A6-21E4-A57592134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8" y="298579"/>
            <a:ext cx="11859208" cy="6354147"/>
          </a:xfrm>
        </p:spPr>
        <p:txBody>
          <a:bodyPr/>
          <a:lstStyle/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// create an instance of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US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US" b="0" i="0" dirty="0" err="1">
                <a:solidFill>
                  <a:srgbClr val="1B1642"/>
                </a:solidFill>
                <a:effectLst/>
                <a:latin typeface="JetBrains Mono"/>
              </a:rPr>
              <a:t>RestTemplate</a:t>
            </a:r>
            <a:r>
              <a:rPr lang="en-US" b="0" i="0" dirty="0">
                <a:solidFill>
                  <a:srgbClr val="9B51E0"/>
                </a:solidFill>
                <a:effectLst/>
                <a:latin typeface="JetBrains Mono"/>
              </a:rPr>
              <a:t>();</a:t>
            </a:r>
          </a:p>
          <a:p>
            <a:r>
              <a:rPr lang="en-IN" b="0" i="0" dirty="0">
                <a:solidFill>
                  <a:srgbClr val="467790"/>
                </a:solidFill>
                <a:effectLst/>
                <a:latin typeface="JetBrains Mono"/>
              </a:rPr>
              <a:t>// create headers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HttpHeaders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headers 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=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>
                <a:solidFill>
                  <a:srgbClr val="006AFF"/>
                </a:solidFill>
                <a:effectLst/>
                <a:latin typeface="JetBrains Mono"/>
              </a:rPr>
              <a:t>new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HttpHeaders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();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headers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setContentType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MediaType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APPLICATION_JSON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);</a:t>
            </a:r>
            <a:r>
              <a:rPr lang="en-IN" b="0" i="0" dirty="0">
                <a:solidFill>
                  <a:srgbClr val="1B1642"/>
                </a:solidFill>
                <a:effectLst/>
                <a:latin typeface="JetBrains Mono"/>
              </a:rPr>
              <a:t> 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headers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setAccept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Collections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5C51E0"/>
                </a:solidFill>
                <a:effectLst/>
                <a:latin typeface="JetBrains Mono"/>
              </a:rPr>
              <a:t>singletonList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(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MediaType</a:t>
            </a:r>
            <a:r>
              <a:rPr lang="en-IN" b="0" i="0" dirty="0" err="1">
                <a:solidFill>
                  <a:srgbClr val="9B51E0"/>
                </a:solidFill>
                <a:effectLst/>
                <a:latin typeface="JetBrains Mono"/>
              </a:rPr>
              <a:t>.</a:t>
            </a:r>
            <a:r>
              <a:rPr lang="en-IN" b="0" i="0" dirty="0" err="1">
                <a:solidFill>
                  <a:srgbClr val="1B1642"/>
                </a:solidFill>
                <a:effectLst/>
                <a:latin typeface="JetBrains Mono"/>
              </a:rPr>
              <a:t>APPLICATION_JSON</a:t>
            </a:r>
            <a:r>
              <a:rPr lang="en-IN" b="0" i="0" dirty="0">
                <a:solidFill>
                  <a:srgbClr val="9B51E0"/>
                </a:solidFill>
                <a:effectLst/>
                <a:latin typeface="JetBrains Mono"/>
              </a:rPr>
              <a:t>));</a:t>
            </a:r>
            <a:endParaRPr lang="en-US" dirty="0">
              <a:solidFill>
                <a:srgbClr val="9B51E0"/>
              </a:solidFill>
              <a:latin typeface="JetBrains Mono"/>
            </a:endParaRPr>
          </a:p>
          <a:p>
            <a:r>
              <a:rPr lang="en-IN" dirty="0"/>
              <a:t> </a:t>
            </a:r>
            <a:r>
              <a:rPr lang="en-IN" dirty="0" err="1"/>
              <a:t>RestTemplate</a:t>
            </a:r>
            <a:r>
              <a:rPr lang="en-IN" dirty="0"/>
              <a:t> template = new </a:t>
            </a:r>
            <a:r>
              <a:rPr lang="en-IN" dirty="0" err="1"/>
              <a:t>RestTemplate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UriComponentsBuilder</a:t>
            </a:r>
            <a:r>
              <a:rPr lang="en-IN" dirty="0"/>
              <a:t> builder = </a:t>
            </a:r>
            <a:r>
              <a:rPr lang="en-IN" dirty="0" err="1"/>
              <a:t>UriComponentsBuilder.</a:t>
            </a:r>
            <a:r>
              <a:rPr lang="en-IN" dirty="0" err="1">
                <a:solidFill>
                  <a:srgbClr val="5C51E0"/>
                </a:solidFill>
                <a:latin typeface="JetBrains Mono"/>
              </a:rPr>
              <a:t>fromHttpUrl</a:t>
            </a:r>
            <a:r>
              <a:rPr lang="en-IN" dirty="0"/>
              <a:t>("http://localhost:8080/rest/delete")</a:t>
            </a:r>
          </a:p>
          <a:p>
            <a:r>
              <a:rPr lang="en-IN" dirty="0"/>
              <a:t>                .</a:t>
            </a:r>
            <a:r>
              <a:rPr lang="en-IN" dirty="0" err="1"/>
              <a:t>queryParam</a:t>
            </a:r>
            <a:r>
              <a:rPr lang="en-IN" dirty="0"/>
              <a:t>("id", 3);</a:t>
            </a:r>
          </a:p>
          <a:p>
            <a:r>
              <a:rPr lang="en-IN" dirty="0"/>
              <a:t>        </a:t>
            </a:r>
            <a:r>
              <a:rPr lang="en-IN" dirty="0" err="1"/>
              <a:t>template.delete</a:t>
            </a:r>
            <a:r>
              <a:rPr lang="en-IN" dirty="0"/>
              <a:t>(</a:t>
            </a:r>
            <a:r>
              <a:rPr lang="en-IN" dirty="0" err="1"/>
              <a:t>builder.build</a:t>
            </a:r>
            <a:r>
              <a:rPr lang="en-IN" dirty="0"/>
              <a:t>().</a:t>
            </a:r>
            <a:r>
              <a:rPr lang="en-IN" dirty="0" err="1"/>
              <a:t>toUri</a:t>
            </a:r>
            <a:r>
              <a:rPr lang="en-IN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29960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28C60-B750-FBFF-E433-83AA4B39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E58C-6FB0-DA41-6736-31A0159A7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8" y="298579"/>
            <a:ext cx="11859208" cy="6354147"/>
          </a:xfrm>
        </p:spPr>
        <p:txBody>
          <a:bodyPr/>
          <a:lstStyle/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String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url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= "http://test.com/Services/rest/{id}/Identifier";</a:t>
            </a: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Map&lt;String, String&gt; params = new HashMap&lt;String, String&gt;();</a:t>
            </a:r>
          </a:p>
          <a:p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params.put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("id", "1234");</a:t>
            </a: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URI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uri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=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UriComponentsBuilder.fromUriString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(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url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)</a:t>
            </a: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       .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buildAndExpand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(params)</a:t>
            </a: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       .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toUri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();</a:t>
            </a:r>
          </a:p>
          <a:p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uri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=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UriComponentsBuilder</a:t>
            </a:r>
            <a:endParaRPr lang="en-US" b="0" i="0" dirty="0">
              <a:solidFill>
                <a:srgbClr val="467790"/>
              </a:solidFill>
              <a:effectLst/>
              <a:latin typeface="JetBrains Mono"/>
            </a:endParaRP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       .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fromUri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(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uri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)</a:t>
            </a: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       .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queryParam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("name", "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myName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")</a:t>
            </a: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       .build()</a:t>
            </a:r>
          </a:p>
          <a:p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       .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toUri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();</a:t>
            </a:r>
          </a:p>
          <a:p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restTemplate.exchange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(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uri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 ,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HttpMethod.PUT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,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requestEntity</a:t>
            </a:r>
            <a:r>
              <a:rPr lang="en-US" b="0" i="0" dirty="0">
                <a:solidFill>
                  <a:srgbClr val="467790"/>
                </a:solidFill>
                <a:effectLst/>
                <a:latin typeface="JetBrains Mono"/>
              </a:rPr>
              <a:t>, </a:t>
            </a:r>
            <a:r>
              <a:rPr lang="en-US" b="0" i="0" dirty="0" err="1">
                <a:solidFill>
                  <a:srgbClr val="467790"/>
                </a:solidFill>
                <a:effectLst/>
                <a:latin typeface="JetBrains Mono"/>
              </a:rPr>
              <a:t>class_p</a:t>
            </a:r>
            <a:r>
              <a:rPr lang="en-US" b="0" i="0">
                <a:solidFill>
                  <a:srgbClr val="467790"/>
                </a:solidFill>
                <a:effectLst/>
                <a:latin typeface="JetBrains Mono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535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88AC-AF96-0509-84EB-5CBA11D2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D5DE-0754-7487-E7AA-40A04A43B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Post vs put </a:t>
            </a:r>
          </a:p>
          <a:p>
            <a:r>
              <a:rPr lang="en-IN">
                <a:hlinkClick r:id="rId2"/>
              </a:rPr>
              <a:t>https://www.theserverside.com/blog/Coffee-Talk-Java-News-Stories-and-Opinions/PUT-vs-POST-Whats-the-difference</a:t>
            </a:r>
            <a:r>
              <a:rPr lang="en-I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654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434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Sunar</dc:creator>
  <cp:lastModifiedBy>Arun Sunar</cp:lastModifiedBy>
  <cp:revision>1</cp:revision>
  <dcterms:created xsi:type="dcterms:W3CDTF">2024-02-27T03:31:24Z</dcterms:created>
  <dcterms:modified xsi:type="dcterms:W3CDTF">2024-07-15T13:47:29Z</dcterms:modified>
</cp:coreProperties>
</file>