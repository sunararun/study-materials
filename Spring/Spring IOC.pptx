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78" r:id="rId4"/>
    <p:sldId id="277" r:id="rId5"/>
    <p:sldId id="258" r:id="rId6"/>
    <p:sldId id="274" r:id="rId7"/>
    <p:sldId id="275" r:id="rId8"/>
    <p:sldId id="276" r:id="rId9"/>
    <p:sldId id="260" r:id="rId10"/>
    <p:sldId id="259" r:id="rId11"/>
    <p:sldId id="266" r:id="rId12"/>
    <p:sldId id="264" r:id="rId13"/>
    <p:sldId id="261" r:id="rId14"/>
    <p:sldId id="263" r:id="rId15"/>
    <p:sldId id="265" r:id="rId16"/>
    <p:sldId id="267" r:id="rId17"/>
    <p:sldId id="268" r:id="rId18"/>
    <p:sldId id="269" r:id="rId19"/>
    <p:sldId id="270" r:id="rId20"/>
    <p:sldId id="271" r:id="rId21"/>
    <p:sldId id="272" r:id="rId22"/>
    <p:sldId id="273" r:id="rId23"/>
    <p:sldId id="279" r:id="rId24"/>
    <p:sldId id="280" r:id="rId25"/>
    <p:sldId id="281"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A63213D-3509-4F2E-9CB4-5CECCCD8A1D7}" v="61" dt="2024-08-06T10:52:14.51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MasterView">
  <p:normalViewPr horzBarState="maximized">
    <p:restoredLeft sz="14972" autoAdjust="0"/>
    <p:restoredTop sz="94660"/>
  </p:normalViewPr>
  <p:slideViewPr>
    <p:cSldViewPr snapToGrid="0">
      <p:cViewPr varScale="1">
        <p:scale>
          <a:sx n="83" d="100"/>
          <a:sy n="83" d="100"/>
        </p:scale>
        <p:origin x="686"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run Sunar" userId="3fa9774ca67c7ab5" providerId="LiveId" clId="{9A63213D-3509-4F2E-9CB4-5CECCCD8A1D7}"/>
    <pc:docChg chg="undo redo custSel addSld delSld modSld sldOrd addMainMaster delMainMaster modMainMaster">
      <pc:chgData name="Arun Sunar" userId="3fa9774ca67c7ab5" providerId="LiveId" clId="{9A63213D-3509-4F2E-9CB4-5CECCCD8A1D7}" dt="2024-08-06T10:53:52.652" v="1277" actId="6938"/>
      <pc:docMkLst>
        <pc:docMk/>
      </pc:docMkLst>
      <pc:sldChg chg="addSp modSp mod">
        <pc:chgData name="Arun Sunar" userId="3fa9774ca67c7ab5" providerId="LiveId" clId="{9A63213D-3509-4F2E-9CB4-5CECCCD8A1D7}" dt="2024-07-31T04:19:45.861" v="1240" actId="1076"/>
        <pc:sldMkLst>
          <pc:docMk/>
          <pc:sldMk cId="1686777581" sldId="257"/>
        </pc:sldMkLst>
        <pc:spChg chg="mod">
          <ac:chgData name="Arun Sunar" userId="3fa9774ca67c7ab5" providerId="LiveId" clId="{9A63213D-3509-4F2E-9CB4-5CECCCD8A1D7}" dt="2024-07-31T04:19:45.861" v="1240" actId="1076"/>
          <ac:spMkLst>
            <pc:docMk/>
            <pc:sldMk cId="1686777581" sldId="257"/>
            <ac:spMk id="3" creationId="{A36FBEFD-D5FF-2D2C-1357-7AB6F1BC428A}"/>
          </ac:spMkLst>
        </pc:spChg>
        <pc:spChg chg="add mod">
          <ac:chgData name="Arun Sunar" userId="3fa9774ca67c7ab5" providerId="LiveId" clId="{9A63213D-3509-4F2E-9CB4-5CECCCD8A1D7}" dt="2024-07-31T04:19:01.909" v="1239" actId="113"/>
          <ac:spMkLst>
            <pc:docMk/>
            <pc:sldMk cId="1686777581" sldId="257"/>
            <ac:spMk id="5" creationId="{EFA1A75D-9E94-AEA3-ED21-B803B4B9D382}"/>
          </ac:spMkLst>
        </pc:spChg>
      </pc:sldChg>
      <pc:sldChg chg="modSp mod">
        <pc:chgData name="Arun Sunar" userId="3fa9774ca67c7ab5" providerId="LiveId" clId="{9A63213D-3509-4F2E-9CB4-5CECCCD8A1D7}" dt="2024-07-31T02:27:31.755" v="102" actId="20577"/>
        <pc:sldMkLst>
          <pc:docMk/>
          <pc:sldMk cId="857248541" sldId="261"/>
        </pc:sldMkLst>
        <pc:spChg chg="mod">
          <ac:chgData name="Arun Sunar" userId="3fa9774ca67c7ab5" providerId="LiveId" clId="{9A63213D-3509-4F2E-9CB4-5CECCCD8A1D7}" dt="2024-07-31T02:27:31.755" v="102" actId="20577"/>
          <ac:spMkLst>
            <pc:docMk/>
            <pc:sldMk cId="857248541" sldId="261"/>
            <ac:spMk id="3" creationId="{3A89C958-43EB-A6AF-5295-57A50D72348E}"/>
          </ac:spMkLst>
        </pc:spChg>
      </pc:sldChg>
      <pc:sldChg chg="modSp del mod">
        <pc:chgData name="Arun Sunar" userId="3fa9774ca67c7ab5" providerId="LiveId" clId="{9A63213D-3509-4F2E-9CB4-5CECCCD8A1D7}" dt="2024-07-31T02:27:35.987" v="103" actId="2696"/>
        <pc:sldMkLst>
          <pc:docMk/>
          <pc:sldMk cId="1679885543" sldId="262"/>
        </pc:sldMkLst>
        <pc:spChg chg="mod">
          <ac:chgData name="Arun Sunar" userId="3fa9774ca67c7ab5" providerId="LiveId" clId="{9A63213D-3509-4F2E-9CB4-5CECCCD8A1D7}" dt="2024-07-31T02:27:22.737" v="95" actId="21"/>
          <ac:spMkLst>
            <pc:docMk/>
            <pc:sldMk cId="1679885543" sldId="262"/>
            <ac:spMk id="3" creationId="{49C3F022-3CAE-532E-4A69-C8ED894157EC}"/>
          </ac:spMkLst>
        </pc:spChg>
      </pc:sldChg>
      <pc:sldChg chg="modSp add mod">
        <pc:chgData name="Arun Sunar" userId="3fa9774ca67c7ab5" providerId="LiveId" clId="{9A63213D-3509-4F2E-9CB4-5CECCCD8A1D7}" dt="2024-07-31T02:28:00.163" v="105" actId="20577"/>
        <pc:sldMkLst>
          <pc:docMk/>
          <pc:sldMk cId="1582772422" sldId="263"/>
        </pc:sldMkLst>
        <pc:spChg chg="mod">
          <ac:chgData name="Arun Sunar" userId="3fa9774ca67c7ab5" providerId="LiveId" clId="{9A63213D-3509-4F2E-9CB4-5CECCCD8A1D7}" dt="2024-07-31T02:27:45.193" v="104" actId="113"/>
          <ac:spMkLst>
            <pc:docMk/>
            <pc:sldMk cId="1582772422" sldId="263"/>
            <ac:spMk id="2" creationId="{F77CE56B-3A64-C03C-04EB-5834E1F8BB63}"/>
          </ac:spMkLst>
        </pc:spChg>
        <pc:spChg chg="mod">
          <ac:chgData name="Arun Sunar" userId="3fa9774ca67c7ab5" providerId="LiveId" clId="{9A63213D-3509-4F2E-9CB4-5CECCCD8A1D7}" dt="2024-07-31T02:28:00.163" v="105" actId="20577"/>
          <ac:spMkLst>
            <pc:docMk/>
            <pc:sldMk cId="1582772422" sldId="263"/>
            <ac:spMk id="3" creationId="{49C3F022-3CAE-532E-4A69-C8ED894157EC}"/>
          </ac:spMkLst>
        </pc:spChg>
      </pc:sldChg>
      <pc:sldChg chg="new del ord">
        <pc:chgData name="Arun Sunar" userId="3fa9774ca67c7ab5" providerId="LiveId" clId="{9A63213D-3509-4F2E-9CB4-5CECCCD8A1D7}" dt="2024-07-31T02:31:02.114" v="109" actId="2696"/>
        <pc:sldMkLst>
          <pc:docMk/>
          <pc:sldMk cId="329508980" sldId="264"/>
        </pc:sldMkLst>
      </pc:sldChg>
      <pc:sldChg chg="addSp delSp modSp add mod ord">
        <pc:chgData name="Arun Sunar" userId="3fa9774ca67c7ab5" providerId="LiveId" clId="{9A63213D-3509-4F2E-9CB4-5CECCCD8A1D7}" dt="2024-07-31T03:58:20.534" v="787"/>
        <pc:sldMkLst>
          <pc:docMk/>
          <pc:sldMk cId="419115327" sldId="264"/>
        </pc:sldMkLst>
        <pc:spChg chg="add del mod">
          <ac:chgData name="Arun Sunar" userId="3fa9774ca67c7ab5" providerId="LiveId" clId="{9A63213D-3509-4F2E-9CB4-5CECCCD8A1D7}" dt="2024-07-31T02:32:08.299" v="146" actId="1076"/>
          <ac:spMkLst>
            <pc:docMk/>
            <pc:sldMk cId="419115327" sldId="264"/>
            <ac:spMk id="2" creationId="{EAA9DD0C-9C74-749F-6421-B90FD6FDFE42}"/>
          </ac:spMkLst>
        </pc:spChg>
        <pc:spChg chg="del">
          <ac:chgData name="Arun Sunar" userId="3fa9774ca67c7ab5" providerId="LiveId" clId="{9A63213D-3509-4F2E-9CB4-5CECCCD8A1D7}" dt="2024-07-31T02:31:21.992" v="134" actId="478"/>
          <ac:spMkLst>
            <pc:docMk/>
            <pc:sldMk cId="419115327" sldId="264"/>
            <ac:spMk id="3" creationId="{37AA459E-54BB-67AF-A222-5A20C2E6BEA4}"/>
          </ac:spMkLst>
        </pc:spChg>
        <pc:spChg chg="add del mod">
          <ac:chgData name="Arun Sunar" userId="3fa9774ca67c7ab5" providerId="LiveId" clId="{9A63213D-3509-4F2E-9CB4-5CECCCD8A1D7}" dt="2024-07-31T02:32:11.924" v="147" actId="478"/>
          <ac:spMkLst>
            <pc:docMk/>
            <pc:sldMk cId="419115327" sldId="264"/>
            <ac:spMk id="5" creationId="{9DC0E71F-89D4-E974-FD7C-EABE30E51D2D}"/>
          </ac:spMkLst>
        </pc:spChg>
        <pc:spChg chg="add del mod">
          <ac:chgData name="Arun Sunar" userId="3fa9774ca67c7ab5" providerId="LiveId" clId="{9A63213D-3509-4F2E-9CB4-5CECCCD8A1D7}" dt="2024-07-31T02:32:01.870" v="143" actId="478"/>
          <ac:spMkLst>
            <pc:docMk/>
            <pc:sldMk cId="419115327" sldId="264"/>
            <ac:spMk id="7" creationId="{8379D746-9A99-FE1E-6DD1-AFE87D099B27}"/>
          </ac:spMkLst>
        </pc:spChg>
        <pc:spChg chg="add del">
          <ac:chgData name="Arun Sunar" userId="3fa9774ca67c7ab5" providerId="LiveId" clId="{9A63213D-3509-4F2E-9CB4-5CECCCD8A1D7}" dt="2024-07-31T02:31:54.298" v="139" actId="22"/>
          <ac:spMkLst>
            <pc:docMk/>
            <pc:sldMk cId="419115327" sldId="264"/>
            <ac:spMk id="9" creationId="{668D6ED6-C509-1C8F-079A-71AD7FCBF9D9}"/>
          </ac:spMkLst>
        </pc:spChg>
        <pc:spChg chg="add del">
          <ac:chgData name="Arun Sunar" userId="3fa9774ca67c7ab5" providerId="LiveId" clId="{9A63213D-3509-4F2E-9CB4-5CECCCD8A1D7}" dt="2024-07-31T02:32:00.504" v="141" actId="22"/>
          <ac:spMkLst>
            <pc:docMk/>
            <pc:sldMk cId="419115327" sldId="264"/>
            <ac:spMk id="11" creationId="{17962480-0757-04F0-3005-EE92E971BFC0}"/>
          </ac:spMkLst>
        </pc:spChg>
        <pc:spChg chg="add del">
          <ac:chgData name="Arun Sunar" userId="3fa9774ca67c7ab5" providerId="LiveId" clId="{9A63213D-3509-4F2E-9CB4-5CECCCD8A1D7}" dt="2024-07-31T02:32:25.705" v="149" actId="22"/>
          <ac:spMkLst>
            <pc:docMk/>
            <pc:sldMk cId="419115327" sldId="264"/>
            <ac:spMk id="13" creationId="{B0E7B854-831D-FC0F-B71C-FA304D62DED0}"/>
          </ac:spMkLst>
        </pc:spChg>
        <pc:spChg chg="add mod">
          <ac:chgData name="Arun Sunar" userId="3fa9774ca67c7ab5" providerId="LiveId" clId="{9A63213D-3509-4F2E-9CB4-5CECCCD8A1D7}" dt="2024-07-31T02:32:38.686" v="155" actId="403"/>
          <ac:spMkLst>
            <pc:docMk/>
            <pc:sldMk cId="419115327" sldId="264"/>
            <ac:spMk id="15" creationId="{135103B0-C342-1E42-98F9-F40233E206AC}"/>
          </ac:spMkLst>
        </pc:spChg>
        <pc:spChg chg="add mod">
          <ac:chgData name="Arun Sunar" userId="3fa9774ca67c7ab5" providerId="LiveId" clId="{9A63213D-3509-4F2E-9CB4-5CECCCD8A1D7}" dt="2024-07-31T02:33:43.905" v="175" actId="20577"/>
          <ac:spMkLst>
            <pc:docMk/>
            <pc:sldMk cId="419115327" sldId="264"/>
            <ac:spMk id="16" creationId="{46F2B280-836E-BAEB-ECD7-1D5A5A2CA047}"/>
          </ac:spMkLst>
        </pc:spChg>
      </pc:sldChg>
      <pc:sldChg chg="addSp delSp modSp add mod ord">
        <pc:chgData name="Arun Sunar" userId="3fa9774ca67c7ab5" providerId="LiveId" clId="{9A63213D-3509-4F2E-9CB4-5CECCCD8A1D7}" dt="2024-07-31T02:39:31.236" v="319" actId="20577"/>
        <pc:sldMkLst>
          <pc:docMk/>
          <pc:sldMk cId="993631128" sldId="265"/>
        </pc:sldMkLst>
        <pc:spChg chg="mod">
          <ac:chgData name="Arun Sunar" userId="3fa9774ca67c7ab5" providerId="LiveId" clId="{9A63213D-3509-4F2E-9CB4-5CECCCD8A1D7}" dt="2024-07-31T02:36:26.524" v="212"/>
          <ac:spMkLst>
            <pc:docMk/>
            <pc:sldMk cId="993631128" sldId="265"/>
            <ac:spMk id="2" creationId="{EAA9DD0C-9C74-749F-6421-B90FD6FDFE42}"/>
          </ac:spMkLst>
        </pc:spChg>
        <pc:spChg chg="add mod">
          <ac:chgData name="Arun Sunar" userId="3fa9774ca67c7ab5" providerId="LiveId" clId="{9A63213D-3509-4F2E-9CB4-5CECCCD8A1D7}" dt="2024-07-31T02:36:03.198" v="209" actId="20577"/>
          <ac:spMkLst>
            <pc:docMk/>
            <pc:sldMk cId="993631128" sldId="265"/>
            <ac:spMk id="3" creationId="{4B2C6CE2-37BF-A9E6-44DC-2A90DC700116}"/>
          </ac:spMkLst>
        </pc:spChg>
        <pc:spChg chg="add del">
          <ac:chgData name="Arun Sunar" userId="3fa9774ca67c7ab5" providerId="LiveId" clId="{9A63213D-3509-4F2E-9CB4-5CECCCD8A1D7}" dt="2024-07-31T02:36:30.300" v="214" actId="22"/>
          <ac:spMkLst>
            <pc:docMk/>
            <pc:sldMk cId="993631128" sldId="265"/>
            <ac:spMk id="5" creationId="{2D9A9BA0-A101-7A6B-1E8B-00BB1D21AE10}"/>
          </ac:spMkLst>
        </pc:spChg>
        <pc:spChg chg="add mod">
          <ac:chgData name="Arun Sunar" userId="3fa9774ca67c7ab5" providerId="LiveId" clId="{9A63213D-3509-4F2E-9CB4-5CECCCD8A1D7}" dt="2024-07-31T02:38:26.788" v="298" actId="1076"/>
          <ac:spMkLst>
            <pc:docMk/>
            <pc:sldMk cId="993631128" sldId="265"/>
            <ac:spMk id="7" creationId="{818C12C0-A573-3DF5-50F5-302D451FB611}"/>
          </ac:spMkLst>
        </pc:spChg>
        <pc:spChg chg="add">
          <ac:chgData name="Arun Sunar" userId="3fa9774ca67c7ab5" providerId="LiveId" clId="{9A63213D-3509-4F2E-9CB4-5CECCCD8A1D7}" dt="2024-07-31T02:37:15.972" v="229"/>
          <ac:spMkLst>
            <pc:docMk/>
            <pc:sldMk cId="993631128" sldId="265"/>
            <ac:spMk id="8" creationId="{7EDCFFAB-ABAD-2BB4-C4B4-F8036F63C70C}"/>
          </ac:spMkLst>
        </pc:spChg>
        <pc:spChg chg="add">
          <ac:chgData name="Arun Sunar" userId="3fa9774ca67c7ab5" providerId="LiveId" clId="{9A63213D-3509-4F2E-9CB4-5CECCCD8A1D7}" dt="2024-07-31T02:37:36.256" v="234"/>
          <ac:spMkLst>
            <pc:docMk/>
            <pc:sldMk cId="993631128" sldId="265"/>
            <ac:spMk id="9" creationId="{B0121A12-71B2-4F31-D409-50F98E6A74B6}"/>
          </ac:spMkLst>
        </pc:spChg>
        <pc:spChg chg="add">
          <ac:chgData name="Arun Sunar" userId="3fa9774ca67c7ab5" providerId="LiveId" clId="{9A63213D-3509-4F2E-9CB4-5CECCCD8A1D7}" dt="2024-07-31T02:37:47.418" v="235"/>
          <ac:spMkLst>
            <pc:docMk/>
            <pc:sldMk cId="993631128" sldId="265"/>
            <ac:spMk id="10" creationId="{08FA9C27-E6EB-2893-365B-E6321DAA68AC}"/>
          </ac:spMkLst>
        </pc:spChg>
        <pc:spChg chg="add mod">
          <ac:chgData name="Arun Sunar" userId="3fa9774ca67c7ab5" providerId="LiveId" clId="{9A63213D-3509-4F2E-9CB4-5CECCCD8A1D7}" dt="2024-07-31T02:39:31.236" v="319" actId="20577"/>
          <ac:spMkLst>
            <pc:docMk/>
            <pc:sldMk cId="993631128" sldId="265"/>
            <ac:spMk id="11" creationId="{D56697E2-4A9C-0B4B-AC69-2550BA7C869C}"/>
          </ac:spMkLst>
        </pc:spChg>
        <pc:spChg chg="del">
          <ac:chgData name="Arun Sunar" userId="3fa9774ca67c7ab5" providerId="LiveId" clId="{9A63213D-3509-4F2E-9CB4-5CECCCD8A1D7}" dt="2024-07-31T02:35:17.981" v="197" actId="478"/>
          <ac:spMkLst>
            <pc:docMk/>
            <pc:sldMk cId="993631128" sldId="265"/>
            <ac:spMk id="15" creationId="{135103B0-C342-1E42-98F9-F40233E206AC}"/>
          </ac:spMkLst>
        </pc:spChg>
        <pc:spChg chg="del">
          <ac:chgData name="Arun Sunar" userId="3fa9774ca67c7ab5" providerId="LiveId" clId="{9A63213D-3509-4F2E-9CB4-5CECCCD8A1D7}" dt="2024-07-31T02:35:19.291" v="198" actId="478"/>
          <ac:spMkLst>
            <pc:docMk/>
            <pc:sldMk cId="993631128" sldId="265"/>
            <ac:spMk id="16" creationId="{46F2B280-836E-BAEB-ECD7-1D5A5A2CA047}"/>
          </ac:spMkLst>
        </pc:spChg>
      </pc:sldChg>
      <pc:sldChg chg="addSp delSp modSp add mod">
        <pc:chgData name="Arun Sunar" userId="3fa9774ca67c7ab5" providerId="LiveId" clId="{9A63213D-3509-4F2E-9CB4-5CECCCD8A1D7}" dt="2024-07-31T02:56:37.447" v="443" actId="403"/>
        <pc:sldMkLst>
          <pc:docMk/>
          <pc:sldMk cId="3610571775" sldId="266"/>
        </pc:sldMkLst>
        <pc:spChg chg="mod">
          <ac:chgData name="Arun Sunar" userId="3fa9774ca67c7ab5" providerId="LiveId" clId="{9A63213D-3509-4F2E-9CB4-5CECCCD8A1D7}" dt="2024-07-31T02:55:21.010" v="352" actId="113"/>
          <ac:spMkLst>
            <pc:docMk/>
            <pc:sldMk cId="3610571775" sldId="266"/>
            <ac:spMk id="2" creationId="{CFE0BBDA-925B-DCE9-7EA4-A54ED3D824C5}"/>
          </ac:spMkLst>
        </pc:spChg>
        <pc:spChg chg="del">
          <ac:chgData name="Arun Sunar" userId="3fa9774ca67c7ab5" providerId="LiveId" clId="{9A63213D-3509-4F2E-9CB4-5CECCCD8A1D7}" dt="2024-07-31T02:55:25.531" v="353" actId="478"/>
          <ac:spMkLst>
            <pc:docMk/>
            <pc:sldMk cId="3610571775" sldId="266"/>
            <ac:spMk id="3" creationId="{68A58228-147C-94F6-9DD5-E32580D3CC0A}"/>
          </ac:spMkLst>
        </pc:spChg>
        <pc:spChg chg="add del mod">
          <ac:chgData name="Arun Sunar" userId="3fa9774ca67c7ab5" providerId="LiveId" clId="{9A63213D-3509-4F2E-9CB4-5CECCCD8A1D7}" dt="2024-07-31T02:56:37.447" v="443" actId="403"/>
          <ac:spMkLst>
            <pc:docMk/>
            <pc:sldMk cId="3610571775" sldId="266"/>
            <ac:spMk id="5" creationId="{CFB57C18-147C-3F4B-8363-6CFBA60F4064}"/>
          </ac:spMkLst>
        </pc:spChg>
      </pc:sldChg>
      <pc:sldChg chg="addSp delSp modSp new mod">
        <pc:chgData name="Arun Sunar" userId="3fa9774ca67c7ab5" providerId="LiveId" clId="{9A63213D-3509-4F2E-9CB4-5CECCCD8A1D7}" dt="2024-07-31T03:00:54.460" v="490" actId="403"/>
        <pc:sldMkLst>
          <pc:docMk/>
          <pc:sldMk cId="666837440" sldId="267"/>
        </pc:sldMkLst>
        <pc:spChg chg="del">
          <ac:chgData name="Arun Sunar" userId="3fa9774ca67c7ab5" providerId="LiveId" clId="{9A63213D-3509-4F2E-9CB4-5CECCCD8A1D7}" dt="2024-07-31T02:58:23.713" v="445" actId="478"/>
          <ac:spMkLst>
            <pc:docMk/>
            <pc:sldMk cId="666837440" sldId="267"/>
            <ac:spMk id="2" creationId="{605326B2-8294-919C-97D6-B6B4DC1C07B9}"/>
          </ac:spMkLst>
        </pc:spChg>
        <pc:spChg chg="del">
          <ac:chgData name="Arun Sunar" userId="3fa9774ca67c7ab5" providerId="LiveId" clId="{9A63213D-3509-4F2E-9CB4-5CECCCD8A1D7}" dt="2024-07-31T02:58:25.362" v="446" actId="478"/>
          <ac:spMkLst>
            <pc:docMk/>
            <pc:sldMk cId="666837440" sldId="267"/>
            <ac:spMk id="3" creationId="{32C4F3E5-776C-5515-9DC0-BB41430B3D40}"/>
          </ac:spMkLst>
        </pc:spChg>
        <pc:spChg chg="add mod">
          <ac:chgData name="Arun Sunar" userId="3fa9774ca67c7ab5" providerId="LiveId" clId="{9A63213D-3509-4F2E-9CB4-5CECCCD8A1D7}" dt="2024-07-31T02:58:55.848" v="457" actId="403"/>
          <ac:spMkLst>
            <pc:docMk/>
            <pc:sldMk cId="666837440" sldId="267"/>
            <ac:spMk id="5" creationId="{CDF0A622-5884-0683-3392-87DB28398E1E}"/>
          </ac:spMkLst>
        </pc:spChg>
        <pc:spChg chg="add del">
          <ac:chgData name="Arun Sunar" userId="3fa9774ca67c7ab5" providerId="LiveId" clId="{9A63213D-3509-4F2E-9CB4-5CECCCD8A1D7}" dt="2024-07-31T02:59:05.468" v="459" actId="22"/>
          <ac:spMkLst>
            <pc:docMk/>
            <pc:sldMk cId="666837440" sldId="267"/>
            <ac:spMk id="7" creationId="{21DF3534-8809-D651-1544-1E0277921694}"/>
          </ac:spMkLst>
        </pc:spChg>
        <pc:spChg chg="add mod">
          <ac:chgData name="Arun Sunar" userId="3fa9774ca67c7ab5" providerId="LiveId" clId="{9A63213D-3509-4F2E-9CB4-5CECCCD8A1D7}" dt="2024-07-31T03:00:54.460" v="490" actId="403"/>
          <ac:spMkLst>
            <pc:docMk/>
            <pc:sldMk cId="666837440" sldId="267"/>
            <ac:spMk id="9" creationId="{E2DD37AE-54C6-8E44-7EF1-DED174038E2E}"/>
          </ac:spMkLst>
        </pc:spChg>
      </pc:sldChg>
      <pc:sldChg chg="addSp delSp modSp new mod">
        <pc:chgData name="Arun Sunar" userId="3fa9774ca67c7ab5" providerId="LiveId" clId="{9A63213D-3509-4F2E-9CB4-5CECCCD8A1D7}" dt="2024-07-31T03:04:11.953" v="545" actId="403"/>
        <pc:sldMkLst>
          <pc:docMk/>
          <pc:sldMk cId="4212469251" sldId="268"/>
        </pc:sldMkLst>
        <pc:spChg chg="del">
          <ac:chgData name="Arun Sunar" userId="3fa9774ca67c7ab5" providerId="LiveId" clId="{9A63213D-3509-4F2E-9CB4-5CECCCD8A1D7}" dt="2024-07-31T03:01:07.381" v="492" actId="478"/>
          <ac:spMkLst>
            <pc:docMk/>
            <pc:sldMk cId="4212469251" sldId="268"/>
            <ac:spMk id="2" creationId="{FABC91EC-963B-7972-AC86-836A040BBEA4}"/>
          </ac:spMkLst>
        </pc:spChg>
        <pc:spChg chg="del">
          <ac:chgData name="Arun Sunar" userId="3fa9774ca67c7ab5" providerId="LiveId" clId="{9A63213D-3509-4F2E-9CB4-5CECCCD8A1D7}" dt="2024-07-31T03:01:10.031" v="493" actId="478"/>
          <ac:spMkLst>
            <pc:docMk/>
            <pc:sldMk cId="4212469251" sldId="268"/>
            <ac:spMk id="3" creationId="{FE384926-97F4-8ADE-7E1E-904E26A96915}"/>
          </ac:spMkLst>
        </pc:spChg>
        <pc:spChg chg="add del">
          <ac:chgData name="Arun Sunar" userId="3fa9774ca67c7ab5" providerId="LiveId" clId="{9A63213D-3509-4F2E-9CB4-5CECCCD8A1D7}" dt="2024-07-31T03:01:44.868" v="495" actId="22"/>
          <ac:spMkLst>
            <pc:docMk/>
            <pc:sldMk cId="4212469251" sldId="268"/>
            <ac:spMk id="5" creationId="{256B0332-A166-044F-B924-40D5975C421C}"/>
          </ac:spMkLst>
        </pc:spChg>
        <pc:spChg chg="add mod">
          <ac:chgData name="Arun Sunar" userId="3fa9774ca67c7ab5" providerId="LiveId" clId="{9A63213D-3509-4F2E-9CB4-5CECCCD8A1D7}" dt="2024-07-31T03:02:09.301" v="507" actId="122"/>
          <ac:spMkLst>
            <pc:docMk/>
            <pc:sldMk cId="4212469251" sldId="268"/>
            <ac:spMk id="7" creationId="{8A3E2382-91D4-0BC9-ADA3-380BECB21F8E}"/>
          </ac:spMkLst>
        </pc:spChg>
        <pc:spChg chg="add del">
          <ac:chgData name="Arun Sunar" userId="3fa9774ca67c7ab5" providerId="LiveId" clId="{9A63213D-3509-4F2E-9CB4-5CECCCD8A1D7}" dt="2024-07-31T03:02:27.857" v="509" actId="22"/>
          <ac:spMkLst>
            <pc:docMk/>
            <pc:sldMk cId="4212469251" sldId="268"/>
            <ac:spMk id="9" creationId="{5B028881-E647-D596-9A9B-1B1FCB5B1214}"/>
          </ac:spMkLst>
        </pc:spChg>
        <pc:spChg chg="add mod">
          <ac:chgData name="Arun Sunar" userId="3fa9774ca67c7ab5" providerId="LiveId" clId="{9A63213D-3509-4F2E-9CB4-5CECCCD8A1D7}" dt="2024-07-31T03:04:11.953" v="545" actId="403"/>
          <ac:spMkLst>
            <pc:docMk/>
            <pc:sldMk cId="4212469251" sldId="268"/>
            <ac:spMk id="11" creationId="{72F106EC-772F-9819-F454-3FC963FA96D9}"/>
          </ac:spMkLst>
        </pc:spChg>
      </pc:sldChg>
      <pc:sldChg chg="addSp delSp modSp new mod">
        <pc:chgData name="Arun Sunar" userId="3fa9774ca67c7ab5" providerId="LiveId" clId="{9A63213D-3509-4F2E-9CB4-5CECCCD8A1D7}" dt="2024-07-31T03:05:56.096" v="595" actId="1076"/>
        <pc:sldMkLst>
          <pc:docMk/>
          <pc:sldMk cId="233405420" sldId="269"/>
        </pc:sldMkLst>
        <pc:spChg chg="mod">
          <ac:chgData name="Arun Sunar" userId="3fa9774ca67c7ab5" providerId="LiveId" clId="{9A63213D-3509-4F2E-9CB4-5CECCCD8A1D7}" dt="2024-07-31T03:04:46.582" v="569" actId="122"/>
          <ac:spMkLst>
            <pc:docMk/>
            <pc:sldMk cId="233405420" sldId="269"/>
            <ac:spMk id="2" creationId="{C5361A92-2AE6-B5CF-6306-BC344C8E067A}"/>
          </ac:spMkLst>
        </pc:spChg>
        <pc:spChg chg="del">
          <ac:chgData name="Arun Sunar" userId="3fa9774ca67c7ab5" providerId="LiveId" clId="{9A63213D-3509-4F2E-9CB4-5CECCCD8A1D7}" dt="2024-07-31T03:04:49.608" v="570" actId="478"/>
          <ac:spMkLst>
            <pc:docMk/>
            <pc:sldMk cId="233405420" sldId="269"/>
            <ac:spMk id="3" creationId="{0F3B4144-F7CD-1807-84C9-473C0CDF5E0B}"/>
          </ac:spMkLst>
        </pc:spChg>
        <pc:spChg chg="add">
          <ac:chgData name="Arun Sunar" userId="3fa9774ca67c7ab5" providerId="LiveId" clId="{9A63213D-3509-4F2E-9CB4-5CECCCD8A1D7}" dt="2024-07-31T03:04:56.714" v="571"/>
          <ac:spMkLst>
            <pc:docMk/>
            <pc:sldMk cId="233405420" sldId="269"/>
            <ac:spMk id="4" creationId="{E8485C0D-F962-B31A-838D-66F0D8563E02}"/>
          </ac:spMkLst>
        </pc:spChg>
        <pc:spChg chg="add del">
          <ac:chgData name="Arun Sunar" userId="3fa9774ca67c7ab5" providerId="LiveId" clId="{9A63213D-3509-4F2E-9CB4-5CECCCD8A1D7}" dt="2024-07-31T03:05:15.846" v="575" actId="22"/>
          <ac:spMkLst>
            <pc:docMk/>
            <pc:sldMk cId="233405420" sldId="269"/>
            <ac:spMk id="6" creationId="{E87EBD01-8748-1AED-9356-A8BC9B719C2E}"/>
          </ac:spMkLst>
        </pc:spChg>
        <pc:spChg chg="add mod">
          <ac:chgData name="Arun Sunar" userId="3fa9774ca67c7ab5" providerId="LiveId" clId="{9A63213D-3509-4F2E-9CB4-5CECCCD8A1D7}" dt="2024-07-31T03:05:28.105" v="581" actId="403"/>
          <ac:spMkLst>
            <pc:docMk/>
            <pc:sldMk cId="233405420" sldId="269"/>
            <ac:spMk id="8" creationId="{C948B069-5E6A-885F-84C3-9C07358E4617}"/>
          </ac:spMkLst>
        </pc:spChg>
        <pc:spChg chg="add mod">
          <ac:chgData name="Arun Sunar" userId="3fa9774ca67c7ab5" providerId="LiveId" clId="{9A63213D-3509-4F2E-9CB4-5CECCCD8A1D7}" dt="2024-07-31T03:05:56.096" v="595" actId="1076"/>
          <ac:spMkLst>
            <pc:docMk/>
            <pc:sldMk cId="233405420" sldId="269"/>
            <ac:spMk id="9" creationId="{D689EDD3-68C3-6EFB-EE99-5F1000BAFD33}"/>
          </ac:spMkLst>
        </pc:spChg>
      </pc:sldChg>
      <pc:sldChg chg="addSp delSp modSp new mod">
        <pc:chgData name="Arun Sunar" userId="3fa9774ca67c7ab5" providerId="LiveId" clId="{9A63213D-3509-4F2E-9CB4-5CECCCD8A1D7}" dt="2024-07-31T03:28:51.134" v="655" actId="403"/>
        <pc:sldMkLst>
          <pc:docMk/>
          <pc:sldMk cId="3981898136" sldId="270"/>
        </pc:sldMkLst>
        <pc:spChg chg="add del mod">
          <ac:chgData name="Arun Sunar" userId="3fa9774ca67c7ab5" providerId="LiveId" clId="{9A63213D-3509-4F2E-9CB4-5CECCCD8A1D7}" dt="2024-07-31T03:25:25.229" v="616" actId="14100"/>
          <ac:spMkLst>
            <pc:docMk/>
            <pc:sldMk cId="3981898136" sldId="270"/>
            <ac:spMk id="2" creationId="{5C64E80C-B0A9-5EEC-A270-E1EC364DB476}"/>
          </ac:spMkLst>
        </pc:spChg>
        <pc:spChg chg="del">
          <ac:chgData name="Arun Sunar" userId="3fa9774ca67c7ab5" providerId="LiveId" clId="{9A63213D-3509-4F2E-9CB4-5CECCCD8A1D7}" dt="2024-07-31T03:20:53.915" v="597" actId="478"/>
          <ac:spMkLst>
            <pc:docMk/>
            <pc:sldMk cId="3981898136" sldId="270"/>
            <ac:spMk id="3" creationId="{447EC3A5-6E9F-97AF-CD33-7A5028DCA928}"/>
          </ac:spMkLst>
        </pc:spChg>
        <pc:spChg chg="add del">
          <ac:chgData name="Arun Sunar" userId="3fa9774ca67c7ab5" providerId="LiveId" clId="{9A63213D-3509-4F2E-9CB4-5CECCCD8A1D7}" dt="2024-07-31T03:25:29.146" v="620" actId="22"/>
          <ac:spMkLst>
            <pc:docMk/>
            <pc:sldMk cId="3981898136" sldId="270"/>
            <ac:spMk id="5" creationId="{9A3C584C-9B0F-5D24-42D9-5A022C9220AF}"/>
          </ac:spMkLst>
        </pc:spChg>
        <pc:spChg chg="add mod">
          <ac:chgData name="Arun Sunar" userId="3fa9774ca67c7ab5" providerId="LiveId" clId="{9A63213D-3509-4F2E-9CB4-5CECCCD8A1D7}" dt="2024-07-31T03:25:42.676" v="626" actId="403"/>
          <ac:spMkLst>
            <pc:docMk/>
            <pc:sldMk cId="3981898136" sldId="270"/>
            <ac:spMk id="7" creationId="{6FE90BC5-AEEB-BEA8-911E-861EDD7596AF}"/>
          </ac:spMkLst>
        </pc:spChg>
        <pc:spChg chg="add del">
          <ac:chgData name="Arun Sunar" userId="3fa9774ca67c7ab5" providerId="LiveId" clId="{9A63213D-3509-4F2E-9CB4-5CECCCD8A1D7}" dt="2024-07-31T03:27:15.324" v="628" actId="22"/>
          <ac:spMkLst>
            <pc:docMk/>
            <pc:sldMk cId="3981898136" sldId="270"/>
            <ac:spMk id="9" creationId="{5D794A58-4FFF-EA7F-2285-5413E03400F7}"/>
          </ac:spMkLst>
        </pc:spChg>
        <pc:spChg chg="add mod">
          <ac:chgData name="Arun Sunar" userId="3fa9774ca67c7ab5" providerId="LiveId" clId="{9A63213D-3509-4F2E-9CB4-5CECCCD8A1D7}" dt="2024-07-31T03:27:24.635" v="633" actId="403"/>
          <ac:spMkLst>
            <pc:docMk/>
            <pc:sldMk cId="3981898136" sldId="270"/>
            <ac:spMk id="11" creationId="{B13D02FB-CFBF-CEE4-8555-51FA399B6077}"/>
          </ac:spMkLst>
        </pc:spChg>
        <pc:spChg chg="add">
          <ac:chgData name="Arun Sunar" userId="3fa9774ca67c7ab5" providerId="LiveId" clId="{9A63213D-3509-4F2E-9CB4-5CECCCD8A1D7}" dt="2024-07-31T03:27:34.517" v="634"/>
          <ac:spMkLst>
            <pc:docMk/>
            <pc:sldMk cId="3981898136" sldId="270"/>
            <ac:spMk id="12" creationId="{67F0145A-162F-855B-4A5C-0D54A1419F4F}"/>
          </ac:spMkLst>
        </pc:spChg>
        <pc:spChg chg="add del">
          <ac:chgData name="Arun Sunar" userId="3fa9774ca67c7ab5" providerId="LiveId" clId="{9A63213D-3509-4F2E-9CB4-5CECCCD8A1D7}" dt="2024-07-31T03:27:46.946" v="636" actId="22"/>
          <ac:spMkLst>
            <pc:docMk/>
            <pc:sldMk cId="3981898136" sldId="270"/>
            <ac:spMk id="14" creationId="{D10AFC58-4986-B73B-FFFD-512644DF63C5}"/>
          </ac:spMkLst>
        </pc:spChg>
        <pc:spChg chg="add mod">
          <ac:chgData name="Arun Sunar" userId="3fa9774ca67c7ab5" providerId="LiveId" clId="{9A63213D-3509-4F2E-9CB4-5CECCCD8A1D7}" dt="2024-07-31T03:28:51.134" v="655" actId="403"/>
          <ac:spMkLst>
            <pc:docMk/>
            <pc:sldMk cId="3981898136" sldId="270"/>
            <ac:spMk id="16" creationId="{E16207BA-BDF2-4B6B-102D-F581C50B6A80}"/>
          </ac:spMkLst>
        </pc:spChg>
        <pc:spChg chg="add">
          <ac:chgData name="Arun Sunar" userId="3fa9774ca67c7ab5" providerId="LiveId" clId="{9A63213D-3509-4F2E-9CB4-5CECCCD8A1D7}" dt="2024-07-31T03:28:25.891" v="650"/>
          <ac:spMkLst>
            <pc:docMk/>
            <pc:sldMk cId="3981898136" sldId="270"/>
            <ac:spMk id="17" creationId="{09E09925-7EAB-7CE3-891D-3C0B469422C9}"/>
          </ac:spMkLst>
        </pc:spChg>
      </pc:sldChg>
      <pc:sldChg chg="addSp delSp modSp add mod">
        <pc:chgData name="Arun Sunar" userId="3fa9774ca67c7ab5" providerId="LiveId" clId="{9A63213D-3509-4F2E-9CB4-5CECCCD8A1D7}" dt="2024-07-31T03:30:35.888" v="673" actId="403"/>
        <pc:sldMkLst>
          <pc:docMk/>
          <pc:sldMk cId="282876649" sldId="271"/>
        </pc:sldMkLst>
        <pc:spChg chg="add del">
          <ac:chgData name="Arun Sunar" userId="3fa9774ca67c7ab5" providerId="LiveId" clId="{9A63213D-3509-4F2E-9CB4-5CECCCD8A1D7}" dt="2024-07-31T03:29:30.409" v="661" actId="22"/>
          <ac:spMkLst>
            <pc:docMk/>
            <pc:sldMk cId="282876649" sldId="271"/>
            <ac:spMk id="4" creationId="{5F67FDB8-C35D-9052-8121-7627E0A876A3}"/>
          </ac:spMkLst>
        </pc:spChg>
        <pc:spChg chg="add mod">
          <ac:chgData name="Arun Sunar" userId="3fa9774ca67c7ab5" providerId="LiveId" clId="{9A63213D-3509-4F2E-9CB4-5CECCCD8A1D7}" dt="2024-07-31T03:30:35.888" v="673" actId="403"/>
          <ac:spMkLst>
            <pc:docMk/>
            <pc:sldMk cId="282876649" sldId="271"/>
            <ac:spMk id="6" creationId="{3E384209-0915-4F93-66B5-05E384AB4851}"/>
          </ac:spMkLst>
        </pc:spChg>
        <pc:spChg chg="del">
          <ac:chgData name="Arun Sunar" userId="3fa9774ca67c7ab5" providerId="LiveId" clId="{9A63213D-3509-4F2E-9CB4-5CECCCD8A1D7}" dt="2024-07-31T03:29:06.585" v="657" actId="478"/>
          <ac:spMkLst>
            <pc:docMk/>
            <pc:sldMk cId="282876649" sldId="271"/>
            <ac:spMk id="7" creationId="{6FE90BC5-AEEB-BEA8-911E-861EDD7596AF}"/>
          </ac:spMkLst>
        </pc:spChg>
        <pc:spChg chg="del">
          <ac:chgData name="Arun Sunar" userId="3fa9774ca67c7ab5" providerId="LiveId" clId="{9A63213D-3509-4F2E-9CB4-5CECCCD8A1D7}" dt="2024-07-31T03:29:09.268" v="658" actId="478"/>
          <ac:spMkLst>
            <pc:docMk/>
            <pc:sldMk cId="282876649" sldId="271"/>
            <ac:spMk id="11" creationId="{B13D02FB-CFBF-CEE4-8555-51FA399B6077}"/>
          </ac:spMkLst>
        </pc:spChg>
        <pc:spChg chg="del">
          <ac:chgData name="Arun Sunar" userId="3fa9774ca67c7ab5" providerId="LiveId" clId="{9A63213D-3509-4F2E-9CB4-5CECCCD8A1D7}" dt="2024-07-31T03:29:10.634" v="659" actId="478"/>
          <ac:spMkLst>
            <pc:docMk/>
            <pc:sldMk cId="282876649" sldId="271"/>
            <ac:spMk id="16" creationId="{E16207BA-BDF2-4B6B-102D-F581C50B6A80}"/>
          </ac:spMkLst>
        </pc:spChg>
      </pc:sldChg>
      <pc:sldChg chg="addSp delSp modSp new mod">
        <pc:chgData name="Arun Sunar" userId="3fa9774ca67c7ab5" providerId="LiveId" clId="{9A63213D-3509-4F2E-9CB4-5CECCCD8A1D7}" dt="2024-07-31T03:34:41.363" v="745"/>
        <pc:sldMkLst>
          <pc:docMk/>
          <pc:sldMk cId="3384972244" sldId="272"/>
        </pc:sldMkLst>
        <pc:spChg chg="mod">
          <ac:chgData name="Arun Sunar" userId="3fa9774ca67c7ab5" providerId="LiveId" clId="{9A63213D-3509-4F2E-9CB4-5CECCCD8A1D7}" dt="2024-07-31T03:31:53.151" v="696" actId="14100"/>
          <ac:spMkLst>
            <pc:docMk/>
            <pc:sldMk cId="3384972244" sldId="272"/>
            <ac:spMk id="2" creationId="{230A70BA-1CA6-3268-742E-C56262E89883}"/>
          </ac:spMkLst>
        </pc:spChg>
        <pc:spChg chg="del">
          <ac:chgData name="Arun Sunar" userId="3fa9774ca67c7ab5" providerId="LiveId" clId="{9A63213D-3509-4F2E-9CB4-5CECCCD8A1D7}" dt="2024-07-31T03:31:55.204" v="697" actId="478"/>
          <ac:spMkLst>
            <pc:docMk/>
            <pc:sldMk cId="3384972244" sldId="272"/>
            <ac:spMk id="3" creationId="{D07426FC-1FF8-243E-000D-B9942CBA3C1E}"/>
          </ac:spMkLst>
        </pc:spChg>
        <pc:spChg chg="add del">
          <ac:chgData name="Arun Sunar" userId="3fa9774ca67c7ab5" providerId="LiveId" clId="{9A63213D-3509-4F2E-9CB4-5CECCCD8A1D7}" dt="2024-07-31T03:32:06.888" v="699" actId="22"/>
          <ac:spMkLst>
            <pc:docMk/>
            <pc:sldMk cId="3384972244" sldId="272"/>
            <ac:spMk id="5" creationId="{F593EC39-4053-CA99-1168-635E61DE67AF}"/>
          </ac:spMkLst>
        </pc:spChg>
        <pc:spChg chg="add mod">
          <ac:chgData name="Arun Sunar" userId="3fa9774ca67c7ab5" providerId="LiveId" clId="{9A63213D-3509-4F2E-9CB4-5CECCCD8A1D7}" dt="2024-07-31T03:34:22.500" v="741" actId="403"/>
          <ac:spMkLst>
            <pc:docMk/>
            <pc:sldMk cId="3384972244" sldId="272"/>
            <ac:spMk id="7" creationId="{BB515ED4-2462-8D99-0D26-C9F2350827B1}"/>
          </ac:spMkLst>
        </pc:spChg>
        <pc:spChg chg="add del">
          <ac:chgData name="Arun Sunar" userId="3fa9774ca67c7ab5" providerId="LiveId" clId="{9A63213D-3509-4F2E-9CB4-5CECCCD8A1D7}" dt="2024-07-31T03:33:04.353" v="711" actId="22"/>
          <ac:spMkLst>
            <pc:docMk/>
            <pc:sldMk cId="3384972244" sldId="272"/>
            <ac:spMk id="9" creationId="{731B090A-10E3-8508-7684-A42BE745E4D0}"/>
          </ac:spMkLst>
        </pc:spChg>
        <pc:spChg chg="add mod">
          <ac:chgData name="Arun Sunar" userId="3fa9774ca67c7ab5" providerId="LiveId" clId="{9A63213D-3509-4F2E-9CB4-5CECCCD8A1D7}" dt="2024-07-31T03:34:28.966" v="742" actId="108"/>
          <ac:spMkLst>
            <pc:docMk/>
            <pc:sldMk cId="3384972244" sldId="272"/>
            <ac:spMk id="11" creationId="{332215A2-F553-2E92-AAA7-CDCF3050F8DC}"/>
          </ac:spMkLst>
        </pc:spChg>
        <pc:spChg chg="add del mod">
          <ac:chgData name="Arun Sunar" userId="3fa9774ca67c7ab5" providerId="LiveId" clId="{9A63213D-3509-4F2E-9CB4-5CECCCD8A1D7}" dt="2024-07-31T03:34:01.928" v="732" actId="22"/>
          <ac:spMkLst>
            <pc:docMk/>
            <pc:sldMk cId="3384972244" sldId="272"/>
            <ac:spMk id="13" creationId="{CBA2DFDA-E5B3-5271-6C83-A4B7E057C062}"/>
          </ac:spMkLst>
        </pc:spChg>
        <pc:spChg chg="add del">
          <ac:chgData name="Arun Sunar" userId="3fa9774ca67c7ab5" providerId="LiveId" clId="{9A63213D-3509-4F2E-9CB4-5CECCCD8A1D7}" dt="2024-07-31T03:34:05.231" v="734" actId="22"/>
          <ac:spMkLst>
            <pc:docMk/>
            <pc:sldMk cId="3384972244" sldId="272"/>
            <ac:spMk id="15" creationId="{D128C729-3299-B089-EC09-7329674109D5}"/>
          </ac:spMkLst>
        </pc:spChg>
        <pc:spChg chg="add mod">
          <ac:chgData name="Arun Sunar" userId="3fa9774ca67c7ab5" providerId="LiveId" clId="{9A63213D-3509-4F2E-9CB4-5CECCCD8A1D7}" dt="2024-07-31T03:34:41.363" v="745"/>
          <ac:spMkLst>
            <pc:docMk/>
            <pc:sldMk cId="3384972244" sldId="272"/>
            <ac:spMk id="17" creationId="{E45FEC69-1466-CEA5-60BA-80A8284E12C4}"/>
          </ac:spMkLst>
        </pc:spChg>
      </pc:sldChg>
      <pc:sldChg chg="addSp delSp modSp add mod">
        <pc:chgData name="Arun Sunar" userId="3fa9774ca67c7ab5" providerId="LiveId" clId="{9A63213D-3509-4F2E-9CB4-5CECCCD8A1D7}" dt="2024-07-31T03:37:32.431" v="783" actId="403"/>
        <pc:sldMkLst>
          <pc:docMk/>
          <pc:sldMk cId="1426556427" sldId="273"/>
        </pc:sldMkLst>
        <pc:spChg chg="add del">
          <ac:chgData name="Arun Sunar" userId="3fa9774ca67c7ab5" providerId="LiveId" clId="{9A63213D-3509-4F2E-9CB4-5CECCCD8A1D7}" dt="2024-07-31T03:35:08.098" v="750" actId="22"/>
          <ac:spMkLst>
            <pc:docMk/>
            <pc:sldMk cId="1426556427" sldId="273"/>
            <ac:spMk id="4" creationId="{5C867C55-C42B-7787-F161-34FD2F196F71}"/>
          </ac:spMkLst>
        </pc:spChg>
        <pc:spChg chg="add mod">
          <ac:chgData name="Arun Sunar" userId="3fa9774ca67c7ab5" providerId="LiveId" clId="{9A63213D-3509-4F2E-9CB4-5CECCCD8A1D7}" dt="2024-07-31T03:35:27.869" v="757" actId="108"/>
          <ac:spMkLst>
            <pc:docMk/>
            <pc:sldMk cId="1426556427" sldId="273"/>
            <ac:spMk id="6" creationId="{7D602E37-6653-0CA3-3A0C-8E9F23D33FA6}"/>
          </ac:spMkLst>
        </pc:spChg>
        <pc:spChg chg="del mod">
          <ac:chgData name="Arun Sunar" userId="3fa9774ca67c7ab5" providerId="LiveId" clId="{9A63213D-3509-4F2E-9CB4-5CECCCD8A1D7}" dt="2024-07-31T03:35:04.923" v="748" actId="478"/>
          <ac:spMkLst>
            <pc:docMk/>
            <pc:sldMk cId="1426556427" sldId="273"/>
            <ac:spMk id="7" creationId="{BB515ED4-2462-8D99-0D26-C9F2350827B1}"/>
          </ac:spMkLst>
        </pc:spChg>
        <pc:spChg chg="add del">
          <ac:chgData name="Arun Sunar" userId="3fa9774ca67c7ab5" providerId="LiveId" clId="{9A63213D-3509-4F2E-9CB4-5CECCCD8A1D7}" dt="2024-07-31T03:35:42.470" v="761" actId="22"/>
          <ac:spMkLst>
            <pc:docMk/>
            <pc:sldMk cId="1426556427" sldId="273"/>
            <ac:spMk id="9" creationId="{489620F5-E170-2CE1-DC30-71E4B1FFD382}"/>
          </ac:spMkLst>
        </pc:spChg>
        <pc:spChg chg="del">
          <ac:chgData name="Arun Sunar" userId="3fa9774ca67c7ab5" providerId="LiveId" clId="{9A63213D-3509-4F2E-9CB4-5CECCCD8A1D7}" dt="2024-07-31T03:35:31.269" v="758" actId="478"/>
          <ac:spMkLst>
            <pc:docMk/>
            <pc:sldMk cId="1426556427" sldId="273"/>
            <ac:spMk id="11" creationId="{332215A2-F553-2E92-AAA7-CDCF3050F8DC}"/>
          </ac:spMkLst>
        </pc:spChg>
        <pc:spChg chg="add mod">
          <ac:chgData name="Arun Sunar" userId="3fa9774ca67c7ab5" providerId="LiveId" clId="{9A63213D-3509-4F2E-9CB4-5CECCCD8A1D7}" dt="2024-07-31T03:36:03.750" v="768" actId="20577"/>
          <ac:spMkLst>
            <pc:docMk/>
            <pc:sldMk cId="1426556427" sldId="273"/>
            <ac:spMk id="12" creationId="{24FE33E8-0F3B-BC3C-E371-116625B1A950}"/>
          </ac:spMkLst>
        </pc:spChg>
        <pc:spChg chg="add del mod">
          <ac:chgData name="Arun Sunar" userId="3fa9774ca67c7ab5" providerId="LiveId" clId="{9A63213D-3509-4F2E-9CB4-5CECCCD8A1D7}" dt="2024-07-31T03:37:19.793" v="772" actId="22"/>
          <ac:spMkLst>
            <pc:docMk/>
            <pc:sldMk cId="1426556427" sldId="273"/>
            <ac:spMk id="14" creationId="{E29866DB-480D-E583-F5FA-238D22AED84C}"/>
          </ac:spMkLst>
        </pc:spChg>
        <pc:spChg chg="add del">
          <ac:chgData name="Arun Sunar" userId="3fa9774ca67c7ab5" providerId="LiveId" clId="{9A63213D-3509-4F2E-9CB4-5CECCCD8A1D7}" dt="2024-07-31T03:37:22.794" v="778" actId="22"/>
          <ac:spMkLst>
            <pc:docMk/>
            <pc:sldMk cId="1426556427" sldId="273"/>
            <ac:spMk id="16" creationId="{00520587-ED1D-05D8-0117-2C2255F756D4}"/>
          </ac:spMkLst>
        </pc:spChg>
        <pc:spChg chg="del">
          <ac:chgData name="Arun Sunar" userId="3fa9774ca67c7ab5" providerId="LiveId" clId="{9A63213D-3509-4F2E-9CB4-5CECCCD8A1D7}" dt="2024-07-31T03:35:34.458" v="759" actId="478"/>
          <ac:spMkLst>
            <pc:docMk/>
            <pc:sldMk cId="1426556427" sldId="273"/>
            <ac:spMk id="17" creationId="{E45FEC69-1466-CEA5-60BA-80A8284E12C4}"/>
          </ac:spMkLst>
        </pc:spChg>
        <pc:spChg chg="add mod">
          <ac:chgData name="Arun Sunar" userId="3fa9774ca67c7ab5" providerId="LiveId" clId="{9A63213D-3509-4F2E-9CB4-5CECCCD8A1D7}" dt="2024-07-31T03:37:32.431" v="783" actId="403"/>
          <ac:spMkLst>
            <pc:docMk/>
            <pc:sldMk cId="1426556427" sldId="273"/>
            <ac:spMk id="19" creationId="{C2A82662-09B0-F791-EABF-1F8CAD5AD3DA}"/>
          </ac:spMkLst>
        </pc:spChg>
      </pc:sldChg>
      <pc:sldChg chg="addSp delSp modSp new mod">
        <pc:chgData name="Arun Sunar" userId="3fa9774ca67c7ab5" providerId="LiveId" clId="{9A63213D-3509-4F2E-9CB4-5CECCCD8A1D7}" dt="2024-07-31T04:00:02.642" v="892" actId="113"/>
        <pc:sldMkLst>
          <pc:docMk/>
          <pc:sldMk cId="3304279882" sldId="274"/>
        </pc:sldMkLst>
        <pc:spChg chg="mod">
          <ac:chgData name="Arun Sunar" userId="3fa9774ca67c7ab5" providerId="LiveId" clId="{9A63213D-3509-4F2E-9CB4-5CECCCD8A1D7}" dt="2024-07-31T03:58:45.261" v="816" actId="122"/>
          <ac:spMkLst>
            <pc:docMk/>
            <pc:sldMk cId="3304279882" sldId="274"/>
            <ac:spMk id="2" creationId="{260FC1CC-EA37-0170-000D-91584AD9FF0F}"/>
          </ac:spMkLst>
        </pc:spChg>
        <pc:spChg chg="del">
          <ac:chgData name="Arun Sunar" userId="3fa9774ca67c7ab5" providerId="LiveId" clId="{9A63213D-3509-4F2E-9CB4-5CECCCD8A1D7}" dt="2024-07-31T03:58:49.471" v="817" actId="478"/>
          <ac:spMkLst>
            <pc:docMk/>
            <pc:sldMk cId="3304279882" sldId="274"/>
            <ac:spMk id="3" creationId="{1D22CCE1-4818-C5DC-8EFC-32250CDE1D7F}"/>
          </ac:spMkLst>
        </pc:spChg>
        <pc:spChg chg="add del">
          <ac:chgData name="Arun Sunar" userId="3fa9774ca67c7ab5" providerId="LiveId" clId="{9A63213D-3509-4F2E-9CB4-5CECCCD8A1D7}" dt="2024-07-31T03:58:53.861" v="819" actId="22"/>
          <ac:spMkLst>
            <pc:docMk/>
            <pc:sldMk cId="3304279882" sldId="274"/>
            <ac:spMk id="5" creationId="{19E42A86-27B2-B71E-B3EE-1B5EFC7766D3}"/>
          </ac:spMkLst>
        </pc:spChg>
        <pc:spChg chg="add mod">
          <ac:chgData name="Arun Sunar" userId="3fa9774ca67c7ab5" providerId="LiveId" clId="{9A63213D-3509-4F2E-9CB4-5CECCCD8A1D7}" dt="2024-07-31T04:00:02.642" v="892" actId="113"/>
          <ac:spMkLst>
            <pc:docMk/>
            <pc:sldMk cId="3304279882" sldId="274"/>
            <ac:spMk id="7" creationId="{C79E1FC0-27A7-F616-5559-D55F85409E48}"/>
          </ac:spMkLst>
        </pc:spChg>
      </pc:sldChg>
      <pc:sldChg chg="addSp delSp modSp add mod">
        <pc:chgData name="Arun Sunar" userId="3fa9774ca67c7ab5" providerId="LiveId" clId="{9A63213D-3509-4F2E-9CB4-5CECCCD8A1D7}" dt="2024-07-31T04:07:20.581" v="1107" actId="20577"/>
        <pc:sldMkLst>
          <pc:docMk/>
          <pc:sldMk cId="1801434164" sldId="275"/>
        </pc:sldMkLst>
        <pc:spChg chg="mod">
          <ac:chgData name="Arun Sunar" userId="3fa9774ca67c7ab5" providerId="LiveId" clId="{9A63213D-3509-4F2E-9CB4-5CECCCD8A1D7}" dt="2024-07-31T04:00:48.558" v="997" actId="14100"/>
          <ac:spMkLst>
            <pc:docMk/>
            <pc:sldMk cId="1801434164" sldId="275"/>
            <ac:spMk id="2" creationId="{260FC1CC-EA37-0170-000D-91584AD9FF0F}"/>
          </ac:spMkLst>
        </pc:spChg>
        <pc:spChg chg="add del">
          <ac:chgData name="Arun Sunar" userId="3fa9774ca67c7ab5" providerId="LiveId" clId="{9A63213D-3509-4F2E-9CB4-5CECCCD8A1D7}" dt="2024-07-31T04:01:15.109" v="1000" actId="22"/>
          <ac:spMkLst>
            <pc:docMk/>
            <pc:sldMk cId="1801434164" sldId="275"/>
            <ac:spMk id="4" creationId="{AA9E68DC-9522-797A-DD92-F146C0BBAA06}"/>
          </ac:spMkLst>
        </pc:spChg>
        <pc:spChg chg="add mod">
          <ac:chgData name="Arun Sunar" userId="3fa9774ca67c7ab5" providerId="LiveId" clId="{9A63213D-3509-4F2E-9CB4-5CECCCD8A1D7}" dt="2024-07-31T04:07:20.581" v="1107" actId="20577"/>
          <ac:spMkLst>
            <pc:docMk/>
            <pc:sldMk cId="1801434164" sldId="275"/>
            <ac:spMk id="6" creationId="{D0CEB6BC-7C12-444A-7B6F-701A26EB8D6F}"/>
          </ac:spMkLst>
        </pc:spChg>
        <pc:spChg chg="del">
          <ac:chgData name="Arun Sunar" userId="3fa9774ca67c7ab5" providerId="LiveId" clId="{9A63213D-3509-4F2E-9CB4-5CECCCD8A1D7}" dt="2024-07-31T04:00:51.199" v="998" actId="478"/>
          <ac:spMkLst>
            <pc:docMk/>
            <pc:sldMk cId="1801434164" sldId="275"/>
            <ac:spMk id="7" creationId="{C79E1FC0-27A7-F616-5559-D55F85409E48}"/>
          </ac:spMkLst>
        </pc:spChg>
        <pc:spChg chg="add">
          <ac:chgData name="Arun Sunar" userId="3fa9774ca67c7ab5" providerId="LiveId" clId="{9A63213D-3509-4F2E-9CB4-5CECCCD8A1D7}" dt="2024-07-31T04:01:56.857" v="1010"/>
          <ac:spMkLst>
            <pc:docMk/>
            <pc:sldMk cId="1801434164" sldId="275"/>
            <ac:spMk id="8" creationId="{E2B55F4A-241B-EFBB-A922-FEEEAAA73C54}"/>
          </ac:spMkLst>
        </pc:spChg>
        <pc:spChg chg="add mod">
          <ac:chgData name="Arun Sunar" userId="3fa9774ca67c7ab5" providerId="LiveId" clId="{9A63213D-3509-4F2E-9CB4-5CECCCD8A1D7}" dt="2024-07-31T04:02:33.361" v="1018" actId="12"/>
          <ac:spMkLst>
            <pc:docMk/>
            <pc:sldMk cId="1801434164" sldId="275"/>
            <ac:spMk id="10" creationId="{927D5466-0D30-56F5-16D9-16CB193639E0}"/>
          </ac:spMkLst>
        </pc:spChg>
      </pc:sldChg>
      <pc:sldChg chg="addSp delSp modSp add mod">
        <pc:chgData name="Arun Sunar" userId="3fa9774ca67c7ab5" providerId="LiveId" clId="{9A63213D-3509-4F2E-9CB4-5CECCCD8A1D7}" dt="2024-07-31T04:07:56.238" v="1197" actId="20577"/>
        <pc:sldMkLst>
          <pc:docMk/>
          <pc:sldMk cId="2446079744" sldId="276"/>
        </pc:sldMkLst>
        <pc:spChg chg="add">
          <ac:chgData name="Arun Sunar" userId="3fa9774ca67c7ab5" providerId="LiveId" clId="{9A63213D-3509-4F2E-9CB4-5CECCCD8A1D7}" dt="2024-07-31T04:03:17.629" v="1022"/>
          <ac:spMkLst>
            <pc:docMk/>
            <pc:sldMk cId="2446079744" sldId="276"/>
            <ac:spMk id="3" creationId="{476FFAA8-807E-FF1D-254B-9C0166EEDDF6}"/>
          </ac:spMkLst>
        </pc:spChg>
        <pc:spChg chg="add mod">
          <ac:chgData name="Arun Sunar" userId="3fa9774ca67c7ab5" providerId="LiveId" clId="{9A63213D-3509-4F2E-9CB4-5CECCCD8A1D7}" dt="2024-07-31T04:03:33.546" v="1028" actId="113"/>
          <ac:spMkLst>
            <pc:docMk/>
            <pc:sldMk cId="2446079744" sldId="276"/>
            <ac:spMk id="5" creationId="{810D39C1-8DC9-9B44-AA31-6DCBECB98F54}"/>
          </ac:spMkLst>
        </pc:spChg>
        <pc:spChg chg="del">
          <ac:chgData name="Arun Sunar" userId="3fa9774ca67c7ab5" providerId="LiveId" clId="{9A63213D-3509-4F2E-9CB4-5CECCCD8A1D7}" dt="2024-07-31T04:02:59.833" v="1020" actId="478"/>
          <ac:spMkLst>
            <pc:docMk/>
            <pc:sldMk cId="2446079744" sldId="276"/>
            <ac:spMk id="6" creationId="{D0CEB6BC-7C12-444A-7B6F-701A26EB8D6F}"/>
          </ac:spMkLst>
        </pc:spChg>
        <pc:spChg chg="add">
          <ac:chgData name="Arun Sunar" userId="3fa9774ca67c7ab5" providerId="LiveId" clId="{9A63213D-3509-4F2E-9CB4-5CECCCD8A1D7}" dt="2024-07-31T04:03:41.025" v="1029"/>
          <ac:spMkLst>
            <pc:docMk/>
            <pc:sldMk cId="2446079744" sldId="276"/>
            <ac:spMk id="7" creationId="{5B419EDC-A36C-A50A-17F2-0BF3CF4BEBA5}"/>
          </ac:spMkLst>
        </pc:spChg>
        <pc:spChg chg="add mod">
          <ac:chgData name="Arun Sunar" userId="3fa9774ca67c7ab5" providerId="LiveId" clId="{9A63213D-3509-4F2E-9CB4-5CECCCD8A1D7}" dt="2024-07-31T04:07:56.238" v="1197" actId="20577"/>
          <ac:spMkLst>
            <pc:docMk/>
            <pc:sldMk cId="2446079744" sldId="276"/>
            <ac:spMk id="9" creationId="{6654B0BE-8864-C624-E6B5-039B53B18CE8}"/>
          </ac:spMkLst>
        </pc:spChg>
        <pc:spChg chg="del">
          <ac:chgData name="Arun Sunar" userId="3fa9774ca67c7ab5" providerId="LiveId" clId="{9A63213D-3509-4F2E-9CB4-5CECCCD8A1D7}" dt="2024-07-31T04:03:02.614" v="1021" actId="478"/>
          <ac:spMkLst>
            <pc:docMk/>
            <pc:sldMk cId="2446079744" sldId="276"/>
            <ac:spMk id="10" creationId="{927D5466-0D30-56F5-16D9-16CB193639E0}"/>
          </ac:spMkLst>
        </pc:spChg>
      </pc:sldChg>
      <pc:sldChg chg="addSp delSp modSp new del mod">
        <pc:chgData name="Arun Sunar" userId="3fa9774ca67c7ab5" providerId="LiveId" clId="{9A63213D-3509-4F2E-9CB4-5CECCCD8A1D7}" dt="2024-07-31T04:15:34.598" v="1232" actId="47"/>
        <pc:sldMkLst>
          <pc:docMk/>
          <pc:sldMk cId="2707381512" sldId="277"/>
        </pc:sldMkLst>
        <pc:spChg chg="mod">
          <ac:chgData name="Arun Sunar" userId="3fa9774ca67c7ab5" providerId="LiveId" clId="{9A63213D-3509-4F2E-9CB4-5CECCCD8A1D7}" dt="2024-07-31T04:14:10.671" v="1211" actId="14100"/>
          <ac:spMkLst>
            <pc:docMk/>
            <pc:sldMk cId="2707381512" sldId="277"/>
            <ac:spMk id="2" creationId="{D2B64B98-7779-0EDE-70FC-32B433B46F97}"/>
          </ac:spMkLst>
        </pc:spChg>
        <pc:spChg chg="del">
          <ac:chgData name="Arun Sunar" userId="3fa9774ca67c7ab5" providerId="LiveId" clId="{9A63213D-3509-4F2E-9CB4-5CECCCD8A1D7}" dt="2024-07-31T04:14:13.508" v="1212" actId="478"/>
          <ac:spMkLst>
            <pc:docMk/>
            <pc:sldMk cId="2707381512" sldId="277"/>
            <ac:spMk id="3" creationId="{7BDF0C14-957D-FF87-6272-A02AB9326F11}"/>
          </ac:spMkLst>
        </pc:spChg>
        <pc:spChg chg="add del">
          <ac:chgData name="Arun Sunar" userId="3fa9774ca67c7ab5" providerId="LiveId" clId="{9A63213D-3509-4F2E-9CB4-5CECCCD8A1D7}" dt="2024-07-31T04:14:30.365" v="1214" actId="22"/>
          <ac:spMkLst>
            <pc:docMk/>
            <pc:sldMk cId="2707381512" sldId="277"/>
            <ac:spMk id="5" creationId="{C5A06DE7-CDD0-435B-37F4-0623EEA0C3B0}"/>
          </ac:spMkLst>
        </pc:spChg>
        <pc:spChg chg="add del mod">
          <ac:chgData name="Arun Sunar" userId="3fa9774ca67c7ab5" providerId="LiveId" clId="{9A63213D-3509-4F2E-9CB4-5CECCCD8A1D7}" dt="2024-07-31T04:15:09.205" v="1223"/>
          <ac:spMkLst>
            <pc:docMk/>
            <pc:sldMk cId="2707381512" sldId="277"/>
            <ac:spMk id="7" creationId="{BE62FE8B-DF92-011F-FF6B-9985F25DFB43}"/>
          </ac:spMkLst>
        </pc:spChg>
      </pc:sldChg>
      <pc:sldChg chg="add">
        <pc:chgData name="Arun Sunar" userId="3fa9774ca67c7ab5" providerId="LiveId" clId="{9A63213D-3509-4F2E-9CB4-5CECCCD8A1D7}" dt="2024-07-31T04:16:48.111" v="1233"/>
        <pc:sldMkLst>
          <pc:docMk/>
          <pc:sldMk cId="3516436087" sldId="277"/>
        </pc:sldMkLst>
      </pc:sldChg>
      <pc:sldChg chg="add">
        <pc:chgData name="Arun Sunar" userId="3fa9774ca67c7ab5" providerId="LiveId" clId="{9A63213D-3509-4F2E-9CB4-5CECCCD8A1D7}" dt="2024-07-31T04:20:36.495" v="1241"/>
        <pc:sldMkLst>
          <pc:docMk/>
          <pc:sldMk cId="3288645322" sldId="278"/>
        </pc:sldMkLst>
      </pc:sldChg>
      <pc:sldChg chg="add">
        <pc:chgData name="Arun Sunar" userId="3fa9774ca67c7ab5" providerId="LiveId" clId="{9A63213D-3509-4F2E-9CB4-5CECCCD8A1D7}" dt="2024-07-31T04:24:17.604" v="1242"/>
        <pc:sldMkLst>
          <pc:docMk/>
          <pc:sldMk cId="76583037" sldId="279"/>
        </pc:sldMkLst>
      </pc:sldChg>
      <pc:sldChg chg="add">
        <pc:chgData name="Arun Sunar" userId="3fa9774ca67c7ab5" providerId="LiveId" clId="{9A63213D-3509-4F2E-9CB4-5CECCCD8A1D7}" dt="2024-07-31T04:24:17.604" v="1242"/>
        <pc:sldMkLst>
          <pc:docMk/>
          <pc:sldMk cId="2003098571" sldId="280"/>
        </pc:sldMkLst>
      </pc:sldChg>
      <pc:sldChg chg="add">
        <pc:chgData name="Arun Sunar" userId="3fa9774ca67c7ab5" providerId="LiveId" clId="{9A63213D-3509-4F2E-9CB4-5CECCCD8A1D7}" dt="2024-07-31T04:24:17.604" v="1242"/>
        <pc:sldMkLst>
          <pc:docMk/>
          <pc:sldMk cId="772653734" sldId="281"/>
        </pc:sldMkLst>
      </pc:sldChg>
      <pc:sldMasterChg chg="modSldLayout">
        <pc:chgData name="Arun Sunar" userId="3fa9774ca67c7ab5" providerId="LiveId" clId="{9A63213D-3509-4F2E-9CB4-5CECCCD8A1D7}" dt="2024-08-06T10:51:54.824" v="1251" actId="20577"/>
        <pc:sldMasterMkLst>
          <pc:docMk/>
          <pc:sldMasterMk cId="1393633527" sldId="2147483648"/>
        </pc:sldMasterMkLst>
        <pc:sldLayoutChg chg="modSp">
          <pc:chgData name="Arun Sunar" userId="3fa9774ca67c7ab5" providerId="LiveId" clId="{9A63213D-3509-4F2E-9CB4-5CECCCD8A1D7}" dt="2024-08-06T10:51:54.824" v="1251" actId="20577"/>
          <pc:sldLayoutMkLst>
            <pc:docMk/>
            <pc:sldMasterMk cId="1393633527" sldId="2147483648"/>
            <pc:sldLayoutMk cId="2204088372" sldId="2147483649"/>
          </pc:sldLayoutMkLst>
          <pc:spChg chg="mod">
            <ac:chgData name="Arun Sunar" userId="3fa9774ca67c7ab5" providerId="LiveId" clId="{9A63213D-3509-4F2E-9CB4-5CECCCD8A1D7}" dt="2024-08-06T10:51:54.824" v="1251" actId="20577"/>
            <ac:spMkLst>
              <pc:docMk/>
              <pc:sldMasterMk cId="1393633527" sldId="2147483648"/>
              <pc:sldLayoutMk cId="2204088372" sldId="2147483649"/>
              <ac:spMk id="2" creationId="{DF4609E4-F551-1EFC-6CA5-1C847AD9A4EB}"/>
            </ac:spMkLst>
          </pc:spChg>
        </pc:sldLayoutChg>
      </pc:sldMasterChg>
      <pc:sldMasterChg chg="new add del mod addSldLayout delSldLayout">
        <pc:chgData name="Arun Sunar" userId="3fa9774ca67c7ab5" providerId="LiveId" clId="{9A63213D-3509-4F2E-9CB4-5CECCCD8A1D7}" dt="2024-08-06T10:53:52.652" v="1277" actId="6938"/>
        <pc:sldMasterMkLst>
          <pc:docMk/>
          <pc:sldMasterMk cId="2258812336" sldId="2147483660"/>
        </pc:sldMasterMkLst>
        <pc:sldLayoutChg chg="new add del replId">
          <pc:chgData name="Arun Sunar" userId="3fa9774ca67c7ab5" providerId="LiveId" clId="{9A63213D-3509-4F2E-9CB4-5CECCCD8A1D7}" dt="2024-08-06T10:53:52.652" v="1277" actId="6938"/>
          <pc:sldLayoutMkLst>
            <pc:docMk/>
            <pc:sldMasterMk cId="2258812336" sldId="2147483660"/>
            <pc:sldLayoutMk cId="2858066333" sldId="2147483661"/>
          </pc:sldLayoutMkLst>
        </pc:sldLayoutChg>
        <pc:sldLayoutChg chg="new add del replId">
          <pc:chgData name="Arun Sunar" userId="3fa9774ca67c7ab5" providerId="LiveId" clId="{9A63213D-3509-4F2E-9CB4-5CECCCD8A1D7}" dt="2024-08-06T10:53:52.652" v="1277" actId="6938"/>
          <pc:sldLayoutMkLst>
            <pc:docMk/>
            <pc:sldMasterMk cId="2258812336" sldId="2147483660"/>
            <pc:sldLayoutMk cId="85979536" sldId="2147483662"/>
          </pc:sldLayoutMkLst>
        </pc:sldLayoutChg>
        <pc:sldLayoutChg chg="new add del replId">
          <pc:chgData name="Arun Sunar" userId="3fa9774ca67c7ab5" providerId="LiveId" clId="{9A63213D-3509-4F2E-9CB4-5CECCCD8A1D7}" dt="2024-08-06T10:53:52.652" v="1277" actId="6938"/>
          <pc:sldLayoutMkLst>
            <pc:docMk/>
            <pc:sldMasterMk cId="2258812336" sldId="2147483660"/>
            <pc:sldLayoutMk cId="2427452590" sldId="2147483663"/>
          </pc:sldLayoutMkLst>
        </pc:sldLayoutChg>
        <pc:sldLayoutChg chg="new add del replId">
          <pc:chgData name="Arun Sunar" userId="3fa9774ca67c7ab5" providerId="LiveId" clId="{9A63213D-3509-4F2E-9CB4-5CECCCD8A1D7}" dt="2024-08-06T10:53:52.652" v="1277" actId="6938"/>
          <pc:sldLayoutMkLst>
            <pc:docMk/>
            <pc:sldMasterMk cId="2258812336" sldId="2147483660"/>
            <pc:sldLayoutMk cId="3102797247" sldId="2147483664"/>
          </pc:sldLayoutMkLst>
        </pc:sldLayoutChg>
        <pc:sldLayoutChg chg="new add del replId">
          <pc:chgData name="Arun Sunar" userId="3fa9774ca67c7ab5" providerId="LiveId" clId="{9A63213D-3509-4F2E-9CB4-5CECCCD8A1D7}" dt="2024-08-06T10:53:52.652" v="1277" actId="6938"/>
          <pc:sldLayoutMkLst>
            <pc:docMk/>
            <pc:sldMasterMk cId="2258812336" sldId="2147483660"/>
            <pc:sldLayoutMk cId="713013224" sldId="2147483665"/>
          </pc:sldLayoutMkLst>
        </pc:sldLayoutChg>
        <pc:sldLayoutChg chg="new add del replId">
          <pc:chgData name="Arun Sunar" userId="3fa9774ca67c7ab5" providerId="LiveId" clId="{9A63213D-3509-4F2E-9CB4-5CECCCD8A1D7}" dt="2024-08-06T10:53:52.652" v="1277" actId="6938"/>
          <pc:sldLayoutMkLst>
            <pc:docMk/>
            <pc:sldMasterMk cId="2258812336" sldId="2147483660"/>
            <pc:sldLayoutMk cId="938310848" sldId="2147483666"/>
          </pc:sldLayoutMkLst>
        </pc:sldLayoutChg>
        <pc:sldLayoutChg chg="new add del replId">
          <pc:chgData name="Arun Sunar" userId="3fa9774ca67c7ab5" providerId="LiveId" clId="{9A63213D-3509-4F2E-9CB4-5CECCCD8A1D7}" dt="2024-08-06T10:53:52.652" v="1277" actId="6938"/>
          <pc:sldLayoutMkLst>
            <pc:docMk/>
            <pc:sldMasterMk cId="2258812336" sldId="2147483660"/>
            <pc:sldLayoutMk cId="1611051136" sldId="2147483667"/>
          </pc:sldLayoutMkLst>
        </pc:sldLayoutChg>
        <pc:sldLayoutChg chg="new add del replId">
          <pc:chgData name="Arun Sunar" userId="3fa9774ca67c7ab5" providerId="LiveId" clId="{9A63213D-3509-4F2E-9CB4-5CECCCD8A1D7}" dt="2024-08-06T10:53:52.652" v="1277" actId="6938"/>
          <pc:sldLayoutMkLst>
            <pc:docMk/>
            <pc:sldMasterMk cId="2258812336" sldId="2147483660"/>
            <pc:sldLayoutMk cId="2865074825" sldId="2147483668"/>
          </pc:sldLayoutMkLst>
        </pc:sldLayoutChg>
        <pc:sldLayoutChg chg="new add del replId">
          <pc:chgData name="Arun Sunar" userId="3fa9774ca67c7ab5" providerId="LiveId" clId="{9A63213D-3509-4F2E-9CB4-5CECCCD8A1D7}" dt="2024-08-06T10:53:52.652" v="1277" actId="6938"/>
          <pc:sldLayoutMkLst>
            <pc:docMk/>
            <pc:sldMasterMk cId="2258812336" sldId="2147483660"/>
            <pc:sldLayoutMk cId="3762679970" sldId="2147483669"/>
          </pc:sldLayoutMkLst>
        </pc:sldLayoutChg>
        <pc:sldLayoutChg chg="new add del replId">
          <pc:chgData name="Arun Sunar" userId="3fa9774ca67c7ab5" providerId="LiveId" clId="{9A63213D-3509-4F2E-9CB4-5CECCCD8A1D7}" dt="2024-08-06T10:53:52.652" v="1277" actId="6938"/>
          <pc:sldLayoutMkLst>
            <pc:docMk/>
            <pc:sldMasterMk cId="2258812336" sldId="2147483660"/>
            <pc:sldLayoutMk cId="3131274025" sldId="2147483670"/>
          </pc:sldLayoutMkLst>
        </pc:sldLayoutChg>
        <pc:sldLayoutChg chg="new add del replId">
          <pc:chgData name="Arun Sunar" userId="3fa9774ca67c7ab5" providerId="LiveId" clId="{9A63213D-3509-4F2E-9CB4-5CECCCD8A1D7}" dt="2024-08-06T10:53:52.652" v="1277" actId="6938"/>
          <pc:sldLayoutMkLst>
            <pc:docMk/>
            <pc:sldMasterMk cId="2258812336" sldId="2147483660"/>
            <pc:sldLayoutMk cId="1712503802" sldId="2147483671"/>
          </pc:sldLayoutMkLst>
        </pc:sldLayoutChg>
      </pc:sldMasterChg>
    </pc:docChg>
  </pc:docChgLst>
  <pc:docChgLst>
    <pc:chgData name="Arun Sunar" userId="3fa9774ca67c7ab5" providerId="LiveId" clId="{0DBEF845-3665-414A-A607-48EC229897FD}"/>
    <pc:docChg chg="undo redo custSel addSld modSld modMainMaster">
      <pc:chgData name="Arun Sunar" userId="3fa9774ca67c7ab5" providerId="LiveId" clId="{0DBEF845-3665-414A-A607-48EC229897FD}" dt="2024-03-11T14:40:37.683" v="68" actId="27636"/>
      <pc:docMkLst>
        <pc:docMk/>
      </pc:docMkLst>
      <pc:sldChg chg="addSp delSp modSp mod setBg">
        <pc:chgData name="Arun Sunar" userId="3fa9774ca67c7ab5" providerId="LiveId" clId="{0DBEF845-3665-414A-A607-48EC229897FD}" dt="2024-03-11T14:39:33.038" v="62" actId="1076"/>
        <pc:sldMkLst>
          <pc:docMk/>
          <pc:sldMk cId="327699558" sldId="256"/>
        </pc:sldMkLst>
        <pc:spChg chg="del">
          <ac:chgData name="Arun Sunar" userId="3fa9774ca67c7ab5" providerId="LiveId" clId="{0DBEF845-3665-414A-A607-48EC229897FD}" dt="2024-03-11T14:39:04.467" v="44" actId="478"/>
          <ac:spMkLst>
            <pc:docMk/>
            <pc:sldMk cId="327699558" sldId="256"/>
            <ac:spMk id="2" creationId="{AECB876D-122D-393C-26BB-11E7634DF861}"/>
          </ac:spMkLst>
        </pc:spChg>
        <pc:spChg chg="del">
          <ac:chgData name="Arun Sunar" userId="3fa9774ca67c7ab5" providerId="LiveId" clId="{0DBEF845-3665-414A-A607-48EC229897FD}" dt="2024-03-11T14:39:06.870" v="45" actId="478"/>
          <ac:spMkLst>
            <pc:docMk/>
            <pc:sldMk cId="327699558" sldId="256"/>
            <ac:spMk id="3" creationId="{ACB853DA-C325-72E9-95DA-DE62EF0F97A1}"/>
          </ac:spMkLst>
        </pc:spChg>
        <pc:spChg chg="add mod">
          <ac:chgData name="Arun Sunar" userId="3fa9774ca67c7ab5" providerId="LiveId" clId="{0DBEF845-3665-414A-A607-48EC229897FD}" dt="2024-03-11T14:39:33.038" v="62" actId="1076"/>
          <ac:spMkLst>
            <pc:docMk/>
            <pc:sldMk cId="327699558" sldId="256"/>
            <ac:spMk id="4" creationId="{33FA7F4B-5421-9E97-DCC6-45A60BD606D8}"/>
          </ac:spMkLst>
        </pc:spChg>
      </pc:sldChg>
      <pc:sldChg chg="modSp mod">
        <pc:chgData name="Arun Sunar" userId="3fa9774ca67c7ab5" providerId="LiveId" clId="{0DBEF845-3665-414A-A607-48EC229897FD}" dt="2024-03-11T14:40:37.683" v="68" actId="27636"/>
        <pc:sldMkLst>
          <pc:docMk/>
          <pc:sldMk cId="1686777581" sldId="257"/>
        </pc:sldMkLst>
        <pc:spChg chg="mod">
          <ac:chgData name="Arun Sunar" userId="3fa9774ca67c7ab5" providerId="LiveId" clId="{0DBEF845-3665-414A-A607-48EC229897FD}" dt="2024-03-11T14:40:37.683" v="68" actId="27636"/>
          <ac:spMkLst>
            <pc:docMk/>
            <pc:sldMk cId="1686777581" sldId="257"/>
            <ac:spMk id="2" creationId="{19DF6A9D-7685-E35B-431E-FCA69542BF68}"/>
          </ac:spMkLst>
        </pc:spChg>
      </pc:sldChg>
      <pc:sldChg chg="modSp mod">
        <pc:chgData name="Arun Sunar" userId="3fa9774ca67c7ab5" providerId="LiveId" clId="{0DBEF845-3665-414A-A607-48EC229897FD}" dt="2024-02-15T12:09:06.120" v="9"/>
        <pc:sldMkLst>
          <pc:docMk/>
          <pc:sldMk cId="4254210748" sldId="258"/>
        </pc:sldMkLst>
        <pc:spChg chg="mod">
          <ac:chgData name="Arun Sunar" userId="3fa9774ca67c7ab5" providerId="LiveId" clId="{0DBEF845-3665-414A-A607-48EC229897FD}" dt="2024-02-15T12:08:40.320" v="4"/>
          <ac:spMkLst>
            <pc:docMk/>
            <pc:sldMk cId="4254210748" sldId="258"/>
            <ac:spMk id="2" creationId="{EAA9DD0C-9C74-749F-6421-B90FD6FDFE42}"/>
          </ac:spMkLst>
        </pc:spChg>
        <pc:spChg chg="mod">
          <ac:chgData name="Arun Sunar" userId="3fa9774ca67c7ab5" providerId="LiveId" clId="{0DBEF845-3665-414A-A607-48EC229897FD}" dt="2024-02-15T12:09:06.120" v="9"/>
          <ac:spMkLst>
            <pc:docMk/>
            <pc:sldMk cId="4254210748" sldId="258"/>
            <ac:spMk id="3" creationId="{37AA459E-54BB-67AF-A222-5A20C2E6BEA4}"/>
          </ac:spMkLst>
        </pc:spChg>
      </pc:sldChg>
      <pc:sldChg chg="add">
        <pc:chgData name="Arun Sunar" userId="3fa9774ca67c7ab5" providerId="LiveId" clId="{0DBEF845-3665-414A-A607-48EC229897FD}" dt="2024-02-15T12:08:35.118" v="0" actId="2890"/>
        <pc:sldMkLst>
          <pc:docMk/>
          <pc:sldMk cId="1168290640" sldId="260"/>
        </pc:sldMkLst>
      </pc:sldChg>
      <pc:sldChg chg="modSp add mod">
        <pc:chgData name="Arun Sunar" userId="3fa9774ca67c7ab5" providerId="LiveId" clId="{0DBEF845-3665-414A-A607-48EC229897FD}" dt="2024-02-15T12:29:04.571" v="40" actId="27636"/>
        <pc:sldMkLst>
          <pc:docMk/>
          <pc:sldMk cId="857248541" sldId="261"/>
        </pc:sldMkLst>
        <pc:spChg chg="mod">
          <ac:chgData name="Arun Sunar" userId="3fa9774ca67c7ab5" providerId="LiveId" clId="{0DBEF845-3665-414A-A607-48EC229897FD}" dt="2024-02-15T12:27:47.998" v="14"/>
          <ac:spMkLst>
            <pc:docMk/>
            <pc:sldMk cId="857248541" sldId="261"/>
            <ac:spMk id="2" creationId="{F9C7EB5B-44B0-661D-010D-2FC6B6570C3E}"/>
          </ac:spMkLst>
        </pc:spChg>
        <pc:spChg chg="mod">
          <ac:chgData name="Arun Sunar" userId="3fa9774ca67c7ab5" providerId="LiveId" clId="{0DBEF845-3665-414A-A607-48EC229897FD}" dt="2024-02-15T12:29:04.571" v="40" actId="27636"/>
          <ac:spMkLst>
            <pc:docMk/>
            <pc:sldMk cId="857248541" sldId="261"/>
            <ac:spMk id="3" creationId="{3A89C958-43EB-A6AF-5295-57A50D72348E}"/>
          </ac:spMkLst>
        </pc:spChg>
      </pc:sldChg>
      <pc:sldChg chg="modSp add mod">
        <pc:chgData name="Arun Sunar" userId="3fa9774ca67c7ab5" providerId="LiveId" clId="{0DBEF845-3665-414A-A607-48EC229897FD}" dt="2024-02-15T12:28:51.960" v="38" actId="27636"/>
        <pc:sldMkLst>
          <pc:docMk/>
          <pc:sldMk cId="1679885543" sldId="262"/>
        </pc:sldMkLst>
        <pc:spChg chg="mod">
          <ac:chgData name="Arun Sunar" userId="3fa9774ca67c7ab5" providerId="LiveId" clId="{0DBEF845-3665-414A-A607-48EC229897FD}" dt="2024-02-15T12:28:51.960" v="38" actId="27636"/>
          <ac:spMkLst>
            <pc:docMk/>
            <pc:sldMk cId="1679885543" sldId="262"/>
            <ac:spMk id="3" creationId="{49C3F022-3CAE-532E-4A69-C8ED894157EC}"/>
          </ac:spMkLst>
        </pc:spChg>
      </pc:sldChg>
      <pc:sldMasterChg chg="setBg modSldLayout">
        <pc:chgData name="Arun Sunar" userId="3fa9774ca67c7ab5" providerId="LiveId" clId="{0DBEF845-3665-414A-A607-48EC229897FD}" dt="2024-03-11T14:38:38.769" v="43"/>
        <pc:sldMasterMkLst>
          <pc:docMk/>
          <pc:sldMasterMk cId="1393633527" sldId="2147483648"/>
        </pc:sldMasterMkLst>
        <pc:sldLayoutChg chg="setBg">
          <pc:chgData name="Arun Sunar" userId="3fa9774ca67c7ab5" providerId="LiveId" clId="{0DBEF845-3665-414A-A607-48EC229897FD}" dt="2024-03-11T14:38:38.769" v="43"/>
          <pc:sldLayoutMkLst>
            <pc:docMk/>
            <pc:sldMasterMk cId="1393633527" sldId="2147483648"/>
            <pc:sldLayoutMk cId="2204088372" sldId="2147483649"/>
          </pc:sldLayoutMkLst>
        </pc:sldLayoutChg>
        <pc:sldLayoutChg chg="setBg">
          <pc:chgData name="Arun Sunar" userId="3fa9774ca67c7ab5" providerId="LiveId" clId="{0DBEF845-3665-414A-A607-48EC229897FD}" dt="2024-03-11T14:38:38.769" v="43"/>
          <pc:sldLayoutMkLst>
            <pc:docMk/>
            <pc:sldMasterMk cId="1393633527" sldId="2147483648"/>
            <pc:sldLayoutMk cId="735241801" sldId="2147483650"/>
          </pc:sldLayoutMkLst>
        </pc:sldLayoutChg>
        <pc:sldLayoutChg chg="setBg">
          <pc:chgData name="Arun Sunar" userId="3fa9774ca67c7ab5" providerId="LiveId" clId="{0DBEF845-3665-414A-A607-48EC229897FD}" dt="2024-03-11T14:38:38.769" v="43"/>
          <pc:sldLayoutMkLst>
            <pc:docMk/>
            <pc:sldMasterMk cId="1393633527" sldId="2147483648"/>
            <pc:sldLayoutMk cId="2943131221" sldId="2147483651"/>
          </pc:sldLayoutMkLst>
        </pc:sldLayoutChg>
        <pc:sldLayoutChg chg="setBg">
          <pc:chgData name="Arun Sunar" userId="3fa9774ca67c7ab5" providerId="LiveId" clId="{0DBEF845-3665-414A-A607-48EC229897FD}" dt="2024-03-11T14:38:38.769" v="43"/>
          <pc:sldLayoutMkLst>
            <pc:docMk/>
            <pc:sldMasterMk cId="1393633527" sldId="2147483648"/>
            <pc:sldLayoutMk cId="2205039079" sldId="2147483652"/>
          </pc:sldLayoutMkLst>
        </pc:sldLayoutChg>
        <pc:sldLayoutChg chg="setBg">
          <pc:chgData name="Arun Sunar" userId="3fa9774ca67c7ab5" providerId="LiveId" clId="{0DBEF845-3665-414A-A607-48EC229897FD}" dt="2024-03-11T14:38:38.769" v="43"/>
          <pc:sldLayoutMkLst>
            <pc:docMk/>
            <pc:sldMasterMk cId="1393633527" sldId="2147483648"/>
            <pc:sldLayoutMk cId="616615494" sldId="2147483653"/>
          </pc:sldLayoutMkLst>
        </pc:sldLayoutChg>
        <pc:sldLayoutChg chg="setBg">
          <pc:chgData name="Arun Sunar" userId="3fa9774ca67c7ab5" providerId="LiveId" clId="{0DBEF845-3665-414A-A607-48EC229897FD}" dt="2024-03-11T14:38:38.769" v="43"/>
          <pc:sldLayoutMkLst>
            <pc:docMk/>
            <pc:sldMasterMk cId="1393633527" sldId="2147483648"/>
            <pc:sldLayoutMk cId="1663566858" sldId="2147483654"/>
          </pc:sldLayoutMkLst>
        </pc:sldLayoutChg>
        <pc:sldLayoutChg chg="setBg">
          <pc:chgData name="Arun Sunar" userId="3fa9774ca67c7ab5" providerId="LiveId" clId="{0DBEF845-3665-414A-A607-48EC229897FD}" dt="2024-03-11T14:38:38.769" v="43"/>
          <pc:sldLayoutMkLst>
            <pc:docMk/>
            <pc:sldMasterMk cId="1393633527" sldId="2147483648"/>
            <pc:sldLayoutMk cId="3629139126" sldId="2147483655"/>
          </pc:sldLayoutMkLst>
        </pc:sldLayoutChg>
        <pc:sldLayoutChg chg="setBg">
          <pc:chgData name="Arun Sunar" userId="3fa9774ca67c7ab5" providerId="LiveId" clId="{0DBEF845-3665-414A-A607-48EC229897FD}" dt="2024-03-11T14:38:38.769" v="43"/>
          <pc:sldLayoutMkLst>
            <pc:docMk/>
            <pc:sldMasterMk cId="1393633527" sldId="2147483648"/>
            <pc:sldLayoutMk cId="2502801979" sldId="2147483656"/>
          </pc:sldLayoutMkLst>
        </pc:sldLayoutChg>
        <pc:sldLayoutChg chg="setBg">
          <pc:chgData name="Arun Sunar" userId="3fa9774ca67c7ab5" providerId="LiveId" clId="{0DBEF845-3665-414A-A607-48EC229897FD}" dt="2024-03-11T14:38:38.769" v="43"/>
          <pc:sldLayoutMkLst>
            <pc:docMk/>
            <pc:sldMasterMk cId="1393633527" sldId="2147483648"/>
            <pc:sldLayoutMk cId="5384452" sldId="2147483657"/>
          </pc:sldLayoutMkLst>
        </pc:sldLayoutChg>
        <pc:sldLayoutChg chg="setBg">
          <pc:chgData name="Arun Sunar" userId="3fa9774ca67c7ab5" providerId="LiveId" clId="{0DBEF845-3665-414A-A607-48EC229897FD}" dt="2024-03-11T14:38:38.769" v="43"/>
          <pc:sldLayoutMkLst>
            <pc:docMk/>
            <pc:sldMasterMk cId="1393633527" sldId="2147483648"/>
            <pc:sldLayoutMk cId="3019954253" sldId="2147483658"/>
          </pc:sldLayoutMkLst>
        </pc:sldLayoutChg>
        <pc:sldLayoutChg chg="setBg">
          <pc:chgData name="Arun Sunar" userId="3fa9774ca67c7ab5" providerId="LiveId" clId="{0DBEF845-3665-414A-A607-48EC229897FD}" dt="2024-03-11T14:38:38.769" v="43"/>
          <pc:sldLayoutMkLst>
            <pc:docMk/>
            <pc:sldMasterMk cId="1393633527" sldId="2147483648"/>
            <pc:sldLayoutMk cId="2271244523" sldId="2147483659"/>
          </pc:sldLayoutMkLst>
        </pc:sldLayoutChg>
      </pc:sldMaster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4609E4-F551-1EFC-6CA5-1C847AD9A4EB}"/>
              </a:ext>
            </a:extLst>
          </p:cNvPr>
          <p:cNvSpPr>
            <a:spLocks noGrp="1"/>
          </p:cNvSpPr>
          <p:nvPr>
            <p:ph type="ctrTitle"/>
          </p:nvPr>
        </p:nvSpPr>
        <p:spPr>
          <a:xfrm>
            <a:off x="1524000" y="1122363"/>
            <a:ext cx="9144000" cy="2387600"/>
          </a:xfrm>
        </p:spPr>
        <p:txBody>
          <a:bodyPr anchor="b"/>
          <a:lstStyle>
            <a:lvl1pPr algn="ctr">
              <a:defRPr sz="6000"/>
            </a:lvl1pPr>
          </a:lstStyle>
          <a:p>
            <a:r>
              <a:rPr lang="en-US" dirty="0"/>
              <a:t>Click to edit Master title style</a:t>
            </a:r>
            <a:endParaRPr lang="en-IN" dirty="0"/>
          </a:p>
        </p:txBody>
      </p:sp>
      <p:sp>
        <p:nvSpPr>
          <p:cNvPr id="3" name="Subtitle 2">
            <a:extLst>
              <a:ext uri="{FF2B5EF4-FFF2-40B4-BE49-F238E27FC236}">
                <a16:creationId xmlns:a16="http://schemas.microsoft.com/office/drawing/2014/main" id="{05270C27-1B95-1EE4-C2D8-2C6B42AB2CA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IN" dirty="0"/>
          </a:p>
        </p:txBody>
      </p:sp>
      <p:sp>
        <p:nvSpPr>
          <p:cNvPr id="4" name="Date Placeholder 3">
            <a:extLst>
              <a:ext uri="{FF2B5EF4-FFF2-40B4-BE49-F238E27FC236}">
                <a16:creationId xmlns:a16="http://schemas.microsoft.com/office/drawing/2014/main" id="{E436BABD-04BB-0D24-24A0-9699E8C77EC8}"/>
              </a:ext>
            </a:extLst>
          </p:cNvPr>
          <p:cNvSpPr>
            <a:spLocks noGrp="1"/>
          </p:cNvSpPr>
          <p:nvPr>
            <p:ph type="dt" sz="half" idx="10"/>
          </p:nvPr>
        </p:nvSpPr>
        <p:spPr/>
        <p:txBody>
          <a:bodyPr/>
          <a:lstStyle/>
          <a:p>
            <a:fld id="{120AB2D8-A51D-4405-9B57-D6044E4B625D}" type="datetimeFigureOut">
              <a:rPr lang="en-IN" smtClean="0"/>
              <a:t>06-08-2024</a:t>
            </a:fld>
            <a:endParaRPr lang="en-IN"/>
          </a:p>
        </p:txBody>
      </p:sp>
      <p:sp>
        <p:nvSpPr>
          <p:cNvPr id="5" name="Footer Placeholder 4">
            <a:extLst>
              <a:ext uri="{FF2B5EF4-FFF2-40B4-BE49-F238E27FC236}">
                <a16:creationId xmlns:a16="http://schemas.microsoft.com/office/drawing/2014/main" id="{9A0A3A17-9A85-7FCD-CCDF-3C1DDB7F192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684D6A3-6AED-76A9-876C-EA640F2E4360}"/>
              </a:ext>
            </a:extLst>
          </p:cNvPr>
          <p:cNvSpPr>
            <a:spLocks noGrp="1"/>
          </p:cNvSpPr>
          <p:nvPr>
            <p:ph type="sldNum" sz="quarter" idx="12"/>
          </p:nvPr>
        </p:nvSpPr>
        <p:spPr/>
        <p:txBody>
          <a:bodyPr/>
          <a:lstStyle/>
          <a:p>
            <a:fld id="{5B7F5642-0EE8-4ED0-A643-79C8DD1065A7}" type="slidenum">
              <a:rPr lang="en-IN" smtClean="0"/>
              <a:t>‹#›</a:t>
            </a:fld>
            <a:endParaRPr lang="en-IN"/>
          </a:p>
        </p:txBody>
      </p:sp>
    </p:spTree>
    <p:extLst>
      <p:ext uri="{BB962C8B-B14F-4D97-AF65-F5344CB8AC3E}">
        <p14:creationId xmlns:p14="http://schemas.microsoft.com/office/powerpoint/2010/main" val="22040883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BD3E29-BE40-CAA2-1116-32DB3D6128D1}"/>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28DDE940-772F-A47C-715B-E428DD6D169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D0D7C84-8E4C-ED9E-6AB1-A3F40A467F53}"/>
              </a:ext>
            </a:extLst>
          </p:cNvPr>
          <p:cNvSpPr>
            <a:spLocks noGrp="1"/>
          </p:cNvSpPr>
          <p:nvPr>
            <p:ph type="dt" sz="half" idx="10"/>
          </p:nvPr>
        </p:nvSpPr>
        <p:spPr/>
        <p:txBody>
          <a:bodyPr/>
          <a:lstStyle/>
          <a:p>
            <a:fld id="{120AB2D8-A51D-4405-9B57-D6044E4B625D}" type="datetimeFigureOut">
              <a:rPr lang="en-IN" smtClean="0"/>
              <a:t>06-08-2024</a:t>
            </a:fld>
            <a:endParaRPr lang="en-IN"/>
          </a:p>
        </p:txBody>
      </p:sp>
      <p:sp>
        <p:nvSpPr>
          <p:cNvPr id="5" name="Footer Placeholder 4">
            <a:extLst>
              <a:ext uri="{FF2B5EF4-FFF2-40B4-BE49-F238E27FC236}">
                <a16:creationId xmlns:a16="http://schemas.microsoft.com/office/drawing/2014/main" id="{1BFFDB06-D3AB-99C4-577C-5A5A8FF6C59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E5A18D0-C520-3E2E-F616-C071BC08E7DF}"/>
              </a:ext>
            </a:extLst>
          </p:cNvPr>
          <p:cNvSpPr>
            <a:spLocks noGrp="1"/>
          </p:cNvSpPr>
          <p:nvPr>
            <p:ph type="sldNum" sz="quarter" idx="12"/>
          </p:nvPr>
        </p:nvSpPr>
        <p:spPr/>
        <p:txBody>
          <a:bodyPr/>
          <a:lstStyle/>
          <a:p>
            <a:fld id="{5B7F5642-0EE8-4ED0-A643-79C8DD1065A7}" type="slidenum">
              <a:rPr lang="en-IN" smtClean="0"/>
              <a:t>‹#›</a:t>
            </a:fld>
            <a:endParaRPr lang="en-IN"/>
          </a:p>
        </p:txBody>
      </p:sp>
    </p:spTree>
    <p:extLst>
      <p:ext uri="{BB962C8B-B14F-4D97-AF65-F5344CB8AC3E}">
        <p14:creationId xmlns:p14="http://schemas.microsoft.com/office/powerpoint/2010/main" val="7352418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5BEFAD-347B-C4C6-B666-4B940278D76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0F48FBB7-CA9A-3468-2791-56FE77A6EDB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A171705-9E9D-9F1A-8CE8-B4966AA2C04E}"/>
              </a:ext>
            </a:extLst>
          </p:cNvPr>
          <p:cNvSpPr>
            <a:spLocks noGrp="1"/>
          </p:cNvSpPr>
          <p:nvPr>
            <p:ph type="dt" sz="half" idx="10"/>
          </p:nvPr>
        </p:nvSpPr>
        <p:spPr/>
        <p:txBody>
          <a:bodyPr/>
          <a:lstStyle/>
          <a:p>
            <a:fld id="{120AB2D8-A51D-4405-9B57-D6044E4B625D}" type="datetimeFigureOut">
              <a:rPr lang="en-IN" smtClean="0"/>
              <a:t>06-08-2024</a:t>
            </a:fld>
            <a:endParaRPr lang="en-IN"/>
          </a:p>
        </p:txBody>
      </p:sp>
      <p:sp>
        <p:nvSpPr>
          <p:cNvPr id="5" name="Footer Placeholder 4">
            <a:extLst>
              <a:ext uri="{FF2B5EF4-FFF2-40B4-BE49-F238E27FC236}">
                <a16:creationId xmlns:a16="http://schemas.microsoft.com/office/drawing/2014/main" id="{C6E27856-E196-3E59-13F5-2954F8FCF48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BEACF7C-156E-3520-EEDF-374E84464857}"/>
              </a:ext>
            </a:extLst>
          </p:cNvPr>
          <p:cNvSpPr>
            <a:spLocks noGrp="1"/>
          </p:cNvSpPr>
          <p:nvPr>
            <p:ph type="sldNum" sz="quarter" idx="12"/>
          </p:nvPr>
        </p:nvSpPr>
        <p:spPr/>
        <p:txBody>
          <a:bodyPr/>
          <a:lstStyle/>
          <a:p>
            <a:fld id="{5B7F5642-0EE8-4ED0-A643-79C8DD1065A7}" type="slidenum">
              <a:rPr lang="en-IN" smtClean="0"/>
              <a:t>‹#›</a:t>
            </a:fld>
            <a:endParaRPr lang="en-IN"/>
          </a:p>
        </p:txBody>
      </p:sp>
    </p:spTree>
    <p:extLst>
      <p:ext uri="{BB962C8B-B14F-4D97-AF65-F5344CB8AC3E}">
        <p14:creationId xmlns:p14="http://schemas.microsoft.com/office/powerpoint/2010/main" val="29431312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24695C-D64B-CE23-570D-F83FE92227C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3540372-FA72-CC85-B80D-056BF2AB1C5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0532E6FA-E687-C8DD-1341-A27DA79F5CF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DFE6CE5D-C326-0A05-63AC-96832297033E}"/>
              </a:ext>
            </a:extLst>
          </p:cNvPr>
          <p:cNvSpPr>
            <a:spLocks noGrp="1"/>
          </p:cNvSpPr>
          <p:nvPr>
            <p:ph type="dt" sz="half" idx="10"/>
          </p:nvPr>
        </p:nvSpPr>
        <p:spPr/>
        <p:txBody>
          <a:bodyPr/>
          <a:lstStyle/>
          <a:p>
            <a:fld id="{120AB2D8-A51D-4405-9B57-D6044E4B625D}" type="datetimeFigureOut">
              <a:rPr lang="en-IN" smtClean="0"/>
              <a:t>06-08-2024</a:t>
            </a:fld>
            <a:endParaRPr lang="en-IN"/>
          </a:p>
        </p:txBody>
      </p:sp>
      <p:sp>
        <p:nvSpPr>
          <p:cNvPr id="6" name="Footer Placeholder 5">
            <a:extLst>
              <a:ext uri="{FF2B5EF4-FFF2-40B4-BE49-F238E27FC236}">
                <a16:creationId xmlns:a16="http://schemas.microsoft.com/office/drawing/2014/main" id="{7865FB09-B0D1-A52B-6CC9-0591B47E336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DE359C5-585B-4BE9-59AD-B1C9F3B23A0F}"/>
              </a:ext>
            </a:extLst>
          </p:cNvPr>
          <p:cNvSpPr>
            <a:spLocks noGrp="1"/>
          </p:cNvSpPr>
          <p:nvPr>
            <p:ph type="sldNum" sz="quarter" idx="12"/>
          </p:nvPr>
        </p:nvSpPr>
        <p:spPr/>
        <p:txBody>
          <a:bodyPr/>
          <a:lstStyle/>
          <a:p>
            <a:fld id="{5B7F5642-0EE8-4ED0-A643-79C8DD1065A7}" type="slidenum">
              <a:rPr lang="en-IN" smtClean="0"/>
              <a:t>‹#›</a:t>
            </a:fld>
            <a:endParaRPr lang="en-IN"/>
          </a:p>
        </p:txBody>
      </p:sp>
    </p:spTree>
    <p:extLst>
      <p:ext uri="{BB962C8B-B14F-4D97-AF65-F5344CB8AC3E}">
        <p14:creationId xmlns:p14="http://schemas.microsoft.com/office/powerpoint/2010/main" val="22050390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FD108D-4ECA-692C-93A3-67A3A8A7968D}"/>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440670F-AEAD-8D16-7587-AFDFF223C22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9E9775D-714E-65FB-CC15-015F52F3449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B9944B21-FED5-B8B5-B4A4-D6DB6EE66EC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50316F1-E39D-8792-E8E6-1DAB4AD21F8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F74B7D86-978A-BE82-CD68-79B30AFF4B4D}"/>
              </a:ext>
            </a:extLst>
          </p:cNvPr>
          <p:cNvSpPr>
            <a:spLocks noGrp="1"/>
          </p:cNvSpPr>
          <p:nvPr>
            <p:ph type="dt" sz="half" idx="10"/>
          </p:nvPr>
        </p:nvSpPr>
        <p:spPr/>
        <p:txBody>
          <a:bodyPr/>
          <a:lstStyle/>
          <a:p>
            <a:fld id="{120AB2D8-A51D-4405-9B57-D6044E4B625D}" type="datetimeFigureOut">
              <a:rPr lang="en-IN" smtClean="0"/>
              <a:t>06-08-2024</a:t>
            </a:fld>
            <a:endParaRPr lang="en-IN"/>
          </a:p>
        </p:txBody>
      </p:sp>
      <p:sp>
        <p:nvSpPr>
          <p:cNvPr id="8" name="Footer Placeholder 7">
            <a:extLst>
              <a:ext uri="{FF2B5EF4-FFF2-40B4-BE49-F238E27FC236}">
                <a16:creationId xmlns:a16="http://schemas.microsoft.com/office/drawing/2014/main" id="{9091F899-F86E-1958-826F-AE807FB863C1}"/>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34EF8B9F-05BE-666A-6C26-D81971A5BB59}"/>
              </a:ext>
            </a:extLst>
          </p:cNvPr>
          <p:cNvSpPr>
            <a:spLocks noGrp="1"/>
          </p:cNvSpPr>
          <p:nvPr>
            <p:ph type="sldNum" sz="quarter" idx="12"/>
          </p:nvPr>
        </p:nvSpPr>
        <p:spPr/>
        <p:txBody>
          <a:bodyPr/>
          <a:lstStyle/>
          <a:p>
            <a:fld id="{5B7F5642-0EE8-4ED0-A643-79C8DD1065A7}" type="slidenum">
              <a:rPr lang="en-IN" smtClean="0"/>
              <a:t>‹#›</a:t>
            </a:fld>
            <a:endParaRPr lang="en-IN"/>
          </a:p>
        </p:txBody>
      </p:sp>
    </p:spTree>
    <p:extLst>
      <p:ext uri="{BB962C8B-B14F-4D97-AF65-F5344CB8AC3E}">
        <p14:creationId xmlns:p14="http://schemas.microsoft.com/office/powerpoint/2010/main" val="6166154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375E65-C984-A5AA-879F-A97DC08F333D}"/>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2115E357-D640-92CF-02C7-A77853484C65}"/>
              </a:ext>
            </a:extLst>
          </p:cNvPr>
          <p:cNvSpPr>
            <a:spLocks noGrp="1"/>
          </p:cNvSpPr>
          <p:nvPr>
            <p:ph type="dt" sz="half" idx="10"/>
          </p:nvPr>
        </p:nvSpPr>
        <p:spPr/>
        <p:txBody>
          <a:bodyPr/>
          <a:lstStyle/>
          <a:p>
            <a:fld id="{120AB2D8-A51D-4405-9B57-D6044E4B625D}" type="datetimeFigureOut">
              <a:rPr lang="en-IN" smtClean="0"/>
              <a:t>06-08-2024</a:t>
            </a:fld>
            <a:endParaRPr lang="en-IN"/>
          </a:p>
        </p:txBody>
      </p:sp>
      <p:sp>
        <p:nvSpPr>
          <p:cNvPr id="4" name="Footer Placeholder 3">
            <a:extLst>
              <a:ext uri="{FF2B5EF4-FFF2-40B4-BE49-F238E27FC236}">
                <a16:creationId xmlns:a16="http://schemas.microsoft.com/office/drawing/2014/main" id="{BC46EC9B-6291-BE8B-0B4A-6AD9C8792846}"/>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2D476D9F-83E0-44E5-CBE8-9050DC7887AF}"/>
              </a:ext>
            </a:extLst>
          </p:cNvPr>
          <p:cNvSpPr>
            <a:spLocks noGrp="1"/>
          </p:cNvSpPr>
          <p:nvPr>
            <p:ph type="sldNum" sz="quarter" idx="12"/>
          </p:nvPr>
        </p:nvSpPr>
        <p:spPr/>
        <p:txBody>
          <a:bodyPr/>
          <a:lstStyle/>
          <a:p>
            <a:fld id="{5B7F5642-0EE8-4ED0-A643-79C8DD1065A7}" type="slidenum">
              <a:rPr lang="en-IN" smtClean="0"/>
              <a:t>‹#›</a:t>
            </a:fld>
            <a:endParaRPr lang="en-IN"/>
          </a:p>
        </p:txBody>
      </p:sp>
    </p:spTree>
    <p:extLst>
      <p:ext uri="{BB962C8B-B14F-4D97-AF65-F5344CB8AC3E}">
        <p14:creationId xmlns:p14="http://schemas.microsoft.com/office/powerpoint/2010/main" val="16635668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1EB948D-970F-141D-7236-CD529B1F0494}"/>
              </a:ext>
            </a:extLst>
          </p:cNvPr>
          <p:cNvSpPr>
            <a:spLocks noGrp="1"/>
          </p:cNvSpPr>
          <p:nvPr>
            <p:ph type="dt" sz="half" idx="10"/>
          </p:nvPr>
        </p:nvSpPr>
        <p:spPr/>
        <p:txBody>
          <a:bodyPr/>
          <a:lstStyle/>
          <a:p>
            <a:fld id="{120AB2D8-A51D-4405-9B57-D6044E4B625D}" type="datetimeFigureOut">
              <a:rPr lang="en-IN" smtClean="0"/>
              <a:t>06-08-2024</a:t>
            </a:fld>
            <a:endParaRPr lang="en-IN"/>
          </a:p>
        </p:txBody>
      </p:sp>
      <p:sp>
        <p:nvSpPr>
          <p:cNvPr id="3" name="Footer Placeholder 2">
            <a:extLst>
              <a:ext uri="{FF2B5EF4-FFF2-40B4-BE49-F238E27FC236}">
                <a16:creationId xmlns:a16="http://schemas.microsoft.com/office/drawing/2014/main" id="{618FFC89-23B8-7A2E-A664-51AE144DDF69}"/>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3D6861BA-769C-3081-80B9-F83CC2D5B021}"/>
              </a:ext>
            </a:extLst>
          </p:cNvPr>
          <p:cNvSpPr>
            <a:spLocks noGrp="1"/>
          </p:cNvSpPr>
          <p:nvPr>
            <p:ph type="sldNum" sz="quarter" idx="12"/>
          </p:nvPr>
        </p:nvSpPr>
        <p:spPr/>
        <p:txBody>
          <a:bodyPr/>
          <a:lstStyle/>
          <a:p>
            <a:fld id="{5B7F5642-0EE8-4ED0-A643-79C8DD1065A7}" type="slidenum">
              <a:rPr lang="en-IN" smtClean="0"/>
              <a:t>‹#›</a:t>
            </a:fld>
            <a:endParaRPr lang="en-IN"/>
          </a:p>
        </p:txBody>
      </p:sp>
    </p:spTree>
    <p:extLst>
      <p:ext uri="{BB962C8B-B14F-4D97-AF65-F5344CB8AC3E}">
        <p14:creationId xmlns:p14="http://schemas.microsoft.com/office/powerpoint/2010/main" val="36291391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29B349-B96F-7A3F-282E-46E4903AD30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6C339B6B-F82A-F94A-0A95-A13F8769913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5721533F-5C4B-87C3-FA5B-422359E3E78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CBA7F49-ECC2-C0F8-1AFB-94241033BD56}"/>
              </a:ext>
            </a:extLst>
          </p:cNvPr>
          <p:cNvSpPr>
            <a:spLocks noGrp="1"/>
          </p:cNvSpPr>
          <p:nvPr>
            <p:ph type="dt" sz="half" idx="10"/>
          </p:nvPr>
        </p:nvSpPr>
        <p:spPr/>
        <p:txBody>
          <a:bodyPr/>
          <a:lstStyle/>
          <a:p>
            <a:fld id="{120AB2D8-A51D-4405-9B57-D6044E4B625D}" type="datetimeFigureOut">
              <a:rPr lang="en-IN" smtClean="0"/>
              <a:t>06-08-2024</a:t>
            </a:fld>
            <a:endParaRPr lang="en-IN"/>
          </a:p>
        </p:txBody>
      </p:sp>
      <p:sp>
        <p:nvSpPr>
          <p:cNvPr id="6" name="Footer Placeholder 5">
            <a:extLst>
              <a:ext uri="{FF2B5EF4-FFF2-40B4-BE49-F238E27FC236}">
                <a16:creationId xmlns:a16="http://schemas.microsoft.com/office/drawing/2014/main" id="{2BE14A80-1664-75C6-07A8-57A24233D1D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4941E01-FF36-A214-561C-96C78E725AAE}"/>
              </a:ext>
            </a:extLst>
          </p:cNvPr>
          <p:cNvSpPr>
            <a:spLocks noGrp="1"/>
          </p:cNvSpPr>
          <p:nvPr>
            <p:ph type="sldNum" sz="quarter" idx="12"/>
          </p:nvPr>
        </p:nvSpPr>
        <p:spPr/>
        <p:txBody>
          <a:bodyPr/>
          <a:lstStyle/>
          <a:p>
            <a:fld id="{5B7F5642-0EE8-4ED0-A643-79C8DD1065A7}" type="slidenum">
              <a:rPr lang="en-IN" smtClean="0"/>
              <a:t>‹#›</a:t>
            </a:fld>
            <a:endParaRPr lang="en-IN"/>
          </a:p>
        </p:txBody>
      </p:sp>
    </p:spTree>
    <p:extLst>
      <p:ext uri="{BB962C8B-B14F-4D97-AF65-F5344CB8AC3E}">
        <p14:creationId xmlns:p14="http://schemas.microsoft.com/office/powerpoint/2010/main" val="25028019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F2199F-7FA6-5E00-CE8C-7E383C6A7BE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5457E5FF-B994-EA17-A3DB-DD8E2D6A939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B106EB60-10DD-F465-B700-BF3D1562BC5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6FD2BD9-6A30-D4D6-A471-0BD21EE5BA80}"/>
              </a:ext>
            </a:extLst>
          </p:cNvPr>
          <p:cNvSpPr>
            <a:spLocks noGrp="1"/>
          </p:cNvSpPr>
          <p:nvPr>
            <p:ph type="dt" sz="half" idx="10"/>
          </p:nvPr>
        </p:nvSpPr>
        <p:spPr/>
        <p:txBody>
          <a:bodyPr/>
          <a:lstStyle/>
          <a:p>
            <a:fld id="{120AB2D8-A51D-4405-9B57-D6044E4B625D}" type="datetimeFigureOut">
              <a:rPr lang="en-IN" smtClean="0"/>
              <a:t>06-08-2024</a:t>
            </a:fld>
            <a:endParaRPr lang="en-IN"/>
          </a:p>
        </p:txBody>
      </p:sp>
      <p:sp>
        <p:nvSpPr>
          <p:cNvPr id="6" name="Footer Placeholder 5">
            <a:extLst>
              <a:ext uri="{FF2B5EF4-FFF2-40B4-BE49-F238E27FC236}">
                <a16:creationId xmlns:a16="http://schemas.microsoft.com/office/drawing/2014/main" id="{BE6B2C07-B13B-7313-565E-F7DF9A5C808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2165C34-49B8-8389-1C48-52035A818E35}"/>
              </a:ext>
            </a:extLst>
          </p:cNvPr>
          <p:cNvSpPr>
            <a:spLocks noGrp="1"/>
          </p:cNvSpPr>
          <p:nvPr>
            <p:ph type="sldNum" sz="quarter" idx="12"/>
          </p:nvPr>
        </p:nvSpPr>
        <p:spPr/>
        <p:txBody>
          <a:bodyPr/>
          <a:lstStyle/>
          <a:p>
            <a:fld id="{5B7F5642-0EE8-4ED0-A643-79C8DD1065A7}" type="slidenum">
              <a:rPr lang="en-IN" smtClean="0"/>
              <a:t>‹#›</a:t>
            </a:fld>
            <a:endParaRPr lang="en-IN"/>
          </a:p>
        </p:txBody>
      </p:sp>
    </p:spTree>
    <p:extLst>
      <p:ext uri="{BB962C8B-B14F-4D97-AF65-F5344CB8AC3E}">
        <p14:creationId xmlns:p14="http://schemas.microsoft.com/office/powerpoint/2010/main" val="538445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05250C-7CF2-E060-42F0-C1D1B3D452B5}"/>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7923B32A-CB80-0978-012E-4D9DCFA4017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4B830A2-658E-10FB-3F50-F47EAB212AA4}"/>
              </a:ext>
            </a:extLst>
          </p:cNvPr>
          <p:cNvSpPr>
            <a:spLocks noGrp="1"/>
          </p:cNvSpPr>
          <p:nvPr>
            <p:ph type="dt" sz="half" idx="10"/>
          </p:nvPr>
        </p:nvSpPr>
        <p:spPr/>
        <p:txBody>
          <a:bodyPr/>
          <a:lstStyle/>
          <a:p>
            <a:fld id="{120AB2D8-A51D-4405-9B57-D6044E4B625D}" type="datetimeFigureOut">
              <a:rPr lang="en-IN" smtClean="0"/>
              <a:t>06-08-2024</a:t>
            </a:fld>
            <a:endParaRPr lang="en-IN"/>
          </a:p>
        </p:txBody>
      </p:sp>
      <p:sp>
        <p:nvSpPr>
          <p:cNvPr id="5" name="Footer Placeholder 4">
            <a:extLst>
              <a:ext uri="{FF2B5EF4-FFF2-40B4-BE49-F238E27FC236}">
                <a16:creationId xmlns:a16="http://schemas.microsoft.com/office/drawing/2014/main" id="{FC86C4BA-C02D-4A9C-1234-8B002200A4B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A9C2AF5-8697-2CEE-AAB4-A5D6029848D2}"/>
              </a:ext>
            </a:extLst>
          </p:cNvPr>
          <p:cNvSpPr>
            <a:spLocks noGrp="1"/>
          </p:cNvSpPr>
          <p:nvPr>
            <p:ph type="sldNum" sz="quarter" idx="12"/>
          </p:nvPr>
        </p:nvSpPr>
        <p:spPr/>
        <p:txBody>
          <a:bodyPr/>
          <a:lstStyle/>
          <a:p>
            <a:fld id="{5B7F5642-0EE8-4ED0-A643-79C8DD1065A7}" type="slidenum">
              <a:rPr lang="en-IN" smtClean="0"/>
              <a:t>‹#›</a:t>
            </a:fld>
            <a:endParaRPr lang="en-IN"/>
          </a:p>
        </p:txBody>
      </p:sp>
    </p:spTree>
    <p:extLst>
      <p:ext uri="{BB962C8B-B14F-4D97-AF65-F5344CB8AC3E}">
        <p14:creationId xmlns:p14="http://schemas.microsoft.com/office/powerpoint/2010/main" val="30199542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96B919B-EB6B-2B35-E521-FD478F9756D1}"/>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4A5B05D-80F2-6317-09E5-385B18BD1A0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A0F1439-05DF-E76B-5E41-C31E771D5C20}"/>
              </a:ext>
            </a:extLst>
          </p:cNvPr>
          <p:cNvSpPr>
            <a:spLocks noGrp="1"/>
          </p:cNvSpPr>
          <p:nvPr>
            <p:ph type="dt" sz="half" idx="10"/>
          </p:nvPr>
        </p:nvSpPr>
        <p:spPr/>
        <p:txBody>
          <a:bodyPr/>
          <a:lstStyle/>
          <a:p>
            <a:fld id="{120AB2D8-A51D-4405-9B57-D6044E4B625D}" type="datetimeFigureOut">
              <a:rPr lang="en-IN" smtClean="0"/>
              <a:t>06-08-2024</a:t>
            </a:fld>
            <a:endParaRPr lang="en-IN"/>
          </a:p>
        </p:txBody>
      </p:sp>
      <p:sp>
        <p:nvSpPr>
          <p:cNvPr id="5" name="Footer Placeholder 4">
            <a:extLst>
              <a:ext uri="{FF2B5EF4-FFF2-40B4-BE49-F238E27FC236}">
                <a16:creationId xmlns:a16="http://schemas.microsoft.com/office/drawing/2014/main" id="{5F68D8C6-6877-645A-7A2C-C17769FD72C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468C0CA-4DE9-0950-3B8B-8DC41BEFCE62}"/>
              </a:ext>
            </a:extLst>
          </p:cNvPr>
          <p:cNvSpPr>
            <a:spLocks noGrp="1"/>
          </p:cNvSpPr>
          <p:nvPr>
            <p:ph type="sldNum" sz="quarter" idx="12"/>
          </p:nvPr>
        </p:nvSpPr>
        <p:spPr/>
        <p:txBody>
          <a:bodyPr/>
          <a:lstStyle/>
          <a:p>
            <a:fld id="{5B7F5642-0EE8-4ED0-A643-79C8DD1065A7}" type="slidenum">
              <a:rPr lang="en-IN" smtClean="0"/>
              <a:t>‹#›</a:t>
            </a:fld>
            <a:endParaRPr lang="en-IN"/>
          </a:p>
        </p:txBody>
      </p:sp>
    </p:spTree>
    <p:extLst>
      <p:ext uri="{BB962C8B-B14F-4D97-AF65-F5344CB8AC3E}">
        <p14:creationId xmlns:p14="http://schemas.microsoft.com/office/powerpoint/2010/main" val="22712445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srcRect/>
          <a:tile tx="0" ty="0" sx="100000" sy="100000" flip="none" algn="tl"/>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18C5D45-2A52-6B28-C5D8-69620E40A27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32D74012-C230-4568-718E-E3C1E53A98A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F957928-6CF4-D43A-84D7-5B3C9E97488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20AB2D8-A51D-4405-9B57-D6044E4B625D}" type="datetimeFigureOut">
              <a:rPr lang="en-IN" smtClean="0"/>
              <a:t>06-08-2024</a:t>
            </a:fld>
            <a:endParaRPr lang="en-IN"/>
          </a:p>
        </p:txBody>
      </p:sp>
      <p:sp>
        <p:nvSpPr>
          <p:cNvPr id="5" name="Footer Placeholder 4">
            <a:extLst>
              <a:ext uri="{FF2B5EF4-FFF2-40B4-BE49-F238E27FC236}">
                <a16:creationId xmlns:a16="http://schemas.microsoft.com/office/drawing/2014/main" id="{AD5B9682-EBC9-182B-02AA-6DDB2B61506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8CF3C694-7390-FDD1-41FA-4A4A9D5B4B4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B7F5642-0EE8-4ED0-A643-79C8DD1065A7}" type="slidenum">
              <a:rPr lang="en-IN" smtClean="0"/>
              <a:t>‹#›</a:t>
            </a:fld>
            <a:endParaRPr lang="en-IN"/>
          </a:p>
        </p:txBody>
      </p:sp>
    </p:spTree>
    <p:extLst>
      <p:ext uri="{BB962C8B-B14F-4D97-AF65-F5344CB8AC3E}">
        <p14:creationId xmlns:p14="http://schemas.microsoft.com/office/powerpoint/2010/main" val="139363352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33FA7F4B-5421-9E97-DCC6-45A60BD606D8}"/>
              </a:ext>
            </a:extLst>
          </p:cNvPr>
          <p:cNvSpPr/>
          <p:nvPr/>
        </p:nvSpPr>
        <p:spPr>
          <a:xfrm>
            <a:off x="2025456" y="2548235"/>
            <a:ext cx="7651944" cy="1200329"/>
          </a:xfrm>
          <a:prstGeom prst="rect">
            <a:avLst/>
          </a:prstGeom>
          <a:noFill/>
        </p:spPr>
        <p:txBody>
          <a:bodyPr wrap="square" lIns="91440" tIns="45720" rIns="91440" bIns="45720">
            <a:spAutoFit/>
          </a:bodyPr>
          <a:lstStyle/>
          <a:p>
            <a:pPr algn="ctr"/>
            <a:r>
              <a:rPr lang="en-US" sz="7200" b="0" cap="none" spc="0" dirty="0">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rPr>
              <a:t>SPRING IOC</a:t>
            </a:r>
          </a:p>
        </p:txBody>
      </p:sp>
    </p:spTree>
    <p:extLst>
      <p:ext uri="{BB962C8B-B14F-4D97-AF65-F5344CB8AC3E}">
        <p14:creationId xmlns:p14="http://schemas.microsoft.com/office/powerpoint/2010/main" val="32769955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DF6A9D-7685-E35B-431E-FCA69542BF68}"/>
              </a:ext>
            </a:extLst>
          </p:cNvPr>
          <p:cNvSpPr>
            <a:spLocks noGrp="1"/>
          </p:cNvSpPr>
          <p:nvPr>
            <p:ph type="title"/>
          </p:nvPr>
        </p:nvSpPr>
        <p:spPr>
          <a:xfrm>
            <a:off x="1352550" y="373742"/>
            <a:ext cx="10515600" cy="614589"/>
          </a:xfrm>
        </p:spPr>
        <p:txBody>
          <a:bodyPr>
            <a:normAutofit/>
          </a:bodyPr>
          <a:lstStyle/>
          <a:p>
            <a:r>
              <a:rPr lang="en-US" sz="3600" dirty="0">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latin typeface="+mn-lt"/>
                <a:ea typeface="+mn-ea"/>
                <a:cs typeface="+mn-cs"/>
              </a:rPr>
              <a:t>IoC container</a:t>
            </a:r>
            <a:endParaRPr lang="en-IN" sz="3600" dirty="0">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latin typeface="+mn-lt"/>
              <a:ea typeface="+mn-ea"/>
              <a:cs typeface="+mn-cs"/>
            </a:endParaRPr>
          </a:p>
        </p:txBody>
      </p:sp>
      <p:sp>
        <p:nvSpPr>
          <p:cNvPr id="3" name="Content Placeholder 2">
            <a:extLst>
              <a:ext uri="{FF2B5EF4-FFF2-40B4-BE49-F238E27FC236}">
                <a16:creationId xmlns:a16="http://schemas.microsoft.com/office/drawing/2014/main" id="{A36FBEFD-D5FF-2D2C-1357-7AB6F1BC428A}"/>
              </a:ext>
            </a:extLst>
          </p:cNvPr>
          <p:cNvSpPr>
            <a:spLocks noGrp="1"/>
          </p:cNvSpPr>
          <p:nvPr>
            <p:ph idx="1"/>
          </p:nvPr>
        </p:nvSpPr>
        <p:spPr>
          <a:xfrm>
            <a:off x="167951" y="3844212"/>
            <a:ext cx="11027229" cy="1632857"/>
          </a:xfrm>
        </p:spPr>
        <p:txBody>
          <a:bodyPr>
            <a:normAutofit fontScale="92500" lnSpcReduction="20000"/>
          </a:bodyPr>
          <a:lstStyle/>
          <a:p>
            <a:r>
              <a:rPr lang="en-US" sz="2800" dirty="0"/>
              <a:t>IoC container is a framework for implementing automated dependency injection.</a:t>
            </a:r>
          </a:p>
          <a:p>
            <a:r>
              <a:rPr lang="en-US" dirty="0"/>
              <a:t>The IoC container is accountable to instantiate, configure and construct the objects. It gets pieces of information from the XML file and performs accordingly.</a:t>
            </a:r>
            <a:endParaRPr lang="en-IN" dirty="0"/>
          </a:p>
        </p:txBody>
      </p:sp>
      <p:sp>
        <p:nvSpPr>
          <p:cNvPr id="5" name="TextBox 4">
            <a:extLst>
              <a:ext uri="{FF2B5EF4-FFF2-40B4-BE49-F238E27FC236}">
                <a16:creationId xmlns:a16="http://schemas.microsoft.com/office/drawing/2014/main" id="{EFA1A75D-9E94-AEA3-ED21-B803B4B9D382}"/>
              </a:ext>
            </a:extLst>
          </p:cNvPr>
          <p:cNvSpPr txBox="1"/>
          <p:nvPr/>
        </p:nvSpPr>
        <p:spPr>
          <a:xfrm>
            <a:off x="65314" y="1214640"/>
            <a:ext cx="11649270" cy="2092881"/>
          </a:xfrm>
          <a:prstGeom prst="rect">
            <a:avLst/>
          </a:prstGeom>
          <a:noFill/>
        </p:spPr>
        <p:txBody>
          <a:bodyPr wrap="square">
            <a:spAutoFit/>
          </a:bodyPr>
          <a:lstStyle/>
          <a:p>
            <a:r>
              <a:rPr lang="en-US" sz="2600" dirty="0"/>
              <a:t>In programming, a </a:t>
            </a:r>
            <a:r>
              <a:rPr lang="en-US" sz="2600" b="1" dirty="0"/>
              <a:t>container</a:t>
            </a:r>
            <a:r>
              <a:rPr lang="en-US" sz="2600" dirty="0"/>
              <a:t> is a lightweight, portable package of application code and its dependencies that allows the code to run in any computing environment. Containers can include libraries, binaries, configuration files, and frameworks. </a:t>
            </a:r>
          </a:p>
          <a:p>
            <a:r>
              <a:rPr lang="en-US" sz="2600" dirty="0"/>
              <a:t>a </a:t>
            </a:r>
            <a:r>
              <a:rPr lang="en-US" sz="2600" b="1" dirty="0"/>
              <a:t>bean</a:t>
            </a:r>
            <a:r>
              <a:rPr lang="en-US" sz="2600" dirty="0"/>
              <a:t> is an object that is instantiated, assembled, and managed by the Spring IoC (Inversion of Control) container. </a:t>
            </a:r>
            <a:endParaRPr lang="en-IN" sz="2600" dirty="0"/>
          </a:p>
        </p:txBody>
      </p:sp>
    </p:spTree>
    <p:extLst>
      <p:ext uri="{BB962C8B-B14F-4D97-AF65-F5344CB8AC3E}">
        <p14:creationId xmlns:p14="http://schemas.microsoft.com/office/powerpoint/2010/main" val="16867775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CC5471-A022-561A-E36E-9356ACDE3062}"/>
              </a:ext>
            </a:extLst>
          </p:cNvPr>
          <p:cNvSpPr>
            <a:spLocks noGrp="1"/>
          </p:cNvSpPr>
          <p:nvPr>
            <p:ph type="title"/>
          </p:nvPr>
        </p:nvSpPr>
        <p:spPr/>
        <p:txBody>
          <a:bodyPr/>
          <a:lstStyle/>
          <a:p>
            <a:r>
              <a:rPr lang="en-US" dirty="0"/>
              <a:t>What is Lifecycle of a Bean in Spring?</a:t>
            </a:r>
            <a:endParaRPr lang="en-IN" dirty="0"/>
          </a:p>
        </p:txBody>
      </p:sp>
      <p:pic>
        <p:nvPicPr>
          <p:cNvPr id="6146" name="Picture 2" descr="Spring Bean Life Cycle">
            <a:extLst>
              <a:ext uri="{FF2B5EF4-FFF2-40B4-BE49-F238E27FC236}">
                <a16:creationId xmlns:a16="http://schemas.microsoft.com/office/drawing/2014/main" id="{E84740C4-9E30-06C5-4B9B-671D8CFE719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389" y="2167034"/>
            <a:ext cx="4991100" cy="3886200"/>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66DCF23B-0EE5-C06E-67A9-EE41D44093A5}"/>
              </a:ext>
            </a:extLst>
          </p:cNvPr>
          <p:cNvPicPr>
            <a:picLocks noChangeAspect="1"/>
          </p:cNvPicPr>
          <p:nvPr/>
        </p:nvPicPr>
        <p:blipFill>
          <a:blip r:embed="rId3"/>
          <a:stretch>
            <a:fillRect/>
          </a:stretch>
        </p:blipFill>
        <p:spPr>
          <a:xfrm>
            <a:off x="5372489" y="1938434"/>
            <a:ext cx="6219825" cy="4343400"/>
          </a:xfrm>
          <a:prstGeom prst="rect">
            <a:avLst/>
          </a:prstGeom>
        </p:spPr>
      </p:pic>
    </p:spTree>
    <p:extLst>
      <p:ext uri="{BB962C8B-B14F-4D97-AF65-F5344CB8AC3E}">
        <p14:creationId xmlns:p14="http://schemas.microsoft.com/office/powerpoint/2010/main" val="32886453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358A8A65-34E7-FF57-A71A-36DB06C5791D}"/>
              </a:ext>
            </a:extLst>
          </p:cNvPr>
          <p:cNvPicPr>
            <a:picLocks noChangeAspect="1"/>
          </p:cNvPicPr>
          <p:nvPr/>
        </p:nvPicPr>
        <p:blipFill>
          <a:blip r:embed="rId2"/>
          <a:stretch>
            <a:fillRect/>
          </a:stretch>
        </p:blipFill>
        <p:spPr>
          <a:xfrm>
            <a:off x="242596" y="214604"/>
            <a:ext cx="11327363" cy="6344815"/>
          </a:xfrm>
          <a:prstGeom prst="rect">
            <a:avLst/>
          </a:prstGeom>
        </p:spPr>
      </p:pic>
    </p:spTree>
    <p:extLst>
      <p:ext uri="{BB962C8B-B14F-4D97-AF65-F5344CB8AC3E}">
        <p14:creationId xmlns:p14="http://schemas.microsoft.com/office/powerpoint/2010/main" val="351643608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A9DD0C-9C74-749F-6421-B90FD6FDFE42}"/>
              </a:ext>
            </a:extLst>
          </p:cNvPr>
          <p:cNvSpPr>
            <a:spLocks noGrp="1"/>
          </p:cNvSpPr>
          <p:nvPr>
            <p:ph type="title"/>
          </p:nvPr>
        </p:nvSpPr>
        <p:spPr>
          <a:xfrm>
            <a:off x="838200" y="365125"/>
            <a:ext cx="10515600" cy="633251"/>
          </a:xfrm>
        </p:spPr>
        <p:txBody>
          <a:bodyPr>
            <a:normAutofit fontScale="90000"/>
          </a:bodyPr>
          <a:lstStyle/>
          <a:p>
            <a:r>
              <a:rPr lang="en-US" sz="3200" dirty="0"/>
              <a:t>Understanding Inversion of Control (IoC):</a:t>
            </a:r>
            <a:br>
              <a:rPr lang="en-IN" sz="1200" b="0" i="0" dirty="0">
                <a:solidFill>
                  <a:srgbClr val="272C37"/>
                </a:solidFill>
                <a:effectLst/>
                <a:latin typeface="Roboto" panose="02000000000000000000" pitchFamily="2" charset="0"/>
              </a:rPr>
            </a:br>
            <a:r>
              <a:rPr lang="en-IN" sz="1200" b="0" i="0" dirty="0">
                <a:solidFill>
                  <a:srgbClr val="272C37"/>
                </a:solidFill>
                <a:effectLst/>
                <a:latin typeface="Roboto" panose="02000000000000000000" pitchFamily="2" charset="0"/>
              </a:rPr>
              <a:t> </a:t>
            </a:r>
            <a:endParaRPr lang="en-IN" sz="3200" dirty="0"/>
          </a:p>
        </p:txBody>
      </p:sp>
      <p:sp>
        <p:nvSpPr>
          <p:cNvPr id="3" name="Content Placeholder 2">
            <a:extLst>
              <a:ext uri="{FF2B5EF4-FFF2-40B4-BE49-F238E27FC236}">
                <a16:creationId xmlns:a16="http://schemas.microsoft.com/office/drawing/2014/main" id="{37AA459E-54BB-67AF-A222-5A20C2E6BEA4}"/>
              </a:ext>
            </a:extLst>
          </p:cNvPr>
          <p:cNvSpPr>
            <a:spLocks noGrp="1"/>
          </p:cNvSpPr>
          <p:nvPr>
            <p:ph idx="1"/>
          </p:nvPr>
        </p:nvSpPr>
        <p:spPr>
          <a:xfrm>
            <a:off x="838200" y="998376"/>
            <a:ext cx="10515600" cy="5178587"/>
          </a:xfrm>
        </p:spPr>
        <p:txBody>
          <a:bodyPr/>
          <a:lstStyle/>
          <a:p>
            <a:r>
              <a:rPr lang="en-US" dirty="0"/>
              <a:t>With IoC, you delegate the responsibility of object creation and dependency management to the Spring container. Instead of creating objects explicitly, you define their dependencies through configuration files or annotations. The container then handles the rest, creating objects and automatically wiring dependencies during runtime.</a:t>
            </a:r>
            <a:endParaRPr lang="en-IN" dirty="0"/>
          </a:p>
        </p:txBody>
      </p:sp>
    </p:spTree>
    <p:extLst>
      <p:ext uri="{BB962C8B-B14F-4D97-AF65-F5344CB8AC3E}">
        <p14:creationId xmlns:p14="http://schemas.microsoft.com/office/powerpoint/2010/main" val="425421074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0FC1CC-EA37-0170-000D-91584AD9FF0F}"/>
              </a:ext>
            </a:extLst>
          </p:cNvPr>
          <p:cNvSpPr>
            <a:spLocks noGrp="1"/>
          </p:cNvSpPr>
          <p:nvPr>
            <p:ph type="title"/>
          </p:nvPr>
        </p:nvSpPr>
        <p:spPr/>
        <p:txBody>
          <a:bodyPr>
            <a:normAutofit/>
          </a:bodyPr>
          <a:lstStyle/>
          <a:p>
            <a:pPr algn="ctr"/>
            <a:r>
              <a:rPr lang="en-IN" sz="4000" b="1" dirty="0"/>
              <a:t>Types of IOC containers</a:t>
            </a:r>
          </a:p>
        </p:txBody>
      </p:sp>
      <p:sp>
        <p:nvSpPr>
          <p:cNvPr id="7" name="TextBox 6">
            <a:extLst>
              <a:ext uri="{FF2B5EF4-FFF2-40B4-BE49-F238E27FC236}">
                <a16:creationId xmlns:a16="http://schemas.microsoft.com/office/drawing/2014/main" id="{C79E1FC0-27A7-F616-5559-D55F85409E48}"/>
              </a:ext>
            </a:extLst>
          </p:cNvPr>
          <p:cNvSpPr txBox="1"/>
          <p:nvPr/>
        </p:nvSpPr>
        <p:spPr>
          <a:xfrm>
            <a:off x="270589" y="1690688"/>
            <a:ext cx="10842170" cy="2554545"/>
          </a:xfrm>
          <a:prstGeom prst="rect">
            <a:avLst/>
          </a:prstGeom>
          <a:noFill/>
        </p:spPr>
        <p:txBody>
          <a:bodyPr wrap="square">
            <a:spAutoFit/>
          </a:bodyPr>
          <a:lstStyle/>
          <a:p>
            <a:r>
              <a:rPr lang="en-US" sz="2000" dirty="0"/>
              <a:t>There are two types of IOC container</a:t>
            </a:r>
          </a:p>
          <a:p>
            <a:r>
              <a:rPr lang="en-US" sz="2000" dirty="0"/>
              <a:t> </a:t>
            </a:r>
            <a:r>
              <a:rPr lang="en-US" sz="2000" dirty="0" err="1"/>
              <a:t>BeanFactory</a:t>
            </a:r>
            <a:r>
              <a:rPr lang="en-US" sz="2000" dirty="0"/>
              <a:t> </a:t>
            </a:r>
          </a:p>
          <a:p>
            <a:r>
              <a:rPr lang="en-US" sz="2000" dirty="0"/>
              <a:t> </a:t>
            </a:r>
            <a:r>
              <a:rPr lang="en-US" sz="2000" dirty="0" err="1"/>
              <a:t>ApplicationContext</a:t>
            </a:r>
            <a:endParaRPr lang="en-US" sz="2000" dirty="0"/>
          </a:p>
          <a:p>
            <a:endParaRPr lang="en-US" sz="2000" dirty="0"/>
          </a:p>
          <a:p>
            <a:r>
              <a:rPr lang="en-US" sz="2000" dirty="0"/>
              <a:t>The </a:t>
            </a:r>
            <a:r>
              <a:rPr lang="en-US" sz="2000" b="1" dirty="0" err="1"/>
              <a:t>BeanFactory</a:t>
            </a:r>
            <a:r>
              <a:rPr lang="en-US" sz="2000" dirty="0"/>
              <a:t> is a basic IoC container that provides basic features such as bean instantiation and dependency injection. The </a:t>
            </a:r>
            <a:r>
              <a:rPr lang="en-US" sz="2000" b="1" dirty="0" err="1"/>
              <a:t>ApplicationContext</a:t>
            </a:r>
            <a:r>
              <a:rPr lang="en-US" sz="2000" b="1" dirty="0"/>
              <a:t> </a:t>
            </a:r>
            <a:r>
              <a:rPr lang="en-US" sz="2000" dirty="0"/>
              <a:t>is a more advanced IoC container that builds on top of the </a:t>
            </a:r>
            <a:r>
              <a:rPr lang="en-US" sz="2000" dirty="0" err="1"/>
              <a:t>BeanFactory</a:t>
            </a:r>
            <a:r>
              <a:rPr lang="en-US" sz="2000" dirty="0"/>
              <a:t> and provides additional features such as event publishing, messaging, and internationalization.</a:t>
            </a:r>
            <a:endParaRPr lang="en-IN" sz="2000" dirty="0"/>
          </a:p>
        </p:txBody>
      </p:sp>
    </p:spTree>
    <p:extLst>
      <p:ext uri="{BB962C8B-B14F-4D97-AF65-F5344CB8AC3E}">
        <p14:creationId xmlns:p14="http://schemas.microsoft.com/office/powerpoint/2010/main" val="33042798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0FC1CC-EA37-0170-000D-91584AD9FF0F}"/>
              </a:ext>
            </a:extLst>
          </p:cNvPr>
          <p:cNvSpPr>
            <a:spLocks noGrp="1"/>
          </p:cNvSpPr>
          <p:nvPr>
            <p:ph type="title"/>
          </p:nvPr>
        </p:nvSpPr>
        <p:spPr>
          <a:xfrm>
            <a:off x="838200" y="365126"/>
            <a:ext cx="10515600" cy="689234"/>
          </a:xfrm>
        </p:spPr>
        <p:txBody>
          <a:bodyPr>
            <a:normAutofit/>
          </a:bodyPr>
          <a:lstStyle/>
          <a:p>
            <a:pPr algn="ctr"/>
            <a:r>
              <a:rPr lang="en-IN" sz="3200" b="1" dirty="0" err="1"/>
              <a:t>BeanFactory</a:t>
            </a:r>
            <a:r>
              <a:rPr lang="en-IN" sz="3200" b="1" dirty="0"/>
              <a:t> v/s Application Context</a:t>
            </a:r>
          </a:p>
        </p:txBody>
      </p:sp>
      <p:sp>
        <p:nvSpPr>
          <p:cNvPr id="6" name="TextBox 5">
            <a:extLst>
              <a:ext uri="{FF2B5EF4-FFF2-40B4-BE49-F238E27FC236}">
                <a16:creationId xmlns:a16="http://schemas.microsoft.com/office/drawing/2014/main" id="{D0CEB6BC-7C12-444A-7B6F-701A26EB8D6F}"/>
              </a:ext>
            </a:extLst>
          </p:cNvPr>
          <p:cNvSpPr txBox="1"/>
          <p:nvPr/>
        </p:nvSpPr>
        <p:spPr>
          <a:xfrm>
            <a:off x="121298" y="1200357"/>
            <a:ext cx="11551298" cy="1938992"/>
          </a:xfrm>
          <a:prstGeom prst="rect">
            <a:avLst/>
          </a:prstGeom>
          <a:noFill/>
        </p:spPr>
        <p:txBody>
          <a:bodyPr wrap="square">
            <a:spAutoFit/>
          </a:bodyPr>
          <a:lstStyle/>
          <a:p>
            <a:r>
              <a:rPr lang="en-US" sz="2400" b="1" dirty="0"/>
              <a:t>Key Features of </a:t>
            </a:r>
            <a:r>
              <a:rPr lang="en-US" sz="2400" b="1" dirty="0" err="1"/>
              <a:t>BeanFactory</a:t>
            </a:r>
            <a:endParaRPr lang="en-US" sz="2400" b="1" dirty="0"/>
          </a:p>
          <a:p>
            <a:endParaRPr lang="en-US" sz="2400" b="1" dirty="0"/>
          </a:p>
          <a:p>
            <a:pPr marL="285750" indent="-285750">
              <a:buFont typeface="Arial" panose="020B0604020202020204" pitchFamily="34" charset="0"/>
              <a:buChar char="•"/>
            </a:pPr>
            <a:r>
              <a:rPr lang="en-US" b="1" dirty="0"/>
              <a:t>Lazy Initialization: </a:t>
            </a:r>
            <a:r>
              <a:rPr lang="en-US" dirty="0"/>
              <a:t>Beans are created only when they are requested.</a:t>
            </a:r>
          </a:p>
          <a:p>
            <a:pPr marL="285750" indent="-285750">
              <a:buFont typeface="Arial" panose="020B0604020202020204" pitchFamily="34" charset="0"/>
              <a:buChar char="•"/>
            </a:pPr>
            <a:r>
              <a:rPr lang="en-US" b="1" dirty="0"/>
              <a:t>Lightweight: </a:t>
            </a:r>
            <a:r>
              <a:rPr lang="en-US" dirty="0"/>
              <a:t>Suitable for lightweight applications, where memory usage is a critical concern.</a:t>
            </a:r>
          </a:p>
          <a:p>
            <a:pPr marL="285750" indent="-285750">
              <a:buFont typeface="Arial" panose="020B0604020202020204" pitchFamily="34" charset="0"/>
              <a:buChar char="•"/>
            </a:pPr>
            <a:r>
              <a:rPr lang="en-US" b="1" dirty="0"/>
              <a:t>Basic Container: </a:t>
            </a:r>
            <a:r>
              <a:rPr lang="en-US" dirty="0"/>
              <a:t>Provides only fundamental functionalities like dependency injection and bean lifecycle management.</a:t>
            </a:r>
          </a:p>
          <a:p>
            <a:pPr marL="285750" indent="-285750">
              <a:buFont typeface="Arial" panose="020B0604020202020204" pitchFamily="34" charset="0"/>
              <a:buChar char="•"/>
            </a:pPr>
            <a:r>
              <a:rPr lang="en-US" dirty="0"/>
              <a:t>Configured  using only XML file</a:t>
            </a:r>
            <a:endParaRPr lang="en-IN" dirty="0"/>
          </a:p>
        </p:txBody>
      </p:sp>
      <p:sp>
        <p:nvSpPr>
          <p:cNvPr id="10" name="TextBox 9">
            <a:extLst>
              <a:ext uri="{FF2B5EF4-FFF2-40B4-BE49-F238E27FC236}">
                <a16:creationId xmlns:a16="http://schemas.microsoft.com/office/drawing/2014/main" id="{927D5466-0D30-56F5-16D9-16CB193639E0}"/>
              </a:ext>
            </a:extLst>
          </p:cNvPr>
          <p:cNvSpPr txBox="1"/>
          <p:nvPr/>
        </p:nvSpPr>
        <p:spPr>
          <a:xfrm>
            <a:off x="261257" y="3365431"/>
            <a:ext cx="11187404" cy="1015663"/>
          </a:xfrm>
          <a:prstGeom prst="rect">
            <a:avLst/>
          </a:prstGeom>
          <a:noFill/>
        </p:spPr>
        <p:txBody>
          <a:bodyPr wrap="square">
            <a:spAutoFit/>
          </a:bodyPr>
          <a:lstStyle/>
          <a:p>
            <a:r>
              <a:rPr lang="en-US" sz="2400" b="1" dirty="0"/>
              <a:t>When to Use </a:t>
            </a:r>
            <a:r>
              <a:rPr lang="en-US" sz="2400" b="1" dirty="0" err="1"/>
              <a:t>BeanFactory</a:t>
            </a:r>
            <a:endParaRPr lang="en-US" sz="2400" b="1" dirty="0"/>
          </a:p>
          <a:p>
            <a:pPr marL="285750" indent="-285750">
              <a:buFont typeface="Arial" panose="020B0604020202020204" pitchFamily="34" charset="0"/>
              <a:buChar char="•"/>
            </a:pPr>
            <a:r>
              <a:rPr lang="en-US" dirty="0"/>
              <a:t>When memory consumption is a primary concern.</a:t>
            </a:r>
          </a:p>
          <a:p>
            <a:pPr marL="285750" indent="-285750">
              <a:buFont typeface="Arial" panose="020B0604020202020204" pitchFamily="34" charset="0"/>
              <a:buChar char="•"/>
            </a:pPr>
            <a:r>
              <a:rPr lang="en-US" dirty="0"/>
              <a:t>In standalone applications where advanced features of </a:t>
            </a:r>
            <a:r>
              <a:rPr lang="en-US" dirty="0" err="1"/>
              <a:t>ApplicationContext</a:t>
            </a:r>
            <a:r>
              <a:rPr lang="en-US" dirty="0"/>
              <a:t> are not required.</a:t>
            </a:r>
            <a:endParaRPr lang="en-IN" dirty="0"/>
          </a:p>
        </p:txBody>
      </p:sp>
    </p:spTree>
    <p:extLst>
      <p:ext uri="{BB962C8B-B14F-4D97-AF65-F5344CB8AC3E}">
        <p14:creationId xmlns:p14="http://schemas.microsoft.com/office/powerpoint/2010/main" val="180143416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0FC1CC-EA37-0170-000D-91584AD9FF0F}"/>
              </a:ext>
            </a:extLst>
          </p:cNvPr>
          <p:cNvSpPr>
            <a:spLocks noGrp="1"/>
          </p:cNvSpPr>
          <p:nvPr>
            <p:ph type="title"/>
          </p:nvPr>
        </p:nvSpPr>
        <p:spPr>
          <a:xfrm>
            <a:off x="838200" y="365126"/>
            <a:ext cx="10515600" cy="689234"/>
          </a:xfrm>
        </p:spPr>
        <p:txBody>
          <a:bodyPr>
            <a:normAutofit/>
          </a:bodyPr>
          <a:lstStyle/>
          <a:p>
            <a:pPr algn="ctr"/>
            <a:r>
              <a:rPr lang="en-IN" sz="3200" b="1" dirty="0" err="1"/>
              <a:t>BeanFactory</a:t>
            </a:r>
            <a:r>
              <a:rPr lang="en-IN" sz="3200" b="1" dirty="0"/>
              <a:t> v/s Application Context</a:t>
            </a:r>
          </a:p>
        </p:txBody>
      </p:sp>
      <p:sp>
        <p:nvSpPr>
          <p:cNvPr id="5" name="TextBox 4">
            <a:extLst>
              <a:ext uri="{FF2B5EF4-FFF2-40B4-BE49-F238E27FC236}">
                <a16:creationId xmlns:a16="http://schemas.microsoft.com/office/drawing/2014/main" id="{810D39C1-8DC9-9B44-AA31-6DCBECB98F54}"/>
              </a:ext>
            </a:extLst>
          </p:cNvPr>
          <p:cNvSpPr txBox="1"/>
          <p:nvPr/>
        </p:nvSpPr>
        <p:spPr>
          <a:xfrm>
            <a:off x="318019" y="1194519"/>
            <a:ext cx="11035781" cy="646331"/>
          </a:xfrm>
          <a:prstGeom prst="rect">
            <a:avLst/>
          </a:prstGeom>
          <a:noFill/>
        </p:spPr>
        <p:txBody>
          <a:bodyPr wrap="square">
            <a:spAutoFit/>
          </a:bodyPr>
          <a:lstStyle/>
          <a:p>
            <a:r>
              <a:rPr lang="en-US" b="1" dirty="0" err="1"/>
              <a:t>ApplicationContext</a:t>
            </a:r>
            <a:r>
              <a:rPr lang="en-US" b="1" dirty="0"/>
              <a:t> </a:t>
            </a:r>
            <a:r>
              <a:rPr lang="en-US" dirty="0"/>
              <a:t>is an extension </a:t>
            </a:r>
            <a:r>
              <a:rPr lang="en-US" b="1" dirty="0"/>
              <a:t>of </a:t>
            </a:r>
            <a:r>
              <a:rPr lang="en-US" b="1" dirty="0" err="1"/>
              <a:t>BeanFactory</a:t>
            </a:r>
            <a:r>
              <a:rPr lang="en-US" b="1" dirty="0"/>
              <a:t> </a:t>
            </a:r>
            <a:r>
              <a:rPr lang="en-US" dirty="0"/>
              <a:t>that provides additional functionalities, making it more suitable for enterprise applications. It includes all the features of </a:t>
            </a:r>
            <a:r>
              <a:rPr lang="en-US" dirty="0" err="1"/>
              <a:t>BeanFactory</a:t>
            </a:r>
            <a:r>
              <a:rPr lang="en-US" dirty="0"/>
              <a:t> along with several advanced features.</a:t>
            </a:r>
            <a:endParaRPr lang="en-IN" dirty="0"/>
          </a:p>
        </p:txBody>
      </p:sp>
      <p:sp>
        <p:nvSpPr>
          <p:cNvPr id="9" name="TextBox 8">
            <a:extLst>
              <a:ext uri="{FF2B5EF4-FFF2-40B4-BE49-F238E27FC236}">
                <a16:creationId xmlns:a16="http://schemas.microsoft.com/office/drawing/2014/main" id="{6654B0BE-8864-C624-E6B5-039B53B18CE8}"/>
              </a:ext>
            </a:extLst>
          </p:cNvPr>
          <p:cNvSpPr txBox="1"/>
          <p:nvPr/>
        </p:nvSpPr>
        <p:spPr>
          <a:xfrm>
            <a:off x="426875" y="2154829"/>
            <a:ext cx="11469656" cy="2769989"/>
          </a:xfrm>
          <a:prstGeom prst="rect">
            <a:avLst/>
          </a:prstGeom>
          <a:noFill/>
        </p:spPr>
        <p:txBody>
          <a:bodyPr wrap="square">
            <a:spAutoFit/>
          </a:bodyPr>
          <a:lstStyle/>
          <a:p>
            <a:r>
              <a:rPr lang="en-US" sz="2400" b="1" dirty="0"/>
              <a:t>Key Features of </a:t>
            </a:r>
            <a:r>
              <a:rPr lang="en-US" sz="2400" b="1" dirty="0" err="1"/>
              <a:t>ApplicationContext</a:t>
            </a:r>
            <a:endParaRPr lang="en-US" sz="2400" b="1" dirty="0"/>
          </a:p>
          <a:p>
            <a:endParaRPr lang="en-US" sz="2400" b="1" dirty="0"/>
          </a:p>
          <a:p>
            <a:pPr marL="285750" indent="-285750">
              <a:buFont typeface="Arial" panose="020B0604020202020204" pitchFamily="34" charset="0"/>
              <a:buChar char="•"/>
            </a:pPr>
            <a:r>
              <a:rPr lang="en-US" b="1" dirty="0"/>
              <a:t>Eager Initialization: </a:t>
            </a:r>
            <a:r>
              <a:rPr lang="en-US" dirty="0"/>
              <a:t>Beans are created at the time of container startup by default.</a:t>
            </a:r>
          </a:p>
          <a:p>
            <a:pPr marL="285750" indent="-285750">
              <a:buFont typeface="Arial" panose="020B0604020202020204" pitchFamily="34" charset="0"/>
              <a:buChar char="•"/>
            </a:pPr>
            <a:r>
              <a:rPr lang="en-US" b="1" dirty="0"/>
              <a:t>Internationalization: </a:t>
            </a:r>
            <a:r>
              <a:rPr lang="en-US" dirty="0"/>
              <a:t>Provides support for i18n (Internationalization) messages.</a:t>
            </a:r>
          </a:p>
          <a:p>
            <a:pPr marL="285750" indent="-285750">
              <a:buFont typeface="Arial" panose="020B0604020202020204" pitchFamily="34" charset="0"/>
              <a:buChar char="•"/>
            </a:pPr>
            <a:r>
              <a:rPr lang="en-US" b="1" dirty="0"/>
              <a:t>Event Propagation: </a:t>
            </a:r>
            <a:r>
              <a:rPr lang="en-US" dirty="0"/>
              <a:t>Allows registering and propagating events.</a:t>
            </a:r>
          </a:p>
          <a:p>
            <a:pPr marL="285750" indent="-285750">
              <a:buFont typeface="Arial" panose="020B0604020202020204" pitchFamily="34" charset="0"/>
              <a:buChar char="•"/>
            </a:pPr>
            <a:r>
              <a:rPr lang="en-US" b="1" dirty="0"/>
              <a:t>AOP: </a:t>
            </a:r>
            <a:r>
              <a:rPr lang="en-US" dirty="0"/>
              <a:t>Provides integration with Spring's AOP functionality.</a:t>
            </a:r>
          </a:p>
          <a:p>
            <a:pPr marL="285750" indent="-285750">
              <a:buFont typeface="Arial" panose="020B0604020202020204" pitchFamily="34" charset="0"/>
              <a:buChar char="•"/>
            </a:pPr>
            <a:r>
              <a:rPr lang="en-US" b="1" dirty="0"/>
              <a:t>Convenient Access: </a:t>
            </a:r>
            <a:r>
              <a:rPr lang="en-US" dirty="0"/>
              <a:t>Provides easy access to </a:t>
            </a:r>
            <a:r>
              <a:rPr lang="en-US" dirty="0" err="1"/>
              <a:t>ApplicationEvent</a:t>
            </a:r>
            <a:r>
              <a:rPr lang="en-US" dirty="0"/>
              <a:t> publishers, </a:t>
            </a:r>
            <a:r>
              <a:rPr lang="en-US" dirty="0" err="1"/>
              <a:t>MessageSource</a:t>
            </a:r>
            <a:r>
              <a:rPr lang="en-US" dirty="0"/>
              <a:t>, and more.</a:t>
            </a:r>
          </a:p>
          <a:p>
            <a:pPr marL="285750" indent="-285750">
              <a:buFont typeface="Arial" panose="020B0604020202020204" pitchFamily="34" charset="0"/>
              <a:buChar char="•"/>
            </a:pPr>
            <a:r>
              <a:rPr lang="en-US" b="1" dirty="0"/>
              <a:t>Environment Management: </a:t>
            </a:r>
            <a:r>
              <a:rPr lang="en-US" dirty="0"/>
              <a:t>Manages properties and profiles.</a:t>
            </a:r>
          </a:p>
          <a:p>
            <a:pPr marL="285750" indent="-285750">
              <a:buFont typeface="Arial" panose="020B0604020202020204" pitchFamily="34" charset="0"/>
              <a:buChar char="•"/>
            </a:pPr>
            <a:r>
              <a:rPr lang="en-US" dirty="0"/>
              <a:t>Configured using XML files and supports java configuration.</a:t>
            </a:r>
            <a:endParaRPr lang="en-IN" dirty="0"/>
          </a:p>
        </p:txBody>
      </p:sp>
    </p:spTree>
    <p:extLst>
      <p:ext uri="{BB962C8B-B14F-4D97-AF65-F5344CB8AC3E}">
        <p14:creationId xmlns:p14="http://schemas.microsoft.com/office/powerpoint/2010/main" val="24460797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D927E2-7C63-F019-FE77-EB0743E18F3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5CB661F-7514-9C2C-4EC2-A606D11B2EE0}"/>
              </a:ext>
            </a:extLst>
          </p:cNvPr>
          <p:cNvSpPr>
            <a:spLocks noGrp="1"/>
          </p:cNvSpPr>
          <p:nvPr>
            <p:ph type="title"/>
          </p:nvPr>
        </p:nvSpPr>
        <p:spPr>
          <a:xfrm>
            <a:off x="838200" y="365125"/>
            <a:ext cx="10515600" cy="633251"/>
          </a:xfrm>
        </p:spPr>
        <p:txBody>
          <a:bodyPr>
            <a:normAutofit fontScale="90000"/>
          </a:bodyPr>
          <a:lstStyle/>
          <a:p>
            <a:r>
              <a:rPr lang="en-IN" sz="3200" dirty="0" err="1"/>
              <a:t>ApplicationContext</a:t>
            </a:r>
            <a:r>
              <a:rPr lang="en-IN" sz="3200" dirty="0"/>
              <a:t> VS </a:t>
            </a:r>
            <a:r>
              <a:rPr lang="en-IN" sz="3200" dirty="0" err="1"/>
              <a:t>BeanFactory</a:t>
            </a:r>
            <a:br>
              <a:rPr lang="en-IN" sz="1200" b="0" i="0" dirty="0">
                <a:solidFill>
                  <a:srgbClr val="272C37"/>
                </a:solidFill>
                <a:effectLst/>
                <a:latin typeface="Roboto" panose="02000000000000000000" pitchFamily="2" charset="0"/>
              </a:rPr>
            </a:br>
            <a:r>
              <a:rPr lang="en-IN" sz="1200" b="0" i="0" dirty="0">
                <a:solidFill>
                  <a:srgbClr val="272C37"/>
                </a:solidFill>
                <a:effectLst/>
                <a:latin typeface="Roboto" panose="02000000000000000000" pitchFamily="2" charset="0"/>
              </a:rPr>
              <a:t> </a:t>
            </a:r>
            <a:endParaRPr lang="en-IN" sz="3200" dirty="0"/>
          </a:p>
        </p:txBody>
      </p:sp>
      <p:sp>
        <p:nvSpPr>
          <p:cNvPr id="3" name="Content Placeholder 2">
            <a:extLst>
              <a:ext uri="{FF2B5EF4-FFF2-40B4-BE49-F238E27FC236}">
                <a16:creationId xmlns:a16="http://schemas.microsoft.com/office/drawing/2014/main" id="{4D3F8ABA-EB0C-FCEE-5B9F-086284C1C2A5}"/>
              </a:ext>
            </a:extLst>
          </p:cNvPr>
          <p:cNvSpPr>
            <a:spLocks noGrp="1"/>
          </p:cNvSpPr>
          <p:nvPr>
            <p:ph idx="1"/>
          </p:nvPr>
        </p:nvSpPr>
        <p:spPr>
          <a:xfrm>
            <a:off x="838200" y="998376"/>
            <a:ext cx="10515600" cy="5178587"/>
          </a:xfrm>
        </p:spPr>
        <p:txBody>
          <a:bodyPr/>
          <a:lstStyle/>
          <a:p>
            <a:r>
              <a:rPr lang="en-US" dirty="0"/>
              <a:t>The </a:t>
            </a:r>
            <a:r>
              <a:rPr lang="en-US" dirty="0" err="1"/>
              <a:t>ApplicationContext</a:t>
            </a:r>
            <a:r>
              <a:rPr lang="en-US" dirty="0"/>
              <a:t> interface is constructed on top of the </a:t>
            </a:r>
            <a:r>
              <a:rPr lang="en-US" dirty="0" err="1"/>
              <a:t>BeanFactory</a:t>
            </a:r>
            <a:r>
              <a:rPr lang="en-US" dirty="0"/>
              <a:t> interface. It integrates some additional functionality than </a:t>
            </a:r>
            <a:r>
              <a:rPr lang="en-US" dirty="0" err="1"/>
              <a:t>BeanFactory</a:t>
            </a:r>
            <a:r>
              <a:rPr lang="en-US" dirty="0"/>
              <a:t>, such as easy integration with Spring's AOP, message resource handling (for I18N), event propagation, and application-layer detailed context (e.g. </a:t>
            </a:r>
            <a:r>
              <a:rPr lang="en-US" dirty="0" err="1"/>
              <a:t>WebApplicationContext</a:t>
            </a:r>
            <a:r>
              <a:rPr lang="en-US" dirty="0"/>
              <a:t>) for the web application. So it is more suitable to use </a:t>
            </a:r>
            <a:r>
              <a:rPr lang="en-US" dirty="0" err="1"/>
              <a:t>ApplicationContext</a:t>
            </a:r>
            <a:r>
              <a:rPr lang="en-US" dirty="0"/>
              <a:t> than </a:t>
            </a:r>
            <a:r>
              <a:rPr lang="en-US" dirty="0" err="1"/>
              <a:t>BeanFactory</a:t>
            </a:r>
            <a:r>
              <a:rPr lang="en-US" dirty="0"/>
              <a:t>.</a:t>
            </a:r>
          </a:p>
          <a:p>
            <a:r>
              <a:rPr lang="en-US" dirty="0" err="1"/>
              <a:t>BeanFactory</a:t>
            </a:r>
            <a:r>
              <a:rPr lang="en-US" dirty="0"/>
              <a:t> contains the </a:t>
            </a:r>
            <a:r>
              <a:rPr lang="en-US" dirty="0" err="1"/>
              <a:t>XmlBeanFactory</a:t>
            </a:r>
            <a:r>
              <a:rPr lang="en-US" dirty="0"/>
              <a:t> class that implements for the </a:t>
            </a:r>
            <a:r>
              <a:rPr lang="en-US" dirty="0" err="1"/>
              <a:t>BeanFactory</a:t>
            </a:r>
            <a:r>
              <a:rPr lang="en-US" dirty="0"/>
              <a:t> interface. We can use </a:t>
            </a:r>
            <a:r>
              <a:rPr lang="en-US" dirty="0" err="1"/>
              <a:t>BeanFactory</a:t>
            </a:r>
            <a:r>
              <a:rPr lang="en-US" dirty="0"/>
              <a:t> to create the instance of </a:t>
            </a:r>
            <a:r>
              <a:rPr lang="en-US" dirty="0" err="1"/>
              <a:t>XmlBeanFactory</a:t>
            </a:r>
            <a:r>
              <a:rPr lang="en-US" dirty="0"/>
              <a:t> class as shown below:</a:t>
            </a:r>
            <a:endParaRPr lang="en-IN" dirty="0"/>
          </a:p>
        </p:txBody>
      </p:sp>
    </p:spTree>
    <p:extLst>
      <p:ext uri="{BB962C8B-B14F-4D97-AF65-F5344CB8AC3E}">
        <p14:creationId xmlns:p14="http://schemas.microsoft.com/office/powerpoint/2010/main" val="11682906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A390F0-2B60-C44E-0CEB-8D84FE86961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FE0BBDA-925B-DCE9-7EA4-A54ED3D824C5}"/>
              </a:ext>
            </a:extLst>
          </p:cNvPr>
          <p:cNvSpPr>
            <a:spLocks noGrp="1"/>
          </p:cNvSpPr>
          <p:nvPr>
            <p:ph type="title"/>
          </p:nvPr>
        </p:nvSpPr>
        <p:spPr>
          <a:xfrm>
            <a:off x="838200" y="365125"/>
            <a:ext cx="10515600" cy="633251"/>
          </a:xfrm>
        </p:spPr>
        <p:txBody>
          <a:bodyPr>
            <a:normAutofit fontScale="90000"/>
          </a:bodyPr>
          <a:lstStyle/>
          <a:p>
            <a:r>
              <a:rPr lang="en-IN" sz="3200" dirty="0"/>
              <a:t>Dependency Injection</a:t>
            </a:r>
            <a:br>
              <a:rPr lang="en-IN" sz="1200" b="0" i="0" dirty="0">
                <a:solidFill>
                  <a:srgbClr val="272C37"/>
                </a:solidFill>
                <a:effectLst/>
                <a:latin typeface="Roboto" panose="02000000000000000000" pitchFamily="2" charset="0"/>
              </a:rPr>
            </a:br>
            <a:r>
              <a:rPr lang="en-IN" sz="1200" b="0" i="0" dirty="0">
                <a:solidFill>
                  <a:srgbClr val="272C37"/>
                </a:solidFill>
                <a:effectLst/>
                <a:latin typeface="Roboto" panose="02000000000000000000" pitchFamily="2" charset="0"/>
              </a:rPr>
              <a:t> </a:t>
            </a:r>
            <a:endParaRPr lang="en-IN" sz="3200" dirty="0"/>
          </a:p>
        </p:txBody>
      </p:sp>
      <p:sp>
        <p:nvSpPr>
          <p:cNvPr id="3" name="Content Placeholder 2">
            <a:extLst>
              <a:ext uri="{FF2B5EF4-FFF2-40B4-BE49-F238E27FC236}">
                <a16:creationId xmlns:a16="http://schemas.microsoft.com/office/drawing/2014/main" id="{68A58228-147C-94F6-9DD5-E32580D3CC0A}"/>
              </a:ext>
            </a:extLst>
          </p:cNvPr>
          <p:cNvSpPr>
            <a:spLocks noGrp="1"/>
          </p:cNvSpPr>
          <p:nvPr>
            <p:ph idx="1"/>
          </p:nvPr>
        </p:nvSpPr>
        <p:spPr>
          <a:xfrm>
            <a:off x="838200" y="998376"/>
            <a:ext cx="10515600" cy="5178587"/>
          </a:xfrm>
        </p:spPr>
        <p:txBody>
          <a:bodyPr/>
          <a:lstStyle/>
          <a:p>
            <a:r>
              <a:rPr lang="en-US" dirty="0"/>
              <a:t> It’s a design pattern that promotes the injection of dependencies into an object rather than the object creating or managing its dependencies.</a:t>
            </a:r>
          </a:p>
          <a:p>
            <a:r>
              <a:rPr lang="en-US" dirty="0"/>
              <a:t>It’s all about providing the necessary dependencies to an object from an external source, rather than the object creating or managing its dependencies.</a:t>
            </a:r>
            <a:endParaRPr lang="en-IN" dirty="0"/>
          </a:p>
        </p:txBody>
      </p:sp>
    </p:spTree>
    <p:extLst>
      <p:ext uri="{BB962C8B-B14F-4D97-AF65-F5344CB8AC3E}">
        <p14:creationId xmlns:p14="http://schemas.microsoft.com/office/powerpoint/2010/main" val="15960231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A390F0-2B60-C44E-0CEB-8D84FE86961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FE0BBDA-925B-DCE9-7EA4-A54ED3D824C5}"/>
              </a:ext>
            </a:extLst>
          </p:cNvPr>
          <p:cNvSpPr>
            <a:spLocks noGrp="1"/>
          </p:cNvSpPr>
          <p:nvPr>
            <p:ph type="title"/>
          </p:nvPr>
        </p:nvSpPr>
        <p:spPr>
          <a:xfrm>
            <a:off x="838200" y="365125"/>
            <a:ext cx="10515600" cy="633251"/>
          </a:xfrm>
        </p:spPr>
        <p:txBody>
          <a:bodyPr>
            <a:normAutofit fontScale="90000"/>
          </a:bodyPr>
          <a:lstStyle/>
          <a:p>
            <a:r>
              <a:rPr lang="en-IN" sz="3200" b="1" dirty="0"/>
              <a:t>Types of Dependencies Injection</a:t>
            </a:r>
            <a:br>
              <a:rPr lang="en-IN" sz="1200" b="0" i="0" dirty="0">
                <a:solidFill>
                  <a:srgbClr val="272C37"/>
                </a:solidFill>
                <a:effectLst/>
                <a:latin typeface="Roboto" panose="02000000000000000000" pitchFamily="2" charset="0"/>
              </a:rPr>
            </a:br>
            <a:r>
              <a:rPr lang="en-IN" sz="1200" b="0" i="0" dirty="0">
                <a:solidFill>
                  <a:srgbClr val="272C37"/>
                </a:solidFill>
                <a:effectLst/>
                <a:latin typeface="Roboto" panose="02000000000000000000" pitchFamily="2" charset="0"/>
              </a:rPr>
              <a:t> </a:t>
            </a:r>
            <a:endParaRPr lang="en-IN" sz="3200" dirty="0"/>
          </a:p>
        </p:txBody>
      </p:sp>
      <p:sp>
        <p:nvSpPr>
          <p:cNvPr id="5" name="Content Placeholder 4">
            <a:extLst>
              <a:ext uri="{FF2B5EF4-FFF2-40B4-BE49-F238E27FC236}">
                <a16:creationId xmlns:a16="http://schemas.microsoft.com/office/drawing/2014/main" id="{CFB57C18-147C-3F4B-8363-6CFBA60F4064}"/>
              </a:ext>
            </a:extLst>
          </p:cNvPr>
          <p:cNvSpPr>
            <a:spLocks noGrp="1"/>
          </p:cNvSpPr>
          <p:nvPr>
            <p:ph idx="1"/>
          </p:nvPr>
        </p:nvSpPr>
        <p:spPr>
          <a:xfrm>
            <a:off x="371669" y="998376"/>
            <a:ext cx="11448662" cy="5598465"/>
          </a:xfrm>
        </p:spPr>
        <p:txBody>
          <a:bodyPr>
            <a:normAutofit/>
          </a:bodyPr>
          <a:lstStyle/>
          <a:p>
            <a:r>
              <a:rPr lang="en-IN" sz="3200" dirty="0"/>
              <a:t>Spring Supports three types of dependencies Injection</a:t>
            </a:r>
          </a:p>
          <a:p>
            <a:r>
              <a:rPr lang="en-IN" sz="3200" dirty="0" err="1"/>
              <a:t>Contructor</a:t>
            </a:r>
            <a:endParaRPr lang="en-IN" sz="3200" dirty="0"/>
          </a:p>
          <a:p>
            <a:r>
              <a:rPr lang="en-IN" sz="3200" dirty="0"/>
              <a:t>Setter</a:t>
            </a:r>
          </a:p>
          <a:p>
            <a:r>
              <a:rPr lang="en-IN" sz="3200" dirty="0"/>
              <a:t>Field</a:t>
            </a:r>
          </a:p>
        </p:txBody>
      </p:sp>
    </p:spTree>
    <p:extLst>
      <p:ext uri="{BB962C8B-B14F-4D97-AF65-F5344CB8AC3E}">
        <p14:creationId xmlns:p14="http://schemas.microsoft.com/office/powerpoint/2010/main" val="361057177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A9DD0C-9C74-749F-6421-B90FD6FDFE42}"/>
              </a:ext>
            </a:extLst>
          </p:cNvPr>
          <p:cNvSpPr>
            <a:spLocks noGrp="1"/>
          </p:cNvSpPr>
          <p:nvPr>
            <p:ph type="title"/>
          </p:nvPr>
        </p:nvSpPr>
        <p:spPr>
          <a:xfrm>
            <a:off x="838200" y="365125"/>
            <a:ext cx="10515600" cy="633251"/>
          </a:xfrm>
        </p:spPr>
        <p:txBody>
          <a:bodyPr>
            <a:normAutofit fontScale="90000"/>
          </a:bodyPr>
          <a:lstStyle/>
          <a:p>
            <a:r>
              <a:rPr lang="en-US" sz="3200" b="1" dirty="0"/>
              <a:t>Constructor Injection</a:t>
            </a:r>
            <a:br>
              <a:rPr lang="en-IN" sz="1200" b="1" i="0" dirty="0">
                <a:solidFill>
                  <a:srgbClr val="272C37"/>
                </a:solidFill>
                <a:effectLst/>
                <a:latin typeface="Roboto" panose="02000000000000000000" pitchFamily="2" charset="0"/>
              </a:rPr>
            </a:br>
            <a:r>
              <a:rPr lang="en-IN" sz="1200" b="1" i="0" dirty="0">
                <a:solidFill>
                  <a:srgbClr val="272C37"/>
                </a:solidFill>
                <a:effectLst/>
                <a:latin typeface="Roboto" panose="02000000000000000000" pitchFamily="2" charset="0"/>
              </a:rPr>
              <a:t> </a:t>
            </a:r>
            <a:endParaRPr lang="en-IN" sz="3200" b="1" dirty="0"/>
          </a:p>
        </p:txBody>
      </p:sp>
      <p:sp>
        <p:nvSpPr>
          <p:cNvPr id="15" name="TextBox 14">
            <a:extLst>
              <a:ext uri="{FF2B5EF4-FFF2-40B4-BE49-F238E27FC236}">
                <a16:creationId xmlns:a16="http://schemas.microsoft.com/office/drawing/2014/main" id="{135103B0-C342-1E42-98F9-F40233E206AC}"/>
              </a:ext>
            </a:extLst>
          </p:cNvPr>
          <p:cNvSpPr txBox="1"/>
          <p:nvPr/>
        </p:nvSpPr>
        <p:spPr>
          <a:xfrm>
            <a:off x="158619" y="1398333"/>
            <a:ext cx="11859209" cy="830997"/>
          </a:xfrm>
          <a:prstGeom prst="rect">
            <a:avLst/>
          </a:prstGeom>
          <a:noFill/>
        </p:spPr>
        <p:txBody>
          <a:bodyPr wrap="square">
            <a:spAutoFit/>
          </a:bodyPr>
          <a:lstStyle/>
          <a:p>
            <a:r>
              <a:rPr lang="en-US" sz="2400" dirty="0"/>
              <a:t>In constructor-based injection, the dependencies required for the class are provided as arguments to the constructor:</a:t>
            </a:r>
            <a:endParaRPr lang="en-IN" sz="2400" dirty="0"/>
          </a:p>
        </p:txBody>
      </p:sp>
      <p:sp>
        <p:nvSpPr>
          <p:cNvPr id="16" name="Rectangle 1">
            <a:extLst>
              <a:ext uri="{FF2B5EF4-FFF2-40B4-BE49-F238E27FC236}">
                <a16:creationId xmlns:a16="http://schemas.microsoft.com/office/drawing/2014/main" id="{46F2B280-836E-BAEB-ECD7-1D5A5A2CA047}"/>
              </a:ext>
            </a:extLst>
          </p:cNvPr>
          <p:cNvSpPr>
            <a:spLocks noChangeArrowheads="1"/>
          </p:cNvSpPr>
          <p:nvPr/>
        </p:nvSpPr>
        <p:spPr bwMode="auto">
          <a:xfrm>
            <a:off x="269034" y="2413996"/>
            <a:ext cx="11084766" cy="1154162"/>
          </a:xfrm>
          <a:prstGeom prst="rect">
            <a:avLst/>
          </a:prstGeom>
          <a:solidFill>
            <a:srgbClr val="27282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rgbClr val="66D9EF"/>
                </a:solidFill>
                <a:effectLst/>
                <a:latin typeface="var(--bs-font-monospace)"/>
              </a:rPr>
              <a:t>private</a:t>
            </a:r>
            <a:r>
              <a:rPr kumimoji="0" lang="en-US" altLang="en-US" sz="2400" b="0" i="0" u="none" strike="noStrike" cap="none" normalizeH="0" baseline="0" dirty="0">
                <a:ln>
                  <a:noFill/>
                </a:ln>
                <a:solidFill>
                  <a:srgbClr val="F8F8F2"/>
                </a:solidFill>
                <a:effectLst/>
                <a:latin typeface="var(--bs-font-monospace)"/>
              </a:rPr>
              <a:t> Flavor </a:t>
            </a:r>
            <a:r>
              <a:rPr kumimoji="0" lang="en-US" altLang="en-US" sz="2400" b="0" i="0" u="none" strike="noStrike" cap="none" normalizeH="0" baseline="0" dirty="0" err="1">
                <a:ln>
                  <a:noFill/>
                </a:ln>
                <a:solidFill>
                  <a:srgbClr val="F8F8F2"/>
                </a:solidFill>
                <a:effectLst/>
                <a:latin typeface="var(--bs-font-monospace)"/>
              </a:rPr>
              <a:t>flavor</a:t>
            </a:r>
            <a:r>
              <a:rPr kumimoji="0" lang="en-US" altLang="en-US" sz="2400" b="0" i="0" u="none" strike="noStrike" cap="none" normalizeH="0" baseline="0" dirty="0">
                <a:ln>
                  <a:noFill/>
                </a:ln>
                <a:solidFill>
                  <a:srgbClr val="F92672"/>
                </a:solidFill>
                <a:effectLst/>
                <a:latin typeface="var(--bs-font-monospace)"/>
              </a:rPr>
              <a:t>;</a:t>
            </a:r>
            <a:r>
              <a:rPr kumimoji="0" lang="en-US" altLang="en-US" sz="2400" b="0" i="0" u="none" strike="noStrike" cap="none" normalizeH="0" baseline="0" dirty="0">
                <a:ln>
                  <a:noFill/>
                </a:ln>
                <a:solidFill>
                  <a:srgbClr val="F8F8F2"/>
                </a:solidFill>
                <a:effectLst/>
                <a:latin typeface="var(--bs-font-monospace)"/>
              </a:rPr>
              <a:t> Cake</a:t>
            </a:r>
            <a:r>
              <a:rPr kumimoji="0" lang="en-US" altLang="en-US" sz="2400" b="0" i="0" u="none" strike="noStrike" cap="none" normalizeH="0" baseline="0" dirty="0">
                <a:ln>
                  <a:noFill/>
                </a:ln>
                <a:solidFill>
                  <a:srgbClr val="F92672"/>
                </a:solidFill>
                <a:effectLst/>
                <a:latin typeface="var(--bs-font-monospace)"/>
              </a:rPr>
              <a:t>(</a:t>
            </a:r>
            <a:r>
              <a:rPr kumimoji="0" lang="en-US" altLang="en-US" sz="2400" b="0" i="0" u="none" strike="noStrike" cap="none" normalizeH="0" baseline="0" dirty="0">
                <a:ln>
                  <a:noFill/>
                </a:ln>
                <a:solidFill>
                  <a:srgbClr val="F8F8F2"/>
                </a:solidFill>
                <a:effectLst/>
                <a:latin typeface="var(--bs-font-monospace)"/>
              </a:rPr>
              <a:t>Flavor flavor</a:t>
            </a:r>
            <a:r>
              <a:rPr kumimoji="0" lang="en-US" altLang="en-US" sz="2400" b="0" i="0" u="none" strike="noStrike" cap="none" normalizeH="0" baseline="0" dirty="0">
                <a:ln>
                  <a:noFill/>
                </a:ln>
                <a:solidFill>
                  <a:srgbClr val="F92672"/>
                </a:solidFill>
                <a:effectLst/>
                <a:latin typeface="var(--bs-font-monospace)"/>
              </a:rPr>
              <a:t>)</a:t>
            </a:r>
            <a:r>
              <a:rPr kumimoji="0" lang="en-US" altLang="en-US" sz="2400" b="0" i="0" u="none" strike="noStrike" cap="none" normalizeH="0" baseline="0" dirty="0">
                <a:ln>
                  <a:noFill/>
                </a:ln>
                <a:solidFill>
                  <a:srgbClr val="F8F8F2"/>
                </a:solidFill>
                <a:effectLst/>
                <a:latin typeface="var(--bs-font-monospace)"/>
              </a:rPr>
              <a:t> </a:t>
            </a:r>
            <a:r>
              <a:rPr kumimoji="0" lang="en-US" altLang="en-US" sz="2400" b="0" i="0" u="none" strike="noStrike" cap="none" normalizeH="0" baseline="0" dirty="0">
                <a:ln>
                  <a:noFill/>
                </a:ln>
                <a:solidFill>
                  <a:srgbClr val="F92672"/>
                </a:solidFill>
                <a:effectLst/>
                <a:latin typeface="var(--bs-font-monospace)"/>
              </a:rPr>
              <a:t>{</a:t>
            </a:r>
            <a:r>
              <a:rPr kumimoji="0" lang="en-US" altLang="en-US" sz="2400" b="0" i="0" u="none" strike="noStrike" cap="none" normalizeH="0" baseline="0" dirty="0">
                <a:ln>
                  <a:noFill/>
                </a:ln>
                <a:solidFill>
                  <a:srgbClr val="F8F8F2"/>
                </a:solidFill>
                <a:effectLst/>
                <a:latin typeface="var(--bs-font-monospace)"/>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rgbClr val="F8F8F2"/>
                </a:solidFill>
                <a:effectLst/>
                <a:latin typeface="var(--bs-font-monospace)"/>
              </a:rPr>
              <a:t>	</a:t>
            </a:r>
            <a:r>
              <a:rPr kumimoji="0" lang="en-US" altLang="en-US" sz="2400" b="0" i="0" u="none" strike="noStrike" cap="none" normalizeH="0" baseline="0" dirty="0" err="1">
                <a:ln>
                  <a:noFill/>
                </a:ln>
                <a:solidFill>
                  <a:srgbClr val="F8F8F2"/>
                </a:solidFill>
                <a:effectLst/>
                <a:latin typeface="var(--bs-font-monospace)"/>
              </a:rPr>
              <a:t>Objects</a:t>
            </a:r>
            <a:r>
              <a:rPr kumimoji="0" lang="en-US" altLang="en-US" sz="2400" b="0" i="0" u="none" strike="noStrike" cap="none" normalizeH="0" baseline="0" dirty="0" err="1">
                <a:ln>
                  <a:noFill/>
                </a:ln>
                <a:solidFill>
                  <a:srgbClr val="F92672"/>
                </a:solidFill>
                <a:effectLst/>
                <a:latin typeface="var(--bs-font-monospace)"/>
              </a:rPr>
              <a:t>.</a:t>
            </a:r>
            <a:r>
              <a:rPr kumimoji="0" lang="en-US" altLang="en-US" sz="2400" b="0" i="0" u="none" strike="noStrike" cap="none" normalizeH="0" baseline="0" dirty="0" err="1">
                <a:ln>
                  <a:noFill/>
                </a:ln>
                <a:solidFill>
                  <a:srgbClr val="A6E22E"/>
                </a:solidFill>
                <a:effectLst/>
                <a:latin typeface="var(--bs-font-monospace)"/>
              </a:rPr>
              <a:t>requireNonNull</a:t>
            </a:r>
            <a:r>
              <a:rPr kumimoji="0" lang="en-US" altLang="en-US" sz="2400" b="0" i="0" u="none" strike="noStrike" cap="none" normalizeH="0" baseline="0" dirty="0">
                <a:ln>
                  <a:noFill/>
                </a:ln>
                <a:solidFill>
                  <a:srgbClr val="F92672"/>
                </a:solidFill>
                <a:effectLst/>
                <a:latin typeface="var(--bs-font-monospace)"/>
              </a:rPr>
              <a:t>(</a:t>
            </a:r>
            <a:r>
              <a:rPr kumimoji="0" lang="en-US" altLang="en-US" sz="2400" b="0" i="0" u="none" strike="noStrike" cap="none" normalizeH="0" baseline="0" dirty="0">
                <a:ln>
                  <a:noFill/>
                </a:ln>
                <a:solidFill>
                  <a:srgbClr val="F8F8F2"/>
                </a:solidFill>
                <a:effectLst/>
                <a:latin typeface="var(--bs-font-monospace)"/>
              </a:rPr>
              <a:t>flavor</a:t>
            </a:r>
            <a:r>
              <a:rPr kumimoji="0" lang="en-US" altLang="en-US" sz="2400" b="0" i="0" u="none" strike="noStrike" cap="none" normalizeH="0" baseline="0" dirty="0">
                <a:ln>
                  <a:noFill/>
                </a:ln>
                <a:solidFill>
                  <a:srgbClr val="F92672"/>
                </a:solidFill>
                <a:effectLst/>
                <a:latin typeface="var(--bs-font-monospace)"/>
              </a:rPr>
              <a:t>);</a:t>
            </a:r>
            <a:r>
              <a:rPr kumimoji="0" lang="en-US" altLang="en-US" sz="2400" b="0" i="0" u="none" strike="noStrike" cap="none" normalizeH="0" baseline="0" dirty="0">
                <a:ln>
                  <a:noFill/>
                </a:ln>
                <a:solidFill>
                  <a:srgbClr val="F8F8F2"/>
                </a:solidFill>
                <a:effectLst/>
                <a:latin typeface="var(--bs-font-monospace)"/>
              </a:rPr>
              <a:t> </a:t>
            </a:r>
            <a:r>
              <a:rPr kumimoji="0" lang="en-US" altLang="en-US" sz="2400" b="0" i="0" u="none" strike="noStrike" cap="none" normalizeH="0" baseline="0" dirty="0" err="1">
                <a:ln>
                  <a:noFill/>
                </a:ln>
                <a:solidFill>
                  <a:srgbClr val="66D9EF"/>
                </a:solidFill>
                <a:effectLst/>
                <a:latin typeface="var(--bs-font-monospace)"/>
              </a:rPr>
              <a:t>this</a:t>
            </a:r>
            <a:r>
              <a:rPr kumimoji="0" lang="en-US" altLang="en-US" sz="2400" b="0" i="0" u="none" strike="noStrike" cap="none" normalizeH="0" baseline="0" dirty="0" err="1">
                <a:ln>
                  <a:noFill/>
                </a:ln>
                <a:solidFill>
                  <a:srgbClr val="F92672"/>
                </a:solidFill>
                <a:effectLst/>
                <a:latin typeface="var(--bs-font-monospace)"/>
              </a:rPr>
              <a:t>.</a:t>
            </a:r>
            <a:r>
              <a:rPr kumimoji="0" lang="en-US" altLang="en-US" sz="2400" b="0" i="0" u="none" strike="noStrike" cap="none" normalizeH="0" baseline="0" dirty="0" err="1">
                <a:ln>
                  <a:noFill/>
                </a:ln>
                <a:solidFill>
                  <a:srgbClr val="A6E22E"/>
                </a:solidFill>
                <a:effectLst/>
                <a:latin typeface="var(--bs-font-monospace)"/>
              </a:rPr>
              <a:t>flavor</a:t>
            </a:r>
            <a:r>
              <a:rPr kumimoji="0" lang="en-US" altLang="en-US" sz="2400" b="0" i="0" u="none" strike="noStrike" cap="none" normalizeH="0" baseline="0" dirty="0">
                <a:ln>
                  <a:noFill/>
                </a:ln>
                <a:solidFill>
                  <a:srgbClr val="F8F8F2"/>
                </a:solidFill>
                <a:effectLst/>
                <a:latin typeface="var(--bs-font-monospace)"/>
              </a:rPr>
              <a:t> </a:t>
            </a:r>
            <a:r>
              <a:rPr kumimoji="0" lang="en-US" altLang="en-US" sz="2400" b="0" i="0" u="none" strike="noStrike" cap="none" normalizeH="0" baseline="0" dirty="0">
                <a:ln>
                  <a:noFill/>
                </a:ln>
                <a:solidFill>
                  <a:srgbClr val="F92672"/>
                </a:solidFill>
                <a:effectLst/>
                <a:latin typeface="var(--bs-font-monospace)"/>
              </a:rPr>
              <a:t>=</a:t>
            </a:r>
            <a:r>
              <a:rPr kumimoji="0" lang="en-US" altLang="en-US" sz="2400" b="0" i="0" u="none" strike="noStrike" cap="none" normalizeH="0" baseline="0" dirty="0">
                <a:ln>
                  <a:noFill/>
                </a:ln>
                <a:solidFill>
                  <a:srgbClr val="F8F8F2"/>
                </a:solidFill>
                <a:effectLst/>
                <a:latin typeface="var(--bs-font-monospace)"/>
              </a:rPr>
              <a:t> flavor</a:t>
            </a:r>
            <a:r>
              <a:rPr kumimoji="0" lang="en-US" altLang="en-US" sz="2400" b="0" i="0" u="none" strike="noStrike" cap="none" normalizeH="0" baseline="0" dirty="0">
                <a:ln>
                  <a:noFill/>
                </a:ln>
                <a:solidFill>
                  <a:srgbClr val="F92672"/>
                </a:solidFill>
                <a:effectLst/>
                <a:latin typeface="var(--bs-font-monospace)"/>
              </a:rPr>
              <a: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rgbClr val="F8F8F2"/>
                </a:solidFill>
                <a:effectLst/>
                <a:latin typeface="var(--bs-font-monospace)"/>
              </a:rPr>
              <a:t>  </a:t>
            </a:r>
            <a:r>
              <a:rPr kumimoji="0" lang="en-US" altLang="en-US" sz="2400" b="0" i="0" u="none" strike="noStrike" cap="none" normalizeH="0" baseline="0" dirty="0">
                <a:ln>
                  <a:noFill/>
                </a:ln>
                <a:solidFill>
                  <a:srgbClr val="F92672"/>
                </a:solidFill>
                <a:effectLst/>
                <a:latin typeface="var(--bs-font-monospace)"/>
              </a:rPr>
              <a:t>}</a:t>
            </a:r>
            <a:r>
              <a:rPr kumimoji="0" lang="en-US" altLang="en-US" b="0" i="0" u="none" strike="noStrike" cap="none" normalizeH="0" baseline="0" dirty="0">
                <a:ln>
                  <a:noFill/>
                </a:ln>
                <a:solidFill>
                  <a:schemeClr val="tx1"/>
                </a:solidFill>
                <a:effectLst/>
              </a:rPr>
              <a:t> </a:t>
            </a:r>
            <a:endParaRPr kumimoji="0" lang="en-US" altLang="en-US" sz="4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1911532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E3E25A-F0CC-E451-C31B-9142BB47F5D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9C7EB5B-44B0-661D-010D-2FC6B6570C3E}"/>
              </a:ext>
            </a:extLst>
          </p:cNvPr>
          <p:cNvSpPr>
            <a:spLocks noGrp="1"/>
          </p:cNvSpPr>
          <p:nvPr>
            <p:ph type="title"/>
          </p:nvPr>
        </p:nvSpPr>
        <p:spPr>
          <a:xfrm>
            <a:off x="838200" y="365125"/>
            <a:ext cx="10515600" cy="633251"/>
          </a:xfrm>
        </p:spPr>
        <p:txBody>
          <a:bodyPr>
            <a:normAutofit fontScale="90000"/>
          </a:bodyPr>
          <a:lstStyle/>
          <a:p>
            <a:r>
              <a:rPr lang="en-US" sz="3200" dirty="0"/>
              <a:t>Let’s Understand Why Constructor Injection is Better?</a:t>
            </a:r>
            <a:br>
              <a:rPr lang="en-IN" sz="1200" b="0" i="0" dirty="0">
                <a:solidFill>
                  <a:srgbClr val="272C37"/>
                </a:solidFill>
                <a:effectLst/>
                <a:latin typeface="Roboto" panose="02000000000000000000" pitchFamily="2" charset="0"/>
              </a:rPr>
            </a:br>
            <a:r>
              <a:rPr lang="en-IN" sz="1200" b="0" i="0" dirty="0">
                <a:solidFill>
                  <a:srgbClr val="272C37"/>
                </a:solidFill>
                <a:effectLst/>
                <a:latin typeface="Roboto" panose="02000000000000000000" pitchFamily="2" charset="0"/>
              </a:rPr>
              <a:t> </a:t>
            </a:r>
            <a:endParaRPr lang="en-IN" sz="3200" dirty="0"/>
          </a:p>
        </p:txBody>
      </p:sp>
      <p:sp>
        <p:nvSpPr>
          <p:cNvPr id="3" name="Content Placeholder 2">
            <a:extLst>
              <a:ext uri="{FF2B5EF4-FFF2-40B4-BE49-F238E27FC236}">
                <a16:creationId xmlns:a16="http://schemas.microsoft.com/office/drawing/2014/main" id="{3A89C958-43EB-A6AF-5295-57A50D72348E}"/>
              </a:ext>
            </a:extLst>
          </p:cNvPr>
          <p:cNvSpPr>
            <a:spLocks noGrp="1"/>
          </p:cNvSpPr>
          <p:nvPr>
            <p:ph idx="1"/>
          </p:nvPr>
        </p:nvSpPr>
        <p:spPr>
          <a:xfrm>
            <a:off x="838200" y="998376"/>
            <a:ext cx="10515600" cy="5178587"/>
          </a:xfrm>
        </p:spPr>
        <p:txBody>
          <a:bodyPr>
            <a:normAutofit lnSpcReduction="10000"/>
          </a:bodyPr>
          <a:lstStyle/>
          <a:p>
            <a:r>
              <a:rPr lang="en-US" dirty="0"/>
              <a:t> Immutability: Constructor injection allows you to create immutable objects. Once the dependencies are set in the constructor, they cannot be changed, leading to safer and more predictable code.</a:t>
            </a:r>
          </a:p>
          <a:p>
            <a:r>
              <a:rPr lang="en-US" dirty="0"/>
              <a:t>Clarity: It makes the dependencies of a class explicit. By looking at the constructor, you can immediately see what the class needs to function.</a:t>
            </a:r>
          </a:p>
          <a:p>
            <a:r>
              <a:rPr lang="en-US" dirty="0"/>
              <a:t>Testability: Constructor injection makes unit testing easier. You can pass in mock dependencies to isolate the class under test.</a:t>
            </a:r>
          </a:p>
          <a:p>
            <a:r>
              <a:rPr lang="en-US" dirty="0"/>
              <a:t>Fail Fast: Suppose a required dependency is missing or cannot be resolved. In that case, constructor injection will cause the application to fail during startup. It is considered a good practice, allowing developers to catch configuration issues early rather than discover them later during runtime.</a:t>
            </a:r>
          </a:p>
          <a:p>
            <a:endParaRPr lang="en-IN" dirty="0"/>
          </a:p>
        </p:txBody>
      </p:sp>
    </p:spTree>
    <p:extLst>
      <p:ext uri="{BB962C8B-B14F-4D97-AF65-F5344CB8AC3E}">
        <p14:creationId xmlns:p14="http://schemas.microsoft.com/office/powerpoint/2010/main" val="85724854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42E4EE-9DF0-81B8-B5DD-B3BC49819B7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77CE56B-3A64-C03C-04EB-5834E1F8BB63}"/>
              </a:ext>
            </a:extLst>
          </p:cNvPr>
          <p:cNvSpPr>
            <a:spLocks noGrp="1"/>
          </p:cNvSpPr>
          <p:nvPr>
            <p:ph type="title"/>
          </p:nvPr>
        </p:nvSpPr>
        <p:spPr>
          <a:xfrm>
            <a:off x="838200" y="365125"/>
            <a:ext cx="10515600" cy="633251"/>
          </a:xfrm>
        </p:spPr>
        <p:txBody>
          <a:bodyPr>
            <a:normAutofit fontScale="90000"/>
          </a:bodyPr>
          <a:lstStyle/>
          <a:p>
            <a:r>
              <a:rPr lang="en-US" sz="3200" b="1" dirty="0"/>
              <a:t>Disadvantages of Constructor Injection</a:t>
            </a:r>
            <a:br>
              <a:rPr lang="en-IN" sz="1200" b="0" i="0" dirty="0">
                <a:solidFill>
                  <a:srgbClr val="272C37"/>
                </a:solidFill>
                <a:effectLst/>
                <a:latin typeface="Roboto" panose="02000000000000000000" pitchFamily="2" charset="0"/>
              </a:rPr>
            </a:br>
            <a:r>
              <a:rPr lang="en-IN" sz="1200" b="0" i="0" dirty="0">
                <a:solidFill>
                  <a:srgbClr val="272C37"/>
                </a:solidFill>
                <a:effectLst/>
                <a:latin typeface="Roboto" panose="02000000000000000000" pitchFamily="2" charset="0"/>
              </a:rPr>
              <a:t> </a:t>
            </a:r>
            <a:endParaRPr lang="en-IN" sz="3200" dirty="0"/>
          </a:p>
        </p:txBody>
      </p:sp>
      <p:sp>
        <p:nvSpPr>
          <p:cNvPr id="3" name="Content Placeholder 2">
            <a:extLst>
              <a:ext uri="{FF2B5EF4-FFF2-40B4-BE49-F238E27FC236}">
                <a16:creationId xmlns:a16="http://schemas.microsoft.com/office/drawing/2014/main" id="{49C3F022-3CAE-532E-4A69-C8ED894157EC}"/>
              </a:ext>
            </a:extLst>
          </p:cNvPr>
          <p:cNvSpPr>
            <a:spLocks noGrp="1"/>
          </p:cNvSpPr>
          <p:nvPr>
            <p:ph idx="1"/>
          </p:nvPr>
        </p:nvSpPr>
        <p:spPr>
          <a:xfrm>
            <a:off x="838200" y="998376"/>
            <a:ext cx="10515600" cy="5178587"/>
          </a:xfrm>
        </p:spPr>
        <p:txBody>
          <a:bodyPr>
            <a:normAutofit/>
          </a:bodyPr>
          <a:lstStyle/>
          <a:p>
            <a:r>
              <a:rPr lang="en-US" dirty="0"/>
              <a:t>when a class has many dependencies. This can make the code harder to read and maintain.</a:t>
            </a:r>
          </a:p>
          <a:p>
            <a:r>
              <a:rPr lang="en-US" dirty="0"/>
              <a:t>Adding or removing dependencies requires modifying the constructor, which can impact other parts of the code that use the class.</a:t>
            </a:r>
          </a:p>
          <a:p>
            <a:r>
              <a:rPr lang="en-US" dirty="0"/>
              <a:t>Constructor injection can introduce boilerplate code, particularly in classes with many dependencies.</a:t>
            </a:r>
          </a:p>
          <a:p>
            <a:r>
              <a:rPr lang="en-US" dirty="0"/>
              <a:t>Less flexible: Constructor injection makes it harder to create objects with optional dependencies.</a:t>
            </a:r>
          </a:p>
          <a:p>
            <a:r>
              <a:rPr lang="en-US" dirty="0"/>
              <a:t>Circular dependencies: Constructor injection can lead to circular dependencies if not handled carefully</a:t>
            </a:r>
            <a:endParaRPr lang="en-IN" dirty="0"/>
          </a:p>
        </p:txBody>
      </p:sp>
    </p:spTree>
    <p:extLst>
      <p:ext uri="{BB962C8B-B14F-4D97-AF65-F5344CB8AC3E}">
        <p14:creationId xmlns:p14="http://schemas.microsoft.com/office/powerpoint/2010/main" val="158277242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A9DD0C-9C74-749F-6421-B90FD6FDFE42}"/>
              </a:ext>
            </a:extLst>
          </p:cNvPr>
          <p:cNvSpPr>
            <a:spLocks noGrp="1"/>
          </p:cNvSpPr>
          <p:nvPr>
            <p:ph type="title"/>
          </p:nvPr>
        </p:nvSpPr>
        <p:spPr>
          <a:xfrm>
            <a:off x="838200" y="365125"/>
            <a:ext cx="10515600" cy="633251"/>
          </a:xfrm>
        </p:spPr>
        <p:txBody>
          <a:bodyPr>
            <a:normAutofit fontScale="90000"/>
          </a:bodyPr>
          <a:lstStyle/>
          <a:p>
            <a:r>
              <a:rPr lang="en-US" sz="3200" b="1"/>
              <a:t>Setter Injection</a:t>
            </a:r>
            <a:br>
              <a:rPr lang="en-IN" sz="1200" b="1" i="0">
                <a:solidFill>
                  <a:srgbClr val="272C37"/>
                </a:solidFill>
                <a:effectLst/>
                <a:latin typeface="Roboto" panose="02000000000000000000" pitchFamily="2" charset="0"/>
              </a:rPr>
            </a:br>
            <a:r>
              <a:rPr lang="en-IN" sz="1200" b="1" i="0">
                <a:solidFill>
                  <a:srgbClr val="272C37"/>
                </a:solidFill>
                <a:effectLst/>
                <a:latin typeface="Roboto" panose="02000000000000000000" pitchFamily="2" charset="0"/>
              </a:rPr>
              <a:t> </a:t>
            </a:r>
            <a:endParaRPr lang="en-IN" sz="3200" b="1" dirty="0"/>
          </a:p>
        </p:txBody>
      </p:sp>
      <p:sp>
        <p:nvSpPr>
          <p:cNvPr id="7" name="TextBox 6">
            <a:extLst>
              <a:ext uri="{FF2B5EF4-FFF2-40B4-BE49-F238E27FC236}">
                <a16:creationId xmlns:a16="http://schemas.microsoft.com/office/drawing/2014/main" id="{818C12C0-A573-3DF5-50F5-302D451FB611}"/>
              </a:ext>
            </a:extLst>
          </p:cNvPr>
          <p:cNvSpPr txBox="1"/>
          <p:nvPr/>
        </p:nvSpPr>
        <p:spPr>
          <a:xfrm>
            <a:off x="177281" y="1071761"/>
            <a:ext cx="10972800" cy="1569660"/>
          </a:xfrm>
          <a:prstGeom prst="rect">
            <a:avLst/>
          </a:prstGeom>
          <a:noFill/>
        </p:spPr>
        <p:txBody>
          <a:bodyPr wrap="square">
            <a:spAutoFit/>
          </a:bodyPr>
          <a:lstStyle/>
          <a:p>
            <a:r>
              <a:rPr lang="en-US" sz="2400" dirty="0"/>
              <a:t>In setter-based injection, we provide the required dependencies as field parameters to the class </a:t>
            </a:r>
          </a:p>
          <a:p>
            <a:r>
              <a:rPr lang="en-US" sz="2400" dirty="0"/>
              <a:t>and the values are set using the setter methods of the properties.</a:t>
            </a:r>
          </a:p>
          <a:p>
            <a:r>
              <a:rPr lang="en-IN" sz="2400" dirty="0"/>
              <a:t>We have to annotate the setter method with @Autowired annotation </a:t>
            </a:r>
          </a:p>
        </p:txBody>
      </p:sp>
      <p:sp>
        <p:nvSpPr>
          <p:cNvPr id="11" name="Rectangle 5">
            <a:extLst>
              <a:ext uri="{FF2B5EF4-FFF2-40B4-BE49-F238E27FC236}">
                <a16:creationId xmlns:a16="http://schemas.microsoft.com/office/drawing/2014/main" id="{D56697E2-4A9C-0B4B-AC69-2550BA7C869C}"/>
              </a:ext>
            </a:extLst>
          </p:cNvPr>
          <p:cNvSpPr>
            <a:spLocks noChangeArrowheads="1"/>
          </p:cNvSpPr>
          <p:nvPr/>
        </p:nvSpPr>
        <p:spPr bwMode="auto">
          <a:xfrm>
            <a:off x="1278293" y="2713134"/>
            <a:ext cx="8770776" cy="2262158"/>
          </a:xfrm>
          <a:prstGeom prst="rect">
            <a:avLst/>
          </a:prstGeom>
          <a:solidFill>
            <a:srgbClr val="27282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rgbClr val="66D9EF"/>
                </a:solidFill>
                <a:effectLst/>
                <a:latin typeface="var(--bs-font-monospace)"/>
              </a:rPr>
              <a:t>private</a:t>
            </a:r>
            <a:r>
              <a:rPr kumimoji="0" lang="en-US" altLang="en-US" sz="2400" b="0" i="0" u="none" strike="noStrike" cap="none" normalizeH="0" baseline="0" dirty="0">
                <a:ln>
                  <a:noFill/>
                </a:ln>
                <a:solidFill>
                  <a:srgbClr val="F8F8F2"/>
                </a:solidFill>
                <a:effectLst/>
                <a:latin typeface="var(--bs-font-monospace)"/>
              </a:rPr>
              <a:t> Topping toppings</a:t>
            </a:r>
            <a:r>
              <a:rPr kumimoji="0" lang="en-US" altLang="en-US" sz="2400" b="0" i="0" u="none" strike="noStrike" cap="none" normalizeH="0" baseline="0" dirty="0">
                <a:ln>
                  <a:noFill/>
                </a:ln>
                <a:solidFill>
                  <a:srgbClr val="F92672"/>
                </a:solidFill>
                <a:effectLst/>
                <a:latin typeface="var(--bs-font-monospace)"/>
              </a:rPr>
              <a:t>;</a:t>
            </a:r>
            <a:r>
              <a:rPr kumimoji="0" lang="en-US" altLang="en-US" sz="2400" b="0" i="0" u="none" strike="noStrike" cap="none" normalizeH="0" baseline="0" dirty="0">
                <a:ln>
                  <a:noFill/>
                </a:ln>
                <a:solidFill>
                  <a:srgbClr val="F8F8F2"/>
                </a:solidFill>
                <a:effectLst/>
                <a:latin typeface="var(--bs-font-monospace)"/>
              </a:rPr>
              <a:t>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400" b="0" i="0" u="none" strike="noStrike" cap="none" normalizeH="0" baseline="0" dirty="0">
              <a:ln>
                <a:noFill/>
              </a:ln>
              <a:solidFill>
                <a:srgbClr val="F8F8F2"/>
              </a:solidFill>
              <a:effectLst/>
              <a:latin typeface="var(--bs-font-monospace)"/>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rgbClr val="A6E22E"/>
                </a:solidFill>
                <a:effectLst/>
                <a:latin typeface="var(--bs-font-monospace)"/>
              </a:rPr>
              <a:t>@Autowired</a:t>
            </a:r>
            <a:r>
              <a:rPr kumimoji="0" lang="en-US" altLang="en-US" sz="2400" b="0" i="0" u="none" strike="noStrike" cap="none" normalizeH="0" baseline="0" dirty="0">
                <a:ln>
                  <a:noFill/>
                </a:ln>
                <a:solidFill>
                  <a:srgbClr val="F8F8F2"/>
                </a:solidFill>
                <a:effectLst/>
                <a:latin typeface="var(--bs-font-monospace)"/>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rgbClr val="66D9EF"/>
                </a:solidFill>
                <a:effectLst/>
                <a:latin typeface="var(--bs-font-monospace)"/>
              </a:rPr>
              <a:t>void</a:t>
            </a:r>
            <a:r>
              <a:rPr kumimoji="0" lang="en-US" altLang="en-US" sz="2400" b="0" i="0" u="none" strike="noStrike" cap="none" normalizeH="0" baseline="0" dirty="0">
                <a:ln>
                  <a:noFill/>
                </a:ln>
                <a:solidFill>
                  <a:srgbClr val="F8F8F2"/>
                </a:solidFill>
                <a:effectLst/>
                <a:latin typeface="var(--bs-font-monospace)"/>
              </a:rPr>
              <a:t> </a:t>
            </a:r>
            <a:r>
              <a:rPr kumimoji="0" lang="en-US" altLang="en-US" sz="2400" b="0" i="0" u="none" strike="noStrike" cap="none" normalizeH="0" baseline="0" dirty="0" err="1">
                <a:ln>
                  <a:noFill/>
                </a:ln>
                <a:solidFill>
                  <a:srgbClr val="A6E22E"/>
                </a:solidFill>
                <a:effectLst/>
                <a:latin typeface="var(--bs-font-monospace)"/>
              </a:rPr>
              <a:t>setTopping</a:t>
            </a:r>
            <a:r>
              <a:rPr kumimoji="0" lang="en-US" altLang="en-US" sz="2400" b="0" i="0" u="none" strike="noStrike" cap="none" normalizeH="0" baseline="0" dirty="0">
                <a:ln>
                  <a:noFill/>
                </a:ln>
                <a:solidFill>
                  <a:srgbClr val="F92672"/>
                </a:solidFill>
                <a:effectLst/>
                <a:latin typeface="var(--bs-font-monospace)"/>
              </a:rPr>
              <a:t>(</a:t>
            </a:r>
            <a:r>
              <a:rPr kumimoji="0" lang="en-US" altLang="en-US" sz="2400" b="0" i="0" u="none" strike="noStrike" cap="none" normalizeH="0" baseline="0" dirty="0">
                <a:ln>
                  <a:noFill/>
                </a:ln>
                <a:solidFill>
                  <a:srgbClr val="F8F8F2"/>
                </a:solidFill>
                <a:effectLst/>
                <a:latin typeface="var(--bs-font-monospace)"/>
              </a:rPr>
              <a:t>Topping toppings</a:t>
            </a:r>
            <a:r>
              <a:rPr kumimoji="0" lang="en-US" altLang="en-US" sz="2400" b="0" i="0" u="none" strike="noStrike" cap="none" normalizeH="0" baseline="0" dirty="0">
                <a:ln>
                  <a:noFill/>
                </a:ln>
                <a:solidFill>
                  <a:srgbClr val="F92672"/>
                </a:solidFill>
                <a:effectLst/>
                <a:latin typeface="var(--bs-font-monospace)"/>
              </a:rPr>
              <a:t>)</a:t>
            </a:r>
            <a:r>
              <a:rPr kumimoji="0" lang="en-US" altLang="en-US" sz="2400" b="0" i="0" u="none" strike="noStrike" cap="none" normalizeH="0" baseline="0" dirty="0">
                <a:ln>
                  <a:noFill/>
                </a:ln>
                <a:solidFill>
                  <a:srgbClr val="F8F8F2"/>
                </a:solidFill>
                <a:effectLst/>
                <a:latin typeface="var(--bs-font-monospace)"/>
              </a:rPr>
              <a:t> </a:t>
            </a:r>
            <a:r>
              <a:rPr kumimoji="0" lang="en-US" altLang="en-US" sz="2400" b="0" i="0" u="none" strike="noStrike" cap="none" normalizeH="0" baseline="0" dirty="0">
                <a:ln>
                  <a:noFill/>
                </a:ln>
                <a:solidFill>
                  <a:srgbClr val="F92672"/>
                </a:solidFill>
                <a:effectLst/>
                <a:latin typeface="var(--bs-font-monospace)"/>
              </a:rPr>
              <a: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rgbClr val="F8F8F2"/>
                </a:solidFill>
                <a:effectLst/>
                <a:latin typeface="var(--bs-font-monospace)"/>
              </a:rPr>
              <a:t> 	</a:t>
            </a:r>
            <a:r>
              <a:rPr kumimoji="0" lang="en-US" altLang="en-US" sz="2400" b="0" i="0" u="none" strike="noStrike" cap="none" normalizeH="0" baseline="0" dirty="0" err="1">
                <a:ln>
                  <a:noFill/>
                </a:ln>
                <a:solidFill>
                  <a:srgbClr val="66D9EF"/>
                </a:solidFill>
                <a:effectLst/>
                <a:latin typeface="var(--bs-font-monospace)"/>
              </a:rPr>
              <a:t>this</a:t>
            </a:r>
            <a:r>
              <a:rPr kumimoji="0" lang="en-US" altLang="en-US" sz="2400" b="0" i="0" u="none" strike="noStrike" cap="none" normalizeH="0" baseline="0" dirty="0" err="1">
                <a:ln>
                  <a:noFill/>
                </a:ln>
                <a:solidFill>
                  <a:srgbClr val="F92672"/>
                </a:solidFill>
                <a:effectLst/>
                <a:latin typeface="var(--bs-font-monospace)"/>
              </a:rPr>
              <a:t>.</a:t>
            </a:r>
            <a:r>
              <a:rPr kumimoji="0" lang="en-US" altLang="en-US" sz="2400" b="0" i="0" u="none" strike="noStrike" cap="none" normalizeH="0" baseline="0" dirty="0" err="1">
                <a:ln>
                  <a:noFill/>
                </a:ln>
                <a:solidFill>
                  <a:srgbClr val="A6E22E"/>
                </a:solidFill>
                <a:effectLst/>
                <a:latin typeface="var(--bs-font-monospace)"/>
              </a:rPr>
              <a:t>toppings</a:t>
            </a:r>
            <a:r>
              <a:rPr kumimoji="0" lang="en-US" altLang="en-US" sz="2400" b="0" i="0" u="none" strike="noStrike" cap="none" normalizeH="0" baseline="0" dirty="0">
                <a:ln>
                  <a:noFill/>
                </a:ln>
                <a:solidFill>
                  <a:srgbClr val="F8F8F2"/>
                </a:solidFill>
                <a:effectLst/>
                <a:latin typeface="var(--bs-font-monospace)"/>
              </a:rPr>
              <a:t> </a:t>
            </a:r>
            <a:r>
              <a:rPr kumimoji="0" lang="en-US" altLang="en-US" sz="2400" b="0" i="0" u="none" strike="noStrike" cap="none" normalizeH="0" baseline="0" dirty="0">
                <a:ln>
                  <a:noFill/>
                </a:ln>
                <a:solidFill>
                  <a:srgbClr val="F92672"/>
                </a:solidFill>
                <a:effectLst/>
                <a:latin typeface="var(--bs-font-monospace)"/>
              </a:rPr>
              <a:t>=</a:t>
            </a:r>
            <a:r>
              <a:rPr kumimoji="0" lang="en-US" altLang="en-US" sz="2400" b="0" i="0" u="none" strike="noStrike" cap="none" normalizeH="0" baseline="0" dirty="0">
                <a:ln>
                  <a:noFill/>
                </a:ln>
                <a:solidFill>
                  <a:srgbClr val="F8F8F2"/>
                </a:solidFill>
                <a:effectLst/>
                <a:latin typeface="var(--bs-font-monospace)"/>
              </a:rPr>
              <a:t> toppings</a:t>
            </a:r>
            <a:r>
              <a:rPr kumimoji="0" lang="en-US" altLang="en-US" sz="2400" b="0" i="0" u="none" strike="noStrike" cap="none" normalizeH="0" baseline="0" dirty="0">
                <a:ln>
                  <a:noFill/>
                </a:ln>
                <a:solidFill>
                  <a:srgbClr val="F92672"/>
                </a:solidFill>
                <a:effectLst/>
                <a:latin typeface="var(--bs-font-monospace)"/>
              </a:rPr>
              <a: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rgbClr val="F8F8F2"/>
                </a:solidFill>
                <a:effectLst/>
                <a:latin typeface="var(--bs-font-monospace)"/>
              </a:rPr>
              <a:t> </a:t>
            </a:r>
            <a:r>
              <a:rPr kumimoji="0" lang="en-US" altLang="en-US" sz="2400" b="0" i="0" u="none" strike="noStrike" cap="none" normalizeH="0" baseline="0" dirty="0">
                <a:ln>
                  <a:noFill/>
                </a:ln>
                <a:solidFill>
                  <a:srgbClr val="F92672"/>
                </a:solidFill>
                <a:effectLst/>
                <a:latin typeface="var(--bs-font-monospace)"/>
              </a:rPr>
              <a:t>}</a:t>
            </a:r>
            <a:r>
              <a:rPr kumimoji="0" lang="en-US" altLang="en-US" b="0" i="0" u="none" strike="noStrike" cap="none" normalizeH="0" baseline="0" dirty="0">
                <a:ln>
                  <a:noFill/>
                </a:ln>
                <a:solidFill>
                  <a:schemeClr val="tx1"/>
                </a:solidFill>
                <a:effectLst/>
              </a:rPr>
              <a:t> </a:t>
            </a:r>
            <a:endParaRPr kumimoji="0" lang="en-US" altLang="en-US" sz="4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99363112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DF0A622-5884-0683-3392-87DB28398E1E}"/>
              </a:ext>
            </a:extLst>
          </p:cNvPr>
          <p:cNvSpPr txBox="1"/>
          <p:nvPr/>
        </p:nvSpPr>
        <p:spPr>
          <a:xfrm>
            <a:off x="482858" y="295860"/>
            <a:ext cx="10331321" cy="584775"/>
          </a:xfrm>
          <a:prstGeom prst="rect">
            <a:avLst/>
          </a:prstGeom>
          <a:noFill/>
        </p:spPr>
        <p:txBody>
          <a:bodyPr wrap="square">
            <a:spAutoFit/>
          </a:bodyPr>
          <a:lstStyle/>
          <a:p>
            <a:r>
              <a:rPr lang="en-IN" sz="3200" b="1" dirty="0"/>
              <a:t>Advantages of setter injection </a:t>
            </a:r>
          </a:p>
        </p:txBody>
      </p:sp>
      <p:sp>
        <p:nvSpPr>
          <p:cNvPr id="9" name="TextBox 8">
            <a:extLst>
              <a:ext uri="{FF2B5EF4-FFF2-40B4-BE49-F238E27FC236}">
                <a16:creationId xmlns:a16="http://schemas.microsoft.com/office/drawing/2014/main" id="{E2DD37AE-54C6-8E44-7EF1-DED174038E2E}"/>
              </a:ext>
            </a:extLst>
          </p:cNvPr>
          <p:cNvSpPr txBox="1"/>
          <p:nvPr/>
        </p:nvSpPr>
        <p:spPr>
          <a:xfrm>
            <a:off x="118966" y="1060971"/>
            <a:ext cx="11255050" cy="5447645"/>
          </a:xfrm>
          <a:prstGeom prst="rect">
            <a:avLst/>
          </a:prstGeom>
          <a:noFill/>
        </p:spPr>
        <p:txBody>
          <a:bodyPr wrap="square">
            <a:spAutoFit/>
          </a:bodyPr>
          <a:lstStyle/>
          <a:p>
            <a:r>
              <a:rPr lang="en-IN" sz="2800" b="1" dirty="0"/>
              <a:t>Flexibility: </a:t>
            </a:r>
            <a:r>
              <a:rPr lang="en-US" sz="2400" dirty="0"/>
              <a:t>Setter injection allows for optional dependencies. You can choose to set only the required dependencies, leaving others uninitialized if necessary. This is useful when working with complex configurations where not all dependencies are always needed.</a:t>
            </a:r>
          </a:p>
          <a:p>
            <a:endParaRPr lang="en-US" sz="2400" dirty="0"/>
          </a:p>
          <a:p>
            <a:r>
              <a:rPr lang="en-US" sz="2800" b="1" dirty="0"/>
              <a:t>Dynamic Configuration: </a:t>
            </a:r>
            <a:r>
              <a:rPr lang="en-US" sz="2400" dirty="0"/>
              <a:t>Setter methods enable you to reconfigure or re-inject dependencies at runtime. This can be beneficial for managing beans through JMX </a:t>
            </a:r>
            <a:r>
              <a:rPr lang="en-US" sz="2400" dirty="0" err="1"/>
              <a:t>MBeans</a:t>
            </a:r>
            <a:r>
              <a:rPr lang="en-US" sz="2400" dirty="0"/>
              <a:t>, where you might need to change dependencies without restarting the application.</a:t>
            </a:r>
          </a:p>
          <a:p>
            <a:endParaRPr lang="en-US" sz="2400" dirty="0"/>
          </a:p>
          <a:p>
            <a:r>
              <a:rPr lang="en-US" sz="2800" b="1" dirty="0"/>
              <a:t>Circular Dependency Handling</a:t>
            </a:r>
            <a:r>
              <a:rPr lang="en-US" sz="2400" dirty="0"/>
              <a:t>:</a:t>
            </a:r>
          </a:p>
          <a:p>
            <a:r>
              <a:rPr lang="en-US" sz="2400" dirty="0"/>
              <a:t>While not ideal, setter injection can help resolve circular dependencies in certain situations. By injecting dependencies after object creation, you can avoid the issues that arise when two or more beans depend on each other in a circular fashion.</a:t>
            </a:r>
            <a:endParaRPr lang="en-IN" sz="2400" dirty="0"/>
          </a:p>
        </p:txBody>
      </p:sp>
    </p:spTree>
    <p:extLst>
      <p:ext uri="{BB962C8B-B14F-4D97-AF65-F5344CB8AC3E}">
        <p14:creationId xmlns:p14="http://schemas.microsoft.com/office/powerpoint/2010/main" val="66683744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8A3E2382-91D4-0BC9-ADA3-380BECB21F8E}"/>
              </a:ext>
            </a:extLst>
          </p:cNvPr>
          <p:cNvSpPr txBox="1"/>
          <p:nvPr/>
        </p:nvSpPr>
        <p:spPr>
          <a:xfrm>
            <a:off x="361562" y="267869"/>
            <a:ext cx="10695214" cy="584775"/>
          </a:xfrm>
          <a:prstGeom prst="rect">
            <a:avLst/>
          </a:prstGeom>
          <a:noFill/>
        </p:spPr>
        <p:txBody>
          <a:bodyPr wrap="square">
            <a:spAutoFit/>
          </a:bodyPr>
          <a:lstStyle/>
          <a:p>
            <a:pPr algn="ctr"/>
            <a:r>
              <a:rPr lang="en-IN" sz="3200" b="1" dirty="0"/>
              <a:t>Disadvantages of setter injection</a:t>
            </a:r>
          </a:p>
        </p:txBody>
      </p:sp>
      <p:sp>
        <p:nvSpPr>
          <p:cNvPr id="11" name="TextBox 10">
            <a:extLst>
              <a:ext uri="{FF2B5EF4-FFF2-40B4-BE49-F238E27FC236}">
                <a16:creationId xmlns:a16="http://schemas.microsoft.com/office/drawing/2014/main" id="{72F106EC-772F-9819-F454-3FC963FA96D9}"/>
              </a:ext>
            </a:extLst>
          </p:cNvPr>
          <p:cNvSpPr txBox="1"/>
          <p:nvPr/>
        </p:nvSpPr>
        <p:spPr>
          <a:xfrm>
            <a:off x="65314" y="1031835"/>
            <a:ext cx="11756571" cy="5570756"/>
          </a:xfrm>
          <a:prstGeom prst="rect">
            <a:avLst/>
          </a:prstGeom>
          <a:noFill/>
        </p:spPr>
        <p:txBody>
          <a:bodyPr wrap="square">
            <a:spAutoFit/>
          </a:bodyPr>
          <a:lstStyle/>
          <a:p>
            <a:r>
              <a:rPr lang="en-US" sz="2800" b="1" dirty="0"/>
              <a:t>Mutability:</a:t>
            </a:r>
          </a:p>
          <a:p>
            <a:r>
              <a:rPr lang="en-US" sz="2400" dirty="0"/>
              <a:t>Objects become mutable after creation. This can lead to inconsistent states, making debugging and maintenance more challenging.</a:t>
            </a:r>
          </a:p>
          <a:p>
            <a:endParaRPr lang="en-US" sz="2000" dirty="0"/>
          </a:p>
          <a:p>
            <a:r>
              <a:rPr lang="en-US" sz="2400" b="1" dirty="0"/>
              <a:t>Optional Dependencies:</a:t>
            </a:r>
          </a:p>
          <a:p>
            <a:r>
              <a:rPr lang="en-US" sz="2400" dirty="0"/>
              <a:t>While setter injection can be used for optional dependencies, it can also lead to confusion about which dependencies are truly required.</a:t>
            </a:r>
          </a:p>
          <a:p>
            <a:endParaRPr lang="en-US" sz="2000" dirty="0"/>
          </a:p>
          <a:p>
            <a:r>
              <a:rPr lang="en-US" sz="2800" b="1" dirty="0"/>
              <a:t>Readability:</a:t>
            </a:r>
          </a:p>
          <a:p>
            <a:r>
              <a:rPr lang="en-US" sz="2400" dirty="0"/>
              <a:t>Constructor injection makes it clear what dependencies a class requires, right in the constructor signature. Setter injection scatters this information throughout the class, making it harder to understand.</a:t>
            </a:r>
          </a:p>
          <a:p>
            <a:endParaRPr lang="en-US" sz="2000" dirty="0"/>
          </a:p>
          <a:p>
            <a:r>
              <a:rPr lang="en-US" sz="2400" b="1" dirty="0"/>
              <a:t>Circular Dependencies:</a:t>
            </a:r>
          </a:p>
          <a:p>
            <a:r>
              <a:rPr lang="en-US" sz="2400" dirty="0"/>
              <a:t>Setter injection can hide circular dependencies, which can lead to runtime errors.</a:t>
            </a:r>
            <a:endParaRPr lang="en-IN" sz="2400" dirty="0"/>
          </a:p>
        </p:txBody>
      </p:sp>
    </p:spTree>
    <p:extLst>
      <p:ext uri="{BB962C8B-B14F-4D97-AF65-F5344CB8AC3E}">
        <p14:creationId xmlns:p14="http://schemas.microsoft.com/office/powerpoint/2010/main" val="421246925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361A92-2AE6-B5CF-6306-BC344C8E067A}"/>
              </a:ext>
            </a:extLst>
          </p:cNvPr>
          <p:cNvSpPr>
            <a:spLocks noGrp="1"/>
          </p:cNvSpPr>
          <p:nvPr>
            <p:ph type="title"/>
          </p:nvPr>
        </p:nvSpPr>
        <p:spPr>
          <a:xfrm>
            <a:off x="838200" y="365126"/>
            <a:ext cx="10515600" cy="567936"/>
          </a:xfrm>
        </p:spPr>
        <p:txBody>
          <a:bodyPr>
            <a:normAutofit fontScale="90000"/>
          </a:bodyPr>
          <a:lstStyle/>
          <a:p>
            <a:pPr algn="ctr"/>
            <a:r>
              <a:rPr lang="en-IN" sz="3600" b="1" dirty="0"/>
              <a:t>Field Injection</a:t>
            </a:r>
          </a:p>
        </p:txBody>
      </p:sp>
      <p:sp>
        <p:nvSpPr>
          <p:cNvPr id="8" name="TextBox 7">
            <a:extLst>
              <a:ext uri="{FF2B5EF4-FFF2-40B4-BE49-F238E27FC236}">
                <a16:creationId xmlns:a16="http://schemas.microsoft.com/office/drawing/2014/main" id="{C948B069-5E6A-885F-84C3-9C07358E4617}"/>
              </a:ext>
            </a:extLst>
          </p:cNvPr>
          <p:cNvSpPr txBox="1"/>
          <p:nvPr/>
        </p:nvSpPr>
        <p:spPr>
          <a:xfrm>
            <a:off x="251926" y="1455776"/>
            <a:ext cx="11840547" cy="830997"/>
          </a:xfrm>
          <a:prstGeom prst="rect">
            <a:avLst/>
          </a:prstGeom>
          <a:noFill/>
        </p:spPr>
        <p:txBody>
          <a:bodyPr wrap="square">
            <a:spAutoFit/>
          </a:bodyPr>
          <a:lstStyle/>
          <a:p>
            <a:r>
              <a:rPr lang="en-US" sz="2400" dirty="0"/>
              <a:t>With field-based injection, Spring assigns the required dependencies directly to the fields on annotating with @Autowired annotation.</a:t>
            </a:r>
            <a:endParaRPr lang="en-IN" sz="2400" dirty="0"/>
          </a:p>
        </p:txBody>
      </p:sp>
      <p:sp>
        <p:nvSpPr>
          <p:cNvPr id="9" name="Rectangle 2">
            <a:extLst>
              <a:ext uri="{FF2B5EF4-FFF2-40B4-BE49-F238E27FC236}">
                <a16:creationId xmlns:a16="http://schemas.microsoft.com/office/drawing/2014/main" id="{D689EDD3-68C3-6EFB-EE99-5F1000BAFD33}"/>
              </a:ext>
            </a:extLst>
          </p:cNvPr>
          <p:cNvSpPr>
            <a:spLocks noChangeArrowheads="1"/>
          </p:cNvSpPr>
          <p:nvPr/>
        </p:nvSpPr>
        <p:spPr bwMode="auto">
          <a:xfrm>
            <a:off x="1662403" y="3322982"/>
            <a:ext cx="7910805" cy="538609"/>
          </a:xfrm>
          <a:prstGeom prst="rect">
            <a:avLst/>
          </a:prstGeom>
          <a:solidFill>
            <a:srgbClr val="27282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3200" b="0" i="0" u="none" strike="noStrike" cap="none" normalizeH="0" baseline="0" dirty="0">
                <a:ln>
                  <a:noFill/>
                </a:ln>
                <a:solidFill>
                  <a:srgbClr val="A6E22E"/>
                </a:solidFill>
                <a:effectLst/>
                <a:latin typeface="var(--bs-font-monospace)"/>
              </a:rPr>
              <a:t>@Autowired</a:t>
            </a:r>
            <a:r>
              <a:rPr kumimoji="0" lang="en-US" altLang="en-US" sz="3200" b="0" i="0" u="none" strike="noStrike" cap="none" normalizeH="0" baseline="0" dirty="0">
                <a:ln>
                  <a:noFill/>
                </a:ln>
                <a:solidFill>
                  <a:srgbClr val="F8F8F2"/>
                </a:solidFill>
                <a:effectLst/>
                <a:latin typeface="var(--bs-font-monospace)"/>
              </a:rPr>
              <a:t> </a:t>
            </a:r>
            <a:r>
              <a:rPr kumimoji="0" lang="en-US" altLang="en-US" sz="3200" b="0" i="0" u="none" strike="noStrike" cap="none" normalizeH="0" baseline="0" dirty="0">
                <a:ln>
                  <a:noFill/>
                </a:ln>
                <a:solidFill>
                  <a:srgbClr val="66D9EF"/>
                </a:solidFill>
                <a:effectLst/>
                <a:latin typeface="var(--bs-font-monospace)"/>
              </a:rPr>
              <a:t>private</a:t>
            </a:r>
            <a:r>
              <a:rPr kumimoji="0" lang="en-US" altLang="en-US" sz="3200" b="0" i="0" u="none" strike="noStrike" cap="none" normalizeH="0" baseline="0" dirty="0">
                <a:ln>
                  <a:noFill/>
                </a:ln>
                <a:solidFill>
                  <a:srgbClr val="F8F8F2"/>
                </a:solidFill>
                <a:effectLst/>
                <a:latin typeface="var(--bs-font-monospace)"/>
              </a:rPr>
              <a:t> Topping toppings</a:t>
            </a:r>
            <a:r>
              <a:rPr kumimoji="0" lang="en-US" altLang="en-US" sz="3200" b="0" i="0" u="none" strike="noStrike" cap="none" normalizeH="0" baseline="0" dirty="0">
                <a:ln>
                  <a:noFill/>
                </a:ln>
                <a:solidFill>
                  <a:srgbClr val="F92672"/>
                </a:solidFill>
                <a:effectLst/>
                <a:latin typeface="var(--bs-font-monospace)"/>
              </a:rPr>
              <a:t>;</a:t>
            </a:r>
            <a:r>
              <a:rPr kumimoji="0" lang="en-US" altLang="en-US" sz="2400" b="0" i="0" u="none" strike="noStrike" cap="none" normalizeH="0" baseline="0" dirty="0">
                <a:ln>
                  <a:noFill/>
                </a:ln>
                <a:solidFill>
                  <a:schemeClr val="tx1"/>
                </a:solidFill>
                <a:effectLst/>
              </a:rPr>
              <a:t> </a:t>
            </a:r>
            <a:endParaRPr kumimoji="0" lang="en-US" altLang="en-US" sz="60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3340542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64E80C-B0A9-5EEC-A270-E1EC364DB476}"/>
              </a:ext>
            </a:extLst>
          </p:cNvPr>
          <p:cNvSpPr>
            <a:spLocks noGrp="1"/>
          </p:cNvSpPr>
          <p:nvPr>
            <p:ph type="title"/>
          </p:nvPr>
        </p:nvSpPr>
        <p:spPr>
          <a:xfrm>
            <a:off x="838200" y="365126"/>
            <a:ext cx="10515600" cy="782540"/>
          </a:xfrm>
        </p:spPr>
        <p:txBody>
          <a:bodyPr>
            <a:normAutofit/>
          </a:bodyPr>
          <a:lstStyle/>
          <a:p>
            <a:pPr algn="ctr"/>
            <a:r>
              <a:rPr lang="en-IN" sz="3600" b="1" dirty="0" err="1"/>
              <a:t>AutoWiring</a:t>
            </a:r>
            <a:endParaRPr lang="en-IN" sz="3600" b="1" dirty="0"/>
          </a:p>
        </p:txBody>
      </p:sp>
      <p:sp>
        <p:nvSpPr>
          <p:cNvPr id="7" name="TextBox 6">
            <a:extLst>
              <a:ext uri="{FF2B5EF4-FFF2-40B4-BE49-F238E27FC236}">
                <a16:creationId xmlns:a16="http://schemas.microsoft.com/office/drawing/2014/main" id="{6FE90BC5-AEEB-BEA8-911E-861EDD7596AF}"/>
              </a:ext>
            </a:extLst>
          </p:cNvPr>
          <p:cNvSpPr txBox="1"/>
          <p:nvPr/>
        </p:nvSpPr>
        <p:spPr>
          <a:xfrm>
            <a:off x="363894" y="1342349"/>
            <a:ext cx="10403633" cy="830997"/>
          </a:xfrm>
          <a:prstGeom prst="rect">
            <a:avLst/>
          </a:prstGeom>
          <a:noFill/>
        </p:spPr>
        <p:txBody>
          <a:bodyPr wrap="square">
            <a:spAutoFit/>
          </a:bodyPr>
          <a:lstStyle/>
          <a:p>
            <a:r>
              <a:rPr lang="en-US" sz="2400" dirty="0" err="1"/>
              <a:t>Autowiring</a:t>
            </a:r>
            <a:r>
              <a:rPr lang="en-US" sz="2400" dirty="0"/>
              <a:t> is a technique used in Spring to enable automatic dependency injection</a:t>
            </a:r>
            <a:endParaRPr lang="en-IN" sz="2400" dirty="0"/>
          </a:p>
        </p:txBody>
      </p:sp>
      <p:sp>
        <p:nvSpPr>
          <p:cNvPr id="11" name="TextBox 10">
            <a:extLst>
              <a:ext uri="{FF2B5EF4-FFF2-40B4-BE49-F238E27FC236}">
                <a16:creationId xmlns:a16="http://schemas.microsoft.com/office/drawing/2014/main" id="{B13D02FB-CFBF-CEE4-8555-51FA399B6077}"/>
              </a:ext>
            </a:extLst>
          </p:cNvPr>
          <p:cNvSpPr txBox="1"/>
          <p:nvPr/>
        </p:nvSpPr>
        <p:spPr>
          <a:xfrm>
            <a:off x="167950" y="2368029"/>
            <a:ext cx="10767527" cy="400110"/>
          </a:xfrm>
          <a:prstGeom prst="rect">
            <a:avLst/>
          </a:prstGeom>
          <a:noFill/>
        </p:spPr>
        <p:txBody>
          <a:bodyPr wrap="square">
            <a:spAutoFit/>
          </a:bodyPr>
          <a:lstStyle/>
          <a:p>
            <a:r>
              <a:rPr lang="en-US" sz="2000" dirty="0" err="1"/>
              <a:t>Autowiring</a:t>
            </a:r>
            <a:r>
              <a:rPr lang="en-US" sz="2000" dirty="0"/>
              <a:t> in Spring works through a combination of mechanisms:</a:t>
            </a:r>
            <a:endParaRPr lang="en-IN" sz="2000" dirty="0"/>
          </a:p>
        </p:txBody>
      </p:sp>
      <p:sp>
        <p:nvSpPr>
          <p:cNvPr id="16" name="TextBox 15">
            <a:extLst>
              <a:ext uri="{FF2B5EF4-FFF2-40B4-BE49-F238E27FC236}">
                <a16:creationId xmlns:a16="http://schemas.microsoft.com/office/drawing/2014/main" id="{E16207BA-BDF2-4B6B-102D-F581C50B6A80}"/>
              </a:ext>
            </a:extLst>
          </p:cNvPr>
          <p:cNvSpPr txBox="1"/>
          <p:nvPr/>
        </p:nvSpPr>
        <p:spPr>
          <a:xfrm>
            <a:off x="279918" y="2768139"/>
            <a:ext cx="11579290" cy="3600986"/>
          </a:xfrm>
          <a:prstGeom prst="rect">
            <a:avLst/>
          </a:prstGeom>
          <a:noFill/>
        </p:spPr>
        <p:txBody>
          <a:bodyPr wrap="square">
            <a:spAutoFit/>
          </a:bodyPr>
          <a:lstStyle/>
          <a:p>
            <a:r>
              <a:rPr lang="en-US" sz="2000" dirty="0"/>
              <a:t> 1 </a:t>
            </a:r>
            <a:r>
              <a:rPr lang="en-US" sz="2400" b="1" dirty="0"/>
              <a:t>Bean Discovery:</a:t>
            </a:r>
          </a:p>
          <a:p>
            <a:r>
              <a:rPr lang="en-US" sz="2000" dirty="0"/>
              <a:t>Spring scans the application's </a:t>
            </a:r>
            <a:r>
              <a:rPr lang="en-US" sz="2000" dirty="0" err="1"/>
              <a:t>classpath</a:t>
            </a:r>
            <a:r>
              <a:rPr lang="en-US" sz="2000" dirty="0"/>
              <a:t> for beans annotated with @Component, @Service, @Repository, or @Controller.</a:t>
            </a:r>
          </a:p>
          <a:p>
            <a:r>
              <a:rPr lang="en-US" sz="2000" dirty="0"/>
              <a:t>It also registers beans defined in XML configuration files.</a:t>
            </a:r>
          </a:p>
          <a:p>
            <a:r>
              <a:rPr lang="en-US" sz="2000" dirty="0"/>
              <a:t>These beans are then stored in the Spring Application Context.</a:t>
            </a:r>
          </a:p>
          <a:p>
            <a:endParaRPr lang="en-US" sz="2000" dirty="0"/>
          </a:p>
          <a:p>
            <a:r>
              <a:rPr lang="en-US" sz="2400" b="1" dirty="0"/>
              <a:t>2 Dependency Injection:</a:t>
            </a:r>
          </a:p>
          <a:p>
            <a:r>
              <a:rPr lang="en-US" sz="2000" dirty="0"/>
              <a:t>When a bean is created, Spring examines its dependencies (fields, constructor arguments, or setter methods) annotated with @Autowired.</a:t>
            </a:r>
          </a:p>
          <a:p>
            <a:r>
              <a:rPr lang="en-US" sz="2000" dirty="0"/>
              <a:t>Spring searches the Application Context for a bean that matches the type of the dependency.</a:t>
            </a:r>
          </a:p>
          <a:p>
            <a:r>
              <a:rPr lang="en-US" sz="2000" dirty="0"/>
              <a:t>If a single matching bean is found, it is injected into the dependent bean.</a:t>
            </a:r>
            <a:endParaRPr lang="en-IN" sz="2000" dirty="0"/>
          </a:p>
        </p:txBody>
      </p:sp>
    </p:spTree>
    <p:extLst>
      <p:ext uri="{BB962C8B-B14F-4D97-AF65-F5344CB8AC3E}">
        <p14:creationId xmlns:p14="http://schemas.microsoft.com/office/powerpoint/2010/main" val="398189813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64E80C-B0A9-5EEC-A270-E1EC364DB476}"/>
              </a:ext>
            </a:extLst>
          </p:cNvPr>
          <p:cNvSpPr>
            <a:spLocks noGrp="1"/>
          </p:cNvSpPr>
          <p:nvPr>
            <p:ph type="title"/>
          </p:nvPr>
        </p:nvSpPr>
        <p:spPr>
          <a:xfrm>
            <a:off x="838200" y="365126"/>
            <a:ext cx="10515600" cy="782540"/>
          </a:xfrm>
        </p:spPr>
        <p:txBody>
          <a:bodyPr>
            <a:normAutofit/>
          </a:bodyPr>
          <a:lstStyle/>
          <a:p>
            <a:pPr algn="ctr"/>
            <a:r>
              <a:rPr lang="en-IN" sz="3600" b="1" dirty="0" err="1"/>
              <a:t>AutoWiring</a:t>
            </a:r>
            <a:endParaRPr lang="en-IN" sz="3600" b="1" dirty="0"/>
          </a:p>
        </p:txBody>
      </p:sp>
      <p:sp>
        <p:nvSpPr>
          <p:cNvPr id="6" name="TextBox 5">
            <a:extLst>
              <a:ext uri="{FF2B5EF4-FFF2-40B4-BE49-F238E27FC236}">
                <a16:creationId xmlns:a16="http://schemas.microsoft.com/office/drawing/2014/main" id="{3E384209-0915-4F93-66B5-05E384AB4851}"/>
              </a:ext>
            </a:extLst>
          </p:cNvPr>
          <p:cNvSpPr txBox="1"/>
          <p:nvPr/>
        </p:nvSpPr>
        <p:spPr>
          <a:xfrm>
            <a:off x="166396" y="1462502"/>
            <a:ext cx="11859208" cy="5262979"/>
          </a:xfrm>
          <a:prstGeom prst="rect">
            <a:avLst/>
          </a:prstGeom>
          <a:noFill/>
        </p:spPr>
        <p:txBody>
          <a:bodyPr wrap="square">
            <a:spAutoFit/>
          </a:bodyPr>
          <a:lstStyle/>
          <a:p>
            <a:r>
              <a:rPr lang="en-US" sz="2400" dirty="0"/>
              <a:t>3. </a:t>
            </a:r>
            <a:r>
              <a:rPr lang="en-US" sz="3200" b="1" dirty="0" err="1"/>
              <a:t>Autowiring</a:t>
            </a:r>
            <a:r>
              <a:rPr lang="en-US" sz="3200" b="1" dirty="0"/>
              <a:t> Modes:</a:t>
            </a:r>
          </a:p>
          <a:p>
            <a:r>
              <a:rPr lang="en-US" sz="2400" dirty="0"/>
              <a:t>By Type: This is the default mode. Spring looks for a bean of the same type as the dependency.</a:t>
            </a:r>
          </a:p>
          <a:p>
            <a:r>
              <a:rPr lang="en-US" sz="2400" dirty="0"/>
              <a:t>By Name: Spring looks for a bean with the same name as the dependency.</a:t>
            </a:r>
          </a:p>
          <a:p>
            <a:r>
              <a:rPr lang="en-US" sz="2400" dirty="0"/>
              <a:t>By Constructor: Spring tries to find a constructor that matches the types of the dependencies.</a:t>
            </a:r>
          </a:p>
          <a:p>
            <a:r>
              <a:rPr lang="en-US" sz="2400" dirty="0"/>
              <a:t>No: </a:t>
            </a:r>
            <a:r>
              <a:rPr lang="en-US" sz="2400" dirty="0" err="1"/>
              <a:t>Autowiring</a:t>
            </a:r>
            <a:r>
              <a:rPr lang="en-US" sz="2400" dirty="0"/>
              <a:t> is disabled. You must explicitly configure dependencies.</a:t>
            </a:r>
          </a:p>
          <a:p>
            <a:r>
              <a:rPr lang="en-US" sz="2400" dirty="0"/>
              <a:t>4. </a:t>
            </a:r>
            <a:r>
              <a:rPr lang="en-US" sz="3200" b="1" dirty="0"/>
              <a:t>Resolving Ambiguity:</a:t>
            </a:r>
          </a:p>
          <a:p>
            <a:r>
              <a:rPr lang="en-US" sz="2400" dirty="0"/>
              <a:t>If multiple beans of the same type exist, Spring uses the @Qualifier annotation to resolve the ambiguity.</a:t>
            </a:r>
          </a:p>
          <a:p>
            <a:r>
              <a:rPr lang="en-US" sz="2400" dirty="0"/>
              <a:t>The @Qualifier annotation allows you to specify the bean name or a custom qualifier.</a:t>
            </a:r>
          </a:p>
          <a:p>
            <a:endParaRPr lang="en-US" sz="2400" dirty="0"/>
          </a:p>
          <a:p>
            <a:r>
              <a:rPr lang="en-US" sz="2400" dirty="0"/>
              <a:t>5. </a:t>
            </a:r>
            <a:r>
              <a:rPr lang="en-US" sz="3200" b="1" dirty="0" err="1"/>
              <a:t>BeanPostProcessors</a:t>
            </a:r>
            <a:r>
              <a:rPr lang="en-US" sz="3200" b="1" dirty="0"/>
              <a:t>:</a:t>
            </a:r>
          </a:p>
          <a:p>
            <a:r>
              <a:rPr lang="en-US" sz="2400" dirty="0"/>
              <a:t>Spring uses </a:t>
            </a:r>
            <a:r>
              <a:rPr lang="en-US" sz="2400" dirty="0" err="1"/>
              <a:t>AutowiredAnnotationBeanPostProcessor</a:t>
            </a:r>
            <a:r>
              <a:rPr lang="en-US" sz="2400" dirty="0"/>
              <a:t> to process the @Autowired annotations.</a:t>
            </a:r>
          </a:p>
          <a:p>
            <a:r>
              <a:rPr lang="en-US" sz="2400" dirty="0"/>
              <a:t>This post-processor is responsible for injecting the dependencies into the beans.</a:t>
            </a:r>
            <a:endParaRPr lang="en-IN" sz="2400" dirty="0"/>
          </a:p>
        </p:txBody>
      </p:sp>
    </p:spTree>
    <p:extLst>
      <p:ext uri="{BB962C8B-B14F-4D97-AF65-F5344CB8AC3E}">
        <p14:creationId xmlns:p14="http://schemas.microsoft.com/office/powerpoint/2010/main" val="28287664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0A70BA-1CA6-3268-742E-C56262E89883}"/>
              </a:ext>
            </a:extLst>
          </p:cNvPr>
          <p:cNvSpPr>
            <a:spLocks noGrp="1"/>
          </p:cNvSpPr>
          <p:nvPr>
            <p:ph type="title"/>
          </p:nvPr>
        </p:nvSpPr>
        <p:spPr>
          <a:xfrm>
            <a:off x="838200" y="365126"/>
            <a:ext cx="10515600" cy="810532"/>
          </a:xfrm>
        </p:spPr>
        <p:txBody>
          <a:bodyPr>
            <a:normAutofit/>
          </a:bodyPr>
          <a:lstStyle/>
          <a:p>
            <a:pPr algn="ctr"/>
            <a:r>
              <a:rPr lang="en-IN" sz="3600" b="1" dirty="0"/>
              <a:t>Types Of </a:t>
            </a:r>
            <a:r>
              <a:rPr lang="en-IN" sz="3600" b="1" dirty="0" err="1"/>
              <a:t>Autowire</a:t>
            </a:r>
            <a:endParaRPr lang="en-IN" sz="3600" b="1" dirty="0"/>
          </a:p>
        </p:txBody>
      </p:sp>
      <p:sp>
        <p:nvSpPr>
          <p:cNvPr id="7" name="TextBox 6">
            <a:extLst>
              <a:ext uri="{FF2B5EF4-FFF2-40B4-BE49-F238E27FC236}">
                <a16:creationId xmlns:a16="http://schemas.microsoft.com/office/drawing/2014/main" id="{BB515ED4-2462-8D99-0D26-C9F2350827B1}"/>
              </a:ext>
            </a:extLst>
          </p:cNvPr>
          <p:cNvSpPr txBox="1"/>
          <p:nvPr/>
        </p:nvSpPr>
        <p:spPr>
          <a:xfrm>
            <a:off x="301689" y="1175658"/>
            <a:ext cx="11588621" cy="1231106"/>
          </a:xfrm>
          <a:prstGeom prst="rect">
            <a:avLst/>
          </a:prstGeom>
          <a:noFill/>
        </p:spPr>
        <p:txBody>
          <a:bodyPr wrap="square">
            <a:spAutoFit/>
          </a:bodyPr>
          <a:lstStyle/>
          <a:p>
            <a:r>
              <a:rPr lang="en-US" sz="2000" b="1" dirty="0"/>
              <a:t>By Type:</a:t>
            </a:r>
          </a:p>
          <a:p>
            <a:r>
              <a:rPr lang="en-US" dirty="0"/>
              <a:t>Spring looks for a bean of the same type as the property being injected. If multiple beans of the same type exist, an exception is thrown.</a:t>
            </a:r>
          </a:p>
          <a:p>
            <a:r>
              <a:rPr lang="en-US" dirty="0"/>
              <a:t>Example: </a:t>
            </a:r>
            <a:r>
              <a:rPr lang="en-IN" dirty="0"/>
              <a:t>@Autowired private </a:t>
            </a:r>
            <a:r>
              <a:rPr lang="en-IN" dirty="0" err="1"/>
              <a:t>MyService</a:t>
            </a:r>
            <a:r>
              <a:rPr lang="en-IN" dirty="0"/>
              <a:t> </a:t>
            </a:r>
            <a:r>
              <a:rPr lang="en-IN" dirty="0" err="1"/>
              <a:t>myService</a:t>
            </a:r>
            <a:r>
              <a:rPr lang="en-IN" dirty="0"/>
              <a:t>; </a:t>
            </a:r>
          </a:p>
        </p:txBody>
      </p:sp>
      <p:sp>
        <p:nvSpPr>
          <p:cNvPr id="11" name="TextBox 10">
            <a:extLst>
              <a:ext uri="{FF2B5EF4-FFF2-40B4-BE49-F238E27FC236}">
                <a16:creationId xmlns:a16="http://schemas.microsoft.com/office/drawing/2014/main" id="{332215A2-F553-2E92-AAA7-CDCF3050F8DC}"/>
              </a:ext>
            </a:extLst>
          </p:cNvPr>
          <p:cNvSpPr txBox="1"/>
          <p:nvPr/>
        </p:nvSpPr>
        <p:spPr>
          <a:xfrm>
            <a:off x="139958" y="2671675"/>
            <a:ext cx="11653935" cy="1231106"/>
          </a:xfrm>
          <a:prstGeom prst="rect">
            <a:avLst/>
          </a:prstGeom>
          <a:noFill/>
        </p:spPr>
        <p:txBody>
          <a:bodyPr wrap="square">
            <a:spAutoFit/>
          </a:bodyPr>
          <a:lstStyle/>
          <a:p>
            <a:r>
              <a:rPr lang="en-US" dirty="0"/>
              <a:t> </a:t>
            </a:r>
            <a:r>
              <a:rPr lang="en-US" sz="2000" b="1" dirty="0"/>
              <a:t>By Name:</a:t>
            </a:r>
          </a:p>
          <a:p>
            <a:r>
              <a:rPr lang="en-US" dirty="0"/>
              <a:t>Spring matches the property name to the bean name in the application context. If no matching bean name is found, an exception is thrown. </a:t>
            </a:r>
          </a:p>
          <a:p>
            <a:r>
              <a:rPr lang="en-US" dirty="0"/>
              <a:t>Example: @Autowiredprivate </a:t>
            </a:r>
            <a:r>
              <a:rPr lang="en-US" dirty="0" err="1"/>
              <a:t>MyService</a:t>
            </a:r>
            <a:r>
              <a:rPr lang="en-US" dirty="0"/>
              <a:t> </a:t>
            </a:r>
            <a:r>
              <a:rPr lang="en-US" dirty="0" err="1"/>
              <a:t>myServiceBean</a:t>
            </a:r>
            <a:r>
              <a:rPr lang="en-US" dirty="0"/>
              <a:t>; // Assuming a bean with name "</a:t>
            </a:r>
            <a:r>
              <a:rPr lang="en-US" dirty="0" err="1"/>
              <a:t>myServiceBean</a:t>
            </a:r>
            <a:r>
              <a:rPr lang="en-US" dirty="0"/>
              <a:t>" exists</a:t>
            </a:r>
            <a:endParaRPr lang="en-IN" dirty="0"/>
          </a:p>
        </p:txBody>
      </p:sp>
      <p:sp>
        <p:nvSpPr>
          <p:cNvPr id="17" name="TextBox 16">
            <a:extLst>
              <a:ext uri="{FF2B5EF4-FFF2-40B4-BE49-F238E27FC236}">
                <a16:creationId xmlns:a16="http://schemas.microsoft.com/office/drawing/2014/main" id="{E45FEC69-1466-CEA5-60BA-80A8284E12C4}"/>
              </a:ext>
            </a:extLst>
          </p:cNvPr>
          <p:cNvSpPr txBox="1"/>
          <p:nvPr/>
        </p:nvSpPr>
        <p:spPr>
          <a:xfrm>
            <a:off x="301689" y="3974641"/>
            <a:ext cx="11361576" cy="1231106"/>
          </a:xfrm>
          <a:prstGeom prst="rect">
            <a:avLst/>
          </a:prstGeom>
          <a:noFill/>
        </p:spPr>
        <p:txBody>
          <a:bodyPr wrap="square">
            <a:spAutoFit/>
          </a:bodyPr>
          <a:lstStyle/>
          <a:p>
            <a:r>
              <a:rPr lang="en-US" sz="2000" b="1" dirty="0"/>
              <a:t>Constructor:</a:t>
            </a:r>
          </a:p>
          <a:p>
            <a:r>
              <a:rPr lang="en-US" dirty="0"/>
              <a:t>Spring injects dependencies through the constructor. The constructor arguments are matched by type.</a:t>
            </a:r>
          </a:p>
          <a:p>
            <a:r>
              <a:rPr lang="en-US" dirty="0"/>
              <a:t>If there are multiple constructors, Spring chooses the one with the most arguments.</a:t>
            </a:r>
          </a:p>
          <a:p>
            <a:r>
              <a:rPr lang="en-US" dirty="0"/>
              <a:t>Example: @Autowiredpublic </a:t>
            </a:r>
            <a:r>
              <a:rPr lang="en-US" dirty="0" err="1"/>
              <a:t>MyClass</a:t>
            </a:r>
            <a:r>
              <a:rPr lang="en-US" dirty="0"/>
              <a:t>(</a:t>
            </a:r>
            <a:r>
              <a:rPr lang="en-US" dirty="0" err="1"/>
              <a:t>MyService</a:t>
            </a:r>
            <a:r>
              <a:rPr lang="en-US" dirty="0"/>
              <a:t> </a:t>
            </a:r>
            <a:r>
              <a:rPr lang="en-US" dirty="0" err="1"/>
              <a:t>myService</a:t>
            </a:r>
            <a:r>
              <a:rPr lang="en-US" dirty="0"/>
              <a:t>) {    </a:t>
            </a:r>
            <a:r>
              <a:rPr lang="en-US" dirty="0" err="1"/>
              <a:t>this.myService</a:t>
            </a:r>
            <a:r>
              <a:rPr lang="en-US" dirty="0"/>
              <a:t> = </a:t>
            </a:r>
            <a:r>
              <a:rPr lang="en-US" dirty="0" err="1"/>
              <a:t>myService</a:t>
            </a:r>
            <a:r>
              <a:rPr lang="en-US" dirty="0"/>
              <a:t>;}</a:t>
            </a:r>
            <a:endParaRPr lang="en-IN" dirty="0"/>
          </a:p>
        </p:txBody>
      </p:sp>
    </p:spTree>
    <p:extLst>
      <p:ext uri="{BB962C8B-B14F-4D97-AF65-F5344CB8AC3E}">
        <p14:creationId xmlns:p14="http://schemas.microsoft.com/office/powerpoint/2010/main" val="338497224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0A70BA-1CA6-3268-742E-C56262E89883}"/>
              </a:ext>
            </a:extLst>
          </p:cNvPr>
          <p:cNvSpPr>
            <a:spLocks noGrp="1"/>
          </p:cNvSpPr>
          <p:nvPr>
            <p:ph type="title"/>
          </p:nvPr>
        </p:nvSpPr>
        <p:spPr>
          <a:xfrm>
            <a:off x="838200" y="365126"/>
            <a:ext cx="10515600" cy="810532"/>
          </a:xfrm>
        </p:spPr>
        <p:txBody>
          <a:bodyPr>
            <a:normAutofit/>
          </a:bodyPr>
          <a:lstStyle/>
          <a:p>
            <a:pPr algn="ctr"/>
            <a:r>
              <a:rPr lang="en-IN" sz="3600" b="1" dirty="0"/>
              <a:t>Types Of </a:t>
            </a:r>
            <a:r>
              <a:rPr lang="en-IN" sz="3600" b="1" dirty="0" err="1"/>
              <a:t>Autowire</a:t>
            </a:r>
            <a:endParaRPr lang="en-IN" sz="3600" b="1" dirty="0"/>
          </a:p>
        </p:txBody>
      </p:sp>
      <p:sp>
        <p:nvSpPr>
          <p:cNvPr id="6" name="TextBox 5">
            <a:extLst>
              <a:ext uri="{FF2B5EF4-FFF2-40B4-BE49-F238E27FC236}">
                <a16:creationId xmlns:a16="http://schemas.microsoft.com/office/drawing/2014/main" id="{7D602E37-6653-0CA3-3A0C-8E9F23D33FA6}"/>
              </a:ext>
            </a:extLst>
          </p:cNvPr>
          <p:cNvSpPr txBox="1"/>
          <p:nvPr/>
        </p:nvSpPr>
        <p:spPr>
          <a:xfrm>
            <a:off x="301689" y="1152948"/>
            <a:ext cx="11492204" cy="954107"/>
          </a:xfrm>
          <a:prstGeom prst="rect">
            <a:avLst/>
          </a:prstGeom>
          <a:noFill/>
        </p:spPr>
        <p:txBody>
          <a:bodyPr wrap="square">
            <a:spAutoFit/>
          </a:bodyPr>
          <a:lstStyle/>
          <a:p>
            <a:r>
              <a:rPr lang="en-US" sz="2000" b="1" dirty="0"/>
              <a:t>Autodetect (Deprecated):</a:t>
            </a:r>
          </a:p>
          <a:p>
            <a:r>
              <a:rPr lang="en-US" dirty="0"/>
              <a:t>Spring tries to determine the best </a:t>
            </a:r>
            <a:r>
              <a:rPr lang="en-US" dirty="0" err="1"/>
              <a:t>autowiring</a:t>
            </a:r>
            <a:r>
              <a:rPr lang="en-US" dirty="0"/>
              <a:t> strategy automatically. It first tries constructor </a:t>
            </a:r>
            <a:r>
              <a:rPr lang="en-US" dirty="0" err="1"/>
              <a:t>autowiring</a:t>
            </a:r>
            <a:r>
              <a:rPr lang="en-US" dirty="0"/>
              <a:t>, then </a:t>
            </a:r>
            <a:r>
              <a:rPr lang="en-US" dirty="0" err="1"/>
              <a:t>byType</a:t>
            </a:r>
            <a:r>
              <a:rPr lang="en-US" dirty="0"/>
              <a:t>.</a:t>
            </a:r>
          </a:p>
          <a:p>
            <a:r>
              <a:rPr lang="en-US" dirty="0"/>
              <a:t>This approach is not recommended due to its unpredictable behavior.</a:t>
            </a:r>
            <a:endParaRPr lang="en-IN" dirty="0"/>
          </a:p>
        </p:txBody>
      </p:sp>
      <p:sp>
        <p:nvSpPr>
          <p:cNvPr id="12" name="TextBox 11">
            <a:extLst>
              <a:ext uri="{FF2B5EF4-FFF2-40B4-BE49-F238E27FC236}">
                <a16:creationId xmlns:a16="http://schemas.microsoft.com/office/drawing/2014/main" id="{24FE33E8-0F3B-BC3C-E371-116625B1A950}"/>
              </a:ext>
            </a:extLst>
          </p:cNvPr>
          <p:cNvSpPr txBox="1"/>
          <p:nvPr/>
        </p:nvSpPr>
        <p:spPr>
          <a:xfrm>
            <a:off x="301689" y="2690336"/>
            <a:ext cx="11258940" cy="954107"/>
          </a:xfrm>
          <a:prstGeom prst="rect">
            <a:avLst/>
          </a:prstGeom>
          <a:noFill/>
        </p:spPr>
        <p:txBody>
          <a:bodyPr wrap="square">
            <a:spAutoFit/>
          </a:bodyPr>
          <a:lstStyle/>
          <a:p>
            <a:r>
              <a:rPr lang="en-US" dirty="0"/>
              <a:t> </a:t>
            </a:r>
            <a:r>
              <a:rPr lang="en-US" sz="2000" b="1" dirty="0"/>
              <a:t>No </a:t>
            </a:r>
            <a:r>
              <a:rPr lang="en-US" sz="2000" b="1" dirty="0" err="1"/>
              <a:t>Autowiring</a:t>
            </a:r>
            <a:r>
              <a:rPr lang="en-US" sz="2000" b="1" dirty="0"/>
              <a:t>:</a:t>
            </a:r>
          </a:p>
          <a:p>
            <a:r>
              <a:rPr lang="en-US" dirty="0"/>
              <a:t>Dependencies are explicitly defined through XML or Java configuration. This provides the most control but requires more manual effort.</a:t>
            </a:r>
            <a:endParaRPr lang="en-IN" dirty="0"/>
          </a:p>
        </p:txBody>
      </p:sp>
      <p:sp>
        <p:nvSpPr>
          <p:cNvPr id="19" name="TextBox 18">
            <a:extLst>
              <a:ext uri="{FF2B5EF4-FFF2-40B4-BE49-F238E27FC236}">
                <a16:creationId xmlns:a16="http://schemas.microsoft.com/office/drawing/2014/main" id="{C2A82662-09B0-F791-EABF-1F8CAD5AD3DA}"/>
              </a:ext>
            </a:extLst>
          </p:cNvPr>
          <p:cNvSpPr txBox="1"/>
          <p:nvPr/>
        </p:nvSpPr>
        <p:spPr>
          <a:xfrm>
            <a:off x="174949" y="4084977"/>
            <a:ext cx="11618944" cy="2308324"/>
          </a:xfrm>
          <a:prstGeom prst="rect">
            <a:avLst/>
          </a:prstGeom>
          <a:noFill/>
        </p:spPr>
        <p:txBody>
          <a:bodyPr wrap="square">
            <a:spAutoFit/>
          </a:bodyPr>
          <a:lstStyle/>
          <a:p>
            <a:r>
              <a:rPr lang="en-US" sz="2400" dirty="0"/>
              <a:t>The autodetect option in Spring is deprecated because it provides too much "magic" and a more explicit declaration is preferred. The autodetect mode uses two other modes for </a:t>
            </a:r>
            <a:r>
              <a:rPr lang="en-US" sz="2400" dirty="0" err="1"/>
              <a:t>autowiring</a:t>
            </a:r>
            <a:r>
              <a:rPr lang="en-US" sz="2400" dirty="0"/>
              <a:t>, constructor and </a:t>
            </a:r>
            <a:r>
              <a:rPr lang="en-US" sz="2400" dirty="0" err="1"/>
              <a:t>byType</a:t>
            </a:r>
            <a:r>
              <a:rPr lang="en-US" sz="2400" dirty="0"/>
              <a:t>. It first tries to </a:t>
            </a:r>
            <a:r>
              <a:rPr lang="en-US" sz="2400" dirty="0" err="1"/>
              <a:t>autowire</a:t>
            </a:r>
            <a:r>
              <a:rPr lang="en-US" sz="2400" dirty="0"/>
              <a:t> via the constructor mode and if it fails, it uses the </a:t>
            </a:r>
            <a:r>
              <a:rPr lang="en-US" sz="2400" dirty="0" err="1"/>
              <a:t>byType</a:t>
            </a:r>
            <a:r>
              <a:rPr lang="en-US" sz="2400" dirty="0"/>
              <a:t> mode for </a:t>
            </a:r>
            <a:r>
              <a:rPr lang="en-US" sz="2400" dirty="0" err="1"/>
              <a:t>autowiring</a:t>
            </a:r>
            <a:r>
              <a:rPr lang="en-US" sz="2400" dirty="0"/>
              <a:t>. This option was used for </a:t>
            </a:r>
            <a:r>
              <a:rPr lang="en-US" sz="2400" dirty="0" err="1"/>
              <a:t>autowire</a:t>
            </a:r>
            <a:r>
              <a:rPr lang="en-US" sz="2400" dirty="0"/>
              <a:t> by constructor or </a:t>
            </a:r>
            <a:r>
              <a:rPr lang="en-US" sz="2400" dirty="0" err="1"/>
              <a:t>byType</a:t>
            </a:r>
            <a:r>
              <a:rPr lang="en-US" sz="2400" dirty="0"/>
              <a:t>, as determined by Spring container. Since there are already so many options, this option is deprecated.</a:t>
            </a:r>
            <a:endParaRPr lang="en-IN" sz="2400" dirty="0"/>
          </a:p>
        </p:txBody>
      </p:sp>
    </p:spTree>
    <p:extLst>
      <p:ext uri="{BB962C8B-B14F-4D97-AF65-F5344CB8AC3E}">
        <p14:creationId xmlns:p14="http://schemas.microsoft.com/office/powerpoint/2010/main" val="142655642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FC0F20-086C-83F1-A68C-3A7FBF12C7AC}"/>
              </a:ext>
            </a:extLst>
          </p:cNvPr>
          <p:cNvSpPr>
            <a:spLocks noGrp="1"/>
          </p:cNvSpPr>
          <p:nvPr>
            <p:ph type="title"/>
          </p:nvPr>
        </p:nvSpPr>
        <p:spPr>
          <a:xfrm>
            <a:off x="297025" y="415730"/>
            <a:ext cx="10515600" cy="530614"/>
          </a:xfrm>
        </p:spPr>
        <p:txBody>
          <a:bodyPr>
            <a:normAutofit/>
          </a:bodyPr>
          <a:lstStyle/>
          <a:p>
            <a:r>
              <a:rPr lang="en-IN" sz="2800" dirty="0"/>
              <a:t>What is Circular Dependency?</a:t>
            </a:r>
          </a:p>
        </p:txBody>
      </p:sp>
      <p:sp>
        <p:nvSpPr>
          <p:cNvPr id="3" name="Content Placeholder 2">
            <a:extLst>
              <a:ext uri="{FF2B5EF4-FFF2-40B4-BE49-F238E27FC236}">
                <a16:creationId xmlns:a16="http://schemas.microsoft.com/office/drawing/2014/main" id="{642579EA-003A-F68E-9867-DEF754B3413D}"/>
              </a:ext>
            </a:extLst>
          </p:cNvPr>
          <p:cNvSpPr>
            <a:spLocks noGrp="1"/>
          </p:cNvSpPr>
          <p:nvPr>
            <p:ph idx="1"/>
          </p:nvPr>
        </p:nvSpPr>
        <p:spPr>
          <a:xfrm>
            <a:off x="167951" y="1156996"/>
            <a:ext cx="11532637" cy="5523721"/>
          </a:xfrm>
        </p:spPr>
        <p:txBody>
          <a:bodyPr/>
          <a:lstStyle/>
          <a:p>
            <a:r>
              <a:rPr lang="en-US" dirty="0"/>
              <a:t>Circular dependency is a situation where two or more beans depend on each other in a way that forms a loop</a:t>
            </a:r>
            <a:endParaRPr lang="en-IN" dirty="0"/>
          </a:p>
        </p:txBody>
      </p:sp>
      <p:pic>
        <p:nvPicPr>
          <p:cNvPr id="4" name="Picture 3">
            <a:extLst>
              <a:ext uri="{FF2B5EF4-FFF2-40B4-BE49-F238E27FC236}">
                <a16:creationId xmlns:a16="http://schemas.microsoft.com/office/drawing/2014/main" id="{572E3635-5990-4AF2-8F50-56999EE1EC99}"/>
              </a:ext>
            </a:extLst>
          </p:cNvPr>
          <p:cNvPicPr>
            <a:picLocks noChangeAspect="1"/>
          </p:cNvPicPr>
          <p:nvPr/>
        </p:nvPicPr>
        <p:blipFill>
          <a:blip r:embed="rId2"/>
          <a:stretch>
            <a:fillRect/>
          </a:stretch>
        </p:blipFill>
        <p:spPr>
          <a:xfrm>
            <a:off x="569556" y="2124270"/>
            <a:ext cx="6667500" cy="3505200"/>
          </a:xfrm>
          <a:prstGeom prst="rect">
            <a:avLst/>
          </a:prstGeom>
        </p:spPr>
      </p:pic>
    </p:spTree>
    <p:extLst>
      <p:ext uri="{BB962C8B-B14F-4D97-AF65-F5344CB8AC3E}">
        <p14:creationId xmlns:p14="http://schemas.microsoft.com/office/powerpoint/2010/main" val="7658303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FC0F20-086C-83F1-A68C-3A7FBF12C7AC}"/>
              </a:ext>
            </a:extLst>
          </p:cNvPr>
          <p:cNvSpPr>
            <a:spLocks noGrp="1"/>
          </p:cNvSpPr>
          <p:nvPr>
            <p:ph type="title"/>
          </p:nvPr>
        </p:nvSpPr>
        <p:spPr>
          <a:xfrm>
            <a:off x="297025" y="415730"/>
            <a:ext cx="10515600" cy="530614"/>
          </a:xfrm>
        </p:spPr>
        <p:txBody>
          <a:bodyPr>
            <a:normAutofit/>
          </a:bodyPr>
          <a:lstStyle/>
          <a:p>
            <a:r>
              <a:rPr lang="en-IN" sz="2800" dirty="0"/>
              <a:t>What is Circular Dependency? Contd..</a:t>
            </a:r>
          </a:p>
        </p:txBody>
      </p:sp>
      <p:sp>
        <p:nvSpPr>
          <p:cNvPr id="3" name="Content Placeholder 2">
            <a:extLst>
              <a:ext uri="{FF2B5EF4-FFF2-40B4-BE49-F238E27FC236}">
                <a16:creationId xmlns:a16="http://schemas.microsoft.com/office/drawing/2014/main" id="{642579EA-003A-F68E-9867-DEF754B3413D}"/>
              </a:ext>
            </a:extLst>
          </p:cNvPr>
          <p:cNvSpPr>
            <a:spLocks noGrp="1"/>
          </p:cNvSpPr>
          <p:nvPr>
            <p:ph idx="1"/>
          </p:nvPr>
        </p:nvSpPr>
        <p:spPr>
          <a:xfrm>
            <a:off x="167951" y="1156996"/>
            <a:ext cx="11532637" cy="5523721"/>
          </a:xfrm>
        </p:spPr>
        <p:txBody>
          <a:bodyPr/>
          <a:lstStyle/>
          <a:p>
            <a:r>
              <a:rPr lang="en-US" b="0" i="0" dirty="0">
                <a:solidFill>
                  <a:srgbClr val="242424"/>
                </a:solidFill>
                <a:effectLst/>
                <a:latin typeface="source-serif-pro"/>
              </a:rPr>
              <a:t> In Spring Boot, circular dependency can occur in three ways:</a:t>
            </a:r>
          </a:p>
          <a:p>
            <a:r>
              <a:rPr lang="en-US" dirty="0"/>
              <a:t>Constructor injection: When a bean A requires another bean B in its constructor and bean B requires bean A in its constructor, a circular dependency occurs.</a:t>
            </a:r>
          </a:p>
          <a:p>
            <a:r>
              <a:rPr lang="en-US" dirty="0"/>
              <a:t>Setter injection: When bean A requires bean B through a setter method and bean B requires bean A through another setter method, a circular dependency occurs.</a:t>
            </a:r>
          </a:p>
          <a:p>
            <a:r>
              <a:rPr lang="en-US" dirty="0"/>
              <a:t>Field injection: When bean A requires bean B through a field and bean B requires bean A through another field, a circular dependency occurs.</a:t>
            </a:r>
            <a:endParaRPr lang="en-IN" dirty="0"/>
          </a:p>
        </p:txBody>
      </p:sp>
    </p:spTree>
    <p:extLst>
      <p:ext uri="{BB962C8B-B14F-4D97-AF65-F5344CB8AC3E}">
        <p14:creationId xmlns:p14="http://schemas.microsoft.com/office/powerpoint/2010/main" val="200309857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FC0F20-086C-83F1-A68C-3A7FBF12C7AC}"/>
              </a:ext>
            </a:extLst>
          </p:cNvPr>
          <p:cNvSpPr>
            <a:spLocks noGrp="1"/>
          </p:cNvSpPr>
          <p:nvPr>
            <p:ph type="title"/>
          </p:nvPr>
        </p:nvSpPr>
        <p:spPr>
          <a:xfrm>
            <a:off x="297025" y="415730"/>
            <a:ext cx="10515600" cy="530614"/>
          </a:xfrm>
        </p:spPr>
        <p:txBody>
          <a:bodyPr>
            <a:normAutofit/>
          </a:bodyPr>
          <a:lstStyle/>
          <a:p>
            <a:r>
              <a:rPr lang="en-IN" sz="2800" dirty="0"/>
              <a:t>What is Circular Dependency? Solution fixing </a:t>
            </a:r>
          </a:p>
        </p:txBody>
      </p:sp>
      <p:sp>
        <p:nvSpPr>
          <p:cNvPr id="3" name="Content Placeholder 2">
            <a:extLst>
              <a:ext uri="{FF2B5EF4-FFF2-40B4-BE49-F238E27FC236}">
                <a16:creationId xmlns:a16="http://schemas.microsoft.com/office/drawing/2014/main" id="{642579EA-003A-F68E-9867-DEF754B3413D}"/>
              </a:ext>
            </a:extLst>
          </p:cNvPr>
          <p:cNvSpPr>
            <a:spLocks noGrp="1"/>
          </p:cNvSpPr>
          <p:nvPr>
            <p:ph idx="1"/>
          </p:nvPr>
        </p:nvSpPr>
        <p:spPr>
          <a:xfrm>
            <a:off x="167951" y="1156996"/>
            <a:ext cx="11532637" cy="5523721"/>
          </a:xfrm>
        </p:spPr>
        <p:txBody>
          <a:bodyPr/>
          <a:lstStyle/>
          <a:p>
            <a:r>
              <a:rPr lang="en-US" b="0" i="0" dirty="0">
                <a:solidFill>
                  <a:srgbClr val="242424"/>
                </a:solidFill>
                <a:effectLst/>
                <a:latin typeface="source-serif-pro"/>
              </a:rPr>
              <a:t>Method 1: Refactoring: One way to fix circular dependency is to refactor your code to remove the circular reference. This can be done by extracting the shared functionality into a separate class or interface, which can be injected into both classes that previously had the circular reference.</a:t>
            </a:r>
          </a:p>
          <a:p>
            <a:r>
              <a:rPr lang="en-IN" dirty="0"/>
              <a:t>Method 2: Setter Injection: </a:t>
            </a:r>
            <a:r>
              <a:rPr lang="en-US" dirty="0"/>
              <a:t>Another way to fix circular dependency is to use setter injection instead of constructor injection. With setter injection, Spring Boot will first create the object and then set the required dependencies using the setter method.</a:t>
            </a:r>
          </a:p>
          <a:p>
            <a:r>
              <a:rPr lang="en-IN" dirty="0"/>
              <a:t>Method 3: Lazy Initialization: </a:t>
            </a:r>
            <a:r>
              <a:rPr lang="en-US" dirty="0"/>
              <a:t>Another way to fix circular dependency is to use lazy initialization. With lazy initialization, Spring Boot will create the object only when it is first used, instead of creating it immediately at application startup. This can help break the circular reference by delaying the creation of one or more of the objects until they are actually needed.</a:t>
            </a:r>
            <a:endParaRPr lang="en-IN" dirty="0"/>
          </a:p>
        </p:txBody>
      </p:sp>
    </p:spTree>
    <p:extLst>
      <p:ext uri="{BB962C8B-B14F-4D97-AF65-F5344CB8AC3E}">
        <p14:creationId xmlns:p14="http://schemas.microsoft.com/office/powerpoint/2010/main" val="77265373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158</TotalTime>
  <Words>2075</Words>
  <Application>Microsoft Office PowerPoint</Application>
  <PresentationFormat>Widescreen</PresentationFormat>
  <Paragraphs>149</Paragraphs>
  <Slides>25</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25</vt:i4>
      </vt:variant>
    </vt:vector>
  </HeadingPairs>
  <TitlesOfParts>
    <vt:vector size="32" baseType="lpstr">
      <vt:lpstr>Arial</vt:lpstr>
      <vt:lpstr>Calibri</vt:lpstr>
      <vt:lpstr>Calibri Light</vt:lpstr>
      <vt:lpstr>Roboto</vt:lpstr>
      <vt:lpstr>source-serif-pro</vt:lpstr>
      <vt:lpstr>var(--bs-font-monospace)</vt:lpstr>
      <vt:lpstr>Office Theme</vt:lpstr>
      <vt:lpstr>PowerPoint Presentation</vt:lpstr>
      <vt:lpstr>IoC container</vt:lpstr>
      <vt:lpstr>What is Lifecycle of a Bean in Spring?</vt:lpstr>
      <vt:lpstr>PowerPoint Presentation</vt:lpstr>
      <vt:lpstr>Understanding Inversion of Control (IoC):  </vt:lpstr>
      <vt:lpstr>Types of IOC containers</vt:lpstr>
      <vt:lpstr>BeanFactory v/s Application Context</vt:lpstr>
      <vt:lpstr>BeanFactory v/s Application Context</vt:lpstr>
      <vt:lpstr>ApplicationContext VS BeanFactory  </vt:lpstr>
      <vt:lpstr>Dependency Injection  </vt:lpstr>
      <vt:lpstr>Types of Dependencies Injection  </vt:lpstr>
      <vt:lpstr>Constructor Injection  </vt:lpstr>
      <vt:lpstr>Let’s Understand Why Constructor Injection is Better?  </vt:lpstr>
      <vt:lpstr>Disadvantages of Constructor Injection  </vt:lpstr>
      <vt:lpstr>Setter Injection  </vt:lpstr>
      <vt:lpstr>PowerPoint Presentation</vt:lpstr>
      <vt:lpstr>PowerPoint Presentation</vt:lpstr>
      <vt:lpstr>Field Injection</vt:lpstr>
      <vt:lpstr>AutoWiring</vt:lpstr>
      <vt:lpstr>AutoWiring</vt:lpstr>
      <vt:lpstr>Types Of Autowire</vt:lpstr>
      <vt:lpstr>Types Of Autowire</vt:lpstr>
      <vt:lpstr>What is Circular Dependency?</vt:lpstr>
      <vt:lpstr>What is Circular Dependency? Contd..</vt:lpstr>
      <vt:lpstr>What is Circular Dependency? Solution fixing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Arun Sunar</dc:creator>
  <cp:lastModifiedBy>Arun Sunar</cp:lastModifiedBy>
  <cp:revision>1</cp:revision>
  <dcterms:created xsi:type="dcterms:W3CDTF">2024-02-15T11:58:23Z</dcterms:created>
  <dcterms:modified xsi:type="dcterms:W3CDTF">2024-08-06T10:53:54Z</dcterms:modified>
</cp:coreProperties>
</file>