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7" r:id="rId4"/>
    <p:sldId id="258" r:id="rId5"/>
    <p:sldId id="259"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B0773F-1DE0-4963-9AD7-0BADBC313149}" v="4" dt="2024-07-30T04:58:37.3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CC4F98DE-BB6F-4698-9EA4-3F2CA4953521}"/>
    <pc:docChg chg="undo redo custSel addSld modSld">
      <pc:chgData name="Arun Sunar" userId="3fa9774ca67c7ab5" providerId="LiveId" clId="{CC4F98DE-BB6F-4698-9EA4-3F2CA4953521}" dt="2024-07-11T04:23:41.963" v="496" actId="1076"/>
      <pc:docMkLst>
        <pc:docMk/>
      </pc:docMkLst>
      <pc:sldChg chg="modSp new mod">
        <pc:chgData name="Arun Sunar" userId="3fa9774ca67c7ab5" providerId="LiveId" clId="{CC4F98DE-BB6F-4698-9EA4-3F2CA4953521}" dt="2024-07-11T01:13:38.253" v="131" actId="20577"/>
        <pc:sldMkLst>
          <pc:docMk/>
          <pc:sldMk cId="4231065075" sldId="257"/>
        </pc:sldMkLst>
        <pc:spChg chg="mod">
          <ac:chgData name="Arun Sunar" userId="3fa9774ca67c7ab5" providerId="LiveId" clId="{CC4F98DE-BB6F-4698-9EA4-3F2CA4953521}" dt="2024-07-11T01:11:46.094" v="26" actId="14100"/>
          <ac:spMkLst>
            <pc:docMk/>
            <pc:sldMk cId="4231065075" sldId="257"/>
            <ac:spMk id="2" creationId="{B2F4FF29-B52D-1AAA-5850-E7A7357C4831}"/>
          </ac:spMkLst>
        </pc:spChg>
        <pc:spChg chg="mod">
          <ac:chgData name="Arun Sunar" userId="3fa9774ca67c7ab5" providerId="LiveId" clId="{CC4F98DE-BB6F-4698-9EA4-3F2CA4953521}" dt="2024-07-11T01:13:38.253" v="131" actId="20577"/>
          <ac:spMkLst>
            <pc:docMk/>
            <pc:sldMk cId="4231065075" sldId="257"/>
            <ac:spMk id="3" creationId="{55657F6A-C8ED-FF66-4D93-B492FDAF4C73}"/>
          </ac:spMkLst>
        </pc:spChg>
      </pc:sldChg>
      <pc:sldChg chg="modSp new mod">
        <pc:chgData name="Arun Sunar" userId="3fa9774ca67c7ab5" providerId="LiveId" clId="{CC4F98DE-BB6F-4698-9EA4-3F2CA4953521}" dt="2024-07-11T01:16:39.592" v="185" actId="113"/>
        <pc:sldMkLst>
          <pc:docMk/>
          <pc:sldMk cId="1617552192" sldId="258"/>
        </pc:sldMkLst>
        <pc:spChg chg="mod">
          <ac:chgData name="Arun Sunar" userId="3fa9774ca67c7ab5" providerId="LiveId" clId="{CC4F98DE-BB6F-4698-9EA4-3F2CA4953521}" dt="2024-07-11T01:16:05.167" v="174" actId="14100"/>
          <ac:spMkLst>
            <pc:docMk/>
            <pc:sldMk cId="1617552192" sldId="258"/>
            <ac:spMk id="2" creationId="{1AB4F729-D411-A0FB-10EB-98038764BE47}"/>
          </ac:spMkLst>
        </pc:spChg>
        <pc:spChg chg="mod">
          <ac:chgData name="Arun Sunar" userId="3fa9774ca67c7ab5" providerId="LiveId" clId="{CC4F98DE-BB6F-4698-9EA4-3F2CA4953521}" dt="2024-07-11T01:16:39.592" v="185" actId="113"/>
          <ac:spMkLst>
            <pc:docMk/>
            <pc:sldMk cId="1617552192" sldId="258"/>
            <ac:spMk id="3" creationId="{2B7930A0-06CD-930E-93EF-FDA42132DC29}"/>
          </ac:spMkLst>
        </pc:spChg>
      </pc:sldChg>
      <pc:sldChg chg="addSp modSp new mod">
        <pc:chgData name="Arun Sunar" userId="3fa9774ca67c7ab5" providerId="LiveId" clId="{CC4F98DE-BB6F-4698-9EA4-3F2CA4953521}" dt="2024-07-11T03:49:28.391" v="299" actId="14100"/>
        <pc:sldMkLst>
          <pc:docMk/>
          <pc:sldMk cId="395789506" sldId="259"/>
        </pc:sldMkLst>
        <pc:spChg chg="mod">
          <ac:chgData name="Arun Sunar" userId="3fa9774ca67c7ab5" providerId="LiveId" clId="{CC4F98DE-BB6F-4698-9EA4-3F2CA4953521}" dt="2024-07-11T02:22:14.865" v="208" actId="113"/>
          <ac:spMkLst>
            <pc:docMk/>
            <pc:sldMk cId="395789506" sldId="259"/>
            <ac:spMk id="2" creationId="{8347B417-9C2A-FBEC-ED2A-79CEF287D549}"/>
          </ac:spMkLst>
        </pc:spChg>
        <pc:spChg chg="mod">
          <ac:chgData name="Arun Sunar" userId="3fa9774ca67c7ab5" providerId="LiveId" clId="{CC4F98DE-BB6F-4698-9EA4-3F2CA4953521}" dt="2024-07-11T02:23:44.806" v="295" actId="6549"/>
          <ac:spMkLst>
            <pc:docMk/>
            <pc:sldMk cId="395789506" sldId="259"/>
            <ac:spMk id="3" creationId="{DBDA5FE0-1F03-C5C4-1C30-45B4AB495D6F}"/>
          </ac:spMkLst>
        </pc:spChg>
        <pc:graphicFrameChg chg="add mod modGraphic">
          <ac:chgData name="Arun Sunar" userId="3fa9774ca67c7ab5" providerId="LiveId" clId="{CC4F98DE-BB6F-4698-9EA4-3F2CA4953521}" dt="2024-07-11T03:49:28.391" v="299" actId="14100"/>
          <ac:graphicFrameMkLst>
            <pc:docMk/>
            <pc:sldMk cId="395789506" sldId="259"/>
            <ac:graphicFrameMk id="4" creationId="{96C5FB62-35CB-5343-D668-FFA1B44786E9}"/>
          </ac:graphicFrameMkLst>
        </pc:graphicFrameChg>
      </pc:sldChg>
      <pc:sldChg chg="addSp delSp modSp new mod">
        <pc:chgData name="Arun Sunar" userId="3fa9774ca67c7ab5" providerId="LiveId" clId="{CC4F98DE-BB6F-4698-9EA4-3F2CA4953521}" dt="2024-07-11T03:53:09.305" v="344" actId="12"/>
        <pc:sldMkLst>
          <pc:docMk/>
          <pc:sldMk cId="77073769" sldId="260"/>
        </pc:sldMkLst>
        <pc:spChg chg="del">
          <ac:chgData name="Arun Sunar" userId="3fa9774ca67c7ab5" providerId="LiveId" clId="{CC4F98DE-BB6F-4698-9EA4-3F2CA4953521}" dt="2024-07-11T03:51:00.607" v="301" actId="478"/>
          <ac:spMkLst>
            <pc:docMk/>
            <pc:sldMk cId="77073769" sldId="260"/>
            <ac:spMk id="2" creationId="{5EE60BCE-0D87-C809-268D-749CA3D4925D}"/>
          </ac:spMkLst>
        </pc:spChg>
        <pc:spChg chg="del">
          <ac:chgData name="Arun Sunar" userId="3fa9774ca67c7ab5" providerId="LiveId" clId="{CC4F98DE-BB6F-4698-9EA4-3F2CA4953521}" dt="2024-07-11T03:51:04.298" v="302" actId="478"/>
          <ac:spMkLst>
            <pc:docMk/>
            <pc:sldMk cId="77073769" sldId="260"/>
            <ac:spMk id="3" creationId="{BB691DFD-C8BE-8EED-F39A-1AED2228B7BD}"/>
          </ac:spMkLst>
        </pc:spChg>
        <pc:spChg chg="add del">
          <ac:chgData name="Arun Sunar" userId="3fa9774ca67c7ab5" providerId="LiveId" clId="{CC4F98DE-BB6F-4698-9EA4-3F2CA4953521}" dt="2024-07-11T03:51:09.423" v="306" actId="22"/>
          <ac:spMkLst>
            <pc:docMk/>
            <pc:sldMk cId="77073769" sldId="260"/>
            <ac:spMk id="5" creationId="{27E405AD-7BFE-DE61-01AC-7740F024B643}"/>
          </ac:spMkLst>
        </pc:spChg>
        <pc:spChg chg="add mod">
          <ac:chgData name="Arun Sunar" userId="3fa9774ca67c7ab5" providerId="LiveId" clId="{CC4F98DE-BB6F-4698-9EA4-3F2CA4953521}" dt="2024-07-11T03:53:09.305" v="344" actId="12"/>
          <ac:spMkLst>
            <pc:docMk/>
            <pc:sldMk cId="77073769" sldId="260"/>
            <ac:spMk id="7" creationId="{612F0ACE-04CE-DBD4-7382-E22C97CFE7BE}"/>
          </ac:spMkLst>
        </pc:spChg>
      </pc:sldChg>
      <pc:sldChg chg="addSp delSp modSp new mod">
        <pc:chgData name="Arun Sunar" userId="3fa9774ca67c7ab5" providerId="LiveId" clId="{CC4F98DE-BB6F-4698-9EA4-3F2CA4953521}" dt="2024-07-11T04:04:19.693" v="367" actId="403"/>
        <pc:sldMkLst>
          <pc:docMk/>
          <pc:sldMk cId="49209728" sldId="261"/>
        </pc:sldMkLst>
        <pc:spChg chg="mod">
          <ac:chgData name="Arun Sunar" userId="3fa9774ca67c7ab5" providerId="LiveId" clId="{CC4F98DE-BB6F-4698-9EA4-3F2CA4953521}" dt="2024-07-11T04:03:38.739" v="352" actId="27636"/>
          <ac:spMkLst>
            <pc:docMk/>
            <pc:sldMk cId="49209728" sldId="261"/>
            <ac:spMk id="2" creationId="{4D59A299-7337-7B2A-D824-1A7FFA8148C3}"/>
          </ac:spMkLst>
        </pc:spChg>
        <pc:spChg chg="del mod">
          <ac:chgData name="Arun Sunar" userId="3fa9774ca67c7ab5" providerId="LiveId" clId="{CC4F98DE-BB6F-4698-9EA4-3F2CA4953521}" dt="2024-07-11T04:03:42.976" v="354" actId="478"/>
          <ac:spMkLst>
            <pc:docMk/>
            <pc:sldMk cId="49209728" sldId="261"/>
            <ac:spMk id="3" creationId="{AEF89FC0-065B-62DB-071B-FE46FBA061B0}"/>
          </ac:spMkLst>
        </pc:spChg>
        <pc:spChg chg="add del mod">
          <ac:chgData name="Arun Sunar" userId="3fa9774ca67c7ab5" providerId="LiveId" clId="{CC4F98DE-BB6F-4698-9EA4-3F2CA4953521}" dt="2024-07-11T04:04:02.803" v="358" actId="22"/>
          <ac:spMkLst>
            <pc:docMk/>
            <pc:sldMk cId="49209728" sldId="261"/>
            <ac:spMk id="5" creationId="{72775499-8D8C-28DE-8DDA-A9D3D7B33129}"/>
          </ac:spMkLst>
        </pc:spChg>
        <pc:spChg chg="add del">
          <ac:chgData name="Arun Sunar" userId="3fa9774ca67c7ab5" providerId="LiveId" clId="{CC4F98DE-BB6F-4698-9EA4-3F2CA4953521}" dt="2024-07-11T04:04:06.509" v="362" actId="22"/>
          <ac:spMkLst>
            <pc:docMk/>
            <pc:sldMk cId="49209728" sldId="261"/>
            <ac:spMk id="7" creationId="{BE4FC862-C347-FEC5-F234-10B4ADFC6D94}"/>
          </ac:spMkLst>
        </pc:spChg>
        <pc:spChg chg="add mod">
          <ac:chgData name="Arun Sunar" userId="3fa9774ca67c7ab5" providerId="LiveId" clId="{CC4F98DE-BB6F-4698-9EA4-3F2CA4953521}" dt="2024-07-11T04:04:19.693" v="367" actId="403"/>
          <ac:spMkLst>
            <pc:docMk/>
            <pc:sldMk cId="49209728" sldId="261"/>
            <ac:spMk id="9" creationId="{A20E39E5-458D-F403-84BD-06E8D9ACB063}"/>
          </ac:spMkLst>
        </pc:spChg>
      </pc:sldChg>
      <pc:sldChg chg="addSp delSp modSp new mod">
        <pc:chgData name="Arun Sunar" userId="3fa9774ca67c7ab5" providerId="LiveId" clId="{CC4F98DE-BB6F-4698-9EA4-3F2CA4953521}" dt="2024-07-11T04:05:43.746" v="395" actId="1076"/>
        <pc:sldMkLst>
          <pc:docMk/>
          <pc:sldMk cId="2413642851" sldId="262"/>
        </pc:sldMkLst>
        <pc:spChg chg="mod">
          <ac:chgData name="Arun Sunar" userId="3fa9774ca67c7ab5" providerId="LiveId" clId="{CC4F98DE-BB6F-4698-9EA4-3F2CA4953521}" dt="2024-07-11T04:04:56.373" v="374" actId="404"/>
          <ac:spMkLst>
            <pc:docMk/>
            <pc:sldMk cId="2413642851" sldId="262"/>
            <ac:spMk id="2" creationId="{AD0F90F7-ED77-2D50-56F1-61116BBEF821}"/>
          </ac:spMkLst>
        </pc:spChg>
        <pc:spChg chg="del">
          <ac:chgData name="Arun Sunar" userId="3fa9774ca67c7ab5" providerId="LiveId" clId="{CC4F98DE-BB6F-4698-9EA4-3F2CA4953521}" dt="2024-07-11T04:05:00.249" v="375" actId="478"/>
          <ac:spMkLst>
            <pc:docMk/>
            <pc:sldMk cId="2413642851" sldId="262"/>
            <ac:spMk id="3" creationId="{24EDF037-3932-566F-4B22-D8FB46693B8C}"/>
          </ac:spMkLst>
        </pc:spChg>
        <pc:spChg chg="add del">
          <ac:chgData name="Arun Sunar" userId="3fa9774ca67c7ab5" providerId="LiveId" clId="{CC4F98DE-BB6F-4698-9EA4-3F2CA4953521}" dt="2024-07-11T04:05:11.521" v="377" actId="22"/>
          <ac:spMkLst>
            <pc:docMk/>
            <pc:sldMk cId="2413642851" sldId="262"/>
            <ac:spMk id="5" creationId="{2B5C46A6-857E-3915-92C0-E5F42470A84A}"/>
          </ac:spMkLst>
        </pc:spChg>
        <pc:spChg chg="add del">
          <ac:chgData name="Arun Sunar" userId="3fa9774ca67c7ab5" providerId="LiveId" clId="{CC4F98DE-BB6F-4698-9EA4-3F2CA4953521}" dt="2024-07-11T04:05:13.820" v="379" actId="22"/>
          <ac:spMkLst>
            <pc:docMk/>
            <pc:sldMk cId="2413642851" sldId="262"/>
            <ac:spMk id="7" creationId="{CD26862D-94AF-D631-C17B-69D38FEA727B}"/>
          </ac:spMkLst>
        </pc:spChg>
        <pc:spChg chg="add del">
          <ac:chgData name="Arun Sunar" userId="3fa9774ca67c7ab5" providerId="LiveId" clId="{CC4F98DE-BB6F-4698-9EA4-3F2CA4953521}" dt="2024-07-11T04:05:17.629" v="383" actId="22"/>
          <ac:spMkLst>
            <pc:docMk/>
            <pc:sldMk cId="2413642851" sldId="262"/>
            <ac:spMk id="9" creationId="{DD42CB4B-13B7-10ED-6D1D-2BD9189C7A2C}"/>
          </ac:spMkLst>
        </pc:spChg>
        <pc:spChg chg="add del">
          <ac:chgData name="Arun Sunar" userId="3fa9774ca67c7ab5" providerId="LiveId" clId="{CC4F98DE-BB6F-4698-9EA4-3F2CA4953521}" dt="2024-07-11T04:05:18.955" v="385" actId="22"/>
          <ac:spMkLst>
            <pc:docMk/>
            <pc:sldMk cId="2413642851" sldId="262"/>
            <ac:spMk id="11" creationId="{0D14F21F-022D-FBDB-6389-4FDE76825FD9}"/>
          </ac:spMkLst>
        </pc:spChg>
        <pc:spChg chg="add mod">
          <ac:chgData name="Arun Sunar" userId="3fa9774ca67c7ab5" providerId="LiveId" clId="{CC4F98DE-BB6F-4698-9EA4-3F2CA4953521}" dt="2024-07-11T04:05:43.746" v="395" actId="1076"/>
          <ac:spMkLst>
            <pc:docMk/>
            <pc:sldMk cId="2413642851" sldId="262"/>
            <ac:spMk id="13" creationId="{E04E4960-7C71-B18B-4EF8-91D87A8FD881}"/>
          </ac:spMkLst>
        </pc:spChg>
      </pc:sldChg>
      <pc:sldChg chg="addSp delSp modSp add mod">
        <pc:chgData name="Arun Sunar" userId="3fa9774ca67c7ab5" providerId="LiveId" clId="{CC4F98DE-BB6F-4698-9EA4-3F2CA4953521}" dt="2024-07-11T04:06:58.867" v="410" actId="12"/>
        <pc:sldMkLst>
          <pc:docMk/>
          <pc:sldMk cId="3599059042" sldId="263"/>
        </pc:sldMkLst>
        <pc:spChg chg="mod">
          <ac:chgData name="Arun Sunar" userId="3fa9774ca67c7ab5" providerId="LiveId" clId="{CC4F98DE-BB6F-4698-9EA4-3F2CA4953521}" dt="2024-07-11T04:06:14.384" v="399"/>
          <ac:spMkLst>
            <pc:docMk/>
            <pc:sldMk cId="3599059042" sldId="263"/>
            <ac:spMk id="2" creationId="{AD0F90F7-ED77-2D50-56F1-61116BBEF821}"/>
          </ac:spMkLst>
        </pc:spChg>
        <pc:spChg chg="add del">
          <ac:chgData name="Arun Sunar" userId="3fa9774ca67c7ab5" providerId="LiveId" clId="{CC4F98DE-BB6F-4698-9EA4-3F2CA4953521}" dt="2024-07-11T04:06:31.827" v="402" actId="22"/>
          <ac:spMkLst>
            <pc:docMk/>
            <pc:sldMk cId="3599059042" sldId="263"/>
            <ac:spMk id="4" creationId="{658F5485-D15E-35AC-1FFB-C27A954CADDE}"/>
          </ac:spMkLst>
        </pc:spChg>
        <pc:spChg chg="add mod">
          <ac:chgData name="Arun Sunar" userId="3fa9774ca67c7ab5" providerId="LiveId" clId="{CC4F98DE-BB6F-4698-9EA4-3F2CA4953521}" dt="2024-07-11T04:06:58.867" v="410" actId="12"/>
          <ac:spMkLst>
            <pc:docMk/>
            <pc:sldMk cId="3599059042" sldId="263"/>
            <ac:spMk id="6" creationId="{9C4E52E4-6AD5-8421-1CF4-2A466ABC4866}"/>
          </ac:spMkLst>
        </pc:spChg>
        <pc:spChg chg="del">
          <ac:chgData name="Arun Sunar" userId="3fa9774ca67c7ab5" providerId="LiveId" clId="{CC4F98DE-BB6F-4698-9EA4-3F2CA4953521}" dt="2024-07-11T04:06:20.772" v="400" actId="478"/>
          <ac:spMkLst>
            <pc:docMk/>
            <pc:sldMk cId="3599059042" sldId="263"/>
            <ac:spMk id="13" creationId="{E04E4960-7C71-B18B-4EF8-91D87A8FD881}"/>
          </ac:spMkLst>
        </pc:spChg>
      </pc:sldChg>
      <pc:sldChg chg="addSp delSp modSp new mod">
        <pc:chgData name="Arun Sunar" userId="3fa9774ca67c7ab5" providerId="LiveId" clId="{CC4F98DE-BB6F-4698-9EA4-3F2CA4953521}" dt="2024-07-11T04:15:14.378" v="454" actId="20577"/>
        <pc:sldMkLst>
          <pc:docMk/>
          <pc:sldMk cId="1529772704" sldId="264"/>
        </pc:sldMkLst>
        <pc:spChg chg="mod">
          <ac:chgData name="Arun Sunar" userId="3fa9774ca67c7ab5" providerId="LiveId" clId="{CC4F98DE-BB6F-4698-9EA4-3F2CA4953521}" dt="2024-07-11T04:13:06.283" v="420" actId="27636"/>
          <ac:spMkLst>
            <pc:docMk/>
            <pc:sldMk cId="1529772704" sldId="264"/>
            <ac:spMk id="2" creationId="{A7CCCEF6-4079-845F-B3C8-B1B727A45CF2}"/>
          </ac:spMkLst>
        </pc:spChg>
        <pc:spChg chg="del mod">
          <ac:chgData name="Arun Sunar" userId="3fa9774ca67c7ab5" providerId="LiveId" clId="{CC4F98DE-BB6F-4698-9EA4-3F2CA4953521}" dt="2024-07-11T04:13:39.361" v="425" actId="478"/>
          <ac:spMkLst>
            <pc:docMk/>
            <pc:sldMk cId="1529772704" sldId="264"/>
            <ac:spMk id="3" creationId="{2429ECD0-6D9D-1749-3BC3-E8A11AAF027D}"/>
          </ac:spMkLst>
        </pc:spChg>
        <pc:spChg chg="add del">
          <ac:chgData name="Arun Sunar" userId="3fa9774ca67c7ab5" providerId="LiveId" clId="{CC4F98DE-BB6F-4698-9EA4-3F2CA4953521}" dt="2024-07-11T04:13:42.916" v="429" actId="22"/>
          <ac:spMkLst>
            <pc:docMk/>
            <pc:sldMk cId="1529772704" sldId="264"/>
            <ac:spMk id="5" creationId="{8F90B427-14A5-3491-19F0-0C7AD59D5381}"/>
          </ac:spMkLst>
        </pc:spChg>
        <pc:spChg chg="add mod">
          <ac:chgData name="Arun Sunar" userId="3fa9774ca67c7ab5" providerId="LiveId" clId="{CC4F98DE-BB6F-4698-9EA4-3F2CA4953521}" dt="2024-07-11T04:15:14.378" v="454" actId="20577"/>
          <ac:spMkLst>
            <pc:docMk/>
            <pc:sldMk cId="1529772704" sldId="264"/>
            <ac:spMk id="7" creationId="{81B923F5-14CD-312B-D1AD-9CAE0F2DA66F}"/>
          </ac:spMkLst>
        </pc:spChg>
        <pc:spChg chg="add del">
          <ac:chgData name="Arun Sunar" userId="3fa9774ca67c7ab5" providerId="LiveId" clId="{CC4F98DE-BB6F-4698-9EA4-3F2CA4953521}" dt="2024-07-11T04:14:37.668" v="441" actId="22"/>
          <ac:spMkLst>
            <pc:docMk/>
            <pc:sldMk cId="1529772704" sldId="264"/>
            <ac:spMk id="9" creationId="{DB0898A5-EE3F-36F1-41EC-8D23AEF92A4E}"/>
          </ac:spMkLst>
        </pc:spChg>
        <pc:spChg chg="add mod">
          <ac:chgData name="Arun Sunar" userId="3fa9774ca67c7ab5" providerId="LiveId" clId="{CC4F98DE-BB6F-4698-9EA4-3F2CA4953521}" dt="2024-07-11T04:15:04.600" v="450" actId="14100"/>
          <ac:spMkLst>
            <pc:docMk/>
            <pc:sldMk cId="1529772704" sldId="264"/>
            <ac:spMk id="11" creationId="{0FBE23B0-AC8F-EE2D-9431-6DCDCD55BF12}"/>
          </ac:spMkLst>
        </pc:spChg>
      </pc:sldChg>
      <pc:sldChg chg="addSp delSp modSp new mod">
        <pc:chgData name="Arun Sunar" userId="3fa9774ca67c7ab5" providerId="LiveId" clId="{CC4F98DE-BB6F-4698-9EA4-3F2CA4953521}" dt="2024-07-11T04:23:41.963" v="496" actId="1076"/>
        <pc:sldMkLst>
          <pc:docMk/>
          <pc:sldMk cId="1695870580" sldId="265"/>
        </pc:sldMkLst>
        <pc:spChg chg="mod">
          <ac:chgData name="Arun Sunar" userId="3fa9774ca67c7ab5" providerId="LiveId" clId="{CC4F98DE-BB6F-4698-9EA4-3F2CA4953521}" dt="2024-07-11T04:22:17.656" v="480" actId="27636"/>
          <ac:spMkLst>
            <pc:docMk/>
            <pc:sldMk cId="1695870580" sldId="265"/>
            <ac:spMk id="2" creationId="{FB8CF182-4113-AB51-7879-EDBD95A99C11}"/>
          </ac:spMkLst>
        </pc:spChg>
        <pc:spChg chg="del mod">
          <ac:chgData name="Arun Sunar" userId="3fa9774ca67c7ab5" providerId="LiveId" clId="{CC4F98DE-BB6F-4698-9EA4-3F2CA4953521}" dt="2024-07-11T04:22:24.018" v="482" actId="478"/>
          <ac:spMkLst>
            <pc:docMk/>
            <pc:sldMk cId="1695870580" sldId="265"/>
            <ac:spMk id="3" creationId="{AD55E7AE-B607-94EE-39B3-21BA4E2CA9A5}"/>
          </ac:spMkLst>
        </pc:spChg>
        <pc:spChg chg="add mod">
          <ac:chgData name="Arun Sunar" userId="3fa9774ca67c7ab5" providerId="LiveId" clId="{CC4F98DE-BB6F-4698-9EA4-3F2CA4953521}" dt="2024-07-11T04:23:41.963" v="496" actId="1076"/>
          <ac:spMkLst>
            <pc:docMk/>
            <pc:sldMk cId="1695870580" sldId="265"/>
            <ac:spMk id="5" creationId="{0E2DBE0C-749E-DAA3-03AA-8F5F55B37F12}"/>
          </ac:spMkLst>
        </pc:spChg>
      </pc:sldChg>
    </pc:docChg>
  </pc:docChgLst>
  <pc:docChgLst>
    <pc:chgData name="Arun Sunar" userId="3fa9774ca67c7ab5" providerId="LiveId" clId="{55B0773F-1DE0-4963-9AD7-0BADBC313149}"/>
    <pc:docChg chg="modSld">
      <pc:chgData name="Arun Sunar" userId="3fa9774ca67c7ab5" providerId="LiveId" clId="{55B0773F-1DE0-4963-9AD7-0BADBC313149}" dt="2024-07-30T04:58:37.290" v="13" actId="20577"/>
      <pc:docMkLst>
        <pc:docMk/>
      </pc:docMkLst>
      <pc:sldChg chg="addSp modSp mod">
        <pc:chgData name="Arun Sunar" userId="3fa9774ca67c7ab5" providerId="LiveId" clId="{55B0773F-1DE0-4963-9AD7-0BADBC313149}" dt="2024-07-30T04:53:36.421" v="9" actId="20577"/>
        <pc:sldMkLst>
          <pc:docMk/>
          <pc:sldMk cId="395789506" sldId="259"/>
        </pc:sldMkLst>
        <pc:spChg chg="add mod">
          <ac:chgData name="Arun Sunar" userId="3fa9774ca67c7ab5" providerId="LiveId" clId="{55B0773F-1DE0-4963-9AD7-0BADBC313149}" dt="2024-07-30T04:53:36.421" v="9" actId="20577"/>
          <ac:spMkLst>
            <pc:docMk/>
            <pc:sldMk cId="395789506" sldId="259"/>
            <ac:spMk id="6" creationId="{B33BA5A3-A9D4-34FA-01C1-BCF15573A10F}"/>
          </ac:spMkLst>
        </pc:spChg>
      </pc:sldChg>
      <pc:sldChg chg="addSp modSp mod">
        <pc:chgData name="Arun Sunar" userId="3fa9774ca67c7ab5" providerId="LiveId" clId="{55B0773F-1DE0-4963-9AD7-0BADBC313149}" dt="2024-07-30T04:58:37.290" v="13" actId="20577"/>
        <pc:sldMkLst>
          <pc:docMk/>
          <pc:sldMk cId="3599059042" sldId="263"/>
        </pc:sldMkLst>
        <pc:spChg chg="add mod">
          <ac:chgData name="Arun Sunar" userId="3fa9774ca67c7ab5" providerId="LiveId" clId="{55B0773F-1DE0-4963-9AD7-0BADBC313149}" dt="2024-07-30T04:58:37.290" v="13" actId="20577"/>
          <ac:spMkLst>
            <pc:docMk/>
            <pc:sldMk cId="3599059042" sldId="263"/>
            <ac:spMk id="4" creationId="{59B29F90-881D-ADF4-5BD4-F41F6B0E7FF5}"/>
          </ac:spMkLst>
        </pc:spChg>
      </pc:sldChg>
      <pc:sldChg chg="modSp mod">
        <pc:chgData name="Arun Sunar" userId="3fa9774ca67c7ab5" providerId="LiveId" clId="{55B0773F-1DE0-4963-9AD7-0BADBC313149}" dt="2024-07-30T04:22:14.600" v="2" actId="20577"/>
        <pc:sldMkLst>
          <pc:docMk/>
          <pc:sldMk cId="1529772704" sldId="264"/>
        </pc:sldMkLst>
        <pc:spChg chg="mod">
          <ac:chgData name="Arun Sunar" userId="3fa9774ca67c7ab5" providerId="LiveId" clId="{55B0773F-1DE0-4963-9AD7-0BADBC313149}" dt="2024-07-30T04:22:14.600" v="2" actId="20577"/>
          <ac:spMkLst>
            <pc:docMk/>
            <pc:sldMk cId="1529772704" sldId="264"/>
            <ac:spMk id="11" creationId="{0FBE23B0-AC8F-EE2D-9431-6DCDCD55BF1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AAF4F-70D6-F99D-3963-81FF212D98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0E0473A-82C8-E52E-05A7-71C8F61B36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CBC18FD-E6D0-CF7A-7B92-BC5F63D31593}"/>
              </a:ext>
            </a:extLst>
          </p:cNvPr>
          <p:cNvSpPr>
            <a:spLocks noGrp="1"/>
          </p:cNvSpPr>
          <p:nvPr>
            <p:ph type="dt" sz="half" idx="10"/>
          </p:nvPr>
        </p:nvSpPr>
        <p:spPr/>
        <p:txBody>
          <a:bodyPr/>
          <a:lstStyle/>
          <a:p>
            <a:fld id="{030EA4B7-4DD6-4015-BA0F-933062785678}" type="datetimeFigureOut">
              <a:rPr lang="en-IN" smtClean="0"/>
              <a:t>30-07-2024</a:t>
            </a:fld>
            <a:endParaRPr lang="en-IN"/>
          </a:p>
        </p:txBody>
      </p:sp>
      <p:sp>
        <p:nvSpPr>
          <p:cNvPr id="5" name="Footer Placeholder 4">
            <a:extLst>
              <a:ext uri="{FF2B5EF4-FFF2-40B4-BE49-F238E27FC236}">
                <a16:creationId xmlns:a16="http://schemas.microsoft.com/office/drawing/2014/main" id="{BF238D4A-1FCD-171D-D9C0-90ED09682D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9241AC-28CB-B6A1-BC64-43670BEF3B99}"/>
              </a:ext>
            </a:extLst>
          </p:cNvPr>
          <p:cNvSpPr>
            <a:spLocks noGrp="1"/>
          </p:cNvSpPr>
          <p:nvPr>
            <p:ph type="sldNum" sz="quarter" idx="12"/>
          </p:nvPr>
        </p:nvSpPr>
        <p:spPr/>
        <p:txBody>
          <a:bodyPr/>
          <a:lstStyle/>
          <a:p>
            <a:fld id="{D05F3E73-39D7-4761-8C72-5990CAC85357}" type="slidenum">
              <a:rPr lang="en-IN" smtClean="0"/>
              <a:t>‹#›</a:t>
            </a:fld>
            <a:endParaRPr lang="en-IN"/>
          </a:p>
        </p:txBody>
      </p:sp>
    </p:spTree>
    <p:extLst>
      <p:ext uri="{BB962C8B-B14F-4D97-AF65-F5344CB8AC3E}">
        <p14:creationId xmlns:p14="http://schemas.microsoft.com/office/powerpoint/2010/main" val="2592983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540A9-F18C-2B02-5899-87DB04540B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5E07B9-5BBE-999D-9A35-4996B52133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DAE119-60B4-B083-CE6B-049C42FC218F}"/>
              </a:ext>
            </a:extLst>
          </p:cNvPr>
          <p:cNvSpPr>
            <a:spLocks noGrp="1"/>
          </p:cNvSpPr>
          <p:nvPr>
            <p:ph type="dt" sz="half" idx="10"/>
          </p:nvPr>
        </p:nvSpPr>
        <p:spPr/>
        <p:txBody>
          <a:bodyPr/>
          <a:lstStyle/>
          <a:p>
            <a:fld id="{030EA4B7-4DD6-4015-BA0F-933062785678}" type="datetimeFigureOut">
              <a:rPr lang="en-IN" smtClean="0"/>
              <a:t>30-07-2024</a:t>
            </a:fld>
            <a:endParaRPr lang="en-IN"/>
          </a:p>
        </p:txBody>
      </p:sp>
      <p:sp>
        <p:nvSpPr>
          <p:cNvPr id="5" name="Footer Placeholder 4">
            <a:extLst>
              <a:ext uri="{FF2B5EF4-FFF2-40B4-BE49-F238E27FC236}">
                <a16:creationId xmlns:a16="http://schemas.microsoft.com/office/drawing/2014/main" id="{53CDB598-6F70-0412-6D4D-CE613D3996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094152-0A1C-9D5C-DBB9-43007830969F}"/>
              </a:ext>
            </a:extLst>
          </p:cNvPr>
          <p:cNvSpPr>
            <a:spLocks noGrp="1"/>
          </p:cNvSpPr>
          <p:nvPr>
            <p:ph type="sldNum" sz="quarter" idx="12"/>
          </p:nvPr>
        </p:nvSpPr>
        <p:spPr/>
        <p:txBody>
          <a:bodyPr/>
          <a:lstStyle/>
          <a:p>
            <a:fld id="{D05F3E73-39D7-4761-8C72-5990CAC85357}" type="slidenum">
              <a:rPr lang="en-IN" smtClean="0"/>
              <a:t>‹#›</a:t>
            </a:fld>
            <a:endParaRPr lang="en-IN"/>
          </a:p>
        </p:txBody>
      </p:sp>
    </p:spTree>
    <p:extLst>
      <p:ext uri="{BB962C8B-B14F-4D97-AF65-F5344CB8AC3E}">
        <p14:creationId xmlns:p14="http://schemas.microsoft.com/office/powerpoint/2010/main" val="2394902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88F58-1EB5-BD52-03E0-FB9BC3AADD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383FCB5-BE58-8D01-CD6C-31F705A23F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A98E27-BF58-069E-2FC9-A0A31DC73117}"/>
              </a:ext>
            </a:extLst>
          </p:cNvPr>
          <p:cNvSpPr>
            <a:spLocks noGrp="1"/>
          </p:cNvSpPr>
          <p:nvPr>
            <p:ph type="dt" sz="half" idx="10"/>
          </p:nvPr>
        </p:nvSpPr>
        <p:spPr/>
        <p:txBody>
          <a:bodyPr/>
          <a:lstStyle/>
          <a:p>
            <a:fld id="{030EA4B7-4DD6-4015-BA0F-933062785678}" type="datetimeFigureOut">
              <a:rPr lang="en-IN" smtClean="0"/>
              <a:t>30-07-2024</a:t>
            </a:fld>
            <a:endParaRPr lang="en-IN"/>
          </a:p>
        </p:txBody>
      </p:sp>
      <p:sp>
        <p:nvSpPr>
          <p:cNvPr id="5" name="Footer Placeholder 4">
            <a:extLst>
              <a:ext uri="{FF2B5EF4-FFF2-40B4-BE49-F238E27FC236}">
                <a16:creationId xmlns:a16="http://schemas.microsoft.com/office/drawing/2014/main" id="{1428A75D-293E-A65F-C1D3-494E213CD9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AB9C73-8BF7-099C-9FF7-EF37D08AFE87}"/>
              </a:ext>
            </a:extLst>
          </p:cNvPr>
          <p:cNvSpPr>
            <a:spLocks noGrp="1"/>
          </p:cNvSpPr>
          <p:nvPr>
            <p:ph type="sldNum" sz="quarter" idx="12"/>
          </p:nvPr>
        </p:nvSpPr>
        <p:spPr/>
        <p:txBody>
          <a:bodyPr/>
          <a:lstStyle/>
          <a:p>
            <a:fld id="{D05F3E73-39D7-4761-8C72-5990CAC85357}" type="slidenum">
              <a:rPr lang="en-IN" smtClean="0"/>
              <a:t>‹#›</a:t>
            </a:fld>
            <a:endParaRPr lang="en-IN"/>
          </a:p>
        </p:txBody>
      </p:sp>
    </p:spTree>
    <p:extLst>
      <p:ext uri="{BB962C8B-B14F-4D97-AF65-F5344CB8AC3E}">
        <p14:creationId xmlns:p14="http://schemas.microsoft.com/office/powerpoint/2010/main" val="2926891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21E58-5128-F45E-83D9-C4F26BD583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FFAD59-885A-E556-69F6-A244EC83DE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A6ADA7E-6483-9645-E1EC-64DACB0430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D500218-9C8D-1232-6A0C-DFAEF554DB35}"/>
              </a:ext>
            </a:extLst>
          </p:cNvPr>
          <p:cNvSpPr>
            <a:spLocks noGrp="1"/>
          </p:cNvSpPr>
          <p:nvPr>
            <p:ph type="dt" sz="half" idx="10"/>
          </p:nvPr>
        </p:nvSpPr>
        <p:spPr/>
        <p:txBody>
          <a:bodyPr/>
          <a:lstStyle/>
          <a:p>
            <a:fld id="{030EA4B7-4DD6-4015-BA0F-933062785678}" type="datetimeFigureOut">
              <a:rPr lang="en-IN" smtClean="0"/>
              <a:t>30-07-2024</a:t>
            </a:fld>
            <a:endParaRPr lang="en-IN"/>
          </a:p>
        </p:txBody>
      </p:sp>
      <p:sp>
        <p:nvSpPr>
          <p:cNvPr id="6" name="Footer Placeholder 5">
            <a:extLst>
              <a:ext uri="{FF2B5EF4-FFF2-40B4-BE49-F238E27FC236}">
                <a16:creationId xmlns:a16="http://schemas.microsoft.com/office/drawing/2014/main" id="{EDBD9C55-5508-AFCF-E6E6-0C6DE790A7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923962-FA7E-DFA8-1846-BFC5965860EE}"/>
              </a:ext>
            </a:extLst>
          </p:cNvPr>
          <p:cNvSpPr>
            <a:spLocks noGrp="1"/>
          </p:cNvSpPr>
          <p:nvPr>
            <p:ph type="sldNum" sz="quarter" idx="12"/>
          </p:nvPr>
        </p:nvSpPr>
        <p:spPr/>
        <p:txBody>
          <a:bodyPr/>
          <a:lstStyle/>
          <a:p>
            <a:fld id="{D05F3E73-39D7-4761-8C72-5990CAC85357}" type="slidenum">
              <a:rPr lang="en-IN" smtClean="0"/>
              <a:t>‹#›</a:t>
            </a:fld>
            <a:endParaRPr lang="en-IN"/>
          </a:p>
        </p:txBody>
      </p:sp>
    </p:spTree>
    <p:extLst>
      <p:ext uri="{BB962C8B-B14F-4D97-AF65-F5344CB8AC3E}">
        <p14:creationId xmlns:p14="http://schemas.microsoft.com/office/powerpoint/2010/main" val="2452258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70476-D860-DBDE-3DBA-85F660091A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1EF940-3583-78F8-FB11-E1B6E9B3D4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E558E0-A725-97AB-873D-6B5B56FF2D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8752E8D-04FE-96B8-6A1C-87FF3E8A3A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05ECBB-FEAF-F3B1-A30F-D5649DEA26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88F2037-70AE-A644-BC1F-0B82E9B017D6}"/>
              </a:ext>
            </a:extLst>
          </p:cNvPr>
          <p:cNvSpPr>
            <a:spLocks noGrp="1"/>
          </p:cNvSpPr>
          <p:nvPr>
            <p:ph type="dt" sz="half" idx="10"/>
          </p:nvPr>
        </p:nvSpPr>
        <p:spPr/>
        <p:txBody>
          <a:bodyPr/>
          <a:lstStyle/>
          <a:p>
            <a:fld id="{030EA4B7-4DD6-4015-BA0F-933062785678}" type="datetimeFigureOut">
              <a:rPr lang="en-IN" smtClean="0"/>
              <a:t>30-07-2024</a:t>
            </a:fld>
            <a:endParaRPr lang="en-IN"/>
          </a:p>
        </p:txBody>
      </p:sp>
      <p:sp>
        <p:nvSpPr>
          <p:cNvPr id="8" name="Footer Placeholder 7">
            <a:extLst>
              <a:ext uri="{FF2B5EF4-FFF2-40B4-BE49-F238E27FC236}">
                <a16:creationId xmlns:a16="http://schemas.microsoft.com/office/drawing/2014/main" id="{8F3D51BB-92FF-AA90-03BD-26F65497518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EE873CF-1BE1-013A-2E6D-D435816B2CE2}"/>
              </a:ext>
            </a:extLst>
          </p:cNvPr>
          <p:cNvSpPr>
            <a:spLocks noGrp="1"/>
          </p:cNvSpPr>
          <p:nvPr>
            <p:ph type="sldNum" sz="quarter" idx="12"/>
          </p:nvPr>
        </p:nvSpPr>
        <p:spPr/>
        <p:txBody>
          <a:bodyPr/>
          <a:lstStyle/>
          <a:p>
            <a:fld id="{D05F3E73-39D7-4761-8C72-5990CAC85357}" type="slidenum">
              <a:rPr lang="en-IN" smtClean="0"/>
              <a:t>‹#›</a:t>
            </a:fld>
            <a:endParaRPr lang="en-IN"/>
          </a:p>
        </p:txBody>
      </p:sp>
    </p:spTree>
    <p:extLst>
      <p:ext uri="{BB962C8B-B14F-4D97-AF65-F5344CB8AC3E}">
        <p14:creationId xmlns:p14="http://schemas.microsoft.com/office/powerpoint/2010/main" val="3404108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825A0-9318-ADBB-85C6-B99C2C6EFF3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89353AC-9DC9-D7F3-D650-B1BB95842B2B}"/>
              </a:ext>
            </a:extLst>
          </p:cNvPr>
          <p:cNvSpPr>
            <a:spLocks noGrp="1"/>
          </p:cNvSpPr>
          <p:nvPr>
            <p:ph type="dt" sz="half" idx="10"/>
          </p:nvPr>
        </p:nvSpPr>
        <p:spPr/>
        <p:txBody>
          <a:bodyPr/>
          <a:lstStyle/>
          <a:p>
            <a:fld id="{030EA4B7-4DD6-4015-BA0F-933062785678}" type="datetimeFigureOut">
              <a:rPr lang="en-IN" smtClean="0"/>
              <a:t>30-07-2024</a:t>
            </a:fld>
            <a:endParaRPr lang="en-IN"/>
          </a:p>
        </p:txBody>
      </p:sp>
      <p:sp>
        <p:nvSpPr>
          <p:cNvPr id="4" name="Footer Placeholder 3">
            <a:extLst>
              <a:ext uri="{FF2B5EF4-FFF2-40B4-BE49-F238E27FC236}">
                <a16:creationId xmlns:a16="http://schemas.microsoft.com/office/drawing/2014/main" id="{EA01B018-7B16-1CAE-9BF6-354FB13D345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DF4D10E-B897-6620-81E8-FFFA2FB99744}"/>
              </a:ext>
            </a:extLst>
          </p:cNvPr>
          <p:cNvSpPr>
            <a:spLocks noGrp="1"/>
          </p:cNvSpPr>
          <p:nvPr>
            <p:ph type="sldNum" sz="quarter" idx="12"/>
          </p:nvPr>
        </p:nvSpPr>
        <p:spPr/>
        <p:txBody>
          <a:bodyPr/>
          <a:lstStyle/>
          <a:p>
            <a:fld id="{D05F3E73-39D7-4761-8C72-5990CAC85357}" type="slidenum">
              <a:rPr lang="en-IN" smtClean="0"/>
              <a:t>‹#›</a:t>
            </a:fld>
            <a:endParaRPr lang="en-IN"/>
          </a:p>
        </p:txBody>
      </p:sp>
    </p:spTree>
    <p:extLst>
      <p:ext uri="{BB962C8B-B14F-4D97-AF65-F5344CB8AC3E}">
        <p14:creationId xmlns:p14="http://schemas.microsoft.com/office/powerpoint/2010/main" val="4027417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B564B2-62BC-8344-C430-748960603D8D}"/>
              </a:ext>
            </a:extLst>
          </p:cNvPr>
          <p:cNvSpPr>
            <a:spLocks noGrp="1"/>
          </p:cNvSpPr>
          <p:nvPr>
            <p:ph type="dt" sz="half" idx="10"/>
          </p:nvPr>
        </p:nvSpPr>
        <p:spPr/>
        <p:txBody>
          <a:bodyPr/>
          <a:lstStyle/>
          <a:p>
            <a:fld id="{030EA4B7-4DD6-4015-BA0F-933062785678}" type="datetimeFigureOut">
              <a:rPr lang="en-IN" smtClean="0"/>
              <a:t>30-07-2024</a:t>
            </a:fld>
            <a:endParaRPr lang="en-IN"/>
          </a:p>
        </p:txBody>
      </p:sp>
      <p:sp>
        <p:nvSpPr>
          <p:cNvPr id="3" name="Footer Placeholder 2">
            <a:extLst>
              <a:ext uri="{FF2B5EF4-FFF2-40B4-BE49-F238E27FC236}">
                <a16:creationId xmlns:a16="http://schemas.microsoft.com/office/drawing/2014/main" id="{4D5F5DA4-FAB5-FCDB-20DA-4AC24E0E57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0863245-F88E-F6A4-8DAD-C8792669A1C8}"/>
              </a:ext>
            </a:extLst>
          </p:cNvPr>
          <p:cNvSpPr>
            <a:spLocks noGrp="1"/>
          </p:cNvSpPr>
          <p:nvPr>
            <p:ph type="sldNum" sz="quarter" idx="12"/>
          </p:nvPr>
        </p:nvSpPr>
        <p:spPr/>
        <p:txBody>
          <a:bodyPr/>
          <a:lstStyle/>
          <a:p>
            <a:fld id="{D05F3E73-39D7-4761-8C72-5990CAC85357}" type="slidenum">
              <a:rPr lang="en-IN" smtClean="0"/>
              <a:t>‹#›</a:t>
            </a:fld>
            <a:endParaRPr lang="en-IN"/>
          </a:p>
        </p:txBody>
      </p:sp>
    </p:spTree>
    <p:extLst>
      <p:ext uri="{BB962C8B-B14F-4D97-AF65-F5344CB8AC3E}">
        <p14:creationId xmlns:p14="http://schemas.microsoft.com/office/powerpoint/2010/main" val="3883314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2160C-EE67-9B08-0322-AE451A36FD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6E9E76C-50FE-C5D1-1A68-E487A5DB24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F268E74-1CC0-D259-1110-E7EF21FC15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9E1523-9B61-643E-EF03-DF7930E8BAFD}"/>
              </a:ext>
            </a:extLst>
          </p:cNvPr>
          <p:cNvSpPr>
            <a:spLocks noGrp="1"/>
          </p:cNvSpPr>
          <p:nvPr>
            <p:ph type="dt" sz="half" idx="10"/>
          </p:nvPr>
        </p:nvSpPr>
        <p:spPr/>
        <p:txBody>
          <a:bodyPr/>
          <a:lstStyle/>
          <a:p>
            <a:fld id="{030EA4B7-4DD6-4015-BA0F-933062785678}" type="datetimeFigureOut">
              <a:rPr lang="en-IN" smtClean="0"/>
              <a:t>30-07-2024</a:t>
            </a:fld>
            <a:endParaRPr lang="en-IN"/>
          </a:p>
        </p:txBody>
      </p:sp>
      <p:sp>
        <p:nvSpPr>
          <p:cNvPr id="6" name="Footer Placeholder 5">
            <a:extLst>
              <a:ext uri="{FF2B5EF4-FFF2-40B4-BE49-F238E27FC236}">
                <a16:creationId xmlns:a16="http://schemas.microsoft.com/office/drawing/2014/main" id="{C7E4ED4A-FEC9-F329-F4EE-56D5FA5AF8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5DCCBE-EE5E-0C8F-966A-D3730EFD9EC9}"/>
              </a:ext>
            </a:extLst>
          </p:cNvPr>
          <p:cNvSpPr>
            <a:spLocks noGrp="1"/>
          </p:cNvSpPr>
          <p:nvPr>
            <p:ph type="sldNum" sz="quarter" idx="12"/>
          </p:nvPr>
        </p:nvSpPr>
        <p:spPr/>
        <p:txBody>
          <a:bodyPr/>
          <a:lstStyle/>
          <a:p>
            <a:fld id="{D05F3E73-39D7-4761-8C72-5990CAC85357}" type="slidenum">
              <a:rPr lang="en-IN" smtClean="0"/>
              <a:t>‹#›</a:t>
            </a:fld>
            <a:endParaRPr lang="en-IN"/>
          </a:p>
        </p:txBody>
      </p:sp>
    </p:spTree>
    <p:extLst>
      <p:ext uri="{BB962C8B-B14F-4D97-AF65-F5344CB8AC3E}">
        <p14:creationId xmlns:p14="http://schemas.microsoft.com/office/powerpoint/2010/main" val="1805250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9530C-CDB9-66D7-926F-AC03AFCF3B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5436176-F716-0FC5-DC95-24160F8F83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BF8394D-59CF-0B09-E7E0-E4762F9B15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5D96A0-6F32-DBB1-CF74-C69D283C88B4}"/>
              </a:ext>
            </a:extLst>
          </p:cNvPr>
          <p:cNvSpPr>
            <a:spLocks noGrp="1"/>
          </p:cNvSpPr>
          <p:nvPr>
            <p:ph type="dt" sz="half" idx="10"/>
          </p:nvPr>
        </p:nvSpPr>
        <p:spPr/>
        <p:txBody>
          <a:bodyPr/>
          <a:lstStyle/>
          <a:p>
            <a:fld id="{030EA4B7-4DD6-4015-BA0F-933062785678}" type="datetimeFigureOut">
              <a:rPr lang="en-IN" smtClean="0"/>
              <a:t>30-07-2024</a:t>
            </a:fld>
            <a:endParaRPr lang="en-IN"/>
          </a:p>
        </p:txBody>
      </p:sp>
      <p:sp>
        <p:nvSpPr>
          <p:cNvPr id="6" name="Footer Placeholder 5">
            <a:extLst>
              <a:ext uri="{FF2B5EF4-FFF2-40B4-BE49-F238E27FC236}">
                <a16:creationId xmlns:a16="http://schemas.microsoft.com/office/drawing/2014/main" id="{E9782400-D89B-20A1-5CE0-EA6526FCBD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E3FD36-5EE8-3AB8-0516-1A4BD80E6761}"/>
              </a:ext>
            </a:extLst>
          </p:cNvPr>
          <p:cNvSpPr>
            <a:spLocks noGrp="1"/>
          </p:cNvSpPr>
          <p:nvPr>
            <p:ph type="sldNum" sz="quarter" idx="12"/>
          </p:nvPr>
        </p:nvSpPr>
        <p:spPr/>
        <p:txBody>
          <a:bodyPr/>
          <a:lstStyle/>
          <a:p>
            <a:fld id="{D05F3E73-39D7-4761-8C72-5990CAC85357}" type="slidenum">
              <a:rPr lang="en-IN" smtClean="0"/>
              <a:t>‹#›</a:t>
            </a:fld>
            <a:endParaRPr lang="en-IN"/>
          </a:p>
        </p:txBody>
      </p:sp>
    </p:spTree>
    <p:extLst>
      <p:ext uri="{BB962C8B-B14F-4D97-AF65-F5344CB8AC3E}">
        <p14:creationId xmlns:p14="http://schemas.microsoft.com/office/powerpoint/2010/main" val="2062569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407B9-DD79-7214-7070-8DD8365378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CDC98E-E644-4711-CFD5-190BEC331E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D00866-45D8-53EA-C667-0002C5E8FD5D}"/>
              </a:ext>
            </a:extLst>
          </p:cNvPr>
          <p:cNvSpPr>
            <a:spLocks noGrp="1"/>
          </p:cNvSpPr>
          <p:nvPr>
            <p:ph type="dt" sz="half" idx="10"/>
          </p:nvPr>
        </p:nvSpPr>
        <p:spPr/>
        <p:txBody>
          <a:bodyPr/>
          <a:lstStyle/>
          <a:p>
            <a:fld id="{030EA4B7-4DD6-4015-BA0F-933062785678}" type="datetimeFigureOut">
              <a:rPr lang="en-IN" smtClean="0"/>
              <a:t>30-07-2024</a:t>
            </a:fld>
            <a:endParaRPr lang="en-IN"/>
          </a:p>
        </p:txBody>
      </p:sp>
      <p:sp>
        <p:nvSpPr>
          <p:cNvPr id="5" name="Footer Placeholder 4">
            <a:extLst>
              <a:ext uri="{FF2B5EF4-FFF2-40B4-BE49-F238E27FC236}">
                <a16:creationId xmlns:a16="http://schemas.microsoft.com/office/drawing/2014/main" id="{6F61367F-B20B-3C3F-BB35-A8D50D5A23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E6F2B3-3B0D-D592-CC3B-9C770CA04F39}"/>
              </a:ext>
            </a:extLst>
          </p:cNvPr>
          <p:cNvSpPr>
            <a:spLocks noGrp="1"/>
          </p:cNvSpPr>
          <p:nvPr>
            <p:ph type="sldNum" sz="quarter" idx="12"/>
          </p:nvPr>
        </p:nvSpPr>
        <p:spPr/>
        <p:txBody>
          <a:bodyPr/>
          <a:lstStyle/>
          <a:p>
            <a:fld id="{D05F3E73-39D7-4761-8C72-5990CAC85357}" type="slidenum">
              <a:rPr lang="en-IN" smtClean="0"/>
              <a:t>‹#›</a:t>
            </a:fld>
            <a:endParaRPr lang="en-IN"/>
          </a:p>
        </p:txBody>
      </p:sp>
    </p:spTree>
    <p:extLst>
      <p:ext uri="{BB962C8B-B14F-4D97-AF65-F5344CB8AC3E}">
        <p14:creationId xmlns:p14="http://schemas.microsoft.com/office/powerpoint/2010/main" val="2512701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F0B668-FBD6-D5B3-63C7-5B48266269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9D1774-BF23-E32B-4177-56660878CC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CD6E01-36F1-5795-6DD9-7591966C28BD}"/>
              </a:ext>
            </a:extLst>
          </p:cNvPr>
          <p:cNvSpPr>
            <a:spLocks noGrp="1"/>
          </p:cNvSpPr>
          <p:nvPr>
            <p:ph type="dt" sz="half" idx="10"/>
          </p:nvPr>
        </p:nvSpPr>
        <p:spPr/>
        <p:txBody>
          <a:bodyPr/>
          <a:lstStyle/>
          <a:p>
            <a:fld id="{030EA4B7-4DD6-4015-BA0F-933062785678}" type="datetimeFigureOut">
              <a:rPr lang="en-IN" smtClean="0"/>
              <a:t>30-07-2024</a:t>
            </a:fld>
            <a:endParaRPr lang="en-IN"/>
          </a:p>
        </p:txBody>
      </p:sp>
      <p:sp>
        <p:nvSpPr>
          <p:cNvPr id="5" name="Footer Placeholder 4">
            <a:extLst>
              <a:ext uri="{FF2B5EF4-FFF2-40B4-BE49-F238E27FC236}">
                <a16:creationId xmlns:a16="http://schemas.microsoft.com/office/drawing/2014/main" id="{CE51C47D-C27D-37BD-2473-5E8067827F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D19A61-48F5-E8A1-B3B4-9257511E5856}"/>
              </a:ext>
            </a:extLst>
          </p:cNvPr>
          <p:cNvSpPr>
            <a:spLocks noGrp="1"/>
          </p:cNvSpPr>
          <p:nvPr>
            <p:ph type="sldNum" sz="quarter" idx="12"/>
          </p:nvPr>
        </p:nvSpPr>
        <p:spPr/>
        <p:txBody>
          <a:bodyPr/>
          <a:lstStyle/>
          <a:p>
            <a:fld id="{D05F3E73-39D7-4761-8C72-5990CAC85357}" type="slidenum">
              <a:rPr lang="en-IN" smtClean="0"/>
              <a:t>‹#›</a:t>
            </a:fld>
            <a:endParaRPr lang="en-IN"/>
          </a:p>
        </p:txBody>
      </p:sp>
    </p:spTree>
    <p:extLst>
      <p:ext uri="{BB962C8B-B14F-4D97-AF65-F5344CB8AC3E}">
        <p14:creationId xmlns:p14="http://schemas.microsoft.com/office/powerpoint/2010/main" val="1268540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1EADB0-0A89-F08A-1C88-9BCDD380C2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C302A61-14AB-8040-75F0-14ED0BEAC6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8B1312-A4A7-8A06-720E-D68169290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0EA4B7-4DD6-4015-BA0F-933062785678}" type="datetimeFigureOut">
              <a:rPr lang="en-IN" smtClean="0"/>
              <a:t>30-07-2024</a:t>
            </a:fld>
            <a:endParaRPr lang="en-IN"/>
          </a:p>
        </p:txBody>
      </p:sp>
      <p:sp>
        <p:nvSpPr>
          <p:cNvPr id="5" name="Footer Placeholder 4">
            <a:extLst>
              <a:ext uri="{FF2B5EF4-FFF2-40B4-BE49-F238E27FC236}">
                <a16:creationId xmlns:a16="http://schemas.microsoft.com/office/drawing/2014/main" id="{73785EC6-D24B-58BF-B542-2B97F7EB24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6F1A2E4-DA09-4906-31A8-4B1A125CE1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F3E73-39D7-4761-8C72-5990CAC85357}" type="slidenum">
              <a:rPr lang="en-IN" smtClean="0"/>
              <a:t>‹#›</a:t>
            </a:fld>
            <a:endParaRPr lang="en-IN"/>
          </a:p>
        </p:txBody>
      </p:sp>
    </p:spTree>
    <p:extLst>
      <p:ext uri="{BB962C8B-B14F-4D97-AF65-F5344CB8AC3E}">
        <p14:creationId xmlns:p14="http://schemas.microsoft.com/office/powerpoint/2010/main" val="2559275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salithachathuranga94.medium.com/decorator-design-pattern-in-java-1b0931ead0e4" TargetMode="External"/><Relationship Id="rId2" Type="http://schemas.openxmlformats.org/officeDocument/2006/relationships/hyperlink" Target="https://www.scaler.com/topics/design-patterns/decorator-design-patter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scaler.com/topics/design-patterns/facade-design-pattern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scaler.com/topics/design-patterns/flyweight-design-pattern/"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71FEAAB-3006-23F5-5EA0-DBA4F3318FC4}"/>
              </a:ext>
            </a:extLst>
          </p:cNvPr>
          <p:cNvSpPr/>
          <p:nvPr/>
        </p:nvSpPr>
        <p:spPr>
          <a:xfrm>
            <a:off x="797728" y="2967335"/>
            <a:ext cx="10596555" cy="1323439"/>
          </a:xfrm>
          <a:prstGeom prst="rect">
            <a:avLst/>
          </a:prstGeom>
          <a:noFill/>
        </p:spPr>
        <p:txBody>
          <a:bodyPr wrap="none" lIns="91440" tIns="45720" rIns="91440" bIns="45720">
            <a:spAutoFit/>
          </a:bodyPr>
          <a:lstStyle/>
          <a:p>
            <a:pPr algn="ctr"/>
            <a:r>
              <a:rPr lang="en-US" sz="8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Structural Design Pattern</a:t>
            </a:r>
          </a:p>
        </p:txBody>
      </p:sp>
    </p:spTree>
    <p:extLst>
      <p:ext uri="{BB962C8B-B14F-4D97-AF65-F5344CB8AC3E}">
        <p14:creationId xmlns:p14="http://schemas.microsoft.com/office/powerpoint/2010/main" val="2208997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12F0ACE-04CE-DBD4-7382-E22C97CFE7BE}"/>
              </a:ext>
            </a:extLst>
          </p:cNvPr>
          <p:cNvSpPr txBox="1"/>
          <p:nvPr/>
        </p:nvSpPr>
        <p:spPr>
          <a:xfrm>
            <a:off x="147483" y="428832"/>
            <a:ext cx="11169445" cy="9633406"/>
          </a:xfrm>
          <a:prstGeom prst="rect">
            <a:avLst/>
          </a:prstGeom>
          <a:noFill/>
        </p:spPr>
        <p:txBody>
          <a:bodyPr wrap="square">
            <a:spAutoFit/>
          </a:bodyPr>
          <a:lstStyle/>
          <a:p>
            <a:r>
              <a:rPr lang="en-US" sz="2000" dirty="0"/>
              <a:t>Structural design pattern is a blueprint of how different objects and classes are combined together to form a bigger structure for achieving multiple goals altogether. The patterns in structural designs show how unique pieces of a system can be combined together in an extensible and flexible manner. So, with the help structural design pattern we can target and change a specific parts of the structure without changing the entire structure.</a:t>
            </a:r>
          </a:p>
          <a:p>
            <a:r>
              <a:rPr lang="en-US" sz="2000" b="1" dirty="0"/>
              <a:t>Types of structural design patterns</a:t>
            </a:r>
          </a:p>
          <a:p>
            <a:r>
              <a:rPr lang="en-US" sz="2000" dirty="0"/>
              <a:t>When it comes to types of design patterns we have several design patterns, the ones that developers use more often are:</a:t>
            </a:r>
          </a:p>
          <a:p>
            <a:endParaRPr lang="en-US" sz="2000" dirty="0"/>
          </a:p>
          <a:p>
            <a:pPr marL="457200" indent="-457200">
              <a:buFont typeface="+mj-lt"/>
              <a:buAutoNum type="arabicPeriod"/>
            </a:pPr>
            <a:r>
              <a:rPr lang="en-US" sz="2000" b="1" dirty="0"/>
              <a:t>Adapter Pattern</a:t>
            </a:r>
          </a:p>
          <a:p>
            <a:pPr marL="457200" indent="-457200">
              <a:buFont typeface="+mj-lt"/>
              <a:buAutoNum type="arabicPeriod"/>
            </a:pPr>
            <a:r>
              <a:rPr lang="en-US" sz="2000" b="1" dirty="0"/>
              <a:t>Bridge Pattern</a:t>
            </a:r>
          </a:p>
          <a:p>
            <a:pPr marL="457200" indent="-457200">
              <a:buFont typeface="+mj-lt"/>
              <a:buAutoNum type="arabicPeriod"/>
            </a:pPr>
            <a:r>
              <a:rPr lang="en-US" sz="2000" b="1" dirty="0"/>
              <a:t>Composite Pattern</a:t>
            </a:r>
          </a:p>
          <a:p>
            <a:pPr marL="457200" indent="-457200">
              <a:buFont typeface="+mj-lt"/>
              <a:buAutoNum type="arabicPeriod"/>
            </a:pPr>
            <a:r>
              <a:rPr lang="en-US" sz="2000" b="1" dirty="0"/>
              <a:t>Decorator Pattern</a:t>
            </a:r>
          </a:p>
          <a:p>
            <a:pPr marL="457200" indent="-457200">
              <a:buFont typeface="+mj-lt"/>
              <a:buAutoNum type="arabicPeriod"/>
            </a:pPr>
            <a:r>
              <a:rPr lang="en-US" sz="2000" b="1" dirty="0"/>
              <a:t>Facade Pattern</a:t>
            </a:r>
          </a:p>
          <a:p>
            <a:pPr marL="457200" indent="-457200">
              <a:buFont typeface="+mj-lt"/>
              <a:buAutoNum type="arabicPeriod"/>
            </a:pPr>
            <a:r>
              <a:rPr lang="en-US" sz="2000" b="1" dirty="0"/>
              <a:t>Flyweight Pattern</a:t>
            </a:r>
          </a:p>
          <a:p>
            <a:pPr marL="457200" indent="-457200">
              <a:buFont typeface="+mj-lt"/>
              <a:buAutoNum type="arabicPeriod"/>
            </a:pPr>
            <a:r>
              <a:rPr lang="en-US" sz="2000" b="1" dirty="0"/>
              <a:t>Proxy Pattern</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IN" sz="2000" dirty="0"/>
          </a:p>
        </p:txBody>
      </p:sp>
    </p:spTree>
    <p:extLst>
      <p:ext uri="{BB962C8B-B14F-4D97-AF65-F5344CB8AC3E}">
        <p14:creationId xmlns:p14="http://schemas.microsoft.com/office/powerpoint/2010/main" val="77073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FF29-B52D-1AAA-5850-E7A7357C4831}"/>
              </a:ext>
            </a:extLst>
          </p:cNvPr>
          <p:cNvSpPr>
            <a:spLocks noGrp="1"/>
          </p:cNvSpPr>
          <p:nvPr>
            <p:ph type="title"/>
          </p:nvPr>
        </p:nvSpPr>
        <p:spPr>
          <a:xfrm>
            <a:off x="838200" y="365125"/>
            <a:ext cx="10515600" cy="795081"/>
          </a:xfrm>
        </p:spPr>
        <p:txBody>
          <a:bodyPr>
            <a:normAutofit/>
          </a:bodyPr>
          <a:lstStyle/>
          <a:p>
            <a:r>
              <a:rPr lang="en-IN" sz="3600" b="1" dirty="0"/>
              <a:t>Adaptor Design Pattern</a:t>
            </a:r>
          </a:p>
        </p:txBody>
      </p:sp>
      <p:sp>
        <p:nvSpPr>
          <p:cNvPr id="3" name="Content Placeholder 2">
            <a:extLst>
              <a:ext uri="{FF2B5EF4-FFF2-40B4-BE49-F238E27FC236}">
                <a16:creationId xmlns:a16="http://schemas.microsoft.com/office/drawing/2014/main" id="{55657F6A-C8ED-FF66-4D93-B492FDAF4C73}"/>
              </a:ext>
            </a:extLst>
          </p:cNvPr>
          <p:cNvSpPr>
            <a:spLocks noGrp="1"/>
          </p:cNvSpPr>
          <p:nvPr>
            <p:ph idx="1"/>
          </p:nvPr>
        </p:nvSpPr>
        <p:spPr>
          <a:xfrm>
            <a:off x="462115" y="1356852"/>
            <a:ext cx="11454581" cy="5136023"/>
          </a:xfrm>
        </p:spPr>
        <p:txBody>
          <a:bodyPr>
            <a:normAutofit/>
          </a:bodyPr>
          <a:lstStyle/>
          <a:p>
            <a:r>
              <a:rPr lang="en-IN" dirty="0"/>
              <a:t>Adaptor Design pattern is used for interaction between two incompatible interfaces.</a:t>
            </a:r>
          </a:p>
          <a:p>
            <a:r>
              <a:rPr lang="en-IN" b="1" i="0" dirty="0">
                <a:solidFill>
                  <a:srgbClr val="242424"/>
                </a:solidFill>
                <a:effectLst/>
                <a:highlight>
                  <a:srgbClr val="FFFFFF"/>
                </a:highlight>
                <a:latin typeface="sohne"/>
              </a:rPr>
              <a:t>Implementation Steps:</a:t>
            </a:r>
          </a:p>
          <a:p>
            <a:pPr lvl="1">
              <a:buFont typeface="+mj-lt"/>
              <a:buAutoNum type="arabicPeriod"/>
            </a:pPr>
            <a:r>
              <a:rPr lang="en-US" b="1" i="0" dirty="0">
                <a:solidFill>
                  <a:srgbClr val="242424"/>
                </a:solidFill>
                <a:effectLst/>
                <a:highlight>
                  <a:srgbClr val="FFFFFF"/>
                </a:highlight>
                <a:latin typeface="source-serif-pro"/>
              </a:rPr>
              <a:t>Identify Incompatibilities:</a:t>
            </a:r>
            <a:r>
              <a:rPr lang="en-US" b="0" i="0" dirty="0">
                <a:solidFill>
                  <a:srgbClr val="242424"/>
                </a:solidFill>
                <a:effectLst/>
                <a:highlight>
                  <a:srgbClr val="FFFFFF"/>
                </a:highlight>
                <a:latin typeface="source-serif-pro"/>
              </a:rPr>
              <a:t> Determine the interfaces of the target and </a:t>
            </a:r>
            <a:r>
              <a:rPr lang="en-US" b="0" i="0" dirty="0" err="1">
                <a:solidFill>
                  <a:srgbClr val="242424"/>
                </a:solidFill>
                <a:effectLst/>
                <a:highlight>
                  <a:srgbClr val="FFFFFF"/>
                </a:highlight>
                <a:latin typeface="source-serif-pro"/>
              </a:rPr>
              <a:t>adaptee</a:t>
            </a:r>
            <a:r>
              <a:rPr lang="en-US" b="0" i="0" dirty="0">
                <a:solidFill>
                  <a:srgbClr val="242424"/>
                </a:solidFill>
                <a:effectLst/>
                <a:highlight>
                  <a:srgbClr val="FFFFFF"/>
                </a:highlight>
                <a:latin typeface="source-serif-pro"/>
              </a:rPr>
              <a:t> classes and identify the incompatibilities between them.</a:t>
            </a:r>
          </a:p>
          <a:p>
            <a:pPr lvl="1">
              <a:buFont typeface="+mj-lt"/>
              <a:buAutoNum type="arabicPeriod"/>
            </a:pPr>
            <a:r>
              <a:rPr lang="en-US" b="1" i="0" dirty="0">
                <a:solidFill>
                  <a:srgbClr val="242424"/>
                </a:solidFill>
                <a:effectLst/>
                <a:highlight>
                  <a:srgbClr val="FFFFFF"/>
                </a:highlight>
                <a:latin typeface="source-serif-pro"/>
              </a:rPr>
              <a:t>Design the Adapter Interface:</a:t>
            </a:r>
            <a:r>
              <a:rPr lang="en-US" b="0" i="0" dirty="0">
                <a:solidFill>
                  <a:srgbClr val="242424"/>
                </a:solidFill>
                <a:effectLst/>
                <a:highlight>
                  <a:srgbClr val="FFFFFF"/>
                </a:highlight>
                <a:latin typeface="source-serif-pro"/>
              </a:rPr>
              <a:t> Design an interface that the client expects. This interface should provide a common ground for the client and the </a:t>
            </a:r>
            <a:r>
              <a:rPr lang="en-US" b="0" i="0" dirty="0" err="1">
                <a:solidFill>
                  <a:srgbClr val="242424"/>
                </a:solidFill>
                <a:effectLst/>
                <a:highlight>
                  <a:srgbClr val="FFFFFF"/>
                </a:highlight>
                <a:latin typeface="source-serif-pro"/>
              </a:rPr>
              <a:t>adaptee</a:t>
            </a:r>
            <a:r>
              <a:rPr lang="en-US" b="0" i="0" dirty="0">
                <a:solidFill>
                  <a:srgbClr val="242424"/>
                </a:solidFill>
                <a:effectLst/>
                <a:highlight>
                  <a:srgbClr val="FFFFFF"/>
                </a:highlight>
                <a:latin typeface="source-serif-pro"/>
              </a:rPr>
              <a:t>.</a:t>
            </a:r>
          </a:p>
          <a:p>
            <a:pPr lvl="1">
              <a:buFont typeface="+mj-lt"/>
              <a:buAutoNum type="arabicPeriod"/>
            </a:pPr>
            <a:r>
              <a:rPr lang="en-US" b="1" i="0" dirty="0">
                <a:solidFill>
                  <a:srgbClr val="242424"/>
                </a:solidFill>
                <a:effectLst/>
                <a:highlight>
                  <a:srgbClr val="FFFFFF"/>
                </a:highlight>
                <a:latin typeface="source-serif-pro"/>
              </a:rPr>
              <a:t>Create the Adapter Class: </a:t>
            </a:r>
            <a:r>
              <a:rPr lang="en-US" b="0" i="0" dirty="0">
                <a:solidFill>
                  <a:srgbClr val="242424"/>
                </a:solidFill>
                <a:effectLst/>
                <a:highlight>
                  <a:srgbClr val="FFFFFF"/>
                </a:highlight>
                <a:latin typeface="source-serif-pro"/>
              </a:rPr>
              <a:t>Implement the adapter class, which acts as a bridge between the client and the </a:t>
            </a:r>
            <a:r>
              <a:rPr lang="en-US" b="0" i="0" dirty="0" err="1">
                <a:solidFill>
                  <a:srgbClr val="242424"/>
                </a:solidFill>
                <a:effectLst/>
                <a:highlight>
                  <a:srgbClr val="FFFFFF"/>
                </a:highlight>
                <a:latin typeface="source-serif-pro"/>
              </a:rPr>
              <a:t>adaptee</a:t>
            </a:r>
            <a:r>
              <a:rPr lang="en-US" b="0" i="0" dirty="0">
                <a:solidFill>
                  <a:srgbClr val="242424"/>
                </a:solidFill>
                <a:effectLst/>
                <a:highlight>
                  <a:srgbClr val="FFFFFF"/>
                </a:highlight>
                <a:latin typeface="source-serif-pro"/>
              </a:rPr>
              <a:t>. The adapter class should implement the client’s interface and hold a reference to the </a:t>
            </a:r>
            <a:r>
              <a:rPr lang="en-US" b="0" i="0" dirty="0" err="1">
                <a:solidFill>
                  <a:srgbClr val="242424"/>
                </a:solidFill>
                <a:effectLst/>
                <a:highlight>
                  <a:srgbClr val="FFFFFF"/>
                </a:highlight>
                <a:latin typeface="source-serif-pro"/>
              </a:rPr>
              <a:t>adaptee</a:t>
            </a:r>
            <a:r>
              <a:rPr lang="en-US" b="0" i="0" dirty="0">
                <a:solidFill>
                  <a:srgbClr val="242424"/>
                </a:solidFill>
                <a:effectLst/>
                <a:highlight>
                  <a:srgbClr val="FFFFFF"/>
                </a:highlight>
                <a:latin typeface="source-serif-pro"/>
              </a:rPr>
              <a:t>.</a:t>
            </a:r>
          </a:p>
          <a:p>
            <a:pPr lvl="1">
              <a:buFont typeface="+mj-lt"/>
              <a:buAutoNum type="arabicPeriod"/>
            </a:pPr>
            <a:r>
              <a:rPr lang="en-US" b="1" i="0" dirty="0">
                <a:solidFill>
                  <a:srgbClr val="242424"/>
                </a:solidFill>
                <a:effectLst/>
                <a:highlight>
                  <a:srgbClr val="FFFFFF"/>
                </a:highlight>
                <a:latin typeface="source-serif-pro"/>
              </a:rPr>
              <a:t>Implement the Adapter Logic:</a:t>
            </a:r>
            <a:r>
              <a:rPr lang="en-US" b="0" i="0" dirty="0">
                <a:solidFill>
                  <a:srgbClr val="242424"/>
                </a:solidFill>
                <a:effectLst/>
                <a:highlight>
                  <a:srgbClr val="FFFFFF"/>
                </a:highlight>
                <a:latin typeface="source-serif-pro"/>
              </a:rPr>
              <a:t> Implement the necessary logic inside the adapter class to convert calls from the client’s interface to the </a:t>
            </a:r>
            <a:r>
              <a:rPr lang="en-US" b="0" i="0" dirty="0" err="1">
                <a:solidFill>
                  <a:srgbClr val="242424"/>
                </a:solidFill>
                <a:effectLst/>
                <a:highlight>
                  <a:srgbClr val="FFFFFF"/>
                </a:highlight>
                <a:latin typeface="source-serif-pro"/>
              </a:rPr>
              <a:t>adaptee’s</a:t>
            </a:r>
            <a:r>
              <a:rPr lang="en-US" b="0" i="0" dirty="0">
                <a:solidFill>
                  <a:srgbClr val="242424"/>
                </a:solidFill>
                <a:effectLst/>
                <a:highlight>
                  <a:srgbClr val="FFFFFF"/>
                </a:highlight>
                <a:latin typeface="source-serif-pro"/>
              </a:rPr>
              <a:t> interface.</a:t>
            </a:r>
          </a:p>
          <a:p>
            <a:endParaRPr lang="en-IN" dirty="0"/>
          </a:p>
        </p:txBody>
      </p:sp>
    </p:spTree>
    <p:extLst>
      <p:ext uri="{BB962C8B-B14F-4D97-AF65-F5344CB8AC3E}">
        <p14:creationId xmlns:p14="http://schemas.microsoft.com/office/powerpoint/2010/main" val="4231065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4F729-D411-A0FB-10EB-98038764BE47}"/>
              </a:ext>
            </a:extLst>
          </p:cNvPr>
          <p:cNvSpPr>
            <a:spLocks noGrp="1"/>
          </p:cNvSpPr>
          <p:nvPr>
            <p:ph type="title"/>
          </p:nvPr>
        </p:nvSpPr>
        <p:spPr>
          <a:xfrm>
            <a:off x="838200" y="365126"/>
            <a:ext cx="10515600" cy="726256"/>
          </a:xfrm>
        </p:spPr>
        <p:txBody>
          <a:bodyPr>
            <a:normAutofit/>
          </a:bodyPr>
          <a:lstStyle/>
          <a:p>
            <a:r>
              <a:rPr lang="en-IN" sz="3600" b="1" dirty="0"/>
              <a:t>Disadvantages of Adapter Pattern</a:t>
            </a:r>
          </a:p>
        </p:txBody>
      </p:sp>
      <p:sp>
        <p:nvSpPr>
          <p:cNvPr id="3" name="Content Placeholder 2">
            <a:extLst>
              <a:ext uri="{FF2B5EF4-FFF2-40B4-BE49-F238E27FC236}">
                <a16:creationId xmlns:a16="http://schemas.microsoft.com/office/drawing/2014/main" id="{2B7930A0-06CD-930E-93EF-FDA42132DC29}"/>
              </a:ext>
            </a:extLst>
          </p:cNvPr>
          <p:cNvSpPr>
            <a:spLocks noGrp="1"/>
          </p:cNvSpPr>
          <p:nvPr>
            <p:ph idx="1"/>
          </p:nvPr>
        </p:nvSpPr>
        <p:spPr>
          <a:xfrm>
            <a:off x="481781" y="1160208"/>
            <a:ext cx="11139948" cy="5437237"/>
          </a:xfrm>
        </p:spPr>
        <p:txBody>
          <a:bodyPr>
            <a:normAutofit fontScale="92500" lnSpcReduction="20000"/>
          </a:bodyPr>
          <a:lstStyle/>
          <a:p>
            <a:pPr algn="l">
              <a:buFont typeface="Arial" panose="020B0604020202020204" pitchFamily="34" charset="0"/>
              <a:buChar char="•"/>
            </a:pPr>
            <a:r>
              <a:rPr lang="en-US" b="1" i="0" dirty="0">
                <a:solidFill>
                  <a:srgbClr val="001D35"/>
                </a:solidFill>
                <a:effectLst/>
                <a:highlight>
                  <a:srgbClr val="FFFFFF"/>
                </a:highlight>
                <a:latin typeface="Google Sans"/>
              </a:rPr>
              <a:t>Performance</a:t>
            </a:r>
          </a:p>
          <a:p>
            <a:pPr algn="l">
              <a:buFont typeface="Arial" panose="020B0604020202020204" pitchFamily="34" charset="0"/>
              <a:buChar char="•"/>
            </a:pPr>
            <a:r>
              <a:rPr lang="en-US" b="0" i="0" dirty="0">
                <a:solidFill>
                  <a:srgbClr val="001D35"/>
                </a:solidFill>
                <a:effectLst/>
                <a:highlight>
                  <a:srgbClr val="FFFFFF"/>
                </a:highlight>
                <a:latin typeface="Google Sans"/>
              </a:rPr>
              <a:t>The adapter pattern can add complexity and overhead to your code, which can increase memory usage, execution time, and maintenance costs. This is because the intermediary adapter class requires extra operations to convert data, handle exceptions, and delegate calls.</a:t>
            </a:r>
          </a:p>
          <a:p>
            <a:pPr algn="l">
              <a:buFont typeface="Arial" panose="020B0604020202020204" pitchFamily="34" charset="0"/>
              <a:buChar char="•"/>
            </a:pPr>
            <a:r>
              <a:rPr lang="en-US" b="1" i="0" dirty="0">
                <a:solidFill>
                  <a:srgbClr val="001D35"/>
                </a:solidFill>
                <a:effectLst/>
                <a:highlight>
                  <a:srgbClr val="FFFFFF"/>
                </a:highlight>
                <a:latin typeface="Google Sans"/>
              </a:rPr>
              <a:t>Testing</a:t>
            </a:r>
          </a:p>
          <a:p>
            <a:pPr algn="l">
              <a:buFont typeface="Arial" panose="020B0604020202020204" pitchFamily="34" charset="0"/>
              <a:buChar char="•"/>
            </a:pPr>
            <a:r>
              <a:rPr lang="en-US" b="0" i="0" dirty="0">
                <a:solidFill>
                  <a:srgbClr val="001D35"/>
                </a:solidFill>
                <a:effectLst/>
                <a:highlight>
                  <a:srgbClr val="FFFFFF"/>
                </a:highlight>
                <a:latin typeface="Google Sans"/>
              </a:rPr>
              <a:t>Testing might become more challenging when using adapters, especially if the adapter logic is complex. Proper unit testing of adapters is essential to ensure that they behave as expected.</a:t>
            </a:r>
          </a:p>
          <a:p>
            <a:pPr algn="l">
              <a:buFont typeface="Arial" panose="020B0604020202020204" pitchFamily="34" charset="0"/>
              <a:buChar char="•"/>
            </a:pPr>
            <a:r>
              <a:rPr lang="en-US" b="1" i="0" dirty="0">
                <a:solidFill>
                  <a:srgbClr val="001D35"/>
                </a:solidFill>
                <a:effectLst/>
                <a:highlight>
                  <a:srgbClr val="FFFFFF"/>
                </a:highlight>
                <a:latin typeface="Google Sans"/>
              </a:rPr>
              <a:t>Design confusion</a:t>
            </a:r>
          </a:p>
          <a:p>
            <a:pPr algn="l">
              <a:buFont typeface="Arial" panose="020B0604020202020204" pitchFamily="34" charset="0"/>
              <a:buChar char="•"/>
            </a:pPr>
            <a:r>
              <a:rPr lang="en-US" b="0" i="0" dirty="0">
                <a:solidFill>
                  <a:srgbClr val="001D35"/>
                </a:solidFill>
                <a:effectLst/>
                <a:highlight>
                  <a:srgbClr val="FFFFFF"/>
                </a:highlight>
                <a:latin typeface="Google Sans"/>
              </a:rPr>
              <a:t>Overuse of the adapter pattern can make the codebase less intuitive and harder to understand.</a:t>
            </a:r>
          </a:p>
          <a:p>
            <a:pPr algn="l">
              <a:buFont typeface="Arial" panose="020B0604020202020204" pitchFamily="34" charset="0"/>
              <a:buChar char="•"/>
            </a:pPr>
            <a:r>
              <a:rPr lang="en-US" b="1" i="0" dirty="0">
                <a:solidFill>
                  <a:srgbClr val="001D35"/>
                </a:solidFill>
                <a:effectLst/>
                <a:highlight>
                  <a:srgbClr val="FFFFFF"/>
                </a:highlight>
                <a:latin typeface="Google Sans"/>
              </a:rPr>
              <a:t>Tight coupling</a:t>
            </a:r>
          </a:p>
          <a:p>
            <a:pPr algn="l">
              <a:buFont typeface="Arial" panose="020B0604020202020204" pitchFamily="34" charset="0"/>
              <a:buChar char="•"/>
            </a:pPr>
            <a:r>
              <a:rPr lang="en-US" b="0" i="0" dirty="0">
                <a:solidFill>
                  <a:srgbClr val="001D35"/>
                </a:solidFill>
                <a:effectLst/>
                <a:highlight>
                  <a:srgbClr val="FFFFFF"/>
                </a:highlight>
                <a:latin typeface="Google Sans"/>
              </a:rPr>
              <a:t>If the adapter is tightly coupled to the </a:t>
            </a:r>
            <a:r>
              <a:rPr lang="en-US" b="0" i="0" dirty="0" err="1">
                <a:solidFill>
                  <a:srgbClr val="001D35"/>
                </a:solidFill>
                <a:effectLst/>
                <a:highlight>
                  <a:srgbClr val="FFFFFF"/>
                </a:highlight>
                <a:latin typeface="Google Sans"/>
              </a:rPr>
              <a:t>adaptee</a:t>
            </a:r>
            <a:r>
              <a:rPr lang="en-US" b="0" i="0" dirty="0">
                <a:solidFill>
                  <a:srgbClr val="001D35"/>
                </a:solidFill>
                <a:effectLst/>
                <a:highlight>
                  <a:srgbClr val="FFFFFF"/>
                </a:highlight>
                <a:latin typeface="Google Sans"/>
              </a:rPr>
              <a:t>, it can create a dependency that may make it harder to modify the </a:t>
            </a:r>
            <a:r>
              <a:rPr lang="en-US" b="0" i="0" dirty="0" err="1">
                <a:solidFill>
                  <a:srgbClr val="001D35"/>
                </a:solidFill>
                <a:effectLst/>
                <a:highlight>
                  <a:srgbClr val="FFFFFF"/>
                </a:highlight>
                <a:latin typeface="Google Sans"/>
              </a:rPr>
              <a:t>adaptee</a:t>
            </a:r>
            <a:r>
              <a:rPr lang="en-US" b="0" i="0" dirty="0">
                <a:solidFill>
                  <a:srgbClr val="001D35"/>
                </a:solidFill>
                <a:effectLst/>
                <a:highlight>
                  <a:srgbClr val="FFFFFF"/>
                </a:highlight>
                <a:latin typeface="Google Sans"/>
              </a:rPr>
              <a:t>.</a:t>
            </a:r>
          </a:p>
          <a:p>
            <a:endParaRPr lang="en-IN" dirty="0"/>
          </a:p>
        </p:txBody>
      </p:sp>
    </p:spTree>
    <p:extLst>
      <p:ext uri="{BB962C8B-B14F-4D97-AF65-F5344CB8AC3E}">
        <p14:creationId xmlns:p14="http://schemas.microsoft.com/office/powerpoint/2010/main" val="1617552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7B417-9C2A-FBEC-ED2A-79CEF287D549}"/>
              </a:ext>
            </a:extLst>
          </p:cNvPr>
          <p:cNvSpPr>
            <a:spLocks noGrp="1"/>
          </p:cNvSpPr>
          <p:nvPr>
            <p:ph type="title"/>
          </p:nvPr>
        </p:nvSpPr>
        <p:spPr/>
        <p:txBody>
          <a:bodyPr>
            <a:normAutofit/>
          </a:bodyPr>
          <a:lstStyle/>
          <a:p>
            <a:r>
              <a:rPr lang="en-IN" sz="3600" b="1" dirty="0"/>
              <a:t>Decorator Pattern</a:t>
            </a:r>
          </a:p>
        </p:txBody>
      </p:sp>
      <p:sp>
        <p:nvSpPr>
          <p:cNvPr id="3" name="Content Placeholder 2">
            <a:extLst>
              <a:ext uri="{FF2B5EF4-FFF2-40B4-BE49-F238E27FC236}">
                <a16:creationId xmlns:a16="http://schemas.microsoft.com/office/drawing/2014/main" id="{DBDA5FE0-1F03-C5C4-1C30-45B4AB495D6F}"/>
              </a:ext>
            </a:extLst>
          </p:cNvPr>
          <p:cNvSpPr>
            <a:spLocks noGrp="1"/>
          </p:cNvSpPr>
          <p:nvPr>
            <p:ph idx="1"/>
          </p:nvPr>
        </p:nvSpPr>
        <p:spPr>
          <a:xfrm>
            <a:off x="334297" y="1573161"/>
            <a:ext cx="11415251" cy="4919714"/>
          </a:xfrm>
        </p:spPr>
        <p:txBody>
          <a:bodyPr/>
          <a:lstStyle/>
          <a:p>
            <a:r>
              <a:rPr lang="en-US" b="0" i="0" dirty="0">
                <a:solidFill>
                  <a:srgbClr val="2C3E50"/>
                </a:solidFill>
                <a:effectLst/>
                <a:highlight>
                  <a:srgbClr val="FFFFFF"/>
                </a:highlight>
                <a:latin typeface="-apple-system"/>
              </a:rPr>
              <a:t>Attach additional responsibilities to an object dynamically. Decorators provide a flexible alternative to subclassing for extending functionality.</a:t>
            </a:r>
          </a:p>
          <a:p>
            <a:endParaRPr lang="en-IN" dirty="0"/>
          </a:p>
        </p:txBody>
      </p:sp>
      <p:graphicFrame>
        <p:nvGraphicFramePr>
          <p:cNvPr id="4" name="Table 3">
            <a:extLst>
              <a:ext uri="{FF2B5EF4-FFF2-40B4-BE49-F238E27FC236}">
                <a16:creationId xmlns:a16="http://schemas.microsoft.com/office/drawing/2014/main" id="{96C5FB62-35CB-5343-D668-FFA1B44786E9}"/>
              </a:ext>
            </a:extLst>
          </p:cNvPr>
          <p:cNvGraphicFramePr>
            <a:graphicFrameLocks noGrp="1"/>
          </p:cNvGraphicFramePr>
          <p:nvPr>
            <p:extLst>
              <p:ext uri="{D42A27DB-BD31-4B8C-83A1-F6EECF244321}">
                <p14:modId xmlns:p14="http://schemas.microsoft.com/office/powerpoint/2010/main" val="4124432250"/>
              </p:ext>
            </p:extLst>
          </p:nvPr>
        </p:nvGraphicFramePr>
        <p:xfrm>
          <a:off x="1002889" y="2660173"/>
          <a:ext cx="9409472" cy="3170354"/>
        </p:xfrm>
        <a:graphic>
          <a:graphicData uri="http://schemas.openxmlformats.org/drawingml/2006/table">
            <a:tbl>
              <a:tblPr/>
              <a:tblGrid>
                <a:gridCol w="4704736">
                  <a:extLst>
                    <a:ext uri="{9D8B030D-6E8A-4147-A177-3AD203B41FA5}">
                      <a16:colId xmlns:a16="http://schemas.microsoft.com/office/drawing/2014/main" val="2117820006"/>
                    </a:ext>
                  </a:extLst>
                </a:gridCol>
                <a:gridCol w="4704736">
                  <a:extLst>
                    <a:ext uri="{9D8B030D-6E8A-4147-A177-3AD203B41FA5}">
                      <a16:colId xmlns:a16="http://schemas.microsoft.com/office/drawing/2014/main" val="2278237862"/>
                    </a:ext>
                  </a:extLst>
                </a:gridCol>
              </a:tblGrid>
              <a:tr h="588780">
                <a:tc>
                  <a:txBody>
                    <a:bodyPr/>
                    <a:lstStyle/>
                    <a:p>
                      <a:pPr algn="l" fontAlgn="t"/>
                      <a:r>
                        <a:rPr lang="en-IN" b="1">
                          <a:effectLst/>
                        </a:rPr>
                        <a:t>Advantages</a:t>
                      </a:r>
                    </a:p>
                  </a:txBody>
                  <a:tcPr marR="76200" marT="60960" marB="60960">
                    <a:lnL>
                      <a:noFill/>
                    </a:lnL>
                    <a:lnR>
                      <a:noFill/>
                    </a:lnR>
                    <a:lnT>
                      <a:noFill/>
                    </a:lnT>
                    <a:lnB>
                      <a:noFill/>
                    </a:lnB>
                    <a:solidFill>
                      <a:srgbClr val="FFFFFF"/>
                    </a:solidFill>
                  </a:tcPr>
                </a:tc>
                <a:tc>
                  <a:txBody>
                    <a:bodyPr/>
                    <a:lstStyle/>
                    <a:p>
                      <a:pPr algn="l" fontAlgn="t"/>
                      <a:r>
                        <a:rPr lang="en-IN" b="1">
                          <a:effectLst/>
                        </a:rPr>
                        <a:t>Disadvantages</a:t>
                      </a:r>
                    </a:p>
                  </a:txBody>
                  <a:tcPr marL="76200" marR="76200" marT="60960" marB="60960">
                    <a:lnL>
                      <a:noFill/>
                    </a:lnL>
                    <a:lnR>
                      <a:noFill/>
                    </a:lnR>
                    <a:lnT>
                      <a:noFill/>
                    </a:lnT>
                    <a:lnB>
                      <a:noFill/>
                    </a:lnB>
                    <a:solidFill>
                      <a:srgbClr val="FFFFFF"/>
                    </a:solidFill>
                  </a:tcPr>
                </a:tc>
                <a:extLst>
                  <a:ext uri="{0D108BD9-81ED-4DB2-BD59-A6C34878D82A}">
                    <a16:rowId xmlns:a16="http://schemas.microsoft.com/office/drawing/2014/main" val="2236444218"/>
                  </a:ext>
                </a:extLst>
              </a:tr>
              <a:tr h="996397">
                <a:tc>
                  <a:txBody>
                    <a:bodyPr/>
                    <a:lstStyle/>
                    <a:p>
                      <a:r>
                        <a:rPr lang="en-IN">
                          <a:effectLst/>
                        </a:rPr>
                        <a:t>High degree of flexibility</a:t>
                      </a:r>
                    </a:p>
                  </a:txBody>
                  <a:tcPr marR="76200" marT="60960" marB="60960" anchor="ctr">
                    <a:lnL>
                      <a:noFill/>
                    </a:lnL>
                    <a:lnR>
                      <a:noFill/>
                    </a:lnR>
                    <a:lnT>
                      <a:noFill/>
                    </a:lnT>
                    <a:lnB>
                      <a:noFill/>
                    </a:lnB>
                    <a:solidFill>
                      <a:srgbClr val="FFFFFF"/>
                    </a:solidFill>
                  </a:tcPr>
                </a:tc>
                <a:tc>
                  <a:txBody>
                    <a:bodyPr/>
                    <a:lstStyle/>
                    <a:p>
                      <a:r>
                        <a:rPr lang="en-US">
                          <a:effectLst/>
                        </a:rPr>
                        <a:t>High complexity of software (especially decorator interface)</a:t>
                      </a:r>
                    </a:p>
                  </a:txBody>
                  <a:tcPr marL="76200" marR="76200" marT="60960" marB="60960" anchor="ctr">
                    <a:lnL>
                      <a:noFill/>
                    </a:lnL>
                    <a:lnR>
                      <a:noFill/>
                    </a:lnR>
                    <a:lnT>
                      <a:noFill/>
                    </a:lnT>
                    <a:lnB>
                      <a:noFill/>
                    </a:lnB>
                    <a:solidFill>
                      <a:srgbClr val="FFFFFF"/>
                    </a:solidFill>
                  </a:tcPr>
                </a:tc>
                <a:extLst>
                  <a:ext uri="{0D108BD9-81ED-4DB2-BD59-A6C34878D82A}">
                    <a16:rowId xmlns:a16="http://schemas.microsoft.com/office/drawing/2014/main" val="2986207548"/>
                  </a:ext>
                </a:extLst>
              </a:tr>
              <a:tr h="996397">
                <a:tc>
                  <a:txBody>
                    <a:bodyPr/>
                    <a:lstStyle/>
                    <a:p>
                      <a:r>
                        <a:rPr lang="en-US">
                          <a:effectLst/>
                        </a:rPr>
                        <a:t>Expansion of function of classes without inheritance</a:t>
                      </a:r>
                    </a:p>
                  </a:txBody>
                  <a:tcPr marR="76200" marT="60960" marB="60960" anchor="ctr">
                    <a:lnL>
                      <a:noFill/>
                    </a:lnL>
                    <a:lnR>
                      <a:noFill/>
                    </a:lnR>
                    <a:lnT>
                      <a:noFill/>
                    </a:lnT>
                    <a:lnB>
                      <a:noFill/>
                    </a:lnB>
                    <a:solidFill>
                      <a:srgbClr val="FFFFFF"/>
                    </a:solidFill>
                  </a:tcPr>
                </a:tc>
                <a:tc>
                  <a:txBody>
                    <a:bodyPr/>
                    <a:lstStyle/>
                    <a:p>
                      <a:r>
                        <a:rPr lang="en-IN">
                          <a:effectLst/>
                        </a:rPr>
                        <a:t>Not beginner-friendly</a:t>
                      </a:r>
                    </a:p>
                  </a:txBody>
                  <a:tcPr marL="76200" marR="76200" marT="60960" marB="60960" anchor="ctr">
                    <a:lnL>
                      <a:noFill/>
                    </a:lnL>
                    <a:lnR>
                      <a:noFill/>
                    </a:lnR>
                    <a:lnT>
                      <a:noFill/>
                    </a:lnT>
                    <a:lnB>
                      <a:noFill/>
                    </a:lnB>
                    <a:solidFill>
                      <a:srgbClr val="FFFFFF"/>
                    </a:solidFill>
                  </a:tcPr>
                </a:tc>
                <a:extLst>
                  <a:ext uri="{0D108BD9-81ED-4DB2-BD59-A6C34878D82A}">
                    <a16:rowId xmlns:a16="http://schemas.microsoft.com/office/drawing/2014/main" val="1126921036"/>
                  </a:ext>
                </a:extLst>
              </a:tr>
              <a:tr h="588780">
                <a:tc>
                  <a:txBody>
                    <a:bodyPr/>
                    <a:lstStyle/>
                    <a:p>
                      <a:r>
                        <a:rPr lang="en-IN">
                          <a:effectLst/>
                        </a:rPr>
                        <a:t>Readable program code</a:t>
                      </a:r>
                    </a:p>
                  </a:txBody>
                  <a:tcPr marR="76200" marT="60960" marB="60960" anchor="ctr">
                    <a:lnL>
                      <a:noFill/>
                    </a:lnL>
                    <a:lnR>
                      <a:noFill/>
                    </a:lnR>
                    <a:lnT>
                      <a:noFill/>
                    </a:lnT>
                    <a:lnB>
                      <a:noFill/>
                    </a:lnB>
                    <a:solidFill>
                      <a:srgbClr val="FFFFFF"/>
                    </a:solidFill>
                  </a:tcPr>
                </a:tc>
                <a:tc>
                  <a:txBody>
                    <a:bodyPr/>
                    <a:lstStyle/>
                    <a:p>
                      <a:r>
                        <a:rPr lang="en-IN" dirty="0">
                          <a:effectLst/>
                        </a:rPr>
                        <a:t>High number of objects</a:t>
                      </a:r>
                    </a:p>
                  </a:txBody>
                  <a:tcPr marL="76200" marR="76200" marT="60960" marB="60960" anchor="ctr">
                    <a:lnL>
                      <a:noFill/>
                    </a:lnL>
                    <a:lnR>
                      <a:noFill/>
                    </a:lnR>
                    <a:lnT>
                      <a:noFill/>
                    </a:lnT>
                    <a:lnB>
                      <a:noFill/>
                    </a:lnB>
                    <a:solidFill>
                      <a:srgbClr val="FFFFFF"/>
                    </a:solidFill>
                  </a:tcPr>
                </a:tc>
                <a:extLst>
                  <a:ext uri="{0D108BD9-81ED-4DB2-BD59-A6C34878D82A}">
                    <a16:rowId xmlns:a16="http://schemas.microsoft.com/office/drawing/2014/main" val="3041895003"/>
                  </a:ext>
                </a:extLst>
              </a:tr>
            </a:tbl>
          </a:graphicData>
        </a:graphic>
      </p:graphicFrame>
      <p:sp>
        <p:nvSpPr>
          <p:cNvPr id="6" name="TextBox 5">
            <a:extLst>
              <a:ext uri="{FF2B5EF4-FFF2-40B4-BE49-F238E27FC236}">
                <a16:creationId xmlns:a16="http://schemas.microsoft.com/office/drawing/2014/main" id="{B33BA5A3-A9D4-34FA-01C1-BCF15573A10F}"/>
              </a:ext>
            </a:extLst>
          </p:cNvPr>
          <p:cNvSpPr txBox="1"/>
          <p:nvPr/>
        </p:nvSpPr>
        <p:spPr>
          <a:xfrm>
            <a:off x="1140541" y="5989144"/>
            <a:ext cx="10019071" cy="646331"/>
          </a:xfrm>
          <a:prstGeom prst="rect">
            <a:avLst/>
          </a:prstGeom>
          <a:noFill/>
        </p:spPr>
        <p:txBody>
          <a:bodyPr wrap="square">
            <a:spAutoFit/>
          </a:bodyPr>
          <a:lstStyle/>
          <a:p>
            <a:r>
              <a:rPr lang="en-IN" dirty="0">
                <a:hlinkClick r:id="rId2"/>
              </a:rPr>
              <a:t>https://www.scaler.com/topics/design-patterns/decorator-design-pattern/</a:t>
            </a:r>
            <a:r>
              <a:rPr lang="en-IN" dirty="0"/>
              <a:t>  </a:t>
            </a:r>
            <a:r>
              <a:rPr lang="en-IN" dirty="0">
                <a:hlinkClick r:id="rId3"/>
              </a:rPr>
              <a:t>https://salithachathuranga94.medium.com/decorator-design-pattern-in-java-1b0931ead0e4</a:t>
            </a:r>
            <a:r>
              <a:rPr lang="en-IN" dirty="0"/>
              <a:t> </a:t>
            </a:r>
          </a:p>
        </p:txBody>
      </p:sp>
    </p:spTree>
    <p:extLst>
      <p:ext uri="{BB962C8B-B14F-4D97-AF65-F5344CB8AC3E}">
        <p14:creationId xmlns:p14="http://schemas.microsoft.com/office/powerpoint/2010/main" val="395789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9A299-7337-7B2A-D824-1A7FFA8148C3}"/>
              </a:ext>
            </a:extLst>
          </p:cNvPr>
          <p:cNvSpPr>
            <a:spLocks noGrp="1"/>
          </p:cNvSpPr>
          <p:nvPr>
            <p:ph type="title"/>
          </p:nvPr>
        </p:nvSpPr>
        <p:spPr>
          <a:xfrm>
            <a:off x="838200" y="365126"/>
            <a:ext cx="10515600" cy="509946"/>
          </a:xfrm>
        </p:spPr>
        <p:txBody>
          <a:bodyPr>
            <a:normAutofit fontScale="90000"/>
          </a:bodyPr>
          <a:lstStyle/>
          <a:p>
            <a:r>
              <a:rPr lang="en-IN" sz="4000" b="1" i="0" dirty="0">
                <a:solidFill>
                  <a:srgbClr val="242424"/>
                </a:solidFill>
                <a:effectLst/>
                <a:highlight>
                  <a:srgbClr val="FFFFFF"/>
                </a:highlight>
                <a:latin typeface="sohne"/>
              </a:rPr>
              <a:t>Facade Pattern</a:t>
            </a:r>
            <a:endParaRPr lang="en-IN" sz="4000" dirty="0"/>
          </a:p>
        </p:txBody>
      </p:sp>
      <p:sp>
        <p:nvSpPr>
          <p:cNvPr id="9" name="TextBox 8">
            <a:extLst>
              <a:ext uri="{FF2B5EF4-FFF2-40B4-BE49-F238E27FC236}">
                <a16:creationId xmlns:a16="http://schemas.microsoft.com/office/drawing/2014/main" id="{A20E39E5-458D-F403-84BD-06E8D9ACB063}"/>
              </a:ext>
            </a:extLst>
          </p:cNvPr>
          <p:cNvSpPr txBox="1"/>
          <p:nvPr/>
        </p:nvSpPr>
        <p:spPr>
          <a:xfrm>
            <a:off x="511277" y="1584799"/>
            <a:ext cx="10962968" cy="4154984"/>
          </a:xfrm>
          <a:prstGeom prst="rect">
            <a:avLst/>
          </a:prstGeom>
          <a:noFill/>
        </p:spPr>
        <p:txBody>
          <a:bodyPr wrap="square">
            <a:spAutoFit/>
          </a:bodyPr>
          <a:lstStyle/>
          <a:p>
            <a:r>
              <a:rPr lang="en-US" sz="2400" dirty="0"/>
              <a:t>The Facade pattern is classified under the structural design patterns category because it simplifies the way we interact with complex systems. It doesn’t change the system itself but encapsulates it behind a Facade, thus making it easier to use. This is achieved by designing a higher-level interface that encapsulates and hides the system’s complexities.</a:t>
            </a:r>
          </a:p>
          <a:p>
            <a:endParaRPr lang="en-US" sz="2400" dirty="0"/>
          </a:p>
          <a:p>
            <a:r>
              <a:rPr lang="en-US" sz="2400" dirty="0"/>
              <a:t>Imagine a scenario where you have a complex subsystem with numerous interdependent classes. Rather than interacting with each class directly, you can introduce a Facade class to encapsulate the whole subsystem. This Facade becomes the entry point to the subsystem and provides a simple interface, thus abstracting away the complexities.</a:t>
            </a:r>
            <a:endParaRPr lang="en-IN" sz="2400" dirty="0"/>
          </a:p>
        </p:txBody>
      </p:sp>
    </p:spTree>
    <p:extLst>
      <p:ext uri="{BB962C8B-B14F-4D97-AF65-F5344CB8AC3E}">
        <p14:creationId xmlns:p14="http://schemas.microsoft.com/office/powerpoint/2010/main" val="49209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F90F7-ED77-2D50-56F1-61116BBEF821}"/>
              </a:ext>
            </a:extLst>
          </p:cNvPr>
          <p:cNvSpPr>
            <a:spLocks noGrp="1"/>
          </p:cNvSpPr>
          <p:nvPr>
            <p:ph type="title"/>
          </p:nvPr>
        </p:nvSpPr>
        <p:spPr>
          <a:xfrm>
            <a:off x="838200" y="365126"/>
            <a:ext cx="10515600" cy="814746"/>
          </a:xfrm>
        </p:spPr>
        <p:txBody>
          <a:bodyPr>
            <a:normAutofit/>
          </a:bodyPr>
          <a:lstStyle/>
          <a:p>
            <a:r>
              <a:rPr lang="en-US" sz="4000" b="1" i="0" dirty="0">
                <a:solidFill>
                  <a:srgbClr val="242424"/>
                </a:solidFill>
                <a:effectLst/>
                <a:highlight>
                  <a:srgbClr val="FFFFFF"/>
                </a:highlight>
                <a:latin typeface="sohne"/>
              </a:rPr>
              <a:t>Benefits of the Facade Pattern</a:t>
            </a:r>
            <a:endParaRPr lang="en-IN" sz="4000" dirty="0"/>
          </a:p>
        </p:txBody>
      </p:sp>
      <p:sp>
        <p:nvSpPr>
          <p:cNvPr id="13" name="TextBox 12">
            <a:extLst>
              <a:ext uri="{FF2B5EF4-FFF2-40B4-BE49-F238E27FC236}">
                <a16:creationId xmlns:a16="http://schemas.microsoft.com/office/drawing/2014/main" id="{E04E4960-7C71-B18B-4EF8-91D87A8FD881}"/>
              </a:ext>
            </a:extLst>
          </p:cNvPr>
          <p:cNvSpPr txBox="1"/>
          <p:nvPr/>
        </p:nvSpPr>
        <p:spPr>
          <a:xfrm>
            <a:off x="412955" y="1450539"/>
            <a:ext cx="11061289" cy="4401205"/>
          </a:xfrm>
          <a:prstGeom prst="rect">
            <a:avLst/>
          </a:prstGeom>
          <a:noFill/>
        </p:spPr>
        <p:txBody>
          <a:bodyPr wrap="square">
            <a:spAutoFit/>
          </a:bodyPr>
          <a:lstStyle/>
          <a:p>
            <a:pPr algn="l"/>
            <a:r>
              <a:rPr lang="en-US" sz="2800" b="0" i="0" dirty="0">
                <a:solidFill>
                  <a:srgbClr val="242424"/>
                </a:solidFill>
                <a:effectLst/>
                <a:highlight>
                  <a:srgbClr val="FFFFFF"/>
                </a:highlight>
                <a:latin typeface="source-serif-pro"/>
              </a:rPr>
              <a:t>Using the Facade design pattern offers several advantages:</a:t>
            </a:r>
          </a:p>
          <a:p>
            <a:pPr algn="l"/>
            <a:endParaRPr lang="en-US" sz="2800" b="0" i="0" dirty="0">
              <a:solidFill>
                <a:srgbClr val="242424"/>
              </a:solidFill>
              <a:effectLst/>
              <a:highlight>
                <a:srgbClr val="FFFFFF"/>
              </a:highlight>
              <a:latin typeface="source-serif-pro"/>
            </a:endParaRPr>
          </a:p>
          <a:p>
            <a:pPr algn="l">
              <a:buFont typeface="Arial" panose="020B0604020202020204" pitchFamily="34" charset="0"/>
              <a:buChar char="•"/>
            </a:pPr>
            <a:r>
              <a:rPr lang="en-US" sz="2800" b="1" i="0" dirty="0">
                <a:solidFill>
                  <a:srgbClr val="242424"/>
                </a:solidFill>
                <a:effectLst/>
                <a:highlight>
                  <a:srgbClr val="FFFFFF"/>
                </a:highlight>
                <a:latin typeface="source-serif-pro"/>
              </a:rPr>
              <a:t>Simplification:</a:t>
            </a:r>
            <a:r>
              <a:rPr lang="en-US" sz="2800" b="0" i="0" dirty="0">
                <a:solidFill>
                  <a:srgbClr val="242424"/>
                </a:solidFill>
                <a:effectLst/>
                <a:highlight>
                  <a:srgbClr val="FFFFFF"/>
                </a:highlight>
                <a:latin typeface="source-serif-pro"/>
              </a:rPr>
              <a:t> Facade simplifies the interaction with complex systems by providing a single simplified interface.</a:t>
            </a:r>
          </a:p>
          <a:p>
            <a:pPr algn="l">
              <a:buFont typeface="Arial" panose="020B0604020202020204" pitchFamily="34" charset="0"/>
              <a:buChar char="•"/>
            </a:pPr>
            <a:endParaRPr lang="en-US" sz="2800" b="0" i="0" dirty="0">
              <a:solidFill>
                <a:srgbClr val="242424"/>
              </a:solidFill>
              <a:effectLst/>
              <a:highlight>
                <a:srgbClr val="FFFFFF"/>
              </a:highlight>
              <a:latin typeface="source-serif-pro"/>
            </a:endParaRPr>
          </a:p>
          <a:p>
            <a:pPr algn="l">
              <a:buFont typeface="Arial" panose="020B0604020202020204" pitchFamily="34" charset="0"/>
              <a:buChar char="•"/>
            </a:pPr>
            <a:r>
              <a:rPr lang="en-US" sz="2800" b="1" i="0" dirty="0">
                <a:solidFill>
                  <a:srgbClr val="242424"/>
                </a:solidFill>
                <a:effectLst/>
                <a:highlight>
                  <a:srgbClr val="FFFFFF"/>
                </a:highlight>
                <a:latin typeface="source-serif-pro"/>
              </a:rPr>
              <a:t>Decoupling:</a:t>
            </a:r>
            <a:r>
              <a:rPr lang="en-US" sz="2800" b="0" i="0" dirty="0">
                <a:solidFill>
                  <a:srgbClr val="242424"/>
                </a:solidFill>
                <a:effectLst/>
                <a:highlight>
                  <a:srgbClr val="FFFFFF"/>
                </a:highlight>
                <a:latin typeface="source-serif-pro"/>
              </a:rPr>
              <a:t> It decouples the subsystems from the clients and other subsystems, promoting subsystem independence and portability.</a:t>
            </a:r>
          </a:p>
          <a:p>
            <a:pPr algn="l">
              <a:buFont typeface="Arial" panose="020B0604020202020204" pitchFamily="34" charset="0"/>
              <a:buChar char="•"/>
            </a:pPr>
            <a:endParaRPr lang="en-US" sz="2800" b="0" i="0" dirty="0">
              <a:solidFill>
                <a:srgbClr val="242424"/>
              </a:solidFill>
              <a:effectLst/>
              <a:highlight>
                <a:srgbClr val="FFFFFF"/>
              </a:highlight>
              <a:latin typeface="source-serif-pro"/>
            </a:endParaRPr>
          </a:p>
          <a:p>
            <a:pPr algn="l">
              <a:buFont typeface="Arial" panose="020B0604020202020204" pitchFamily="34" charset="0"/>
              <a:buChar char="•"/>
            </a:pPr>
            <a:r>
              <a:rPr lang="en-US" sz="2800" b="1" i="0" dirty="0">
                <a:solidFill>
                  <a:srgbClr val="242424"/>
                </a:solidFill>
                <a:effectLst/>
                <a:highlight>
                  <a:srgbClr val="FFFFFF"/>
                </a:highlight>
                <a:latin typeface="source-serif-pro"/>
              </a:rPr>
              <a:t>Manageability:</a:t>
            </a:r>
            <a:r>
              <a:rPr lang="en-US" sz="2800" b="0" i="0" dirty="0">
                <a:solidFill>
                  <a:srgbClr val="242424"/>
                </a:solidFill>
                <a:effectLst/>
                <a:highlight>
                  <a:srgbClr val="FFFFFF"/>
                </a:highlight>
                <a:latin typeface="source-serif-pro"/>
              </a:rPr>
              <a:t> Facade improves the readability and manageability of the code, enhancing the overall software maintainability.</a:t>
            </a:r>
          </a:p>
        </p:txBody>
      </p:sp>
    </p:spTree>
    <p:extLst>
      <p:ext uri="{BB962C8B-B14F-4D97-AF65-F5344CB8AC3E}">
        <p14:creationId xmlns:p14="http://schemas.microsoft.com/office/powerpoint/2010/main" val="2413642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F90F7-ED77-2D50-56F1-61116BBEF821}"/>
              </a:ext>
            </a:extLst>
          </p:cNvPr>
          <p:cNvSpPr>
            <a:spLocks noGrp="1"/>
          </p:cNvSpPr>
          <p:nvPr>
            <p:ph type="title"/>
          </p:nvPr>
        </p:nvSpPr>
        <p:spPr>
          <a:xfrm>
            <a:off x="838200" y="365126"/>
            <a:ext cx="10515600" cy="814746"/>
          </a:xfrm>
        </p:spPr>
        <p:txBody>
          <a:bodyPr>
            <a:normAutofit/>
          </a:bodyPr>
          <a:lstStyle/>
          <a:p>
            <a:r>
              <a:rPr lang="en-US" sz="4000" b="1" i="0" dirty="0">
                <a:solidFill>
                  <a:srgbClr val="242424"/>
                </a:solidFill>
                <a:effectLst/>
                <a:highlight>
                  <a:srgbClr val="FFFFFF"/>
                </a:highlight>
                <a:latin typeface="sohne"/>
              </a:rPr>
              <a:t>When to Use the Facade Pattern</a:t>
            </a:r>
            <a:endParaRPr lang="en-IN" sz="4000" dirty="0"/>
          </a:p>
        </p:txBody>
      </p:sp>
      <p:sp>
        <p:nvSpPr>
          <p:cNvPr id="6" name="TextBox 5">
            <a:extLst>
              <a:ext uri="{FF2B5EF4-FFF2-40B4-BE49-F238E27FC236}">
                <a16:creationId xmlns:a16="http://schemas.microsoft.com/office/drawing/2014/main" id="{9C4E52E4-6AD5-8421-1CF4-2A466ABC4866}"/>
              </a:ext>
            </a:extLst>
          </p:cNvPr>
          <p:cNvSpPr txBox="1"/>
          <p:nvPr/>
        </p:nvSpPr>
        <p:spPr>
          <a:xfrm>
            <a:off x="216310" y="1699736"/>
            <a:ext cx="11029335" cy="2246769"/>
          </a:xfrm>
          <a:prstGeom prst="rect">
            <a:avLst/>
          </a:prstGeom>
          <a:noFill/>
        </p:spPr>
        <p:txBody>
          <a:bodyPr wrap="square">
            <a:spAutoFit/>
          </a:bodyPr>
          <a:lstStyle/>
          <a:p>
            <a:r>
              <a:rPr lang="en-US" sz="2800" dirty="0"/>
              <a:t>The Facade pattern is beneficial in scenarios where:</a:t>
            </a:r>
          </a:p>
          <a:p>
            <a:endParaRPr lang="en-US" sz="2800" dirty="0"/>
          </a:p>
          <a:p>
            <a:pPr marL="514350" indent="-514350">
              <a:buFont typeface="+mj-lt"/>
              <a:buAutoNum type="arabicPeriod"/>
            </a:pPr>
            <a:r>
              <a:rPr lang="en-US" sz="2800" dirty="0"/>
              <a:t>A system is very complex or difficult to understand.</a:t>
            </a:r>
          </a:p>
          <a:p>
            <a:pPr marL="514350" indent="-514350">
              <a:buFont typeface="+mj-lt"/>
              <a:buAutoNum type="arabicPeriod"/>
            </a:pPr>
            <a:r>
              <a:rPr lang="en-US" sz="2800" dirty="0"/>
              <a:t>An entry point is needed for each subsystem.</a:t>
            </a:r>
          </a:p>
          <a:p>
            <a:pPr marL="514350" indent="-514350">
              <a:buFont typeface="+mj-lt"/>
              <a:buAutoNum type="arabicPeriod"/>
            </a:pPr>
            <a:r>
              <a:rPr lang="en-US" sz="2800" dirty="0"/>
              <a:t>There is a need to layer your subsystems.</a:t>
            </a:r>
            <a:endParaRPr lang="en-IN" sz="2800" dirty="0"/>
          </a:p>
        </p:txBody>
      </p:sp>
      <p:sp>
        <p:nvSpPr>
          <p:cNvPr id="4" name="TextBox 3">
            <a:extLst>
              <a:ext uri="{FF2B5EF4-FFF2-40B4-BE49-F238E27FC236}">
                <a16:creationId xmlns:a16="http://schemas.microsoft.com/office/drawing/2014/main" id="{59B29F90-881D-ADF4-5BD4-F41F6B0E7FF5}"/>
              </a:ext>
            </a:extLst>
          </p:cNvPr>
          <p:cNvSpPr txBox="1"/>
          <p:nvPr/>
        </p:nvSpPr>
        <p:spPr>
          <a:xfrm>
            <a:off x="403121" y="4366822"/>
            <a:ext cx="10530349" cy="369332"/>
          </a:xfrm>
          <a:prstGeom prst="rect">
            <a:avLst/>
          </a:prstGeom>
          <a:noFill/>
        </p:spPr>
        <p:txBody>
          <a:bodyPr wrap="square">
            <a:spAutoFit/>
          </a:bodyPr>
          <a:lstStyle/>
          <a:p>
            <a:r>
              <a:rPr lang="en-IN" dirty="0">
                <a:hlinkClick r:id="rId2"/>
              </a:rPr>
              <a:t>https://www.scaler.com/topics/design-patterns/</a:t>
            </a:r>
            <a:r>
              <a:rPr lang="en-IN">
                <a:hlinkClick r:id="rId2"/>
              </a:rPr>
              <a:t>facade-design-patterns/</a:t>
            </a:r>
            <a:r>
              <a:rPr lang="en-IN"/>
              <a:t> </a:t>
            </a:r>
            <a:endParaRPr lang="en-IN" dirty="0"/>
          </a:p>
        </p:txBody>
      </p:sp>
    </p:spTree>
    <p:extLst>
      <p:ext uri="{BB962C8B-B14F-4D97-AF65-F5344CB8AC3E}">
        <p14:creationId xmlns:p14="http://schemas.microsoft.com/office/powerpoint/2010/main" val="3599059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CCEF6-4079-845F-B3C8-B1B727A45CF2}"/>
              </a:ext>
            </a:extLst>
          </p:cNvPr>
          <p:cNvSpPr>
            <a:spLocks noGrp="1"/>
          </p:cNvSpPr>
          <p:nvPr>
            <p:ph type="title"/>
          </p:nvPr>
        </p:nvSpPr>
        <p:spPr>
          <a:xfrm>
            <a:off x="838200" y="365126"/>
            <a:ext cx="10515600" cy="568940"/>
          </a:xfrm>
        </p:spPr>
        <p:txBody>
          <a:bodyPr>
            <a:normAutofit fontScale="90000"/>
          </a:bodyPr>
          <a:lstStyle/>
          <a:p>
            <a:r>
              <a:rPr lang="en-IN" sz="3600" b="1" i="0" dirty="0">
                <a:solidFill>
                  <a:srgbClr val="242424"/>
                </a:solidFill>
                <a:effectLst/>
                <a:highlight>
                  <a:srgbClr val="FFFFFF"/>
                </a:highlight>
                <a:latin typeface="sohne"/>
              </a:rPr>
              <a:t>Flyweight Design</a:t>
            </a:r>
            <a:endParaRPr lang="en-IN" sz="3600" dirty="0"/>
          </a:p>
        </p:txBody>
      </p:sp>
      <p:sp>
        <p:nvSpPr>
          <p:cNvPr id="7" name="TextBox 6">
            <a:extLst>
              <a:ext uri="{FF2B5EF4-FFF2-40B4-BE49-F238E27FC236}">
                <a16:creationId xmlns:a16="http://schemas.microsoft.com/office/drawing/2014/main" id="{81B923F5-14CD-312B-D1AD-9CAE0F2DA66F}"/>
              </a:ext>
            </a:extLst>
          </p:cNvPr>
          <p:cNvSpPr txBox="1"/>
          <p:nvPr/>
        </p:nvSpPr>
        <p:spPr>
          <a:xfrm>
            <a:off x="117987" y="1297462"/>
            <a:ext cx="11690555" cy="1815882"/>
          </a:xfrm>
          <a:prstGeom prst="rect">
            <a:avLst/>
          </a:prstGeom>
          <a:noFill/>
        </p:spPr>
        <p:txBody>
          <a:bodyPr wrap="square">
            <a:spAutoFit/>
          </a:bodyPr>
          <a:lstStyle/>
          <a:p>
            <a:r>
              <a:rPr lang="en-US" sz="2800" dirty="0"/>
              <a:t>The Flyweight design pattern aims to minimize memory usage by sharing common data between multiple objects. It is especially useful when dealing with large numbers of similar objects to improve performance and reduce memory footprint.</a:t>
            </a:r>
          </a:p>
        </p:txBody>
      </p:sp>
      <p:sp>
        <p:nvSpPr>
          <p:cNvPr id="11" name="TextBox 10">
            <a:extLst>
              <a:ext uri="{FF2B5EF4-FFF2-40B4-BE49-F238E27FC236}">
                <a16:creationId xmlns:a16="http://schemas.microsoft.com/office/drawing/2014/main" id="{0FBE23B0-AC8F-EE2D-9431-6DCDCD55BF12}"/>
              </a:ext>
            </a:extLst>
          </p:cNvPr>
          <p:cNvSpPr txBox="1"/>
          <p:nvPr/>
        </p:nvSpPr>
        <p:spPr>
          <a:xfrm>
            <a:off x="196646" y="3566170"/>
            <a:ext cx="11238270" cy="3108543"/>
          </a:xfrm>
          <a:prstGeom prst="rect">
            <a:avLst/>
          </a:prstGeom>
          <a:noFill/>
        </p:spPr>
        <p:txBody>
          <a:bodyPr wrap="square">
            <a:spAutoFit/>
          </a:bodyPr>
          <a:lstStyle/>
          <a:p>
            <a:r>
              <a:rPr lang="en-US" sz="2800" dirty="0"/>
              <a:t>The Flyweight design pattern falls under the structural design pattern category. It focuses on optimizing memory usage by sharing common state between multiple objects. Instead of each object holding its own data, the pattern separates the intrinsic (shared) state and the extrinsic (unique) state of an object. The intrinsic state is shared among multiple objects, while the extrinsic state can vary.</a:t>
            </a:r>
          </a:p>
          <a:p>
            <a:r>
              <a:rPr lang="en-US" sz="2800" dirty="0"/>
              <a:t> </a:t>
            </a:r>
            <a:r>
              <a:rPr lang="en-US" sz="2800" dirty="0">
                <a:hlinkClick r:id="rId2"/>
              </a:rPr>
              <a:t>https://www.scaler.com/topics/design-patterns/flyweight-design-pattern/</a:t>
            </a:r>
            <a:r>
              <a:rPr lang="en-US" sz="2800" dirty="0"/>
              <a:t> </a:t>
            </a:r>
            <a:endParaRPr lang="en-IN" sz="2800" dirty="0"/>
          </a:p>
        </p:txBody>
      </p:sp>
    </p:spTree>
    <p:extLst>
      <p:ext uri="{BB962C8B-B14F-4D97-AF65-F5344CB8AC3E}">
        <p14:creationId xmlns:p14="http://schemas.microsoft.com/office/powerpoint/2010/main" val="1529772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CF182-4113-AB51-7879-EDBD95A99C11}"/>
              </a:ext>
            </a:extLst>
          </p:cNvPr>
          <p:cNvSpPr>
            <a:spLocks noGrp="1"/>
          </p:cNvSpPr>
          <p:nvPr>
            <p:ph type="title"/>
          </p:nvPr>
        </p:nvSpPr>
        <p:spPr>
          <a:xfrm>
            <a:off x="838200" y="365125"/>
            <a:ext cx="10515600" cy="539443"/>
          </a:xfrm>
        </p:spPr>
        <p:txBody>
          <a:bodyPr>
            <a:normAutofit fontScale="90000"/>
          </a:bodyPr>
          <a:lstStyle/>
          <a:p>
            <a:r>
              <a:rPr lang="en-IN" sz="3600" b="1" dirty="0"/>
              <a:t>Advantages of Facade</a:t>
            </a:r>
          </a:p>
        </p:txBody>
      </p:sp>
      <p:sp>
        <p:nvSpPr>
          <p:cNvPr id="5" name="TextBox 4">
            <a:extLst>
              <a:ext uri="{FF2B5EF4-FFF2-40B4-BE49-F238E27FC236}">
                <a16:creationId xmlns:a16="http://schemas.microsoft.com/office/drawing/2014/main" id="{0E2DBE0C-749E-DAA3-03AA-8F5F55B37F12}"/>
              </a:ext>
            </a:extLst>
          </p:cNvPr>
          <p:cNvSpPr txBox="1"/>
          <p:nvPr/>
        </p:nvSpPr>
        <p:spPr>
          <a:xfrm>
            <a:off x="353961" y="1368489"/>
            <a:ext cx="11149779" cy="5262979"/>
          </a:xfrm>
          <a:prstGeom prst="rect">
            <a:avLst/>
          </a:prstGeom>
          <a:noFill/>
        </p:spPr>
        <p:txBody>
          <a:bodyPr wrap="square">
            <a:spAutoFit/>
          </a:bodyPr>
          <a:lstStyle/>
          <a:p>
            <a:pPr algn="l">
              <a:buFont typeface="+mj-lt"/>
              <a:buAutoNum type="arabicPeriod"/>
            </a:pPr>
            <a:r>
              <a:rPr lang="en-US" sz="2800" b="1" i="0" dirty="0">
                <a:solidFill>
                  <a:srgbClr val="242424"/>
                </a:solidFill>
                <a:effectLst/>
                <a:highlight>
                  <a:srgbClr val="FFFFFF"/>
                </a:highlight>
                <a:latin typeface="source-serif-pro"/>
              </a:rPr>
              <a:t>Reduced memory usage:</a:t>
            </a:r>
            <a:r>
              <a:rPr lang="en-US" sz="2800" b="0" i="0" dirty="0">
                <a:solidFill>
                  <a:srgbClr val="242424"/>
                </a:solidFill>
                <a:effectLst/>
                <a:highlight>
                  <a:srgbClr val="FFFFFF"/>
                </a:highlight>
                <a:latin typeface="source-serif-pro"/>
              </a:rPr>
              <a:t> By sharing the intrinsic state among multiple objects, the flyweight pattern reduces memory consumption, especially when dealing with large numbers of similar objects.</a:t>
            </a:r>
          </a:p>
          <a:p>
            <a:pPr algn="l">
              <a:buFont typeface="+mj-lt"/>
              <a:buAutoNum type="arabicPeriod"/>
            </a:pPr>
            <a:r>
              <a:rPr lang="en-US" sz="2800" b="1" i="0" dirty="0">
                <a:solidFill>
                  <a:srgbClr val="242424"/>
                </a:solidFill>
                <a:effectLst/>
                <a:highlight>
                  <a:srgbClr val="FFFFFF"/>
                </a:highlight>
                <a:latin typeface="source-serif-pro"/>
              </a:rPr>
              <a:t>Improved performance:</a:t>
            </a:r>
            <a:r>
              <a:rPr lang="en-US" sz="2800" b="0" i="0" dirty="0">
                <a:solidFill>
                  <a:srgbClr val="242424"/>
                </a:solidFill>
                <a:effectLst/>
                <a:highlight>
                  <a:srgbClr val="FFFFFF"/>
                </a:highlight>
                <a:latin typeface="source-serif-pro"/>
              </a:rPr>
              <a:t> Reusing flyweight objects reduces the need for creating new objects, resulting in improved performance and faster execution times.</a:t>
            </a:r>
          </a:p>
          <a:p>
            <a:pPr algn="l">
              <a:buFont typeface="+mj-lt"/>
              <a:buAutoNum type="arabicPeriod"/>
            </a:pPr>
            <a:r>
              <a:rPr lang="en-US" sz="2800" b="1" i="0" dirty="0">
                <a:solidFill>
                  <a:srgbClr val="242424"/>
                </a:solidFill>
                <a:effectLst/>
                <a:highlight>
                  <a:srgbClr val="FFFFFF"/>
                </a:highlight>
                <a:latin typeface="source-serif-pro"/>
              </a:rPr>
              <a:t>Simplified object creation: </a:t>
            </a:r>
            <a:r>
              <a:rPr lang="en-US" sz="2800" b="0" i="0" dirty="0">
                <a:solidFill>
                  <a:srgbClr val="242424"/>
                </a:solidFill>
                <a:effectLst/>
                <a:highlight>
                  <a:srgbClr val="FFFFFF"/>
                </a:highlight>
                <a:latin typeface="source-serif-pro"/>
              </a:rPr>
              <a:t>The flyweight factory manages the creation and sharing of flyweight objects, providing a convenient and centralized way to access and reuse them.</a:t>
            </a:r>
          </a:p>
          <a:p>
            <a:pPr algn="l">
              <a:buFont typeface="+mj-lt"/>
              <a:buAutoNum type="arabicPeriod"/>
            </a:pPr>
            <a:r>
              <a:rPr lang="en-US" sz="2800" b="1" i="0" dirty="0">
                <a:solidFill>
                  <a:srgbClr val="242424"/>
                </a:solidFill>
                <a:effectLst/>
                <a:highlight>
                  <a:srgbClr val="FFFFFF"/>
                </a:highlight>
                <a:latin typeface="source-serif-pro"/>
              </a:rPr>
              <a:t>Easy extensibility: </a:t>
            </a:r>
            <a:r>
              <a:rPr lang="en-US" sz="2800" b="0" i="0" dirty="0">
                <a:solidFill>
                  <a:srgbClr val="242424"/>
                </a:solidFill>
                <a:effectLst/>
                <a:highlight>
                  <a:srgbClr val="FFFFFF"/>
                </a:highlight>
                <a:latin typeface="source-serif-pro"/>
              </a:rPr>
              <a:t>The flyweight design pattern allows for the addition of new flyweight objects without modifying existing code, promoting code reusability and maintainability.</a:t>
            </a:r>
          </a:p>
        </p:txBody>
      </p:sp>
    </p:spTree>
    <p:extLst>
      <p:ext uri="{BB962C8B-B14F-4D97-AF65-F5344CB8AC3E}">
        <p14:creationId xmlns:p14="http://schemas.microsoft.com/office/powerpoint/2010/main" val="16958705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TotalTime>
  <Words>924</Words>
  <Application>Microsoft Office PowerPoint</Application>
  <PresentationFormat>Widescreen</PresentationFormat>
  <Paragraphs>80</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-apple-system</vt:lpstr>
      <vt:lpstr>Arial</vt:lpstr>
      <vt:lpstr>Calibri</vt:lpstr>
      <vt:lpstr>Calibri Light</vt:lpstr>
      <vt:lpstr>Google Sans</vt:lpstr>
      <vt:lpstr>sohne</vt:lpstr>
      <vt:lpstr>source-serif-pro</vt:lpstr>
      <vt:lpstr>Office Theme</vt:lpstr>
      <vt:lpstr>PowerPoint Presentation</vt:lpstr>
      <vt:lpstr>PowerPoint Presentation</vt:lpstr>
      <vt:lpstr>Adaptor Design Pattern</vt:lpstr>
      <vt:lpstr>Disadvantages of Adapter Pattern</vt:lpstr>
      <vt:lpstr>Decorator Pattern</vt:lpstr>
      <vt:lpstr>Facade Pattern</vt:lpstr>
      <vt:lpstr>Benefits of the Facade Pattern</vt:lpstr>
      <vt:lpstr>When to Use the Facade Pattern</vt:lpstr>
      <vt:lpstr>Flyweight Design</vt:lpstr>
      <vt:lpstr>Advantages of Facade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 Sunar</dc:creator>
  <cp:lastModifiedBy>Arun Sunar</cp:lastModifiedBy>
  <cp:revision>1</cp:revision>
  <dcterms:created xsi:type="dcterms:W3CDTF">2024-07-11T01:11:05Z</dcterms:created>
  <dcterms:modified xsi:type="dcterms:W3CDTF">2024-07-30T04:58:38Z</dcterms:modified>
</cp:coreProperties>
</file>