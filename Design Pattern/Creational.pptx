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753041-FEBF-4EB3-A76D-CAE87F3E29C3}" v="5" dt="2024-07-30T04:14:55.5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Sunar" userId="3fa9774ca67c7ab5" providerId="LiveId" clId="{5B753041-FEBF-4EB3-A76D-CAE87F3E29C3}"/>
    <pc:docChg chg="custSel addSld modSld">
      <pc:chgData name="Arun Sunar" userId="3fa9774ca67c7ab5" providerId="LiveId" clId="{5B753041-FEBF-4EB3-A76D-CAE87F3E29C3}" dt="2024-07-30T04:15:05.677" v="18" actId="14100"/>
      <pc:docMkLst>
        <pc:docMk/>
      </pc:docMkLst>
      <pc:sldChg chg="addSp delSp modSp new mod">
        <pc:chgData name="Arun Sunar" userId="3fa9774ca67c7ab5" providerId="LiveId" clId="{5B753041-FEBF-4EB3-A76D-CAE87F3E29C3}" dt="2024-07-30T03:49:32.913" v="11" actId="20577"/>
        <pc:sldMkLst>
          <pc:docMk/>
          <pc:sldMk cId="1300401905" sldId="259"/>
        </pc:sldMkLst>
        <pc:spChg chg="del">
          <ac:chgData name="Arun Sunar" userId="3fa9774ca67c7ab5" providerId="LiveId" clId="{5B753041-FEBF-4EB3-A76D-CAE87F3E29C3}" dt="2024-07-30T03:39:22.510" v="1" actId="478"/>
          <ac:spMkLst>
            <pc:docMk/>
            <pc:sldMk cId="1300401905" sldId="259"/>
            <ac:spMk id="2" creationId="{C94910EE-763E-15A7-AF2C-237EC228241F}"/>
          </ac:spMkLst>
        </pc:spChg>
        <pc:spChg chg="del">
          <ac:chgData name="Arun Sunar" userId="3fa9774ca67c7ab5" providerId="LiveId" clId="{5B753041-FEBF-4EB3-A76D-CAE87F3E29C3}" dt="2024-07-30T03:39:24.340" v="2" actId="478"/>
          <ac:spMkLst>
            <pc:docMk/>
            <pc:sldMk cId="1300401905" sldId="259"/>
            <ac:spMk id="3" creationId="{A765B086-5082-CBF3-C2C8-D9B0398B30EC}"/>
          </ac:spMkLst>
        </pc:spChg>
        <pc:spChg chg="add">
          <ac:chgData name="Arun Sunar" userId="3fa9774ca67c7ab5" providerId="LiveId" clId="{5B753041-FEBF-4EB3-A76D-CAE87F3E29C3}" dt="2024-07-30T03:39:26.924" v="3"/>
          <ac:spMkLst>
            <pc:docMk/>
            <pc:sldMk cId="1300401905" sldId="259"/>
            <ac:spMk id="4" creationId="{EFF62A25-BD28-4BE5-7C2A-BD49C0D977C7}"/>
          </ac:spMkLst>
        </pc:spChg>
        <pc:spChg chg="add mod">
          <ac:chgData name="Arun Sunar" userId="3fa9774ca67c7ab5" providerId="LiveId" clId="{5B753041-FEBF-4EB3-A76D-CAE87F3E29C3}" dt="2024-07-30T03:49:32.913" v="11" actId="20577"/>
          <ac:spMkLst>
            <pc:docMk/>
            <pc:sldMk cId="1300401905" sldId="259"/>
            <ac:spMk id="7" creationId="{D9B2B3A1-97FD-774C-35EA-8E20BF90B891}"/>
          </ac:spMkLst>
        </pc:spChg>
        <pc:picChg chg="add mod">
          <ac:chgData name="Arun Sunar" userId="3fa9774ca67c7ab5" providerId="LiveId" clId="{5B753041-FEBF-4EB3-A76D-CAE87F3E29C3}" dt="2024-07-30T03:49:22.062" v="7" actId="14100"/>
          <ac:picMkLst>
            <pc:docMk/>
            <pc:sldMk cId="1300401905" sldId="259"/>
            <ac:picMk id="5" creationId="{89AF3C92-EFE4-C12D-8391-4BBE06E0BBD2}"/>
          </ac:picMkLst>
        </pc:picChg>
      </pc:sldChg>
      <pc:sldChg chg="addSp delSp modSp new mod">
        <pc:chgData name="Arun Sunar" userId="3fa9774ca67c7ab5" providerId="LiveId" clId="{5B753041-FEBF-4EB3-A76D-CAE87F3E29C3}" dt="2024-07-30T04:15:05.677" v="18" actId="14100"/>
        <pc:sldMkLst>
          <pc:docMk/>
          <pc:sldMk cId="3464550715" sldId="260"/>
        </pc:sldMkLst>
        <pc:spChg chg="del">
          <ac:chgData name="Arun Sunar" userId="3fa9774ca67c7ab5" providerId="LiveId" clId="{5B753041-FEBF-4EB3-A76D-CAE87F3E29C3}" dt="2024-07-30T04:14:51.742" v="13" actId="478"/>
          <ac:spMkLst>
            <pc:docMk/>
            <pc:sldMk cId="3464550715" sldId="260"/>
            <ac:spMk id="2" creationId="{148925F4-ABB2-1E65-63F4-A9CBD235E410}"/>
          </ac:spMkLst>
        </pc:spChg>
        <pc:spChg chg="del">
          <ac:chgData name="Arun Sunar" userId="3fa9774ca67c7ab5" providerId="LiveId" clId="{5B753041-FEBF-4EB3-A76D-CAE87F3E29C3}" dt="2024-07-30T04:14:53.782" v="14" actId="478"/>
          <ac:spMkLst>
            <pc:docMk/>
            <pc:sldMk cId="3464550715" sldId="260"/>
            <ac:spMk id="3" creationId="{009212BA-4FE4-B478-D986-7907286B6027}"/>
          </ac:spMkLst>
        </pc:spChg>
        <pc:graphicFrameChg chg="add mod modGraphic">
          <ac:chgData name="Arun Sunar" userId="3fa9774ca67c7ab5" providerId="LiveId" clId="{5B753041-FEBF-4EB3-A76D-CAE87F3E29C3}" dt="2024-07-30T04:15:05.677" v="18" actId="14100"/>
          <ac:graphicFrameMkLst>
            <pc:docMk/>
            <pc:sldMk cId="3464550715" sldId="260"/>
            <ac:graphicFrameMk id="4" creationId="{D9E5ABC1-31BE-A6AF-625E-5046C2DD6F5A}"/>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6F59-A1EF-DA1C-1A7A-DE7A039941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4F028C-A8CD-6562-4126-ADFE7CCBB0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80819E1-8923-81A0-699C-69A91AC9F2A2}"/>
              </a:ext>
            </a:extLst>
          </p:cNvPr>
          <p:cNvSpPr>
            <a:spLocks noGrp="1"/>
          </p:cNvSpPr>
          <p:nvPr>
            <p:ph type="dt" sz="half" idx="10"/>
          </p:nvPr>
        </p:nvSpPr>
        <p:spPr/>
        <p:txBody>
          <a:bodyPr/>
          <a:lstStyle/>
          <a:p>
            <a:fld id="{5EC71DDA-8F1A-4EA9-B9D2-60589E9BBEAD}" type="datetimeFigureOut">
              <a:rPr lang="en-IN" smtClean="0"/>
              <a:t>30-07-2024</a:t>
            </a:fld>
            <a:endParaRPr lang="en-IN"/>
          </a:p>
        </p:txBody>
      </p:sp>
      <p:sp>
        <p:nvSpPr>
          <p:cNvPr id="5" name="Footer Placeholder 4">
            <a:extLst>
              <a:ext uri="{FF2B5EF4-FFF2-40B4-BE49-F238E27FC236}">
                <a16:creationId xmlns:a16="http://schemas.microsoft.com/office/drawing/2014/main" id="{F7032943-BAE3-EE7B-97BD-D1068D38A1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7844C6-0B4C-0902-8BE1-F79EA309958D}"/>
              </a:ext>
            </a:extLst>
          </p:cNvPr>
          <p:cNvSpPr>
            <a:spLocks noGrp="1"/>
          </p:cNvSpPr>
          <p:nvPr>
            <p:ph type="sldNum" sz="quarter" idx="12"/>
          </p:nvPr>
        </p:nvSpPr>
        <p:spPr/>
        <p:txBody>
          <a:bodyPr/>
          <a:lstStyle/>
          <a:p>
            <a:fld id="{D86A26D2-B125-445E-946A-771C84838886}" type="slidenum">
              <a:rPr lang="en-IN" smtClean="0"/>
              <a:t>‹#›</a:t>
            </a:fld>
            <a:endParaRPr lang="en-IN"/>
          </a:p>
        </p:txBody>
      </p:sp>
    </p:spTree>
    <p:extLst>
      <p:ext uri="{BB962C8B-B14F-4D97-AF65-F5344CB8AC3E}">
        <p14:creationId xmlns:p14="http://schemas.microsoft.com/office/powerpoint/2010/main" val="3084126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6EAA6-B8F3-DFEC-27D0-56E9319361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D490E6-F903-B5E9-D900-A586563826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69DB3F-4CD7-11AF-1615-007F286F1C0C}"/>
              </a:ext>
            </a:extLst>
          </p:cNvPr>
          <p:cNvSpPr>
            <a:spLocks noGrp="1"/>
          </p:cNvSpPr>
          <p:nvPr>
            <p:ph type="dt" sz="half" idx="10"/>
          </p:nvPr>
        </p:nvSpPr>
        <p:spPr/>
        <p:txBody>
          <a:bodyPr/>
          <a:lstStyle/>
          <a:p>
            <a:fld id="{5EC71DDA-8F1A-4EA9-B9D2-60589E9BBEAD}" type="datetimeFigureOut">
              <a:rPr lang="en-IN" smtClean="0"/>
              <a:t>30-07-2024</a:t>
            </a:fld>
            <a:endParaRPr lang="en-IN"/>
          </a:p>
        </p:txBody>
      </p:sp>
      <p:sp>
        <p:nvSpPr>
          <p:cNvPr id="5" name="Footer Placeholder 4">
            <a:extLst>
              <a:ext uri="{FF2B5EF4-FFF2-40B4-BE49-F238E27FC236}">
                <a16:creationId xmlns:a16="http://schemas.microsoft.com/office/drawing/2014/main" id="{0416EB59-EB6D-8C0F-48F5-094B986D94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B4BAC5-A3DA-34DA-0315-943D556C58F4}"/>
              </a:ext>
            </a:extLst>
          </p:cNvPr>
          <p:cNvSpPr>
            <a:spLocks noGrp="1"/>
          </p:cNvSpPr>
          <p:nvPr>
            <p:ph type="sldNum" sz="quarter" idx="12"/>
          </p:nvPr>
        </p:nvSpPr>
        <p:spPr/>
        <p:txBody>
          <a:bodyPr/>
          <a:lstStyle/>
          <a:p>
            <a:fld id="{D86A26D2-B125-445E-946A-771C84838886}" type="slidenum">
              <a:rPr lang="en-IN" smtClean="0"/>
              <a:t>‹#›</a:t>
            </a:fld>
            <a:endParaRPr lang="en-IN"/>
          </a:p>
        </p:txBody>
      </p:sp>
    </p:spTree>
    <p:extLst>
      <p:ext uri="{BB962C8B-B14F-4D97-AF65-F5344CB8AC3E}">
        <p14:creationId xmlns:p14="http://schemas.microsoft.com/office/powerpoint/2010/main" val="1294076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BD4E5-B6AE-41D8-2291-7FBC0B543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9A1EB0D-2875-DDCF-2E07-335021340E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58A8AE-5D18-A819-D6BE-1F7099B890D0}"/>
              </a:ext>
            </a:extLst>
          </p:cNvPr>
          <p:cNvSpPr>
            <a:spLocks noGrp="1"/>
          </p:cNvSpPr>
          <p:nvPr>
            <p:ph type="dt" sz="half" idx="10"/>
          </p:nvPr>
        </p:nvSpPr>
        <p:spPr/>
        <p:txBody>
          <a:bodyPr/>
          <a:lstStyle/>
          <a:p>
            <a:fld id="{5EC71DDA-8F1A-4EA9-B9D2-60589E9BBEAD}" type="datetimeFigureOut">
              <a:rPr lang="en-IN" smtClean="0"/>
              <a:t>30-07-2024</a:t>
            </a:fld>
            <a:endParaRPr lang="en-IN"/>
          </a:p>
        </p:txBody>
      </p:sp>
      <p:sp>
        <p:nvSpPr>
          <p:cNvPr id="5" name="Footer Placeholder 4">
            <a:extLst>
              <a:ext uri="{FF2B5EF4-FFF2-40B4-BE49-F238E27FC236}">
                <a16:creationId xmlns:a16="http://schemas.microsoft.com/office/drawing/2014/main" id="{2086916A-4894-E7F5-580F-DA32CCA4DF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F7457F-D9F5-7498-1FBC-660AFB7A31C9}"/>
              </a:ext>
            </a:extLst>
          </p:cNvPr>
          <p:cNvSpPr>
            <a:spLocks noGrp="1"/>
          </p:cNvSpPr>
          <p:nvPr>
            <p:ph type="sldNum" sz="quarter" idx="12"/>
          </p:nvPr>
        </p:nvSpPr>
        <p:spPr/>
        <p:txBody>
          <a:bodyPr/>
          <a:lstStyle/>
          <a:p>
            <a:fld id="{D86A26D2-B125-445E-946A-771C84838886}" type="slidenum">
              <a:rPr lang="en-IN" smtClean="0"/>
              <a:t>‹#›</a:t>
            </a:fld>
            <a:endParaRPr lang="en-IN"/>
          </a:p>
        </p:txBody>
      </p:sp>
    </p:spTree>
    <p:extLst>
      <p:ext uri="{BB962C8B-B14F-4D97-AF65-F5344CB8AC3E}">
        <p14:creationId xmlns:p14="http://schemas.microsoft.com/office/powerpoint/2010/main" val="3678381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C39DF-CA07-92B7-5D5B-A8A3FA6017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A0729AD-E5CE-F957-CC9F-C875997147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32698E3-7645-B19D-DF05-82928456E25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B467D3A-B20D-BE13-2451-36E9634AD6A7}"/>
              </a:ext>
            </a:extLst>
          </p:cNvPr>
          <p:cNvSpPr>
            <a:spLocks noGrp="1"/>
          </p:cNvSpPr>
          <p:nvPr>
            <p:ph type="dt" sz="half" idx="10"/>
          </p:nvPr>
        </p:nvSpPr>
        <p:spPr/>
        <p:txBody>
          <a:bodyPr/>
          <a:lstStyle/>
          <a:p>
            <a:fld id="{5EC71DDA-8F1A-4EA9-B9D2-60589E9BBEAD}" type="datetimeFigureOut">
              <a:rPr lang="en-IN" smtClean="0"/>
              <a:t>30-07-2024</a:t>
            </a:fld>
            <a:endParaRPr lang="en-IN"/>
          </a:p>
        </p:txBody>
      </p:sp>
      <p:sp>
        <p:nvSpPr>
          <p:cNvPr id="6" name="Footer Placeholder 5">
            <a:extLst>
              <a:ext uri="{FF2B5EF4-FFF2-40B4-BE49-F238E27FC236}">
                <a16:creationId xmlns:a16="http://schemas.microsoft.com/office/drawing/2014/main" id="{15ADB564-230B-7790-410B-4DCC8C9F0A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3E0833-A3F5-94A1-2743-35887E50A9C3}"/>
              </a:ext>
            </a:extLst>
          </p:cNvPr>
          <p:cNvSpPr>
            <a:spLocks noGrp="1"/>
          </p:cNvSpPr>
          <p:nvPr>
            <p:ph type="sldNum" sz="quarter" idx="12"/>
          </p:nvPr>
        </p:nvSpPr>
        <p:spPr/>
        <p:txBody>
          <a:bodyPr/>
          <a:lstStyle/>
          <a:p>
            <a:fld id="{D86A26D2-B125-445E-946A-771C84838886}" type="slidenum">
              <a:rPr lang="en-IN" smtClean="0"/>
              <a:t>‹#›</a:t>
            </a:fld>
            <a:endParaRPr lang="en-IN"/>
          </a:p>
        </p:txBody>
      </p:sp>
    </p:spTree>
    <p:extLst>
      <p:ext uri="{BB962C8B-B14F-4D97-AF65-F5344CB8AC3E}">
        <p14:creationId xmlns:p14="http://schemas.microsoft.com/office/powerpoint/2010/main" val="268557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197E0-A96E-6A2D-884C-B27D6FDA318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B682D2-2AF1-04D3-B43B-25E89C4D45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1E7A42-FA9A-19D9-95AE-4C574DE28E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2B523EF-BFAD-1564-7BA2-E8A459959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0BBAAB-8156-FEA9-048E-4E238A2299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3A1EF11-537A-5D08-4EEB-95922D2308A7}"/>
              </a:ext>
            </a:extLst>
          </p:cNvPr>
          <p:cNvSpPr>
            <a:spLocks noGrp="1"/>
          </p:cNvSpPr>
          <p:nvPr>
            <p:ph type="dt" sz="half" idx="10"/>
          </p:nvPr>
        </p:nvSpPr>
        <p:spPr/>
        <p:txBody>
          <a:bodyPr/>
          <a:lstStyle/>
          <a:p>
            <a:fld id="{5EC71DDA-8F1A-4EA9-B9D2-60589E9BBEAD}" type="datetimeFigureOut">
              <a:rPr lang="en-IN" smtClean="0"/>
              <a:t>30-07-2024</a:t>
            </a:fld>
            <a:endParaRPr lang="en-IN"/>
          </a:p>
        </p:txBody>
      </p:sp>
      <p:sp>
        <p:nvSpPr>
          <p:cNvPr id="8" name="Footer Placeholder 7">
            <a:extLst>
              <a:ext uri="{FF2B5EF4-FFF2-40B4-BE49-F238E27FC236}">
                <a16:creationId xmlns:a16="http://schemas.microsoft.com/office/drawing/2014/main" id="{38819ACC-28C3-67E6-221F-B115C22EC9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6657FC3-48FC-CDC8-B61C-111D8197A441}"/>
              </a:ext>
            </a:extLst>
          </p:cNvPr>
          <p:cNvSpPr>
            <a:spLocks noGrp="1"/>
          </p:cNvSpPr>
          <p:nvPr>
            <p:ph type="sldNum" sz="quarter" idx="12"/>
          </p:nvPr>
        </p:nvSpPr>
        <p:spPr/>
        <p:txBody>
          <a:bodyPr/>
          <a:lstStyle/>
          <a:p>
            <a:fld id="{D86A26D2-B125-445E-946A-771C84838886}" type="slidenum">
              <a:rPr lang="en-IN" smtClean="0"/>
              <a:t>‹#›</a:t>
            </a:fld>
            <a:endParaRPr lang="en-IN"/>
          </a:p>
        </p:txBody>
      </p:sp>
    </p:spTree>
    <p:extLst>
      <p:ext uri="{BB962C8B-B14F-4D97-AF65-F5344CB8AC3E}">
        <p14:creationId xmlns:p14="http://schemas.microsoft.com/office/powerpoint/2010/main" val="2165931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0679B-7A8B-8475-1EEF-F4EB1E170E9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3FA666-4D47-B17F-8F7A-A0481E54A69A}"/>
              </a:ext>
            </a:extLst>
          </p:cNvPr>
          <p:cNvSpPr>
            <a:spLocks noGrp="1"/>
          </p:cNvSpPr>
          <p:nvPr>
            <p:ph type="dt" sz="half" idx="10"/>
          </p:nvPr>
        </p:nvSpPr>
        <p:spPr/>
        <p:txBody>
          <a:bodyPr/>
          <a:lstStyle/>
          <a:p>
            <a:fld id="{5EC71DDA-8F1A-4EA9-B9D2-60589E9BBEAD}" type="datetimeFigureOut">
              <a:rPr lang="en-IN" smtClean="0"/>
              <a:t>30-07-2024</a:t>
            </a:fld>
            <a:endParaRPr lang="en-IN"/>
          </a:p>
        </p:txBody>
      </p:sp>
      <p:sp>
        <p:nvSpPr>
          <p:cNvPr id="4" name="Footer Placeholder 3">
            <a:extLst>
              <a:ext uri="{FF2B5EF4-FFF2-40B4-BE49-F238E27FC236}">
                <a16:creationId xmlns:a16="http://schemas.microsoft.com/office/drawing/2014/main" id="{23D7025F-B3AD-F323-1D3F-4EF1C597083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7F214D6-6441-27D4-DD34-57C093FBD8D6}"/>
              </a:ext>
            </a:extLst>
          </p:cNvPr>
          <p:cNvSpPr>
            <a:spLocks noGrp="1"/>
          </p:cNvSpPr>
          <p:nvPr>
            <p:ph type="sldNum" sz="quarter" idx="12"/>
          </p:nvPr>
        </p:nvSpPr>
        <p:spPr/>
        <p:txBody>
          <a:bodyPr/>
          <a:lstStyle/>
          <a:p>
            <a:fld id="{D86A26D2-B125-445E-946A-771C84838886}" type="slidenum">
              <a:rPr lang="en-IN" smtClean="0"/>
              <a:t>‹#›</a:t>
            </a:fld>
            <a:endParaRPr lang="en-IN"/>
          </a:p>
        </p:txBody>
      </p:sp>
    </p:spTree>
    <p:extLst>
      <p:ext uri="{BB962C8B-B14F-4D97-AF65-F5344CB8AC3E}">
        <p14:creationId xmlns:p14="http://schemas.microsoft.com/office/powerpoint/2010/main" val="2949421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6346C3-813D-2BFF-7ED2-A05014A03DE7}"/>
              </a:ext>
            </a:extLst>
          </p:cNvPr>
          <p:cNvSpPr>
            <a:spLocks noGrp="1"/>
          </p:cNvSpPr>
          <p:nvPr>
            <p:ph type="dt" sz="half" idx="10"/>
          </p:nvPr>
        </p:nvSpPr>
        <p:spPr/>
        <p:txBody>
          <a:bodyPr/>
          <a:lstStyle/>
          <a:p>
            <a:fld id="{5EC71DDA-8F1A-4EA9-B9D2-60589E9BBEAD}" type="datetimeFigureOut">
              <a:rPr lang="en-IN" smtClean="0"/>
              <a:t>30-07-2024</a:t>
            </a:fld>
            <a:endParaRPr lang="en-IN"/>
          </a:p>
        </p:txBody>
      </p:sp>
      <p:sp>
        <p:nvSpPr>
          <p:cNvPr id="3" name="Footer Placeholder 2">
            <a:extLst>
              <a:ext uri="{FF2B5EF4-FFF2-40B4-BE49-F238E27FC236}">
                <a16:creationId xmlns:a16="http://schemas.microsoft.com/office/drawing/2014/main" id="{BA32DBBA-C1B5-8649-D913-7F6B01F064E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AAE7EF4-896C-A0E8-0105-2FB1745A21E7}"/>
              </a:ext>
            </a:extLst>
          </p:cNvPr>
          <p:cNvSpPr>
            <a:spLocks noGrp="1"/>
          </p:cNvSpPr>
          <p:nvPr>
            <p:ph type="sldNum" sz="quarter" idx="12"/>
          </p:nvPr>
        </p:nvSpPr>
        <p:spPr/>
        <p:txBody>
          <a:bodyPr/>
          <a:lstStyle/>
          <a:p>
            <a:fld id="{D86A26D2-B125-445E-946A-771C84838886}" type="slidenum">
              <a:rPr lang="en-IN" smtClean="0"/>
              <a:t>‹#›</a:t>
            </a:fld>
            <a:endParaRPr lang="en-IN"/>
          </a:p>
        </p:txBody>
      </p:sp>
    </p:spTree>
    <p:extLst>
      <p:ext uri="{BB962C8B-B14F-4D97-AF65-F5344CB8AC3E}">
        <p14:creationId xmlns:p14="http://schemas.microsoft.com/office/powerpoint/2010/main" val="2267304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4B895-F3D4-3432-33ED-8836CE8D3C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5AA5080-C94C-8D64-DC71-A04566FE24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BE45F2-370E-A1BC-FC42-D4300AA67D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4AFFEB-1ED5-B27F-143D-7B12CA65112D}"/>
              </a:ext>
            </a:extLst>
          </p:cNvPr>
          <p:cNvSpPr>
            <a:spLocks noGrp="1"/>
          </p:cNvSpPr>
          <p:nvPr>
            <p:ph type="dt" sz="half" idx="10"/>
          </p:nvPr>
        </p:nvSpPr>
        <p:spPr/>
        <p:txBody>
          <a:bodyPr/>
          <a:lstStyle/>
          <a:p>
            <a:fld id="{5EC71DDA-8F1A-4EA9-B9D2-60589E9BBEAD}" type="datetimeFigureOut">
              <a:rPr lang="en-IN" smtClean="0"/>
              <a:t>30-07-2024</a:t>
            </a:fld>
            <a:endParaRPr lang="en-IN"/>
          </a:p>
        </p:txBody>
      </p:sp>
      <p:sp>
        <p:nvSpPr>
          <p:cNvPr id="6" name="Footer Placeholder 5">
            <a:extLst>
              <a:ext uri="{FF2B5EF4-FFF2-40B4-BE49-F238E27FC236}">
                <a16:creationId xmlns:a16="http://schemas.microsoft.com/office/drawing/2014/main" id="{AB144F97-22AC-4AAA-CF6D-0A165BD4E0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A8D1FF1-F917-6900-534E-81AA416E9BFA}"/>
              </a:ext>
            </a:extLst>
          </p:cNvPr>
          <p:cNvSpPr>
            <a:spLocks noGrp="1"/>
          </p:cNvSpPr>
          <p:nvPr>
            <p:ph type="sldNum" sz="quarter" idx="12"/>
          </p:nvPr>
        </p:nvSpPr>
        <p:spPr/>
        <p:txBody>
          <a:bodyPr/>
          <a:lstStyle/>
          <a:p>
            <a:fld id="{D86A26D2-B125-445E-946A-771C84838886}" type="slidenum">
              <a:rPr lang="en-IN" smtClean="0"/>
              <a:t>‹#›</a:t>
            </a:fld>
            <a:endParaRPr lang="en-IN"/>
          </a:p>
        </p:txBody>
      </p:sp>
    </p:spTree>
    <p:extLst>
      <p:ext uri="{BB962C8B-B14F-4D97-AF65-F5344CB8AC3E}">
        <p14:creationId xmlns:p14="http://schemas.microsoft.com/office/powerpoint/2010/main" val="535624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F177B-124E-60A3-6FF8-FC6E5A8846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5E83DC7-ADB4-C449-F7D0-B4043AC2009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9E6F6B0-2A0A-9D4D-54D6-4C2ECD837C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C88678-7C68-B73E-69C9-EC31E17AB235}"/>
              </a:ext>
            </a:extLst>
          </p:cNvPr>
          <p:cNvSpPr>
            <a:spLocks noGrp="1"/>
          </p:cNvSpPr>
          <p:nvPr>
            <p:ph type="dt" sz="half" idx="10"/>
          </p:nvPr>
        </p:nvSpPr>
        <p:spPr/>
        <p:txBody>
          <a:bodyPr/>
          <a:lstStyle/>
          <a:p>
            <a:fld id="{5EC71DDA-8F1A-4EA9-B9D2-60589E9BBEAD}" type="datetimeFigureOut">
              <a:rPr lang="en-IN" smtClean="0"/>
              <a:t>30-07-2024</a:t>
            </a:fld>
            <a:endParaRPr lang="en-IN"/>
          </a:p>
        </p:txBody>
      </p:sp>
      <p:sp>
        <p:nvSpPr>
          <p:cNvPr id="6" name="Footer Placeholder 5">
            <a:extLst>
              <a:ext uri="{FF2B5EF4-FFF2-40B4-BE49-F238E27FC236}">
                <a16:creationId xmlns:a16="http://schemas.microsoft.com/office/drawing/2014/main" id="{04434CE9-402E-3B61-7592-F76572A3A3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537D12F-C4C7-6385-A1AD-A3DD1B110A39}"/>
              </a:ext>
            </a:extLst>
          </p:cNvPr>
          <p:cNvSpPr>
            <a:spLocks noGrp="1"/>
          </p:cNvSpPr>
          <p:nvPr>
            <p:ph type="sldNum" sz="quarter" idx="12"/>
          </p:nvPr>
        </p:nvSpPr>
        <p:spPr/>
        <p:txBody>
          <a:bodyPr/>
          <a:lstStyle/>
          <a:p>
            <a:fld id="{D86A26D2-B125-445E-946A-771C84838886}" type="slidenum">
              <a:rPr lang="en-IN" smtClean="0"/>
              <a:t>‹#›</a:t>
            </a:fld>
            <a:endParaRPr lang="en-IN"/>
          </a:p>
        </p:txBody>
      </p:sp>
    </p:spTree>
    <p:extLst>
      <p:ext uri="{BB962C8B-B14F-4D97-AF65-F5344CB8AC3E}">
        <p14:creationId xmlns:p14="http://schemas.microsoft.com/office/powerpoint/2010/main" val="287972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7C39A-282C-04B5-3041-40C21E818D9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4EC3B8-CD88-BA07-5C53-28ABEB66CF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B3DC65-6310-0580-D2CE-EBEA6AEAC33C}"/>
              </a:ext>
            </a:extLst>
          </p:cNvPr>
          <p:cNvSpPr>
            <a:spLocks noGrp="1"/>
          </p:cNvSpPr>
          <p:nvPr>
            <p:ph type="dt" sz="half" idx="10"/>
          </p:nvPr>
        </p:nvSpPr>
        <p:spPr/>
        <p:txBody>
          <a:bodyPr/>
          <a:lstStyle/>
          <a:p>
            <a:fld id="{5EC71DDA-8F1A-4EA9-B9D2-60589E9BBEAD}" type="datetimeFigureOut">
              <a:rPr lang="en-IN" smtClean="0"/>
              <a:t>30-07-2024</a:t>
            </a:fld>
            <a:endParaRPr lang="en-IN"/>
          </a:p>
        </p:txBody>
      </p:sp>
      <p:sp>
        <p:nvSpPr>
          <p:cNvPr id="5" name="Footer Placeholder 4">
            <a:extLst>
              <a:ext uri="{FF2B5EF4-FFF2-40B4-BE49-F238E27FC236}">
                <a16:creationId xmlns:a16="http://schemas.microsoft.com/office/drawing/2014/main" id="{5C36912F-8FB9-FECB-C733-5A3AA53173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0C8DBA-7438-5A09-98CA-207D79A308C1}"/>
              </a:ext>
            </a:extLst>
          </p:cNvPr>
          <p:cNvSpPr>
            <a:spLocks noGrp="1"/>
          </p:cNvSpPr>
          <p:nvPr>
            <p:ph type="sldNum" sz="quarter" idx="12"/>
          </p:nvPr>
        </p:nvSpPr>
        <p:spPr/>
        <p:txBody>
          <a:bodyPr/>
          <a:lstStyle/>
          <a:p>
            <a:fld id="{D86A26D2-B125-445E-946A-771C84838886}" type="slidenum">
              <a:rPr lang="en-IN" smtClean="0"/>
              <a:t>‹#›</a:t>
            </a:fld>
            <a:endParaRPr lang="en-IN"/>
          </a:p>
        </p:txBody>
      </p:sp>
    </p:spTree>
    <p:extLst>
      <p:ext uri="{BB962C8B-B14F-4D97-AF65-F5344CB8AC3E}">
        <p14:creationId xmlns:p14="http://schemas.microsoft.com/office/powerpoint/2010/main" val="2632174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C4CA81-5B1C-9C6C-72DB-0D47C07538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2C8754-2834-E718-C759-569BF00257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E14317-84DB-3A74-1D11-FF4C35184D40}"/>
              </a:ext>
            </a:extLst>
          </p:cNvPr>
          <p:cNvSpPr>
            <a:spLocks noGrp="1"/>
          </p:cNvSpPr>
          <p:nvPr>
            <p:ph type="dt" sz="half" idx="10"/>
          </p:nvPr>
        </p:nvSpPr>
        <p:spPr/>
        <p:txBody>
          <a:bodyPr/>
          <a:lstStyle/>
          <a:p>
            <a:fld id="{5EC71DDA-8F1A-4EA9-B9D2-60589E9BBEAD}" type="datetimeFigureOut">
              <a:rPr lang="en-IN" smtClean="0"/>
              <a:t>30-07-2024</a:t>
            </a:fld>
            <a:endParaRPr lang="en-IN"/>
          </a:p>
        </p:txBody>
      </p:sp>
      <p:sp>
        <p:nvSpPr>
          <p:cNvPr id="5" name="Footer Placeholder 4">
            <a:extLst>
              <a:ext uri="{FF2B5EF4-FFF2-40B4-BE49-F238E27FC236}">
                <a16:creationId xmlns:a16="http://schemas.microsoft.com/office/drawing/2014/main" id="{CE424165-3E3F-0E15-9BAF-1E972A4B17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20E125-E3A9-FEA2-B7EB-2A4E42CC21F7}"/>
              </a:ext>
            </a:extLst>
          </p:cNvPr>
          <p:cNvSpPr>
            <a:spLocks noGrp="1"/>
          </p:cNvSpPr>
          <p:nvPr>
            <p:ph type="sldNum" sz="quarter" idx="12"/>
          </p:nvPr>
        </p:nvSpPr>
        <p:spPr/>
        <p:txBody>
          <a:bodyPr/>
          <a:lstStyle/>
          <a:p>
            <a:fld id="{D86A26D2-B125-445E-946A-771C84838886}" type="slidenum">
              <a:rPr lang="en-IN" smtClean="0"/>
              <a:t>‹#›</a:t>
            </a:fld>
            <a:endParaRPr lang="en-IN"/>
          </a:p>
        </p:txBody>
      </p:sp>
    </p:spTree>
    <p:extLst>
      <p:ext uri="{BB962C8B-B14F-4D97-AF65-F5344CB8AC3E}">
        <p14:creationId xmlns:p14="http://schemas.microsoft.com/office/powerpoint/2010/main" val="3227648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DFF48D-1384-4DFA-CC55-B7E890E499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C2AE350-2211-7D91-D407-4994CB203D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A58A22-A07F-119F-CB29-3D80E75CCB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C71DDA-8F1A-4EA9-B9D2-60589E9BBEAD}" type="datetimeFigureOut">
              <a:rPr lang="en-IN" smtClean="0"/>
              <a:t>30-07-2024</a:t>
            </a:fld>
            <a:endParaRPr lang="en-IN"/>
          </a:p>
        </p:txBody>
      </p:sp>
      <p:sp>
        <p:nvSpPr>
          <p:cNvPr id="5" name="Footer Placeholder 4">
            <a:extLst>
              <a:ext uri="{FF2B5EF4-FFF2-40B4-BE49-F238E27FC236}">
                <a16:creationId xmlns:a16="http://schemas.microsoft.com/office/drawing/2014/main" id="{1EF15C84-47FA-9988-C5E6-D70550391B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66E436-70A2-8351-1789-253D6ADF09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6A26D2-B125-445E-946A-771C84838886}" type="slidenum">
              <a:rPr lang="en-IN" smtClean="0"/>
              <a:t>‹#›</a:t>
            </a:fld>
            <a:endParaRPr lang="en-IN"/>
          </a:p>
        </p:txBody>
      </p:sp>
    </p:spTree>
    <p:extLst>
      <p:ext uri="{BB962C8B-B14F-4D97-AF65-F5344CB8AC3E}">
        <p14:creationId xmlns:p14="http://schemas.microsoft.com/office/powerpoint/2010/main" val="3162024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scaler.com/topics/design-patterns/prototype-design-pattern/"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D148F46-5417-3BB2-DFEA-E21D3C5C0589}"/>
              </a:ext>
            </a:extLst>
          </p:cNvPr>
          <p:cNvSpPr/>
          <p:nvPr/>
        </p:nvSpPr>
        <p:spPr>
          <a:xfrm>
            <a:off x="1761551" y="2967335"/>
            <a:ext cx="8668912"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CREATIONAL DESIGN PATTERN</a:t>
            </a:r>
          </a:p>
        </p:txBody>
      </p:sp>
    </p:spTree>
    <p:extLst>
      <p:ext uri="{BB962C8B-B14F-4D97-AF65-F5344CB8AC3E}">
        <p14:creationId xmlns:p14="http://schemas.microsoft.com/office/powerpoint/2010/main" val="622908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21CA2-FCE0-A079-01A1-29C8BC150266}"/>
              </a:ext>
            </a:extLst>
          </p:cNvPr>
          <p:cNvSpPr>
            <a:spLocks noGrp="1"/>
          </p:cNvSpPr>
          <p:nvPr>
            <p:ph type="title"/>
          </p:nvPr>
        </p:nvSpPr>
        <p:spPr>
          <a:xfrm>
            <a:off x="838200" y="365126"/>
            <a:ext cx="10515600" cy="519778"/>
          </a:xfrm>
        </p:spPr>
        <p:txBody>
          <a:bodyPr>
            <a:normAutofit fontScale="90000"/>
          </a:bodyPr>
          <a:lstStyle/>
          <a:p>
            <a:r>
              <a:rPr lang="en-IN" dirty="0"/>
              <a:t>Prototype</a:t>
            </a:r>
          </a:p>
        </p:txBody>
      </p:sp>
      <p:sp>
        <p:nvSpPr>
          <p:cNvPr id="5" name="TextBox 4">
            <a:extLst>
              <a:ext uri="{FF2B5EF4-FFF2-40B4-BE49-F238E27FC236}">
                <a16:creationId xmlns:a16="http://schemas.microsoft.com/office/drawing/2014/main" id="{43900AD9-56F4-8CB4-9AB5-37AA982C0F14}"/>
              </a:ext>
            </a:extLst>
          </p:cNvPr>
          <p:cNvSpPr txBox="1"/>
          <p:nvPr/>
        </p:nvSpPr>
        <p:spPr>
          <a:xfrm>
            <a:off x="196646" y="1179475"/>
            <a:ext cx="11061290" cy="646331"/>
          </a:xfrm>
          <a:prstGeom prst="rect">
            <a:avLst/>
          </a:prstGeom>
          <a:noFill/>
        </p:spPr>
        <p:txBody>
          <a:bodyPr wrap="square">
            <a:spAutoFit/>
          </a:bodyPr>
          <a:lstStyle/>
          <a:p>
            <a:r>
              <a:rPr lang="en-US" b="1" i="0" dirty="0">
                <a:solidFill>
                  <a:srgbClr val="61738E"/>
                </a:solidFill>
                <a:effectLst/>
                <a:highlight>
                  <a:srgbClr val="FAFBFC"/>
                </a:highlight>
                <a:latin typeface="__Source_Sans_Pro_fa6df0"/>
              </a:rPr>
              <a:t>Prototype design pattern</a:t>
            </a:r>
            <a:r>
              <a:rPr lang="en-US" b="0" i="0" dirty="0">
                <a:solidFill>
                  <a:srgbClr val="61738E"/>
                </a:solidFill>
                <a:effectLst/>
                <a:highlight>
                  <a:srgbClr val="FAFBFC"/>
                </a:highlight>
                <a:latin typeface="__Source_Sans_Pro_fa6df0"/>
              </a:rPr>
              <a:t> is one of the creational design patterns. It allows us to specify objects which are prototypes of original objects. In other words, it allows us to copy existing objects instead of making new instances.</a:t>
            </a:r>
            <a:endParaRPr lang="en-IN" dirty="0"/>
          </a:p>
        </p:txBody>
      </p:sp>
      <p:sp>
        <p:nvSpPr>
          <p:cNvPr id="9" name="TextBox 8">
            <a:extLst>
              <a:ext uri="{FF2B5EF4-FFF2-40B4-BE49-F238E27FC236}">
                <a16:creationId xmlns:a16="http://schemas.microsoft.com/office/drawing/2014/main" id="{AADBF70D-B58A-D7BA-5586-066C8B12E4AF}"/>
              </a:ext>
            </a:extLst>
          </p:cNvPr>
          <p:cNvSpPr txBox="1"/>
          <p:nvPr/>
        </p:nvSpPr>
        <p:spPr>
          <a:xfrm>
            <a:off x="68827" y="2042170"/>
            <a:ext cx="11906864" cy="1477328"/>
          </a:xfrm>
          <a:prstGeom prst="rect">
            <a:avLst/>
          </a:prstGeom>
          <a:noFill/>
        </p:spPr>
        <p:txBody>
          <a:bodyPr wrap="square">
            <a:spAutoFit/>
          </a:bodyPr>
          <a:lstStyle/>
          <a:p>
            <a:r>
              <a:rPr lang="en-US" dirty="0"/>
              <a:t>Prototype Design Pattern is mainly used when creating new objects from scratch is expensive and we are already having similar classes for creating such objects.</a:t>
            </a:r>
          </a:p>
          <a:p>
            <a:endParaRPr lang="en-US" dirty="0"/>
          </a:p>
          <a:p>
            <a:r>
              <a:rPr lang="en-US" dirty="0"/>
              <a:t>With the help of Prototype Design Patterns, we copy new objects from already existing classes and modify these objects according to our new requirements.</a:t>
            </a:r>
            <a:endParaRPr lang="en-IN" dirty="0"/>
          </a:p>
        </p:txBody>
      </p:sp>
      <p:sp>
        <p:nvSpPr>
          <p:cNvPr id="11" name="TextBox 10">
            <a:extLst>
              <a:ext uri="{FF2B5EF4-FFF2-40B4-BE49-F238E27FC236}">
                <a16:creationId xmlns:a16="http://schemas.microsoft.com/office/drawing/2014/main" id="{30061893-F8A0-07F7-5793-C6FB2BE63B35}"/>
              </a:ext>
            </a:extLst>
          </p:cNvPr>
          <p:cNvSpPr txBox="1"/>
          <p:nvPr/>
        </p:nvSpPr>
        <p:spPr>
          <a:xfrm>
            <a:off x="68826" y="3735862"/>
            <a:ext cx="12034683" cy="923330"/>
          </a:xfrm>
          <a:prstGeom prst="rect">
            <a:avLst/>
          </a:prstGeom>
          <a:noFill/>
        </p:spPr>
        <p:txBody>
          <a:bodyPr wrap="square">
            <a:spAutoFit/>
          </a:bodyPr>
          <a:lstStyle/>
          <a:p>
            <a:r>
              <a:rPr lang="en-US" b="1" i="0" dirty="0">
                <a:solidFill>
                  <a:srgbClr val="61738E"/>
                </a:solidFill>
                <a:effectLst/>
                <a:highlight>
                  <a:srgbClr val="FAFBFC"/>
                </a:highlight>
                <a:latin typeface="__Source_Sans_Pro_fa6df0"/>
              </a:rPr>
              <a:t>For Prototype Design Pattern</a:t>
            </a:r>
            <a:r>
              <a:rPr lang="en-US" b="0" i="0" dirty="0">
                <a:solidFill>
                  <a:srgbClr val="61738E"/>
                </a:solidFill>
                <a:effectLst/>
                <a:highlight>
                  <a:srgbClr val="FAFBFC"/>
                </a:highlight>
                <a:latin typeface="__Source_Sans_Pro_fa6df0"/>
              </a:rPr>
              <a:t>, it is mandatory to have a copy feature in existing objects. If we want to create prototypes of our object, we need to </a:t>
            </a:r>
            <a:r>
              <a:rPr lang="en-US" b="1" i="0" dirty="0">
                <a:solidFill>
                  <a:srgbClr val="61738E"/>
                </a:solidFill>
                <a:effectLst/>
                <a:highlight>
                  <a:srgbClr val="FAFBFC"/>
                </a:highlight>
                <a:latin typeface="__Source_Sans_Pro_fa6df0"/>
              </a:rPr>
              <a:t>implement/define</a:t>
            </a:r>
            <a:r>
              <a:rPr lang="en-US" b="0" i="0" dirty="0">
                <a:solidFill>
                  <a:srgbClr val="61738E"/>
                </a:solidFill>
                <a:effectLst/>
                <a:highlight>
                  <a:srgbClr val="FAFBFC"/>
                </a:highlight>
                <a:latin typeface="__Source_Sans_Pro_fa6df0"/>
              </a:rPr>
              <a:t> a </a:t>
            </a:r>
            <a:r>
              <a:rPr lang="en-US" b="0" i="0" dirty="0">
                <a:effectLst/>
                <a:highlight>
                  <a:srgbClr val="FAFBFC"/>
                </a:highlight>
                <a:latin typeface="__Source_Sans_Pro_fa6df0"/>
              </a:rPr>
              <a:t>clone()</a:t>
            </a:r>
            <a:r>
              <a:rPr lang="en-US" b="0" i="0" dirty="0">
                <a:solidFill>
                  <a:srgbClr val="61738E"/>
                </a:solidFill>
                <a:effectLst/>
                <a:highlight>
                  <a:srgbClr val="FAFBFC"/>
                </a:highlight>
                <a:latin typeface="__Source_Sans_Pro_fa6df0"/>
              </a:rPr>
              <a:t> method for that </a:t>
            </a:r>
            <a:r>
              <a:rPr lang="en-US" b="1" i="0" dirty="0">
                <a:solidFill>
                  <a:srgbClr val="61738E"/>
                </a:solidFill>
                <a:effectLst/>
                <a:highlight>
                  <a:srgbClr val="FAFBFC"/>
                </a:highlight>
                <a:latin typeface="__Source_Sans_Pro_fa6df0"/>
              </a:rPr>
              <a:t>object/class</a:t>
            </a:r>
            <a:r>
              <a:rPr lang="en-US" b="0" i="0" dirty="0">
                <a:solidFill>
                  <a:srgbClr val="61738E"/>
                </a:solidFill>
                <a:effectLst/>
                <a:highlight>
                  <a:srgbClr val="FAFBFC"/>
                </a:highlight>
                <a:latin typeface="__Source_Sans_Pro_fa6df0"/>
              </a:rPr>
              <a:t>. Although, it depends on our design and requirement whether to use a shallow or deep copy of the existing objects.</a:t>
            </a:r>
            <a:endParaRPr lang="en-IN" dirty="0"/>
          </a:p>
        </p:txBody>
      </p:sp>
    </p:spTree>
    <p:extLst>
      <p:ext uri="{BB962C8B-B14F-4D97-AF65-F5344CB8AC3E}">
        <p14:creationId xmlns:p14="http://schemas.microsoft.com/office/powerpoint/2010/main" val="3385066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AFAE322-FCDE-E6E9-1418-05B8DD465E5A}"/>
              </a:ext>
            </a:extLst>
          </p:cNvPr>
          <p:cNvSpPr txBox="1"/>
          <p:nvPr/>
        </p:nvSpPr>
        <p:spPr>
          <a:xfrm>
            <a:off x="167148" y="218115"/>
            <a:ext cx="11749549" cy="3785652"/>
          </a:xfrm>
          <a:prstGeom prst="rect">
            <a:avLst/>
          </a:prstGeom>
          <a:noFill/>
        </p:spPr>
        <p:txBody>
          <a:bodyPr wrap="square">
            <a:spAutoFit/>
          </a:bodyPr>
          <a:lstStyle/>
          <a:p>
            <a:r>
              <a:rPr lang="en-US" sz="2400" dirty="0"/>
              <a:t>Shallow Copy - In shallow copy, we only clone the parent object and not its containing objects.</a:t>
            </a:r>
          </a:p>
          <a:p>
            <a:endParaRPr lang="en-US" sz="2400" dirty="0"/>
          </a:p>
          <a:p>
            <a:r>
              <a:rPr lang="en-US" sz="2400" dirty="0"/>
              <a:t>In shallow copy, we copy references of the Original object, and hence if we make any changes in one of the objects, those changes get reflected in other objects as well.</a:t>
            </a:r>
          </a:p>
          <a:p>
            <a:r>
              <a:rPr lang="en-US" sz="2400" dirty="0"/>
              <a:t>Deep Copy - In a deep copy, we clone the parent object as well as its containing objects.</a:t>
            </a:r>
          </a:p>
          <a:p>
            <a:endParaRPr lang="en-US" sz="2400" dirty="0"/>
          </a:p>
          <a:p>
            <a:r>
              <a:rPr lang="en-US" sz="2400" dirty="0"/>
              <a:t>In a deep copy, we copy the original object with its values so after copying, both the objects are independent of each other, and hence, if we make any changes in one object, that change does not get reflected in the other object.</a:t>
            </a:r>
            <a:endParaRPr lang="en-IN" sz="2400" dirty="0"/>
          </a:p>
        </p:txBody>
      </p:sp>
    </p:spTree>
    <p:extLst>
      <p:ext uri="{BB962C8B-B14F-4D97-AF65-F5344CB8AC3E}">
        <p14:creationId xmlns:p14="http://schemas.microsoft.com/office/powerpoint/2010/main" val="740392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AF3C92-EFE4-C12D-8391-4BBE06E0BBD2}"/>
              </a:ext>
            </a:extLst>
          </p:cNvPr>
          <p:cNvPicPr>
            <a:picLocks noChangeAspect="1"/>
          </p:cNvPicPr>
          <p:nvPr/>
        </p:nvPicPr>
        <p:blipFill>
          <a:blip r:embed="rId2"/>
          <a:stretch>
            <a:fillRect/>
          </a:stretch>
        </p:blipFill>
        <p:spPr>
          <a:xfrm>
            <a:off x="1440499" y="580102"/>
            <a:ext cx="9311001" cy="4778479"/>
          </a:xfrm>
          <a:prstGeom prst="rect">
            <a:avLst/>
          </a:prstGeom>
        </p:spPr>
      </p:pic>
      <p:sp>
        <p:nvSpPr>
          <p:cNvPr id="7" name="TextBox 6">
            <a:extLst>
              <a:ext uri="{FF2B5EF4-FFF2-40B4-BE49-F238E27FC236}">
                <a16:creationId xmlns:a16="http://schemas.microsoft.com/office/drawing/2014/main" id="{D9B2B3A1-97FD-774C-35EA-8E20BF90B891}"/>
              </a:ext>
            </a:extLst>
          </p:cNvPr>
          <p:cNvSpPr txBox="1"/>
          <p:nvPr/>
        </p:nvSpPr>
        <p:spPr>
          <a:xfrm>
            <a:off x="619431" y="5281222"/>
            <a:ext cx="9763433" cy="369332"/>
          </a:xfrm>
          <a:prstGeom prst="rect">
            <a:avLst/>
          </a:prstGeom>
          <a:noFill/>
        </p:spPr>
        <p:txBody>
          <a:bodyPr wrap="square">
            <a:spAutoFit/>
          </a:bodyPr>
          <a:lstStyle/>
          <a:p>
            <a:r>
              <a:rPr lang="en-IN" dirty="0">
                <a:hlinkClick r:id="rId3"/>
              </a:rPr>
              <a:t>https://www.scaler.com/topics/design-patterns/prototype-design-pattern/</a:t>
            </a:r>
            <a:r>
              <a:rPr lang="en-IN" dirty="0"/>
              <a:t> </a:t>
            </a:r>
          </a:p>
        </p:txBody>
      </p:sp>
    </p:spTree>
    <p:extLst>
      <p:ext uri="{BB962C8B-B14F-4D97-AF65-F5344CB8AC3E}">
        <p14:creationId xmlns:p14="http://schemas.microsoft.com/office/powerpoint/2010/main" val="1300401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9E5ABC1-31BE-A6AF-625E-5046C2DD6F5A}"/>
              </a:ext>
            </a:extLst>
          </p:cNvPr>
          <p:cNvGraphicFramePr>
            <a:graphicFrameLocks noGrp="1"/>
          </p:cNvGraphicFramePr>
          <p:nvPr>
            <p:extLst>
              <p:ext uri="{D42A27DB-BD31-4B8C-83A1-F6EECF244321}">
                <p14:modId xmlns:p14="http://schemas.microsoft.com/office/powerpoint/2010/main" val="2573706748"/>
              </p:ext>
            </p:extLst>
          </p:nvPr>
        </p:nvGraphicFramePr>
        <p:xfrm>
          <a:off x="471948" y="403123"/>
          <a:ext cx="11248104" cy="5385058"/>
        </p:xfrm>
        <a:graphic>
          <a:graphicData uri="http://schemas.openxmlformats.org/drawingml/2006/table">
            <a:tbl>
              <a:tblPr/>
              <a:tblGrid>
                <a:gridCol w="5624052">
                  <a:extLst>
                    <a:ext uri="{9D8B030D-6E8A-4147-A177-3AD203B41FA5}">
                      <a16:colId xmlns:a16="http://schemas.microsoft.com/office/drawing/2014/main" val="4225700809"/>
                    </a:ext>
                  </a:extLst>
                </a:gridCol>
                <a:gridCol w="5624052">
                  <a:extLst>
                    <a:ext uri="{9D8B030D-6E8A-4147-A177-3AD203B41FA5}">
                      <a16:colId xmlns:a16="http://schemas.microsoft.com/office/drawing/2014/main" val="4289783374"/>
                    </a:ext>
                  </a:extLst>
                </a:gridCol>
              </a:tblGrid>
              <a:tr h="551136">
                <a:tc>
                  <a:txBody>
                    <a:bodyPr/>
                    <a:lstStyle/>
                    <a:p>
                      <a:pPr algn="ctr" fontAlgn="base"/>
                      <a:r>
                        <a:rPr lang="en-IN" sz="1400" b="1">
                          <a:effectLst/>
                        </a:rPr>
                        <a:t>Prototype Design Pattern</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sz="1400" b="1">
                          <a:effectLst/>
                        </a:rPr>
                        <a:t>Flyweight Design Pattern</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43123487"/>
                  </a:ext>
                </a:extLst>
              </a:tr>
              <a:tr h="608546">
                <a:tc>
                  <a:txBody>
                    <a:bodyPr/>
                    <a:lstStyle/>
                    <a:p>
                      <a:pPr algn="ctr" fontAlgn="ctr"/>
                      <a:r>
                        <a:rPr lang="en-IN" sz="1250" b="0">
                          <a:effectLst/>
                        </a:rPr>
                        <a:t>Prototype is a creational pattern.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Flyweight is a structural pattern.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74204425"/>
                  </a:ext>
                </a:extLst>
              </a:tr>
              <a:tr h="608546">
                <a:tc>
                  <a:txBody>
                    <a:bodyPr/>
                    <a:lstStyle/>
                    <a:p>
                      <a:pPr algn="ctr" fontAlgn="ctr"/>
                      <a:r>
                        <a:rPr lang="en-US" sz="1250" b="0">
                          <a:effectLst/>
                        </a:rPr>
                        <a:t>In the prototype, we create a duplicate object by cloning.</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In Flyweight, we reuse the existing object.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55680503"/>
                  </a:ext>
                </a:extLst>
              </a:tr>
              <a:tr h="608546">
                <a:tc>
                  <a:txBody>
                    <a:bodyPr/>
                    <a:lstStyle/>
                    <a:p>
                      <a:pPr algn="ctr" fontAlgn="ctr"/>
                      <a:r>
                        <a:rPr lang="en-US" sz="1250" b="0">
                          <a:effectLst/>
                        </a:rPr>
                        <a:t>In the prototype, the object is mutable.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In Flyweight, the object is immutable.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44492700"/>
                  </a:ext>
                </a:extLst>
              </a:tr>
              <a:tr h="895596">
                <a:tc>
                  <a:txBody>
                    <a:bodyPr/>
                    <a:lstStyle/>
                    <a:p>
                      <a:pPr algn="ctr" fontAlgn="ctr"/>
                      <a:r>
                        <a:rPr lang="en-US" sz="1250" b="0">
                          <a:effectLst/>
                        </a:rPr>
                        <a:t>Prototype is about saving cost by making a copy of the existing object.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Flyweight is about saving memory by not creating new objects but rather reusing the existing ones.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205028416"/>
                  </a:ext>
                </a:extLst>
              </a:tr>
              <a:tr h="608546">
                <a:tc>
                  <a:txBody>
                    <a:bodyPr/>
                    <a:lstStyle/>
                    <a:p>
                      <a:pPr algn="ctr" fontAlgn="ctr"/>
                      <a:r>
                        <a:rPr lang="en-US" sz="1250" b="0">
                          <a:effectLst/>
                        </a:rPr>
                        <a:t>Prototype is used when the need is to create a single type of single object.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Flyweight is used when the need is to create multiple types of single objects.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744751315"/>
                  </a:ext>
                </a:extLst>
              </a:tr>
              <a:tr h="895596">
                <a:tc>
                  <a:txBody>
                    <a:bodyPr/>
                    <a:lstStyle/>
                    <a:p>
                      <a:pPr algn="ctr" fontAlgn="ctr"/>
                      <a:r>
                        <a:rPr lang="en-US" sz="1250" b="0">
                          <a:effectLst/>
                        </a:rPr>
                        <a:t>We are creating an object here so it comes under a creational pattern.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effectLst/>
                        </a:rPr>
                        <a:t>It is not a creation of objects but a sharing of them which is usually held in some external data structure, it is under a structural pattern.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32947699"/>
                  </a:ext>
                </a:extLst>
              </a:tr>
              <a:tr h="608546">
                <a:tc>
                  <a:txBody>
                    <a:bodyPr/>
                    <a:lstStyle/>
                    <a:p>
                      <a:pPr algn="ctr" fontAlgn="ctr"/>
                      <a:r>
                        <a:rPr lang="en-US" sz="1250" b="0">
                          <a:effectLst/>
                        </a:rPr>
                        <a:t>The basic difference is that the Prototype former makes deep copy.</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dirty="0">
                          <a:effectLst/>
                        </a:rPr>
                        <a:t> Whereas the Flyweight makes shared object and uses it.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57914880"/>
                  </a:ext>
                </a:extLst>
              </a:tr>
            </a:tbl>
          </a:graphicData>
        </a:graphic>
      </p:graphicFrame>
    </p:spTree>
    <p:extLst>
      <p:ext uri="{BB962C8B-B14F-4D97-AF65-F5344CB8AC3E}">
        <p14:creationId xmlns:p14="http://schemas.microsoft.com/office/powerpoint/2010/main" val="3464550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483</Words>
  <Application>Microsoft Office PowerPoint</Application>
  <PresentationFormat>Widescreen</PresentationFormat>
  <Paragraphs>30</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__Source_Sans_Pro_fa6df0</vt:lpstr>
      <vt:lpstr>Arial</vt:lpstr>
      <vt:lpstr>Calibri</vt:lpstr>
      <vt:lpstr>Calibri Light</vt:lpstr>
      <vt:lpstr>Office Theme</vt:lpstr>
      <vt:lpstr>PowerPoint Presentation</vt:lpstr>
      <vt:lpstr>Prototype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 Sunar</dc:creator>
  <cp:lastModifiedBy>Arun Sunar</cp:lastModifiedBy>
  <cp:revision>1</cp:revision>
  <dcterms:created xsi:type="dcterms:W3CDTF">2024-07-30T03:38:34Z</dcterms:created>
  <dcterms:modified xsi:type="dcterms:W3CDTF">2024-07-30T04:15:05Z</dcterms:modified>
</cp:coreProperties>
</file>