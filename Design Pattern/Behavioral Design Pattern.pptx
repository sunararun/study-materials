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0" r:id="rId5"/>
    <p:sldId id="271" r:id="rId6"/>
    <p:sldId id="260" r:id="rId7"/>
    <p:sldId id="259" r:id="rId8"/>
    <p:sldId id="261" r:id="rId9"/>
    <p:sldId id="262" r:id="rId10"/>
    <p:sldId id="263" r:id="rId11"/>
    <p:sldId id="264" r:id="rId12"/>
    <p:sldId id="265" r:id="rId13"/>
    <p:sldId id="266" r:id="rId14"/>
    <p:sldId id="267" r:id="rId15"/>
    <p:sldId id="268" r:id="rId16"/>
    <p:sldId id="269"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D2D9F4-1366-4DEC-9546-59559C94C093}" v="20" dt="2024-07-30T06:55:42.0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FFD2D9F4-1366-4DEC-9546-59559C94C093}"/>
    <pc:docChg chg="undo custSel addSld modSld">
      <pc:chgData name="Arun Sunar" userId="3fa9774ca67c7ab5" providerId="LiveId" clId="{FFD2D9F4-1366-4DEC-9546-59559C94C093}" dt="2024-07-30T06:55:42.068" v="105" actId="20577"/>
      <pc:docMkLst>
        <pc:docMk/>
      </pc:docMkLst>
      <pc:sldChg chg="addSp delSp modSp mod">
        <pc:chgData name="Arun Sunar" userId="3fa9774ca67c7ab5" providerId="LiveId" clId="{FFD2D9F4-1366-4DEC-9546-59559C94C093}" dt="2024-07-30T06:14:58.675" v="12" actId="108"/>
        <pc:sldMkLst>
          <pc:docMk/>
          <pc:sldMk cId="4030791428" sldId="258"/>
        </pc:sldMkLst>
        <pc:spChg chg="del">
          <ac:chgData name="Arun Sunar" userId="3fa9774ca67c7ab5" providerId="LiveId" clId="{FFD2D9F4-1366-4DEC-9546-59559C94C093}" dt="2024-07-30T06:13:26.756" v="0" actId="478"/>
          <ac:spMkLst>
            <pc:docMk/>
            <pc:sldMk cId="4030791428" sldId="258"/>
            <ac:spMk id="3" creationId="{85484402-3E71-B60A-D422-ED9AB6D78864}"/>
          </ac:spMkLst>
        </pc:spChg>
        <pc:spChg chg="add del">
          <ac:chgData name="Arun Sunar" userId="3fa9774ca67c7ab5" providerId="LiveId" clId="{FFD2D9F4-1366-4DEC-9546-59559C94C093}" dt="2024-07-30T06:13:37.469" v="2" actId="22"/>
          <ac:spMkLst>
            <pc:docMk/>
            <pc:sldMk cId="4030791428" sldId="258"/>
            <ac:spMk id="5" creationId="{809DBDA6-EE17-5CC2-B6D4-58C58894CF8C}"/>
          </ac:spMkLst>
        </pc:spChg>
        <pc:spChg chg="add mod">
          <ac:chgData name="Arun Sunar" userId="3fa9774ca67c7ab5" providerId="LiveId" clId="{FFD2D9F4-1366-4DEC-9546-59559C94C093}" dt="2024-07-30T06:14:58.675" v="12" actId="108"/>
          <ac:spMkLst>
            <pc:docMk/>
            <pc:sldMk cId="4030791428" sldId="258"/>
            <ac:spMk id="7" creationId="{08E99392-EBB5-03F4-F751-D4AD6BB81E40}"/>
          </ac:spMkLst>
        </pc:spChg>
        <pc:spChg chg="add mod">
          <ac:chgData name="Arun Sunar" userId="3fa9774ca67c7ab5" providerId="LiveId" clId="{FFD2D9F4-1366-4DEC-9546-59559C94C093}" dt="2024-07-30T06:14:53.403" v="11" actId="14100"/>
          <ac:spMkLst>
            <pc:docMk/>
            <pc:sldMk cId="4030791428" sldId="258"/>
            <ac:spMk id="9" creationId="{FF99C4FF-E620-EA2D-B48F-FC73CBB7F2D1}"/>
          </ac:spMkLst>
        </pc:spChg>
      </pc:sldChg>
      <pc:sldChg chg="addSp delSp modSp mod">
        <pc:chgData name="Arun Sunar" userId="3fa9774ca67c7ab5" providerId="LiveId" clId="{FFD2D9F4-1366-4DEC-9546-59559C94C093}" dt="2024-07-30T06:33:49.171" v="58" actId="14100"/>
        <pc:sldMkLst>
          <pc:docMk/>
          <pc:sldMk cId="942539363" sldId="263"/>
        </pc:sldMkLst>
        <pc:spChg chg="add mod">
          <ac:chgData name="Arun Sunar" userId="3fa9774ca67c7ab5" providerId="LiveId" clId="{FFD2D9F4-1366-4DEC-9546-59559C94C093}" dt="2024-07-30T06:33:44.742" v="57" actId="1076"/>
          <ac:spMkLst>
            <pc:docMk/>
            <pc:sldMk cId="942539363" sldId="263"/>
            <ac:spMk id="4" creationId="{82ACCF3D-C25A-EF7E-FA54-F1B5357D5FC8}"/>
          </ac:spMkLst>
        </pc:spChg>
        <pc:spChg chg="del mod">
          <ac:chgData name="Arun Sunar" userId="3fa9774ca67c7ab5" providerId="LiveId" clId="{FFD2D9F4-1366-4DEC-9546-59559C94C093}" dt="2024-07-30T06:33:32.001" v="53" actId="478"/>
          <ac:spMkLst>
            <pc:docMk/>
            <pc:sldMk cId="942539363" sldId="263"/>
            <ac:spMk id="7" creationId="{6842180F-7E26-3379-AEAF-8305913FECEE}"/>
          </ac:spMkLst>
        </pc:spChg>
        <pc:picChg chg="mod">
          <ac:chgData name="Arun Sunar" userId="3fa9774ca67c7ab5" providerId="LiveId" clId="{FFD2D9F4-1366-4DEC-9546-59559C94C093}" dt="2024-07-30T06:33:49.171" v="58" actId="14100"/>
          <ac:picMkLst>
            <pc:docMk/>
            <pc:sldMk cId="942539363" sldId="263"/>
            <ac:picMk id="3074" creationId="{2A25CC67-61FA-908E-1507-E3CCB8CF73F2}"/>
          </ac:picMkLst>
        </pc:picChg>
      </pc:sldChg>
      <pc:sldChg chg="modSp mod">
        <pc:chgData name="Arun Sunar" userId="3fa9774ca67c7ab5" providerId="LiveId" clId="{FFD2D9F4-1366-4DEC-9546-59559C94C093}" dt="2024-07-30T06:37:09.797" v="66" actId="1076"/>
        <pc:sldMkLst>
          <pc:docMk/>
          <pc:sldMk cId="3799182388" sldId="264"/>
        </pc:sldMkLst>
        <pc:spChg chg="mod">
          <ac:chgData name="Arun Sunar" userId="3fa9774ca67c7ab5" providerId="LiveId" clId="{FFD2D9F4-1366-4DEC-9546-59559C94C093}" dt="2024-07-30T06:37:09.797" v="66" actId="1076"/>
          <ac:spMkLst>
            <pc:docMk/>
            <pc:sldMk cId="3799182388" sldId="264"/>
            <ac:spMk id="4" creationId="{E8A064BA-DF8C-435B-037B-3D58388318A7}"/>
          </ac:spMkLst>
        </pc:spChg>
      </pc:sldChg>
      <pc:sldChg chg="modSp mod">
        <pc:chgData name="Arun Sunar" userId="3fa9774ca67c7ab5" providerId="LiveId" clId="{FFD2D9F4-1366-4DEC-9546-59559C94C093}" dt="2024-07-30T06:42:33.889" v="69" actId="20577"/>
        <pc:sldMkLst>
          <pc:docMk/>
          <pc:sldMk cId="839081218" sldId="268"/>
        </pc:sldMkLst>
        <pc:spChg chg="mod">
          <ac:chgData name="Arun Sunar" userId="3fa9774ca67c7ab5" providerId="LiveId" clId="{FFD2D9F4-1366-4DEC-9546-59559C94C093}" dt="2024-07-30T06:42:33.889" v="69" actId="20577"/>
          <ac:spMkLst>
            <pc:docMk/>
            <pc:sldMk cId="839081218" sldId="268"/>
            <ac:spMk id="4" creationId="{7505809C-BB92-E305-CEF1-D79B08B561A0}"/>
          </ac:spMkLst>
        </pc:spChg>
      </pc:sldChg>
      <pc:sldChg chg="addSp delSp modSp add mod setBg">
        <pc:chgData name="Arun Sunar" userId="3fa9774ca67c7ab5" providerId="LiveId" clId="{FFD2D9F4-1366-4DEC-9546-59559C94C093}" dt="2024-07-30T06:17:30.403" v="32" actId="1076"/>
        <pc:sldMkLst>
          <pc:docMk/>
          <pc:sldMk cId="3431655345" sldId="270"/>
        </pc:sldMkLst>
        <pc:spChg chg="add mod">
          <ac:chgData name="Arun Sunar" userId="3fa9774ca67c7ab5" providerId="LiveId" clId="{FFD2D9F4-1366-4DEC-9546-59559C94C093}" dt="2024-07-30T06:16:06.854" v="20" actId="1076"/>
          <ac:spMkLst>
            <pc:docMk/>
            <pc:sldMk cId="3431655345" sldId="270"/>
            <ac:spMk id="4" creationId="{4480A53C-1E19-036D-F611-DDE21708968E}"/>
          </ac:spMkLst>
        </pc:spChg>
        <pc:spChg chg="add mod">
          <ac:chgData name="Arun Sunar" userId="3fa9774ca67c7ab5" providerId="LiveId" clId="{FFD2D9F4-1366-4DEC-9546-59559C94C093}" dt="2024-07-30T06:17:30.403" v="32" actId="1076"/>
          <ac:spMkLst>
            <pc:docMk/>
            <pc:sldMk cId="3431655345" sldId="270"/>
            <ac:spMk id="6" creationId="{9520477D-1E5A-53DA-F6FF-73F4A7B686E9}"/>
          </ac:spMkLst>
        </pc:spChg>
        <pc:spChg chg="del">
          <ac:chgData name="Arun Sunar" userId="3fa9774ca67c7ab5" providerId="LiveId" clId="{FFD2D9F4-1366-4DEC-9546-59559C94C093}" dt="2024-07-30T06:15:48.202" v="14" actId="478"/>
          <ac:spMkLst>
            <pc:docMk/>
            <pc:sldMk cId="3431655345" sldId="270"/>
            <ac:spMk id="7" creationId="{08E99392-EBB5-03F4-F751-D4AD6BB81E40}"/>
          </ac:spMkLst>
        </pc:spChg>
        <pc:spChg chg="add">
          <ac:chgData name="Arun Sunar" userId="3fa9774ca67c7ab5" providerId="LiveId" clId="{FFD2D9F4-1366-4DEC-9546-59559C94C093}" dt="2024-07-30T06:16:53.748" v="25"/>
          <ac:spMkLst>
            <pc:docMk/>
            <pc:sldMk cId="3431655345" sldId="270"/>
            <ac:spMk id="8" creationId="{014A9E84-EFC2-1EB8-87B4-5CC4C830FB55}"/>
          </ac:spMkLst>
        </pc:spChg>
        <pc:spChg chg="del">
          <ac:chgData name="Arun Sunar" userId="3fa9774ca67c7ab5" providerId="LiveId" clId="{FFD2D9F4-1366-4DEC-9546-59559C94C093}" dt="2024-07-30T06:15:52.306" v="15" actId="478"/>
          <ac:spMkLst>
            <pc:docMk/>
            <pc:sldMk cId="3431655345" sldId="270"/>
            <ac:spMk id="9" creationId="{FF99C4FF-E620-EA2D-B48F-FC73CBB7F2D1}"/>
          </ac:spMkLst>
        </pc:spChg>
        <pc:spChg chg="add mod">
          <ac:chgData name="Arun Sunar" userId="3fa9774ca67c7ab5" providerId="LiveId" clId="{FFD2D9F4-1366-4DEC-9546-59559C94C093}" dt="2024-07-30T06:17:23.127" v="31" actId="1076"/>
          <ac:spMkLst>
            <pc:docMk/>
            <pc:sldMk cId="3431655345" sldId="270"/>
            <ac:spMk id="11" creationId="{94D209DD-C937-EABA-EDED-90AD521B5AC4}"/>
          </ac:spMkLst>
        </pc:spChg>
        <pc:picChg chg="add">
          <ac:chgData name="Arun Sunar" userId="3fa9774ca67c7ab5" providerId="LiveId" clId="{FFD2D9F4-1366-4DEC-9546-59559C94C093}" dt="2024-07-30T06:16:53.748" v="25"/>
          <ac:picMkLst>
            <pc:docMk/>
            <pc:sldMk cId="3431655345" sldId="270"/>
            <ac:picMk id="1027" creationId="{C4D40460-0D46-4230-C4D0-33A0580AC598}"/>
          </ac:picMkLst>
        </pc:picChg>
      </pc:sldChg>
      <pc:sldChg chg="addSp delSp modSp new mod">
        <pc:chgData name="Arun Sunar" userId="3fa9774ca67c7ab5" providerId="LiveId" clId="{FFD2D9F4-1366-4DEC-9546-59559C94C093}" dt="2024-07-30T06:24:35.515" v="49" actId="20577"/>
        <pc:sldMkLst>
          <pc:docMk/>
          <pc:sldMk cId="1875338034" sldId="271"/>
        </pc:sldMkLst>
        <pc:spChg chg="del">
          <ac:chgData name="Arun Sunar" userId="3fa9774ca67c7ab5" providerId="LiveId" clId="{FFD2D9F4-1366-4DEC-9546-59559C94C093}" dt="2024-07-30T06:18:42.580" v="34" actId="478"/>
          <ac:spMkLst>
            <pc:docMk/>
            <pc:sldMk cId="1875338034" sldId="271"/>
            <ac:spMk id="2" creationId="{7366F36F-FD49-BCBA-AE6C-97E35D537BB3}"/>
          </ac:spMkLst>
        </pc:spChg>
        <pc:spChg chg="del">
          <ac:chgData name="Arun Sunar" userId="3fa9774ca67c7ab5" providerId="LiveId" clId="{FFD2D9F4-1366-4DEC-9546-59559C94C093}" dt="2024-07-30T06:18:44.335" v="35" actId="478"/>
          <ac:spMkLst>
            <pc:docMk/>
            <pc:sldMk cId="1875338034" sldId="271"/>
            <ac:spMk id="3" creationId="{9731B631-7467-45F6-1F4B-3B935F120D34}"/>
          </ac:spMkLst>
        </pc:spChg>
        <pc:spChg chg="add mod">
          <ac:chgData name="Arun Sunar" userId="3fa9774ca67c7ab5" providerId="LiveId" clId="{FFD2D9F4-1366-4DEC-9546-59559C94C093}" dt="2024-07-30T06:24:35.515" v="49" actId="20577"/>
          <ac:spMkLst>
            <pc:docMk/>
            <pc:sldMk cId="1875338034" sldId="271"/>
            <ac:spMk id="6" creationId="{AB18D302-55D7-BE9F-7316-FDF40825AED0}"/>
          </ac:spMkLst>
        </pc:spChg>
        <pc:picChg chg="add mod">
          <ac:chgData name="Arun Sunar" userId="3fa9774ca67c7ab5" providerId="LiveId" clId="{FFD2D9F4-1366-4DEC-9546-59559C94C093}" dt="2024-07-30T06:23:02.513" v="42" actId="14100"/>
          <ac:picMkLst>
            <pc:docMk/>
            <pc:sldMk cId="1875338034" sldId="271"/>
            <ac:picMk id="4" creationId="{A9817AAD-179A-6DEF-B2C2-D665C8C898E5}"/>
          </ac:picMkLst>
        </pc:picChg>
        <pc:picChg chg="add">
          <ac:chgData name="Arun Sunar" userId="3fa9774ca67c7ab5" providerId="LiveId" clId="{FFD2D9F4-1366-4DEC-9546-59559C94C093}" dt="2024-07-30T06:18:46.398" v="36"/>
          <ac:picMkLst>
            <pc:docMk/>
            <pc:sldMk cId="1875338034" sldId="271"/>
            <ac:picMk id="2050" creationId="{2105544C-B980-4048-47D0-D6CBA083C2E3}"/>
          </ac:picMkLst>
        </pc:picChg>
      </pc:sldChg>
      <pc:sldChg chg="addSp delSp modSp new mod">
        <pc:chgData name="Arun Sunar" userId="3fa9774ca67c7ab5" providerId="LiveId" clId="{FFD2D9F4-1366-4DEC-9546-59559C94C093}" dt="2024-07-30T06:48:09.789" v="89" actId="20577"/>
        <pc:sldMkLst>
          <pc:docMk/>
          <pc:sldMk cId="3249545355" sldId="272"/>
        </pc:sldMkLst>
        <pc:spChg chg="mod">
          <ac:chgData name="Arun Sunar" userId="3fa9774ca67c7ab5" providerId="LiveId" clId="{FFD2D9F4-1366-4DEC-9546-59559C94C093}" dt="2024-07-30T06:46:44.537" v="77" actId="14100"/>
          <ac:spMkLst>
            <pc:docMk/>
            <pc:sldMk cId="3249545355" sldId="272"/>
            <ac:spMk id="2" creationId="{D6784C8A-2D7C-C302-A1DA-DE87414042AB}"/>
          </ac:spMkLst>
        </pc:spChg>
        <pc:spChg chg="del mod">
          <ac:chgData name="Arun Sunar" userId="3fa9774ca67c7ab5" providerId="LiveId" clId="{FFD2D9F4-1366-4DEC-9546-59559C94C093}" dt="2024-07-30T06:47:13.185" v="81" actId="478"/>
          <ac:spMkLst>
            <pc:docMk/>
            <pc:sldMk cId="3249545355" sldId="272"/>
            <ac:spMk id="3" creationId="{37B93909-0962-7413-611C-9E492ADD6A41}"/>
          </ac:spMkLst>
        </pc:spChg>
        <pc:spChg chg="add mod">
          <ac:chgData name="Arun Sunar" userId="3fa9774ca67c7ab5" providerId="LiveId" clId="{FFD2D9F4-1366-4DEC-9546-59559C94C093}" dt="2024-07-30T06:47:23.515" v="85" actId="1076"/>
          <ac:spMkLst>
            <pc:docMk/>
            <pc:sldMk cId="3249545355" sldId="272"/>
            <ac:spMk id="5" creationId="{7E11F63F-2856-3938-281B-E22AE8748B2F}"/>
          </ac:spMkLst>
        </pc:spChg>
        <pc:spChg chg="add mod">
          <ac:chgData name="Arun Sunar" userId="3fa9774ca67c7ab5" providerId="LiveId" clId="{FFD2D9F4-1366-4DEC-9546-59559C94C093}" dt="2024-07-30T06:48:09.789" v="89" actId="20577"/>
          <ac:spMkLst>
            <pc:docMk/>
            <pc:sldMk cId="3249545355" sldId="272"/>
            <ac:spMk id="7" creationId="{9D6D4AE3-C45B-5BB5-69DE-7B5B600DA94C}"/>
          </ac:spMkLst>
        </pc:spChg>
      </pc:sldChg>
      <pc:sldChg chg="addSp delSp modSp new mod">
        <pc:chgData name="Arun Sunar" userId="3fa9774ca67c7ab5" providerId="LiveId" clId="{FFD2D9F4-1366-4DEC-9546-59559C94C093}" dt="2024-07-30T06:55:42.068" v="105" actId="20577"/>
        <pc:sldMkLst>
          <pc:docMk/>
          <pc:sldMk cId="1388990305" sldId="273"/>
        </pc:sldMkLst>
        <pc:spChg chg="del">
          <ac:chgData name="Arun Sunar" userId="3fa9774ca67c7ab5" providerId="LiveId" clId="{FFD2D9F4-1366-4DEC-9546-59559C94C093}" dt="2024-07-30T06:51:19.651" v="91" actId="478"/>
          <ac:spMkLst>
            <pc:docMk/>
            <pc:sldMk cId="1388990305" sldId="273"/>
            <ac:spMk id="2" creationId="{7C507AA1-A2A9-F792-7B56-E5CF819126D3}"/>
          </ac:spMkLst>
        </pc:spChg>
        <pc:spChg chg="del">
          <ac:chgData name="Arun Sunar" userId="3fa9774ca67c7ab5" providerId="LiveId" clId="{FFD2D9F4-1366-4DEC-9546-59559C94C093}" dt="2024-07-30T06:51:20.889" v="92" actId="478"/>
          <ac:spMkLst>
            <pc:docMk/>
            <pc:sldMk cId="1388990305" sldId="273"/>
            <ac:spMk id="3" creationId="{E1A19BD7-D643-626C-2EC6-13D63B904C9E}"/>
          </ac:spMkLst>
        </pc:spChg>
        <pc:spChg chg="add mod">
          <ac:chgData name="Arun Sunar" userId="3fa9774ca67c7ab5" providerId="LiveId" clId="{FFD2D9F4-1366-4DEC-9546-59559C94C093}" dt="2024-07-30T06:55:42.068" v="105" actId="20577"/>
          <ac:spMkLst>
            <pc:docMk/>
            <pc:sldMk cId="1388990305" sldId="273"/>
            <ac:spMk id="5" creationId="{4514EA43-C0CA-1008-F6B2-49184C57C9A2}"/>
          </ac:spMkLst>
        </pc:spChg>
      </pc:sldChg>
    </pc:docChg>
  </pc:docChgLst>
  <pc:docChgLst>
    <pc:chgData name="Arun Sunar" userId="3fa9774ca67c7ab5" providerId="LiveId" clId="{63F099CF-2B62-4126-8C68-A8C79FEA6012}"/>
    <pc:docChg chg="undo redo custSel addSld modSld sldOrd">
      <pc:chgData name="Arun Sunar" userId="3fa9774ca67c7ab5" providerId="LiveId" clId="{63F099CF-2B62-4126-8C68-A8C79FEA6012}" dt="2024-07-12T01:03:02.999" v="400" actId="27636"/>
      <pc:docMkLst>
        <pc:docMk/>
      </pc:docMkLst>
      <pc:sldChg chg="addSp delSp modSp new mod">
        <pc:chgData name="Arun Sunar" userId="3fa9774ca67c7ab5" providerId="LiveId" clId="{63F099CF-2B62-4126-8C68-A8C79FEA6012}" dt="2024-07-11T12:54:19.411" v="36" actId="403"/>
        <pc:sldMkLst>
          <pc:docMk/>
          <pc:sldMk cId="394774253" sldId="257"/>
        </pc:sldMkLst>
        <pc:spChg chg="mod">
          <ac:chgData name="Arun Sunar" userId="3fa9774ca67c7ab5" providerId="LiveId" clId="{63F099CF-2B62-4126-8C68-A8C79FEA6012}" dt="2024-07-11T12:53:57.896" v="29" actId="14100"/>
          <ac:spMkLst>
            <pc:docMk/>
            <pc:sldMk cId="394774253" sldId="257"/>
            <ac:spMk id="2" creationId="{3102C181-6A35-553A-8174-0CED322B54C5}"/>
          </ac:spMkLst>
        </pc:spChg>
        <pc:spChg chg="del">
          <ac:chgData name="Arun Sunar" userId="3fa9774ca67c7ab5" providerId="LiveId" clId="{63F099CF-2B62-4126-8C68-A8C79FEA6012}" dt="2024-07-11T12:54:02.243" v="30" actId="478"/>
          <ac:spMkLst>
            <pc:docMk/>
            <pc:sldMk cId="394774253" sldId="257"/>
            <ac:spMk id="3" creationId="{04C661D1-43E0-6F67-0FB2-D5195CE32CB5}"/>
          </ac:spMkLst>
        </pc:spChg>
        <pc:spChg chg="add mod">
          <ac:chgData name="Arun Sunar" userId="3fa9774ca67c7ab5" providerId="LiveId" clId="{63F099CF-2B62-4126-8C68-A8C79FEA6012}" dt="2024-07-11T12:54:19.411" v="36" actId="403"/>
          <ac:spMkLst>
            <pc:docMk/>
            <pc:sldMk cId="394774253" sldId="257"/>
            <ac:spMk id="5" creationId="{0AFF976E-0F1A-C758-F161-EBDE51F95256}"/>
          </ac:spMkLst>
        </pc:spChg>
      </pc:sldChg>
      <pc:sldChg chg="addSp delSp modSp add mod">
        <pc:chgData name="Arun Sunar" userId="3fa9774ca67c7ab5" providerId="LiveId" clId="{63F099CF-2B62-4126-8C68-A8C79FEA6012}" dt="2024-07-11T13:07:58.260" v="62" actId="14100"/>
        <pc:sldMkLst>
          <pc:docMk/>
          <pc:sldMk cId="4030791428" sldId="258"/>
        </pc:sldMkLst>
        <pc:spChg chg="mod">
          <ac:chgData name="Arun Sunar" userId="3fa9774ca67c7ab5" providerId="LiveId" clId="{63F099CF-2B62-4126-8C68-A8C79FEA6012}" dt="2024-07-11T13:06:40.166" v="44" actId="20577"/>
          <ac:spMkLst>
            <pc:docMk/>
            <pc:sldMk cId="4030791428" sldId="258"/>
            <ac:spMk id="2" creationId="{3102C181-6A35-553A-8174-0CED322B54C5}"/>
          </ac:spMkLst>
        </pc:spChg>
        <pc:spChg chg="add mod">
          <ac:chgData name="Arun Sunar" userId="3fa9774ca67c7ab5" providerId="LiveId" clId="{63F099CF-2B62-4126-8C68-A8C79FEA6012}" dt="2024-07-11T13:07:58.260" v="62" actId="14100"/>
          <ac:spMkLst>
            <pc:docMk/>
            <pc:sldMk cId="4030791428" sldId="258"/>
            <ac:spMk id="3" creationId="{85484402-3E71-B60A-D422-ED9AB6D78864}"/>
          </ac:spMkLst>
        </pc:spChg>
        <pc:spChg chg="del">
          <ac:chgData name="Arun Sunar" userId="3fa9774ca67c7ab5" providerId="LiveId" clId="{63F099CF-2B62-4126-8C68-A8C79FEA6012}" dt="2024-07-11T13:06:44.645" v="45" actId="478"/>
          <ac:spMkLst>
            <pc:docMk/>
            <pc:sldMk cId="4030791428" sldId="258"/>
            <ac:spMk id="5" creationId="{0AFF976E-0F1A-C758-F161-EBDE51F95256}"/>
          </ac:spMkLst>
        </pc:spChg>
      </pc:sldChg>
      <pc:sldChg chg="addSp delSp modSp add mod">
        <pc:chgData name="Arun Sunar" userId="3fa9774ca67c7ab5" providerId="LiveId" clId="{63F099CF-2B62-4126-8C68-A8C79FEA6012}" dt="2024-07-11T13:14:29.710" v="153" actId="403"/>
        <pc:sldMkLst>
          <pc:docMk/>
          <pc:sldMk cId="2971648956" sldId="259"/>
        </pc:sldMkLst>
        <pc:spChg chg="del">
          <ac:chgData name="Arun Sunar" userId="3fa9774ca67c7ab5" providerId="LiveId" clId="{63F099CF-2B62-4126-8C68-A8C79FEA6012}" dt="2024-07-11T13:09:41.491" v="67" actId="478"/>
          <ac:spMkLst>
            <pc:docMk/>
            <pc:sldMk cId="2971648956" sldId="259"/>
            <ac:spMk id="2" creationId="{3102C181-6A35-553A-8174-0CED322B54C5}"/>
          </ac:spMkLst>
        </pc:spChg>
        <pc:spChg chg="del">
          <ac:chgData name="Arun Sunar" userId="3fa9774ca67c7ab5" providerId="LiveId" clId="{63F099CF-2B62-4126-8C68-A8C79FEA6012}" dt="2024-07-11T13:09:34.283" v="64" actId="478"/>
          <ac:spMkLst>
            <pc:docMk/>
            <pc:sldMk cId="2971648956" sldId="259"/>
            <ac:spMk id="3" creationId="{85484402-3E71-B60A-D422-ED9AB6D78864}"/>
          </ac:spMkLst>
        </pc:spChg>
        <pc:spChg chg="add del">
          <ac:chgData name="Arun Sunar" userId="3fa9774ca67c7ab5" providerId="LiveId" clId="{63F099CF-2B62-4126-8C68-A8C79FEA6012}" dt="2024-07-11T13:09:38.694" v="66" actId="22"/>
          <ac:spMkLst>
            <pc:docMk/>
            <pc:sldMk cId="2971648956" sldId="259"/>
            <ac:spMk id="5" creationId="{BBE0CAC6-706F-D1BE-5C09-9E9B445A3783}"/>
          </ac:spMkLst>
        </pc:spChg>
        <pc:spChg chg="add del mod">
          <ac:chgData name="Arun Sunar" userId="3fa9774ca67c7ab5" providerId="LiveId" clId="{63F099CF-2B62-4126-8C68-A8C79FEA6012}" dt="2024-07-11T13:09:45.978" v="68" actId="478"/>
          <ac:spMkLst>
            <pc:docMk/>
            <pc:sldMk cId="2971648956" sldId="259"/>
            <ac:spMk id="7" creationId="{35DE5751-86A4-5DDE-9D41-4611194EE863}"/>
          </ac:spMkLst>
        </pc:spChg>
        <pc:spChg chg="add mod">
          <ac:chgData name="Arun Sunar" userId="3fa9774ca67c7ab5" providerId="LiveId" clId="{63F099CF-2B62-4126-8C68-A8C79FEA6012}" dt="2024-07-11T13:13:25.203" v="140" actId="1076"/>
          <ac:spMkLst>
            <pc:docMk/>
            <pc:sldMk cId="2971648956" sldId="259"/>
            <ac:spMk id="9" creationId="{F85FB82F-114B-8AFF-B977-17D5BB2D1C25}"/>
          </ac:spMkLst>
        </pc:spChg>
        <pc:spChg chg="add mod">
          <ac:chgData name="Arun Sunar" userId="3fa9774ca67c7ab5" providerId="LiveId" clId="{63F099CF-2B62-4126-8C68-A8C79FEA6012}" dt="2024-07-11T13:14:29.710" v="153" actId="403"/>
          <ac:spMkLst>
            <pc:docMk/>
            <pc:sldMk cId="2971648956" sldId="259"/>
            <ac:spMk id="11" creationId="{BB29963D-7F9E-C63A-C86F-060CC95D9FE5}"/>
          </ac:spMkLst>
        </pc:spChg>
      </pc:sldChg>
      <pc:sldChg chg="modSp add mod ord">
        <pc:chgData name="Arun Sunar" userId="3fa9774ca67c7ab5" providerId="LiveId" clId="{63F099CF-2B62-4126-8C68-A8C79FEA6012}" dt="2024-07-11T13:14:13.555" v="148"/>
        <pc:sldMkLst>
          <pc:docMk/>
          <pc:sldMk cId="1704199400" sldId="260"/>
        </pc:sldMkLst>
        <pc:spChg chg="mod">
          <ac:chgData name="Arun Sunar" userId="3fa9774ca67c7ab5" providerId="LiveId" clId="{63F099CF-2B62-4126-8C68-A8C79FEA6012}" dt="2024-07-11T13:14:03.089" v="146" actId="108"/>
          <ac:spMkLst>
            <pc:docMk/>
            <pc:sldMk cId="1704199400" sldId="260"/>
            <ac:spMk id="11" creationId="{BB29963D-7F9E-C63A-C86F-060CC95D9FE5}"/>
          </ac:spMkLst>
        </pc:spChg>
      </pc:sldChg>
      <pc:sldChg chg="modSp add mod">
        <pc:chgData name="Arun Sunar" userId="3fa9774ca67c7ab5" providerId="LiveId" clId="{63F099CF-2B62-4126-8C68-A8C79FEA6012}" dt="2024-07-11T13:34:42.356" v="168" actId="404"/>
        <pc:sldMkLst>
          <pc:docMk/>
          <pc:sldMk cId="1368802736" sldId="261"/>
        </pc:sldMkLst>
        <pc:spChg chg="mod">
          <ac:chgData name="Arun Sunar" userId="3fa9774ca67c7ab5" providerId="LiveId" clId="{63F099CF-2B62-4126-8C68-A8C79FEA6012}" dt="2024-07-11T13:19:12.800" v="157" actId="20577"/>
          <ac:spMkLst>
            <pc:docMk/>
            <pc:sldMk cId="1368802736" sldId="261"/>
            <ac:spMk id="9" creationId="{F85FB82F-114B-8AFF-B977-17D5BB2D1C25}"/>
          </ac:spMkLst>
        </pc:spChg>
        <pc:spChg chg="mod">
          <ac:chgData name="Arun Sunar" userId="3fa9774ca67c7ab5" providerId="LiveId" clId="{63F099CF-2B62-4126-8C68-A8C79FEA6012}" dt="2024-07-11T13:34:42.356" v="168" actId="404"/>
          <ac:spMkLst>
            <pc:docMk/>
            <pc:sldMk cId="1368802736" sldId="261"/>
            <ac:spMk id="11" creationId="{BB29963D-7F9E-C63A-C86F-060CC95D9FE5}"/>
          </ac:spMkLst>
        </pc:spChg>
      </pc:sldChg>
      <pc:sldChg chg="modSp add mod">
        <pc:chgData name="Arun Sunar" userId="3fa9774ca67c7ab5" providerId="LiveId" clId="{63F099CF-2B62-4126-8C68-A8C79FEA6012}" dt="2024-07-11T13:22:00.989" v="163"/>
        <pc:sldMkLst>
          <pc:docMk/>
          <pc:sldMk cId="412684203" sldId="262"/>
        </pc:sldMkLst>
        <pc:spChg chg="mod">
          <ac:chgData name="Arun Sunar" userId="3fa9774ca67c7ab5" providerId="LiveId" clId="{63F099CF-2B62-4126-8C68-A8C79FEA6012}" dt="2024-07-11T13:22:00.989" v="163"/>
          <ac:spMkLst>
            <pc:docMk/>
            <pc:sldMk cId="412684203" sldId="262"/>
            <ac:spMk id="11" creationId="{BB29963D-7F9E-C63A-C86F-060CC95D9FE5}"/>
          </ac:spMkLst>
        </pc:spChg>
      </pc:sldChg>
      <pc:sldChg chg="addSp delSp modSp new mod">
        <pc:chgData name="Arun Sunar" userId="3fa9774ca67c7ab5" providerId="LiveId" clId="{63F099CF-2B62-4126-8C68-A8C79FEA6012}" dt="2024-07-11T13:47:49.077" v="209" actId="1076"/>
        <pc:sldMkLst>
          <pc:docMk/>
          <pc:sldMk cId="942539363" sldId="263"/>
        </pc:sldMkLst>
        <pc:spChg chg="mod">
          <ac:chgData name="Arun Sunar" userId="3fa9774ca67c7ab5" providerId="LiveId" clId="{63F099CF-2B62-4126-8C68-A8C79FEA6012}" dt="2024-07-11T13:47:00.374" v="198" actId="27636"/>
          <ac:spMkLst>
            <pc:docMk/>
            <pc:sldMk cId="942539363" sldId="263"/>
            <ac:spMk id="2" creationId="{512818CB-7C67-0054-B9F7-FC3A64DC6CDF}"/>
          </ac:spMkLst>
        </pc:spChg>
        <pc:spChg chg="del">
          <ac:chgData name="Arun Sunar" userId="3fa9774ca67c7ab5" providerId="LiveId" clId="{63F099CF-2B62-4126-8C68-A8C79FEA6012}" dt="2024-07-11T13:47:04.106" v="199" actId="478"/>
          <ac:spMkLst>
            <pc:docMk/>
            <pc:sldMk cId="942539363" sldId="263"/>
            <ac:spMk id="3" creationId="{DAB9C909-A4EF-455A-5EF8-D310196E03AD}"/>
          </ac:spMkLst>
        </pc:spChg>
        <pc:spChg chg="add del">
          <ac:chgData name="Arun Sunar" userId="3fa9774ca67c7ab5" providerId="LiveId" clId="{63F099CF-2B62-4126-8C68-A8C79FEA6012}" dt="2024-07-11T13:47:23.499" v="203" actId="22"/>
          <ac:spMkLst>
            <pc:docMk/>
            <pc:sldMk cId="942539363" sldId="263"/>
            <ac:spMk id="5" creationId="{9B1CDC41-E7A5-3CAD-A88B-8432AEFB4C4F}"/>
          </ac:spMkLst>
        </pc:spChg>
        <pc:spChg chg="add mod">
          <ac:chgData name="Arun Sunar" userId="3fa9774ca67c7ab5" providerId="LiveId" clId="{63F099CF-2B62-4126-8C68-A8C79FEA6012}" dt="2024-07-11T13:47:35.091" v="207" actId="1076"/>
          <ac:spMkLst>
            <pc:docMk/>
            <pc:sldMk cId="942539363" sldId="263"/>
            <ac:spMk id="7" creationId="{6842180F-7E26-3379-AEAF-8305913FECEE}"/>
          </ac:spMkLst>
        </pc:spChg>
        <pc:picChg chg="add mod">
          <ac:chgData name="Arun Sunar" userId="3fa9774ca67c7ab5" providerId="LiveId" clId="{63F099CF-2B62-4126-8C68-A8C79FEA6012}" dt="2024-07-11T13:47:49.077" v="209" actId="1076"/>
          <ac:picMkLst>
            <pc:docMk/>
            <pc:sldMk cId="942539363" sldId="263"/>
            <ac:picMk id="3074" creationId="{2A25CC67-61FA-908E-1507-E3CCB8CF73F2}"/>
          </ac:picMkLst>
        </pc:picChg>
      </pc:sldChg>
      <pc:sldChg chg="addSp delSp modSp add mod">
        <pc:chgData name="Arun Sunar" userId="3fa9774ca67c7ab5" providerId="LiveId" clId="{63F099CF-2B62-4126-8C68-A8C79FEA6012}" dt="2024-07-11T13:49:17.242" v="224" actId="403"/>
        <pc:sldMkLst>
          <pc:docMk/>
          <pc:sldMk cId="3799182388" sldId="264"/>
        </pc:sldMkLst>
        <pc:spChg chg="mod">
          <ac:chgData name="Arun Sunar" userId="3fa9774ca67c7ab5" providerId="LiveId" clId="{63F099CF-2B62-4126-8C68-A8C79FEA6012}" dt="2024-07-11T13:48:31.351" v="214"/>
          <ac:spMkLst>
            <pc:docMk/>
            <pc:sldMk cId="3799182388" sldId="264"/>
            <ac:spMk id="2" creationId="{512818CB-7C67-0054-B9F7-FC3A64DC6CDF}"/>
          </ac:spMkLst>
        </pc:spChg>
        <pc:spChg chg="add mod">
          <ac:chgData name="Arun Sunar" userId="3fa9774ca67c7ab5" providerId="LiveId" clId="{63F099CF-2B62-4126-8C68-A8C79FEA6012}" dt="2024-07-11T13:49:17.242" v="224" actId="403"/>
          <ac:spMkLst>
            <pc:docMk/>
            <pc:sldMk cId="3799182388" sldId="264"/>
            <ac:spMk id="4" creationId="{E8A064BA-DF8C-435B-037B-3D58388318A7}"/>
          </ac:spMkLst>
        </pc:spChg>
        <pc:spChg chg="del">
          <ac:chgData name="Arun Sunar" userId="3fa9774ca67c7ab5" providerId="LiveId" clId="{63F099CF-2B62-4126-8C68-A8C79FEA6012}" dt="2024-07-11T13:48:35.222" v="215" actId="478"/>
          <ac:spMkLst>
            <pc:docMk/>
            <pc:sldMk cId="3799182388" sldId="264"/>
            <ac:spMk id="7" creationId="{6842180F-7E26-3379-AEAF-8305913FECEE}"/>
          </ac:spMkLst>
        </pc:spChg>
        <pc:picChg chg="del">
          <ac:chgData name="Arun Sunar" userId="3fa9774ca67c7ab5" providerId="LiveId" clId="{63F099CF-2B62-4126-8C68-A8C79FEA6012}" dt="2024-07-11T13:48:37.055" v="216" actId="478"/>
          <ac:picMkLst>
            <pc:docMk/>
            <pc:sldMk cId="3799182388" sldId="264"/>
            <ac:picMk id="3074" creationId="{2A25CC67-61FA-908E-1507-E3CCB8CF73F2}"/>
          </ac:picMkLst>
        </pc:picChg>
      </pc:sldChg>
      <pc:sldChg chg="addSp delSp modSp new mod">
        <pc:chgData name="Arun Sunar" userId="3fa9774ca67c7ab5" providerId="LiveId" clId="{63F099CF-2B62-4126-8C68-A8C79FEA6012}" dt="2024-07-11T13:58:01.834" v="272" actId="20577"/>
        <pc:sldMkLst>
          <pc:docMk/>
          <pc:sldMk cId="319057252" sldId="265"/>
        </pc:sldMkLst>
        <pc:spChg chg="mod">
          <ac:chgData name="Arun Sunar" userId="3fa9774ca67c7ab5" providerId="LiveId" clId="{63F099CF-2B62-4126-8C68-A8C79FEA6012}" dt="2024-07-11T13:55:06.006" v="253" actId="14100"/>
          <ac:spMkLst>
            <pc:docMk/>
            <pc:sldMk cId="319057252" sldId="265"/>
            <ac:spMk id="2" creationId="{895441B5-CCD1-604E-331D-DF9EC88789EB}"/>
          </ac:spMkLst>
        </pc:spChg>
        <pc:spChg chg="del mod">
          <ac:chgData name="Arun Sunar" userId="3fa9774ca67c7ab5" providerId="LiveId" clId="{63F099CF-2B62-4126-8C68-A8C79FEA6012}" dt="2024-07-11T13:55:37.959" v="258" actId="478"/>
          <ac:spMkLst>
            <pc:docMk/>
            <pc:sldMk cId="319057252" sldId="265"/>
            <ac:spMk id="3" creationId="{3BFBB204-19B1-BE9F-5A79-823F3438ADC1}"/>
          </ac:spMkLst>
        </pc:spChg>
        <pc:spChg chg="add mod">
          <ac:chgData name="Arun Sunar" userId="3fa9774ca67c7ab5" providerId="LiveId" clId="{63F099CF-2B62-4126-8C68-A8C79FEA6012}" dt="2024-07-11T13:58:01.834" v="272" actId="20577"/>
          <ac:spMkLst>
            <pc:docMk/>
            <pc:sldMk cId="319057252" sldId="265"/>
            <ac:spMk id="5" creationId="{BEC7BE0C-D39C-5309-92F9-3ED9C62FA175}"/>
          </ac:spMkLst>
        </pc:spChg>
      </pc:sldChg>
      <pc:sldChg chg="addSp delSp modSp new mod">
        <pc:chgData name="Arun Sunar" userId="3fa9774ca67c7ab5" providerId="LiveId" clId="{63F099CF-2B62-4126-8C68-A8C79FEA6012}" dt="2024-07-11T13:59:20.668" v="283" actId="14100"/>
        <pc:sldMkLst>
          <pc:docMk/>
          <pc:sldMk cId="3613207082" sldId="266"/>
        </pc:sldMkLst>
        <pc:spChg chg="del">
          <ac:chgData name="Arun Sunar" userId="3fa9774ca67c7ab5" providerId="LiveId" clId="{63F099CF-2B62-4126-8C68-A8C79FEA6012}" dt="2024-07-11T13:59:06.157" v="279" actId="478"/>
          <ac:spMkLst>
            <pc:docMk/>
            <pc:sldMk cId="3613207082" sldId="266"/>
            <ac:spMk id="2" creationId="{C072CDF1-8C62-201B-A747-96FFEF8BB3E1}"/>
          </ac:spMkLst>
        </pc:spChg>
        <pc:spChg chg="del">
          <ac:chgData name="Arun Sunar" userId="3fa9774ca67c7ab5" providerId="LiveId" clId="{63F099CF-2B62-4126-8C68-A8C79FEA6012}" dt="2024-07-11T13:58:31.577" v="274" actId="478"/>
          <ac:spMkLst>
            <pc:docMk/>
            <pc:sldMk cId="3613207082" sldId="266"/>
            <ac:spMk id="3" creationId="{FB3A1353-E451-281E-60F5-F48B8F547341}"/>
          </ac:spMkLst>
        </pc:spChg>
        <pc:spChg chg="add mod">
          <ac:chgData name="Arun Sunar" userId="3fa9774ca67c7ab5" providerId="LiveId" clId="{63F099CF-2B62-4126-8C68-A8C79FEA6012}" dt="2024-07-11T13:59:20.668" v="283" actId="14100"/>
          <ac:spMkLst>
            <pc:docMk/>
            <pc:sldMk cId="3613207082" sldId="266"/>
            <ac:spMk id="6" creationId="{6AB13AEF-6E16-C79E-1D65-F9B916E01B7D}"/>
          </ac:spMkLst>
        </pc:spChg>
        <pc:picChg chg="add mod">
          <ac:chgData name="Arun Sunar" userId="3fa9774ca67c7ab5" providerId="LiveId" clId="{63F099CF-2B62-4126-8C68-A8C79FEA6012}" dt="2024-07-11T13:59:10.768" v="280" actId="1076"/>
          <ac:picMkLst>
            <pc:docMk/>
            <pc:sldMk cId="3613207082" sldId="266"/>
            <ac:picMk id="4" creationId="{783BBC2F-CA4A-1C43-AD12-2104C5C7E774}"/>
          </ac:picMkLst>
        </pc:picChg>
        <pc:picChg chg="add">
          <ac:chgData name="Arun Sunar" userId="3fa9774ca67c7ab5" providerId="LiveId" clId="{63F099CF-2B62-4126-8C68-A8C79FEA6012}" dt="2024-07-11T13:58:33.107" v="275"/>
          <ac:picMkLst>
            <pc:docMk/>
            <pc:sldMk cId="3613207082" sldId="266"/>
            <ac:picMk id="4098" creationId="{CD8C4AB1-A6A6-DB7E-6D12-AA3FF99F4EE7}"/>
          </ac:picMkLst>
        </pc:picChg>
      </pc:sldChg>
      <pc:sldChg chg="addSp delSp modSp new mod">
        <pc:chgData name="Arun Sunar" userId="3fa9774ca67c7ab5" providerId="LiveId" clId="{63F099CF-2B62-4126-8C68-A8C79FEA6012}" dt="2024-07-12T00:45:48.699" v="324" actId="20577"/>
        <pc:sldMkLst>
          <pc:docMk/>
          <pc:sldMk cId="4030027327" sldId="267"/>
        </pc:sldMkLst>
        <pc:spChg chg="mod">
          <ac:chgData name="Arun Sunar" userId="3fa9774ca67c7ab5" providerId="LiveId" clId="{63F099CF-2B62-4126-8C68-A8C79FEA6012}" dt="2024-07-12T00:42:34.310" v="307" actId="113"/>
          <ac:spMkLst>
            <pc:docMk/>
            <pc:sldMk cId="4030027327" sldId="267"/>
            <ac:spMk id="2" creationId="{B91A6CDA-893B-9415-19E5-3C33CE56C5D3}"/>
          </ac:spMkLst>
        </pc:spChg>
        <pc:spChg chg="del mod">
          <ac:chgData name="Arun Sunar" userId="3fa9774ca67c7ab5" providerId="LiveId" clId="{63F099CF-2B62-4126-8C68-A8C79FEA6012}" dt="2024-07-12T00:43:35.741" v="311" actId="478"/>
          <ac:spMkLst>
            <pc:docMk/>
            <pc:sldMk cId="4030027327" sldId="267"/>
            <ac:spMk id="3" creationId="{E6C0B85F-E28C-A991-1520-CE155A095E6A}"/>
          </ac:spMkLst>
        </pc:spChg>
        <pc:spChg chg="add del">
          <ac:chgData name="Arun Sunar" userId="3fa9774ca67c7ab5" providerId="LiveId" clId="{63F099CF-2B62-4126-8C68-A8C79FEA6012}" dt="2024-07-12T00:44:59.619" v="315" actId="22"/>
          <ac:spMkLst>
            <pc:docMk/>
            <pc:sldMk cId="4030027327" sldId="267"/>
            <ac:spMk id="5" creationId="{B804A3C2-F61F-7BBD-5E53-B4C00A4B37F0}"/>
          </ac:spMkLst>
        </pc:spChg>
        <pc:spChg chg="add mod">
          <ac:chgData name="Arun Sunar" userId="3fa9774ca67c7ab5" providerId="LiveId" clId="{63F099CF-2B62-4126-8C68-A8C79FEA6012}" dt="2024-07-12T00:45:48.699" v="324" actId="20577"/>
          <ac:spMkLst>
            <pc:docMk/>
            <pc:sldMk cId="4030027327" sldId="267"/>
            <ac:spMk id="7" creationId="{59E30936-8D28-8E6F-1FC8-9B7A504677DB}"/>
          </ac:spMkLst>
        </pc:spChg>
      </pc:sldChg>
      <pc:sldChg chg="addSp delSp modSp add mod">
        <pc:chgData name="Arun Sunar" userId="3fa9774ca67c7ab5" providerId="LiveId" clId="{63F099CF-2B62-4126-8C68-A8C79FEA6012}" dt="2024-07-12T00:48:14.550" v="343" actId="20577"/>
        <pc:sldMkLst>
          <pc:docMk/>
          <pc:sldMk cId="839081218" sldId="268"/>
        </pc:sldMkLst>
        <pc:spChg chg="mod">
          <ac:chgData name="Arun Sunar" userId="3fa9774ca67c7ab5" providerId="LiveId" clId="{63F099CF-2B62-4126-8C68-A8C79FEA6012}" dt="2024-07-12T00:46:39.193" v="331" actId="14100"/>
          <ac:spMkLst>
            <pc:docMk/>
            <pc:sldMk cId="839081218" sldId="268"/>
            <ac:spMk id="2" creationId="{B91A6CDA-893B-9415-19E5-3C33CE56C5D3}"/>
          </ac:spMkLst>
        </pc:spChg>
        <pc:spChg chg="add mod">
          <ac:chgData name="Arun Sunar" userId="3fa9774ca67c7ab5" providerId="LiveId" clId="{63F099CF-2B62-4126-8C68-A8C79FEA6012}" dt="2024-07-12T00:48:14.550" v="343" actId="20577"/>
          <ac:spMkLst>
            <pc:docMk/>
            <pc:sldMk cId="839081218" sldId="268"/>
            <ac:spMk id="4" creationId="{7505809C-BB92-E305-CEF1-D79B08B561A0}"/>
          </ac:spMkLst>
        </pc:spChg>
        <pc:spChg chg="del">
          <ac:chgData name="Arun Sunar" userId="3fa9774ca67c7ab5" providerId="LiveId" clId="{63F099CF-2B62-4126-8C68-A8C79FEA6012}" dt="2024-07-12T00:46:53.365" v="332" actId="478"/>
          <ac:spMkLst>
            <pc:docMk/>
            <pc:sldMk cId="839081218" sldId="268"/>
            <ac:spMk id="7" creationId="{59E30936-8D28-8E6F-1FC8-9B7A504677DB}"/>
          </ac:spMkLst>
        </pc:spChg>
      </pc:sldChg>
      <pc:sldChg chg="addSp delSp modSp new mod">
        <pc:chgData name="Arun Sunar" userId="3fa9774ca67c7ab5" providerId="LiveId" clId="{63F099CF-2B62-4126-8C68-A8C79FEA6012}" dt="2024-07-12T01:03:02.999" v="400" actId="27636"/>
        <pc:sldMkLst>
          <pc:docMk/>
          <pc:sldMk cId="2220448077" sldId="269"/>
        </pc:sldMkLst>
        <pc:spChg chg="mod">
          <ac:chgData name="Arun Sunar" userId="3fa9774ca67c7ab5" providerId="LiveId" clId="{63F099CF-2B62-4126-8C68-A8C79FEA6012}" dt="2024-07-12T01:00:19.564" v="371" actId="27636"/>
          <ac:spMkLst>
            <pc:docMk/>
            <pc:sldMk cId="2220448077" sldId="269"/>
            <ac:spMk id="2" creationId="{C6280409-F550-CAEE-E788-3FCCCA54196E}"/>
          </ac:spMkLst>
        </pc:spChg>
        <pc:spChg chg="add del mod">
          <ac:chgData name="Arun Sunar" userId="3fa9774ca67c7ab5" providerId="LiveId" clId="{63F099CF-2B62-4126-8C68-A8C79FEA6012}" dt="2024-07-12T01:03:02.999" v="400" actId="27636"/>
          <ac:spMkLst>
            <pc:docMk/>
            <pc:sldMk cId="2220448077" sldId="269"/>
            <ac:spMk id="3" creationId="{719ED51D-F826-55D0-87A3-3F93B042B2B7}"/>
          </ac:spMkLst>
        </pc:spChg>
        <pc:spChg chg="add mod">
          <ac:chgData name="Arun Sunar" userId="3fa9774ca67c7ab5" providerId="LiveId" clId="{63F099CF-2B62-4126-8C68-A8C79FEA6012}" dt="2024-07-12T01:02:42.694" v="393" actId="20577"/>
          <ac:spMkLst>
            <pc:docMk/>
            <pc:sldMk cId="2220448077" sldId="269"/>
            <ac:spMk id="4" creationId="{5FD0F888-3AEB-64F3-9A0F-12ECCACC754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77CF6-A68B-5992-B8F3-C2405A9675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2B4117-7837-C7AF-B42A-0BB6AD3B00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49EA07-810C-8172-FC95-871B99B52FD8}"/>
              </a:ext>
            </a:extLst>
          </p:cNvPr>
          <p:cNvSpPr>
            <a:spLocks noGrp="1"/>
          </p:cNvSpPr>
          <p:nvPr>
            <p:ph type="dt" sz="half" idx="10"/>
          </p:nvPr>
        </p:nvSpPr>
        <p:spPr/>
        <p:txBody>
          <a:bodyPr/>
          <a:lstStyle/>
          <a:p>
            <a:fld id="{F18D1ADF-4C7A-4764-8C83-0BF9E53FB5D3}" type="datetimeFigureOut">
              <a:rPr lang="en-IN" smtClean="0"/>
              <a:t>30-07-2024</a:t>
            </a:fld>
            <a:endParaRPr lang="en-IN"/>
          </a:p>
        </p:txBody>
      </p:sp>
      <p:sp>
        <p:nvSpPr>
          <p:cNvPr id="5" name="Footer Placeholder 4">
            <a:extLst>
              <a:ext uri="{FF2B5EF4-FFF2-40B4-BE49-F238E27FC236}">
                <a16:creationId xmlns:a16="http://schemas.microsoft.com/office/drawing/2014/main" id="{502163C6-816E-B2CF-8A0A-1BAF4E3EE2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225C80-DDDE-A02D-4DF8-24FEB31E9E0A}"/>
              </a:ext>
            </a:extLst>
          </p:cNvPr>
          <p:cNvSpPr>
            <a:spLocks noGrp="1"/>
          </p:cNvSpPr>
          <p:nvPr>
            <p:ph type="sldNum" sz="quarter" idx="12"/>
          </p:nvPr>
        </p:nvSpPr>
        <p:spPr/>
        <p:txBody>
          <a:bodyPr/>
          <a:lstStyle/>
          <a:p>
            <a:fld id="{F5466EBD-9B07-43B6-A5C7-F206B0AA7AB7}" type="slidenum">
              <a:rPr lang="en-IN" smtClean="0"/>
              <a:t>‹#›</a:t>
            </a:fld>
            <a:endParaRPr lang="en-IN"/>
          </a:p>
        </p:txBody>
      </p:sp>
    </p:spTree>
    <p:extLst>
      <p:ext uri="{BB962C8B-B14F-4D97-AF65-F5344CB8AC3E}">
        <p14:creationId xmlns:p14="http://schemas.microsoft.com/office/powerpoint/2010/main" val="2965916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1E766-2333-CFA4-D014-0793513A17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AD00F1-14AB-06D9-44C6-147386A7CC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56CDD-B690-8A8D-E9EE-7302B85D06FF}"/>
              </a:ext>
            </a:extLst>
          </p:cNvPr>
          <p:cNvSpPr>
            <a:spLocks noGrp="1"/>
          </p:cNvSpPr>
          <p:nvPr>
            <p:ph type="dt" sz="half" idx="10"/>
          </p:nvPr>
        </p:nvSpPr>
        <p:spPr/>
        <p:txBody>
          <a:bodyPr/>
          <a:lstStyle/>
          <a:p>
            <a:fld id="{F18D1ADF-4C7A-4764-8C83-0BF9E53FB5D3}" type="datetimeFigureOut">
              <a:rPr lang="en-IN" smtClean="0"/>
              <a:t>30-07-2024</a:t>
            </a:fld>
            <a:endParaRPr lang="en-IN"/>
          </a:p>
        </p:txBody>
      </p:sp>
      <p:sp>
        <p:nvSpPr>
          <p:cNvPr id="5" name="Footer Placeholder 4">
            <a:extLst>
              <a:ext uri="{FF2B5EF4-FFF2-40B4-BE49-F238E27FC236}">
                <a16:creationId xmlns:a16="http://schemas.microsoft.com/office/drawing/2014/main" id="{E6579E4F-6887-8004-6112-E8AAEC25DB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F12AD6-E029-FA7C-248D-507AC14CE7E7}"/>
              </a:ext>
            </a:extLst>
          </p:cNvPr>
          <p:cNvSpPr>
            <a:spLocks noGrp="1"/>
          </p:cNvSpPr>
          <p:nvPr>
            <p:ph type="sldNum" sz="quarter" idx="12"/>
          </p:nvPr>
        </p:nvSpPr>
        <p:spPr/>
        <p:txBody>
          <a:bodyPr/>
          <a:lstStyle/>
          <a:p>
            <a:fld id="{F5466EBD-9B07-43B6-A5C7-F206B0AA7AB7}" type="slidenum">
              <a:rPr lang="en-IN" smtClean="0"/>
              <a:t>‹#›</a:t>
            </a:fld>
            <a:endParaRPr lang="en-IN"/>
          </a:p>
        </p:txBody>
      </p:sp>
    </p:spTree>
    <p:extLst>
      <p:ext uri="{BB962C8B-B14F-4D97-AF65-F5344CB8AC3E}">
        <p14:creationId xmlns:p14="http://schemas.microsoft.com/office/powerpoint/2010/main" val="292318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F9E6A-48EE-B17C-3107-1243C2946E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F1208C-9FCF-729D-348B-3F5D6B2A4D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0DB891-E7B8-E635-CABF-7EBCDFAE003E}"/>
              </a:ext>
            </a:extLst>
          </p:cNvPr>
          <p:cNvSpPr>
            <a:spLocks noGrp="1"/>
          </p:cNvSpPr>
          <p:nvPr>
            <p:ph type="dt" sz="half" idx="10"/>
          </p:nvPr>
        </p:nvSpPr>
        <p:spPr/>
        <p:txBody>
          <a:bodyPr/>
          <a:lstStyle/>
          <a:p>
            <a:fld id="{F18D1ADF-4C7A-4764-8C83-0BF9E53FB5D3}" type="datetimeFigureOut">
              <a:rPr lang="en-IN" smtClean="0"/>
              <a:t>30-07-2024</a:t>
            </a:fld>
            <a:endParaRPr lang="en-IN"/>
          </a:p>
        </p:txBody>
      </p:sp>
      <p:sp>
        <p:nvSpPr>
          <p:cNvPr id="5" name="Footer Placeholder 4">
            <a:extLst>
              <a:ext uri="{FF2B5EF4-FFF2-40B4-BE49-F238E27FC236}">
                <a16:creationId xmlns:a16="http://schemas.microsoft.com/office/drawing/2014/main" id="{69105168-A962-E8EF-1302-08EF6BE311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F8488C-C26F-C64E-2036-4C9D9EB774E2}"/>
              </a:ext>
            </a:extLst>
          </p:cNvPr>
          <p:cNvSpPr>
            <a:spLocks noGrp="1"/>
          </p:cNvSpPr>
          <p:nvPr>
            <p:ph type="sldNum" sz="quarter" idx="12"/>
          </p:nvPr>
        </p:nvSpPr>
        <p:spPr/>
        <p:txBody>
          <a:bodyPr/>
          <a:lstStyle/>
          <a:p>
            <a:fld id="{F5466EBD-9B07-43B6-A5C7-F206B0AA7AB7}" type="slidenum">
              <a:rPr lang="en-IN" smtClean="0"/>
              <a:t>‹#›</a:t>
            </a:fld>
            <a:endParaRPr lang="en-IN"/>
          </a:p>
        </p:txBody>
      </p:sp>
    </p:spTree>
    <p:extLst>
      <p:ext uri="{BB962C8B-B14F-4D97-AF65-F5344CB8AC3E}">
        <p14:creationId xmlns:p14="http://schemas.microsoft.com/office/powerpoint/2010/main" val="1613693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5CB7F-10E1-473F-DBB0-FBD8768F6B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AEB3C3-358C-B033-B11F-7375593BB9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3F1427-2E60-E86E-DD2D-86A07AB771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F4075B3-727E-66F0-4949-48204CF74066}"/>
              </a:ext>
            </a:extLst>
          </p:cNvPr>
          <p:cNvSpPr>
            <a:spLocks noGrp="1"/>
          </p:cNvSpPr>
          <p:nvPr>
            <p:ph type="dt" sz="half" idx="10"/>
          </p:nvPr>
        </p:nvSpPr>
        <p:spPr/>
        <p:txBody>
          <a:bodyPr/>
          <a:lstStyle/>
          <a:p>
            <a:fld id="{F18D1ADF-4C7A-4764-8C83-0BF9E53FB5D3}" type="datetimeFigureOut">
              <a:rPr lang="en-IN" smtClean="0"/>
              <a:t>30-07-2024</a:t>
            </a:fld>
            <a:endParaRPr lang="en-IN"/>
          </a:p>
        </p:txBody>
      </p:sp>
      <p:sp>
        <p:nvSpPr>
          <p:cNvPr id="6" name="Footer Placeholder 5">
            <a:extLst>
              <a:ext uri="{FF2B5EF4-FFF2-40B4-BE49-F238E27FC236}">
                <a16:creationId xmlns:a16="http://schemas.microsoft.com/office/drawing/2014/main" id="{9B494BDC-2DB6-7572-F733-481305D11B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412B28-D9DF-82BA-46DC-DC5E173A3B31}"/>
              </a:ext>
            </a:extLst>
          </p:cNvPr>
          <p:cNvSpPr>
            <a:spLocks noGrp="1"/>
          </p:cNvSpPr>
          <p:nvPr>
            <p:ph type="sldNum" sz="quarter" idx="12"/>
          </p:nvPr>
        </p:nvSpPr>
        <p:spPr/>
        <p:txBody>
          <a:bodyPr/>
          <a:lstStyle/>
          <a:p>
            <a:fld id="{F5466EBD-9B07-43B6-A5C7-F206B0AA7AB7}" type="slidenum">
              <a:rPr lang="en-IN" smtClean="0"/>
              <a:t>‹#›</a:t>
            </a:fld>
            <a:endParaRPr lang="en-IN"/>
          </a:p>
        </p:txBody>
      </p:sp>
    </p:spTree>
    <p:extLst>
      <p:ext uri="{BB962C8B-B14F-4D97-AF65-F5344CB8AC3E}">
        <p14:creationId xmlns:p14="http://schemas.microsoft.com/office/powerpoint/2010/main" val="952996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969BF-B523-37B3-13FE-CA438A694F4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6B3651-D599-A2A3-2E2D-9AFB3DA33A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90AD47-5474-1BE6-3CB7-86095FFB2E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2E50039-B36C-0BB7-7513-1353C425A9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FA8977-E207-4FEE-A260-D34C899C2E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F05E60-EB47-AB24-D17C-55D7EF918871}"/>
              </a:ext>
            </a:extLst>
          </p:cNvPr>
          <p:cNvSpPr>
            <a:spLocks noGrp="1"/>
          </p:cNvSpPr>
          <p:nvPr>
            <p:ph type="dt" sz="half" idx="10"/>
          </p:nvPr>
        </p:nvSpPr>
        <p:spPr/>
        <p:txBody>
          <a:bodyPr/>
          <a:lstStyle/>
          <a:p>
            <a:fld id="{F18D1ADF-4C7A-4764-8C83-0BF9E53FB5D3}" type="datetimeFigureOut">
              <a:rPr lang="en-IN" smtClean="0"/>
              <a:t>30-07-2024</a:t>
            </a:fld>
            <a:endParaRPr lang="en-IN"/>
          </a:p>
        </p:txBody>
      </p:sp>
      <p:sp>
        <p:nvSpPr>
          <p:cNvPr id="8" name="Footer Placeholder 7">
            <a:extLst>
              <a:ext uri="{FF2B5EF4-FFF2-40B4-BE49-F238E27FC236}">
                <a16:creationId xmlns:a16="http://schemas.microsoft.com/office/drawing/2014/main" id="{0DF1F2CE-3724-267C-9A17-47DEF3F063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75E1717-2AE7-015B-CBF1-8F6833807786}"/>
              </a:ext>
            </a:extLst>
          </p:cNvPr>
          <p:cNvSpPr>
            <a:spLocks noGrp="1"/>
          </p:cNvSpPr>
          <p:nvPr>
            <p:ph type="sldNum" sz="quarter" idx="12"/>
          </p:nvPr>
        </p:nvSpPr>
        <p:spPr/>
        <p:txBody>
          <a:bodyPr/>
          <a:lstStyle/>
          <a:p>
            <a:fld id="{F5466EBD-9B07-43B6-A5C7-F206B0AA7AB7}" type="slidenum">
              <a:rPr lang="en-IN" smtClean="0"/>
              <a:t>‹#›</a:t>
            </a:fld>
            <a:endParaRPr lang="en-IN"/>
          </a:p>
        </p:txBody>
      </p:sp>
    </p:spTree>
    <p:extLst>
      <p:ext uri="{BB962C8B-B14F-4D97-AF65-F5344CB8AC3E}">
        <p14:creationId xmlns:p14="http://schemas.microsoft.com/office/powerpoint/2010/main" val="2250218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E98A8-E1C3-3B7F-E9D2-9D0BD00778B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73B925-DCAD-F61C-B54F-DE686EEADFF7}"/>
              </a:ext>
            </a:extLst>
          </p:cNvPr>
          <p:cNvSpPr>
            <a:spLocks noGrp="1"/>
          </p:cNvSpPr>
          <p:nvPr>
            <p:ph type="dt" sz="half" idx="10"/>
          </p:nvPr>
        </p:nvSpPr>
        <p:spPr/>
        <p:txBody>
          <a:bodyPr/>
          <a:lstStyle/>
          <a:p>
            <a:fld id="{F18D1ADF-4C7A-4764-8C83-0BF9E53FB5D3}" type="datetimeFigureOut">
              <a:rPr lang="en-IN" smtClean="0"/>
              <a:t>30-07-2024</a:t>
            </a:fld>
            <a:endParaRPr lang="en-IN"/>
          </a:p>
        </p:txBody>
      </p:sp>
      <p:sp>
        <p:nvSpPr>
          <p:cNvPr id="4" name="Footer Placeholder 3">
            <a:extLst>
              <a:ext uri="{FF2B5EF4-FFF2-40B4-BE49-F238E27FC236}">
                <a16:creationId xmlns:a16="http://schemas.microsoft.com/office/drawing/2014/main" id="{B5D2BD0C-F3C1-0BE5-2102-A63BF848820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6CC0EDA-D43C-6450-5B2C-579307569C56}"/>
              </a:ext>
            </a:extLst>
          </p:cNvPr>
          <p:cNvSpPr>
            <a:spLocks noGrp="1"/>
          </p:cNvSpPr>
          <p:nvPr>
            <p:ph type="sldNum" sz="quarter" idx="12"/>
          </p:nvPr>
        </p:nvSpPr>
        <p:spPr/>
        <p:txBody>
          <a:bodyPr/>
          <a:lstStyle/>
          <a:p>
            <a:fld id="{F5466EBD-9B07-43B6-A5C7-F206B0AA7AB7}" type="slidenum">
              <a:rPr lang="en-IN" smtClean="0"/>
              <a:t>‹#›</a:t>
            </a:fld>
            <a:endParaRPr lang="en-IN"/>
          </a:p>
        </p:txBody>
      </p:sp>
    </p:spTree>
    <p:extLst>
      <p:ext uri="{BB962C8B-B14F-4D97-AF65-F5344CB8AC3E}">
        <p14:creationId xmlns:p14="http://schemas.microsoft.com/office/powerpoint/2010/main" val="1754337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353932-D50F-FFF8-5689-2BF921D1A10E}"/>
              </a:ext>
            </a:extLst>
          </p:cNvPr>
          <p:cNvSpPr>
            <a:spLocks noGrp="1"/>
          </p:cNvSpPr>
          <p:nvPr>
            <p:ph type="dt" sz="half" idx="10"/>
          </p:nvPr>
        </p:nvSpPr>
        <p:spPr/>
        <p:txBody>
          <a:bodyPr/>
          <a:lstStyle/>
          <a:p>
            <a:fld id="{F18D1ADF-4C7A-4764-8C83-0BF9E53FB5D3}" type="datetimeFigureOut">
              <a:rPr lang="en-IN" smtClean="0"/>
              <a:t>30-07-2024</a:t>
            </a:fld>
            <a:endParaRPr lang="en-IN"/>
          </a:p>
        </p:txBody>
      </p:sp>
      <p:sp>
        <p:nvSpPr>
          <p:cNvPr id="3" name="Footer Placeholder 2">
            <a:extLst>
              <a:ext uri="{FF2B5EF4-FFF2-40B4-BE49-F238E27FC236}">
                <a16:creationId xmlns:a16="http://schemas.microsoft.com/office/drawing/2014/main" id="{68F0030B-0AAB-50A5-35FE-A9C0E57BF8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C09DC79-AE13-8E60-240E-F788B6D52491}"/>
              </a:ext>
            </a:extLst>
          </p:cNvPr>
          <p:cNvSpPr>
            <a:spLocks noGrp="1"/>
          </p:cNvSpPr>
          <p:nvPr>
            <p:ph type="sldNum" sz="quarter" idx="12"/>
          </p:nvPr>
        </p:nvSpPr>
        <p:spPr/>
        <p:txBody>
          <a:bodyPr/>
          <a:lstStyle/>
          <a:p>
            <a:fld id="{F5466EBD-9B07-43B6-A5C7-F206B0AA7AB7}" type="slidenum">
              <a:rPr lang="en-IN" smtClean="0"/>
              <a:t>‹#›</a:t>
            </a:fld>
            <a:endParaRPr lang="en-IN"/>
          </a:p>
        </p:txBody>
      </p:sp>
    </p:spTree>
    <p:extLst>
      <p:ext uri="{BB962C8B-B14F-4D97-AF65-F5344CB8AC3E}">
        <p14:creationId xmlns:p14="http://schemas.microsoft.com/office/powerpoint/2010/main" val="459372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3AF11-1CD0-B9D3-30BD-EE06A957EA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FD05D5-486D-A9CB-EF5F-4358AFBCEB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E0467FD-106D-2AB4-9D40-EB101853C3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F9CD1A-F9D2-C1C7-42C0-2949DF7E0E72}"/>
              </a:ext>
            </a:extLst>
          </p:cNvPr>
          <p:cNvSpPr>
            <a:spLocks noGrp="1"/>
          </p:cNvSpPr>
          <p:nvPr>
            <p:ph type="dt" sz="half" idx="10"/>
          </p:nvPr>
        </p:nvSpPr>
        <p:spPr/>
        <p:txBody>
          <a:bodyPr/>
          <a:lstStyle/>
          <a:p>
            <a:fld id="{F18D1ADF-4C7A-4764-8C83-0BF9E53FB5D3}" type="datetimeFigureOut">
              <a:rPr lang="en-IN" smtClean="0"/>
              <a:t>30-07-2024</a:t>
            </a:fld>
            <a:endParaRPr lang="en-IN"/>
          </a:p>
        </p:txBody>
      </p:sp>
      <p:sp>
        <p:nvSpPr>
          <p:cNvPr id="6" name="Footer Placeholder 5">
            <a:extLst>
              <a:ext uri="{FF2B5EF4-FFF2-40B4-BE49-F238E27FC236}">
                <a16:creationId xmlns:a16="http://schemas.microsoft.com/office/drawing/2014/main" id="{53CB46F8-B43D-A700-B2F9-D0683E2E4A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ABE499-A18C-1821-F2EF-F52524056C77}"/>
              </a:ext>
            </a:extLst>
          </p:cNvPr>
          <p:cNvSpPr>
            <a:spLocks noGrp="1"/>
          </p:cNvSpPr>
          <p:nvPr>
            <p:ph type="sldNum" sz="quarter" idx="12"/>
          </p:nvPr>
        </p:nvSpPr>
        <p:spPr/>
        <p:txBody>
          <a:bodyPr/>
          <a:lstStyle/>
          <a:p>
            <a:fld id="{F5466EBD-9B07-43B6-A5C7-F206B0AA7AB7}" type="slidenum">
              <a:rPr lang="en-IN" smtClean="0"/>
              <a:t>‹#›</a:t>
            </a:fld>
            <a:endParaRPr lang="en-IN"/>
          </a:p>
        </p:txBody>
      </p:sp>
    </p:spTree>
    <p:extLst>
      <p:ext uri="{BB962C8B-B14F-4D97-AF65-F5344CB8AC3E}">
        <p14:creationId xmlns:p14="http://schemas.microsoft.com/office/powerpoint/2010/main" val="408698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E82F-F392-AF82-89FB-B9D26DB64C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A6161A-B918-194A-EEF1-275ABF7D33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2A3277E-1ABC-1728-A5F9-AC318B3D40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47F3F5-5FA8-69F3-E5A3-9F66BBEC6502}"/>
              </a:ext>
            </a:extLst>
          </p:cNvPr>
          <p:cNvSpPr>
            <a:spLocks noGrp="1"/>
          </p:cNvSpPr>
          <p:nvPr>
            <p:ph type="dt" sz="half" idx="10"/>
          </p:nvPr>
        </p:nvSpPr>
        <p:spPr/>
        <p:txBody>
          <a:bodyPr/>
          <a:lstStyle/>
          <a:p>
            <a:fld id="{F18D1ADF-4C7A-4764-8C83-0BF9E53FB5D3}" type="datetimeFigureOut">
              <a:rPr lang="en-IN" smtClean="0"/>
              <a:t>30-07-2024</a:t>
            </a:fld>
            <a:endParaRPr lang="en-IN"/>
          </a:p>
        </p:txBody>
      </p:sp>
      <p:sp>
        <p:nvSpPr>
          <p:cNvPr id="6" name="Footer Placeholder 5">
            <a:extLst>
              <a:ext uri="{FF2B5EF4-FFF2-40B4-BE49-F238E27FC236}">
                <a16:creationId xmlns:a16="http://schemas.microsoft.com/office/drawing/2014/main" id="{89042E7C-6D3B-8315-0758-80E508159A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F6021B-4385-A94E-2027-68054663294C}"/>
              </a:ext>
            </a:extLst>
          </p:cNvPr>
          <p:cNvSpPr>
            <a:spLocks noGrp="1"/>
          </p:cNvSpPr>
          <p:nvPr>
            <p:ph type="sldNum" sz="quarter" idx="12"/>
          </p:nvPr>
        </p:nvSpPr>
        <p:spPr/>
        <p:txBody>
          <a:bodyPr/>
          <a:lstStyle/>
          <a:p>
            <a:fld id="{F5466EBD-9B07-43B6-A5C7-F206B0AA7AB7}" type="slidenum">
              <a:rPr lang="en-IN" smtClean="0"/>
              <a:t>‹#›</a:t>
            </a:fld>
            <a:endParaRPr lang="en-IN"/>
          </a:p>
        </p:txBody>
      </p:sp>
    </p:spTree>
    <p:extLst>
      <p:ext uri="{BB962C8B-B14F-4D97-AF65-F5344CB8AC3E}">
        <p14:creationId xmlns:p14="http://schemas.microsoft.com/office/powerpoint/2010/main" val="4158774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AD1D9-F1FE-9E0D-C4E0-26D7436B62F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D4AF0E-2628-FE29-2D19-989FAD463D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654E86-04CC-0B02-8D33-F349673747C6}"/>
              </a:ext>
            </a:extLst>
          </p:cNvPr>
          <p:cNvSpPr>
            <a:spLocks noGrp="1"/>
          </p:cNvSpPr>
          <p:nvPr>
            <p:ph type="dt" sz="half" idx="10"/>
          </p:nvPr>
        </p:nvSpPr>
        <p:spPr/>
        <p:txBody>
          <a:bodyPr/>
          <a:lstStyle/>
          <a:p>
            <a:fld id="{F18D1ADF-4C7A-4764-8C83-0BF9E53FB5D3}" type="datetimeFigureOut">
              <a:rPr lang="en-IN" smtClean="0"/>
              <a:t>30-07-2024</a:t>
            </a:fld>
            <a:endParaRPr lang="en-IN"/>
          </a:p>
        </p:txBody>
      </p:sp>
      <p:sp>
        <p:nvSpPr>
          <p:cNvPr id="5" name="Footer Placeholder 4">
            <a:extLst>
              <a:ext uri="{FF2B5EF4-FFF2-40B4-BE49-F238E27FC236}">
                <a16:creationId xmlns:a16="http://schemas.microsoft.com/office/drawing/2014/main" id="{90486731-3BFF-7E88-F625-E516D3E54F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462042-86D6-426B-D361-634A6BB245D5}"/>
              </a:ext>
            </a:extLst>
          </p:cNvPr>
          <p:cNvSpPr>
            <a:spLocks noGrp="1"/>
          </p:cNvSpPr>
          <p:nvPr>
            <p:ph type="sldNum" sz="quarter" idx="12"/>
          </p:nvPr>
        </p:nvSpPr>
        <p:spPr/>
        <p:txBody>
          <a:bodyPr/>
          <a:lstStyle/>
          <a:p>
            <a:fld id="{F5466EBD-9B07-43B6-A5C7-F206B0AA7AB7}" type="slidenum">
              <a:rPr lang="en-IN" smtClean="0"/>
              <a:t>‹#›</a:t>
            </a:fld>
            <a:endParaRPr lang="en-IN"/>
          </a:p>
        </p:txBody>
      </p:sp>
    </p:spTree>
    <p:extLst>
      <p:ext uri="{BB962C8B-B14F-4D97-AF65-F5344CB8AC3E}">
        <p14:creationId xmlns:p14="http://schemas.microsoft.com/office/powerpoint/2010/main" val="2721379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0C2627-D02E-32EA-B8FC-45220CAF9B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D5EFF6-129D-2274-A12F-686F592E80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7C398F-27CC-021C-88DB-784467F3151C}"/>
              </a:ext>
            </a:extLst>
          </p:cNvPr>
          <p:cNvSpPr>
            <a:spLocks noGrp="1"/>
          </p:cNvSpPr>
          <p:nvPr>
            <p:ph type="dt" sz="half" idx="10"/>
          </p:nvPr>
        </p:nvSpPr>
        <p:spPr/>
        <p:txBody>
          <a:bodyPr/>
          <a:lstStyle/>
          <a:p>
            <a:fld id="{F18D1ADF-4C7A-4764-8C83-0BF9E53FB5D3}" type="datetimeFigureOut">
              <a:rPr lang="en-IN" smtClean="0"/>
              <a:t>30-07-2024</a:t>
            </a:fld>
            <a:endParaRPr lang="en-IN"/>
          </a:p>
        </p:txBody>
      </p:sp>
      <p:sp>
        <p:nvSpPr>
          <p:cNvPr id="5" name="Footer Placeholder 4">
            <a:extLst>
              <a:ext uri="{FF2B5EF4-FFF2-40B4-BE49-F238E27FC236}">
                <a16:creationId xmlns:a16="http://schemas.microsoft.com/office/drawing/2014/main" id="{A044150E-181E-EC0E-3B35-B54AE70912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4E85FA-3488-FAB2-4930-A9F1575F64EF}"/>
              </a:ext>
            </a:extLst>
          </p:cNvPr>
          <p:cNvSpPr>
            <a:spLocks noGrp="1"/>
          </p:cNvSpPr>
          <p:nvPr>
            <p:ph type="sldNum" sz="quarter" idx="12"/>
          </p:nvPr>
        </p:nvSpPr>
        <p:spPr/>
        <p:txBody>
          <a:bodyPr/>
          <a:lstStyle/>
          <a:p>
            <a:fld id="{F5466EBD-9B07-43B6-A5C7-F206B0AA7AB7}" type="slidenum">
              <a:rPr lang="en-IN" smtClean="0"/>
              <a:t>‹#›</a:t>
            </a:fld>
            <a:endParaRPr lang="en-IN"/>
          </a:p>
        </p:txBody>
      </p:sp>
    </p:spTree>
    <p:extLst>
      <p:ext uri="{BB962C8B-B14F-4D97-AF65-F5344CB8AC3E}">
        <p14:creationId xmlns:p14="http://schemas.microsoft.com/office/powerpoint/2010/main" val="4102309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39870C-E92B-A364-4025-2CF853E8ED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9F44C0-2381-52A6-3AE7-028CAED90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FFA031-8AB5-9979-AA97-8A7165C475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8D1ADF-4C7A-4764-8C83-0BF9E53FB5D3}" type="datetimeFigureOut">
              <a:rPr lang="en-IN" smtClean="0"/>
              <a:t>30-07-2024</a:t>
            </a:fld>
            <a:endParaRPr lang="en-IN"/>
          </a:p>
        </p:txBody>
      </p:sp>
      <p:sp>
        <p:nvSpPr>
          <p:cNvPr id="5" name="Footer Placeholder 4">
            <a:extLst>
              <a:ext uri="{FF2B5EF4-FFF2-40B4-BE49-F238E27FC236}">
                <a16:creationId xmlns:a16="http://schemas.microsoft.com/office/drawing/2014/main" id="{7EA14D99-7FC8-C330-2C1C-BBD6395E07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998ADB4-BA2C-1A85-FF08-2F95EA5F5C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466EBD-9B07-43B6-A5C7-F206B0AA7AB7}" type="slidenum">
              <a:rPr lang="en-IN" smtClean="0"/>
              <a:t>‹#›</a:t>
            </a:fld>
            <a:endParaRPr lang="en-IN"/>
          </a:p>
        </p:txBody>
      </p:sp>
    </p:spTree>
    <p:extLst>
      <p:ext uri="{BB962C8B-B14F-4D97-AF65-F5344CB8AC3E}">
        <p14:creationId xmlns:p14="http://schemas.microsoft.com/office/powerpoint/2010/main" val="3304612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opencodez.com/java/command-design-pattern.htm"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scaler.com/topics/design-patterns/command-design-patter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naveen-metta.medium.com/mastering-the-command-pattern-in-java-a-comprehensive-guide-to-flexible-code-design-and-advanced-d6d7b2748c1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scaler.com/topics/design-patterns/mediator-design-pattern/" TargetMode="External"/><Relationship Id="rId2" Type="http://schemas.openxmlformats.org/officeDocument/2006/relationships/hyperlink" Target="https://www.opencodez.com/java/mediator-design-pattern.ht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caler.com/topics/memento-design-pattern/" TargetMode="External"/><Relationship Id="rId2" Type="http://schemas.openxmlformats.org/officeDocument/2006/relationships/hyperlink" Target="https://www.learncsdesign.com/learn-the-state-design-pattern/"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opencodez.com/java/observer-design-pattern.ht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opencodez.com/java/strategy-design-pattern.htm" TargetMode="External"/><Relationship Id="rId2" Type="http://schemas.openxmlformats.org/officeDocument/2006/relationships/hyperlink" Target="https://www.opencodez.com/java/state-design-pattern.htm" TargetMode="External"/><Relationship Id="rId1" Type="http://schemas.openxmlformats.org/officeDocument/2006/relationships/slideLayout" Target="../slideLayouts/slideLayout2.xml"/><Relationship Id="rId5" Type="http://schemas.openxmlformats.org/officeDocument/2006/relationships/hyperlink" Target="https://www.opencodez.com/java/visitor-design-pattern.htm" TargetMode="External"/><Relationship Id="rId4" Type="http://schemas.openxmlformats.org/officeDocument/2006/relationships/hyperlink" Target="https://www.opencodez.com/java/template-method-design-pattern.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9AB338-4BDE-B663-2405-0527064D6472}"/>
              </a:ext>
            </a:extLst>
          </p:cNvPr>
          <p:cNvPicPr>
            <a:picLocks noChangeAspect="1"/>
          </p:cNvPicPr>
          <p:nvPr/>
        </p:nvPicPr>
        <p:blipFill>
          <a:blip r:embed="rId2"/>
          <a:stretch>
            <a:fillRect/>
          </a:stretch>
        </p:blipFill>
        <p:spPr>
          <a:xfrm>
            <a:off x="615744" y="403123"/>
            <a:ext cx="10573365" cy="6253315"/>
          </a:xfrm>
          <a:prstGeom prst="rect">
            <a:avLst/>
          </a:prstGeom>
        </p:spPr>
      </p:pic>
    </p:spTree>
    <p:extLst>
      <p:ext uri="{BB962C8B-B14F-4D97-AF65-F5344CB8AC3E}">
        <p14:creationId xmlns:p14="http://schemas.microsoft.com/office/powerpoint/2010/main" val="879651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2C181-6A35-553A-8174-0CED322B54C5}"/>
              </a:ext>
            </a:extLst>
          </p:cNvPr>
          <p:cNvSpPr>
            <a:spLocks noGrp="1"/>
          </p:cNvSpPr>
          <p:nvPr>
            <p:ph type="title"/>
          </p:nvPr>
        </p:nvSpPr>
        <p:spPr>
          <a:xfrm>
            <a:off x="838200" y="365125"/>
            <a:ext cx="10515600" cy="863907"/>
          </a:xfrm>
        </p:spPr>
        <p:txBody>
          <a:bodyPr>
            <a:normAutofit/>
          </a:bodyPr>
          <a:lstStyle/>
          <a:p>
            <a:r>
              <a:rPr lang="en-IN" sz="3600" b="1" dirty="0" err="1"/>
              <a:t>Behavioral</a:t>
            </a:r>
            <a:r>
              <a:rPr lang="en-IN" sz="3600" b="1" dirty="0"/>
              <a:t> Design Pattern</a:t>
            </a:r>
          </a:p>
        </p:txBody>
      </p:sp>
      <p:sp>
        <p:nvSpPr>
          <p:cNvPr id="5" name="TextBox 4">
            <a:extLst>
              <a:ext uri="{FF2B5EF4-FFF2-40B4-BE49-F238E27FC236}">
                <a16:creationId xmlns:a16="http://schemas.microsoft.com/office/drawing/2014/main" id="{0AFF976E-0F1A-C758-F161-EBDE51F95256}"/>
              </a:ext>
            </a:extLst>
          </p:cNvPr>
          <p:cNvSpPr txBox="1"/>
          <p:nvPr/>
        </p:nvSpPr>
        <p:spPr>
          <a:xfrm>
            <a:off x="226141" y="1651423"/>
            <a:ext cx="10854813" cy="1200329"/>
          </a:xfrm>
          <a:prstGeom prst="rect">
            <a:avLst/>
          </a:prstGeom>
          <a:noFill/>
        </p:spPr>
        <p:txBody>
          <a:bodyPr wrap="square">
            <a:spAutoFit/>
          </a:bodyPr>
          <a:lstStyle/>
          <a:p>
            <a:r>
              <a:rPr lang="en-US" sz="2400" b="0" i="0" dirty="0">
                <a:solidFill>
                  <a:srgbClr val="242424"/>
                </a:solidFill>
                <a:effectLst/>
                <a:highlight>
                  <a:srgbClr val="FFFFFF"/>
                </a:highlight>
                <a:latin typeface="source-serif-pro"/>
              </a:rPr>
              <a:t>Behavioral design patterns in Java are a category of design patterns that address</a:t>
            </a:r>
            <a:r>
              <a:rPr lang="en-US" sz="2400" b="1" i="0" dirty="0">
                <a:solidFill>
                  <a:srgbClr val="242424"/>
                </a:solidFill>
                <a:effectLst/>
                <a:highlight>
                  <a:srgbClr val="FFFFFF"/>
                </a:highlight>
                <a:latin typeface="source-serif-pro"/>
              </a:rPr>
              <a:t> how objects communicate and interact with each other</a:t>
            </a:r>
            <a:r>
              <a:rPr lang="en-US" sz="2400" b="0" i="0" dirty="0">
                <a:solidFill>
                  <a:srgbClr val="242424"/>
                </a:solidFill>
                <a:effectLst/>
                <a:highlight>
                  <a:srgbClr val="FFFFFF"/>
                </a:highlight>
                <a:latin typeface="source-serif-pro"/>
              </a:rPr>
              <a:t>. They focus on defining algorithms and assignment of responsibilities between objects in a system. </a:t>
            </a:r>
            <a:endParaRPr lang="en-IN" sz="2400" dirty="0"/>
          </a:p>
        </p:txBody>
      </p:sp>
    </p:spTree>
    <p:extLst>
      <p:ext uri="{BB962C8B-B14F-4D97-AF65-F5344CB8AC3E}">
        <p14:creationId xmlns:p14="http://schemas.microsoft.com/office/powerpoint/2010/main" val="394774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2C181-6A35-553A-8174-0CED322B54C5}"/>
              </a:ext>
            </a:extLst>
          </p:cNvPr>
          <p:cNvSpPr>
            <a:spLocks noGrp="1"/>
          </p:cNvSpPr>
          <p:nvPr>
            <p:ph type="title"/>
          </p:nvPr>
        </p:nvSpPr>
        <p:spPr>
          <a:xfrm>
            <a:off x="838200" y="365125"/>
            <a:ext cx="10515600" cy="863907"/>
          </a:xfrm>
        </p:spPr>
        <p:txBody>
          <a:bodyPr>
            <a:normAutofit/>
          </a:bodyPr>
          <a:lstStyle/>
          <a:p>
            <a:r>
              <a:rPr lang="en-IN" sz="3600" b="1" dirty="0"/>
              <a:t>Command Design Pattern</a:t>
            </a:r>
          </a:p>
        </p:txBody>
      </p:sp>
      <p:sp>
        <p:nvSpPr>
          <p:cNvPr id="7" name="TextBox 6">
            <a:extLst>
              <a:ext uri="{FF2B5EF4-FFF2-40B4-BE49-F238E27FC236}">
                <a16:creationId xmlns:a16="http://schemas.microsoft.com/office/drawing/2014/main" id="{08E99392-EBB5-03F4-F751-D4AD6BB81E40}"/>
              </a:ext>
            </a:extLst>
          </p:cNvPr>
          <p:cNvSpPr txBox="1"/>
          <p:nvPr/>
        </p:nvSpPr>
        <p:spPr>
          <a:xfrm>
            <a:off x="314632" y="1397675"/>
            <a:ext cx="11316929" cy="1754326"/>
          </a:xfrm>
          <a:prstGeom prst="rect">
            <a:avLst/>
          </a:prstGeom>
          <a:noFill/>
        </p:spPr>
        <p:txBody>
          <a:bodyPr wrap="square">
            <a:spAutoFit/>
          </a:bodyPr>
          <a:lstStyle/>
          <a:p>
            <a:r>
              <a:rPr lang="en-US" dirty="0">
                <a:solidFill>
                  <a:srgbClr val="222222"/>
                </a:solidFill>
                <a:highlight>
                  <a:srgbClr val="FFFFFF"/>
                </a:highlight>
                <a:latin typeface="Droid Sans"/>
              </a:rPr>
              <a:t>In the command design pattern, all information needed to perform an action are encapsulated in an object. This information includes following things:</a:t>
            </a:r>
          </a:p>
          <a:p>
            <a:endParaRPr lang="en-US" dirty="0">
              <a:solidFill>
                <a:srgbClr val="222222"/>
              </a:solidFill>
              <a:highlight>
                <a:srgbClr val="FFFFFF"/>
              </a:highlight>
              <a:latin typeface="Droid Sans"/>
            </a:endParaRPr>
          </a:p>
          <a:p>
            <a:r>
              <a:rPr lang="en-US" dirty="0">
                <a:solidFill>
                  <a:srgbClr val="222222"/>
                </a:solidFill>
                <a:highlight>
                  <a:srgbClr val="FFFFFF"/>
                </a:highlight>
                <a:latin typeface="Droid Sans"/>
              </a:rPr>
              <a:t>The method name</a:t>
            </a:r>
          </a:p>
          <a:p>
            <a:r>
              <a:rPr lang="en-US" dirty="0">
                <a:solidFill>
                  <a:srgbClr val="222222"/>
                </a:solidFill>
                <a:highlight>
                  <a:srgbClr val="FFFFFF"/>
                </a:highlight>
                <a:latin typeface="Droid Sans"/>
              </a:rPr>
              <a:t>The object that owns the method</a:t>
            </a:r>
          </a:p>
          <a:p>
            <a:r>
              <a:rPr lang="en-US" dirty="0">
                <a:solidFill>
                  <a:srgbClr val="222222"/>
                </a:solidFill>
                <a:highlight>
                  <a:srgbClr val="FFFFFF"/>
                </a:highlight>
                <a:latin typeface="Droid Sans"/>
              </a:rPr>
              <a:t>Values for the method parameters</a:t>
            </a:r>
            <a:endParaRPr lang="en-IN" dirty="0">
              <a:solidFill>
                <a:srgbClr val="222222"/>
              </a:solidFill>
              <a:highlight>
                <a:srgbClr val="FFFFFF"/>
              </a:highlight>
              <a:latin typeface="Droid Sans"/>
            </a:endParaRPr>
          </a:p>
        </p:txBody>
      </p:sp>
      <p:sp>
        <p:nvSpPr>
          <p:cNvPr id="9" name="TextBox 8">
            <a:extLst>
              <a:ext uri="{FF2B5EF4-FFF2-40B4-BE49-F238E27FC236}">
                <a16:creationId xmlns:a16="http://schemas.microsoft.com/office/drawing/2014/main" id="{FF99C4FF-E620-EA2D-B48F-FC73CBB7F2D1}"/>
              </a:ext>
            </a:extLst>
          </p:cNvPr>
          <p:cNvSpPr txBox="1"/>
          <p:nvPr/>
        </p:nvSpPr>
        <p:spPr>
          <a:xfrm>
            <a:off x="314632" y="3520400"/>
            <a:ext cx="11189110" cy="646331"/>
          </a:xfrm>
          <a:prstGeom prst="rect">
            <a:avLst/>
          </a:prstGeom>
          <a:noFill/>
        </p:spPr>
        <p:txBody>
          <a:bodyPr wrap="square">
            <a:spAutoFit/>
          </a:bodyPr>
          <a:lstStyle/>
          <a:p>
            <a:r>
              <a:rPr lang="en-US" b="0" i="0" dirty="0">
                <a:solidFill>
                  <a:srgbClr val="222222"/>
                </a:solidFill>
                <a:effectLst/>
                <a:highlight>
                  <a:srgbClr val="FFFFFF"/>
                </a:highlight>
                <a:latin typeface="Droid Sans"/>
              </a:rPr>
              <a:t>Following terms always comes with command pattern i.e. Command, Concrete Command, Receiver, Invoker, and Client.</a:t>
            </a:r>
            <a:endParaRPr lang="en-IN" dirty="0"/>
          </a:p>
        </p:txBody>
      </p:sp>
    </p:spTree>
    <p:extLst>
      <p:ext uri="{BB962C8B-B14F-4D97-AF65-F5344CB8AC3E}">
        <p14:creationId xmlns:p14="http://schemas.microsoft.com/office/powerpoint/2010/main" val="4030791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2C181-6A35-553A-8174-0CED322B54C5}"/>
              </a:ext>
            </a:extLst>
          </p:cNvPr>
          <p:cNvSpPr>
            <a:spLocks noGrp="1"/>
          </p:cNvSpPr>
          <p:nvPr>
            <p:ph type="title"/>
          </p:nvPr>
        </p:nvSpPr>
        <p:spPr>
          <a:xfrm>
            <a:off x="838200" y="365125"/>
            <a:ext cx="10515600" cy="863907"/>
          </a:xfrm>
        </p:spPr>
        <p:txBody>
          <a:bodyPr>
            <a:normAutofit/>
          </a:bodyPr>
          <a:lstStyle/>
          <a:p>
            <a:r>
              <a:rPr lang="en-IN" sz="3600" b="1" dirty="0"/>
              <a:t>Command Design Pattern</a:t>
            </a:r>
          </a:p>
        </p:txBody>
      </p:sp>
      <p:sp>
        <p:nvSpPr>
          <p:cNvPr id="4" name="TextBox 3">
            <a:extLst>
              <a:ext uri="{FF2B5EF4-FFF2-40B4-BE49-F238E27FC236}">
                <a16:creationId xmlns:a16="http://schemas.microsoft.com/office/drawing/2014/main" id="{4480A53C-1E19-036D-F611-DDE21708968E}"/>
              </a:ext>
            </a:extLst>
          </p:cNvPr>
          <p:cNvSpPr txBox="1"/>
          <p:nvPr/>
        </p:nvSpPr>
        <p:spPr>
          <a:xfrm>
            <a:off x="196645" y="1513771"/>
            <a:ext cx="11474245" cy="923330"/>
          </a:xfrm>
          <a:prstGeom prst="rect">
            <a:avLst/>
          </a:prstGeom>
          <a:noFill/>
        </p:spPr>
        <p:txBody>
          <a:bodyPr wrap="square">
            <a:spAutoFit/>
          </a:bodyPr>
          <a:lstStyle/>
          <a:p>
            <a:pPr algn="l" fontAlgn="base"/>
            <a:r>
              <a:rPr lang="en-US" b="1" i="0" dirty="0">
                <a:solidFill>
                  <a:srgbClr val="0072C6"/>
                </a:solidFill>
                <a:effectLst/>
                <a:highlight>
                  <a:srgbClr val="FFFFFF"/>
                </a:highlight>
                <a:latin typeface="Gudea"/>
              </a:rPr>
              <a:t>Command</a:t>
            </a:r>
          </a:p>
          <a:p>
            <a:pPr algn="l" fontAlgn="base"/>
            <a:r>
              <a:rPr lang="en-US" b="0" i="0" dirty="0">
                <a:solidFill>
                  <a:srgbClr val="222222"/>
                </a:solidFill>
                <a:effectLst/>
                <a:highlight>
                  <a:srgbClr val="FFFFFF"/>
                </a:highlight>
                <a:latin typeface="Droid Sans"/>
              </a:rPr>
              <a:t>This declares a common interface that will be implemented by all Concrete Commands. At a minimum, it must declare one method to execute the actual action.</a:t>
            </a:r>
          </a:p>
        </p:txBody>
      </p:sp>
      <p:sp>
        <p:nvSpPr>
          <p:cNvPr id="6" name="TextBox 5">
            <a:extLst>
              <a:ext uri="{FF2B5EF4-FFF2-40B4-BE49-F238E27FC236}">
                <a16:creationId xmlns:a16="http://schemas.microsoft.com/office/drawing/2014/main" id="{9520477D-1E5A-53DA-F6FF-73F4A7B686E9}"/>
              </a:ext>
            </a:extLst>
          </p:cNvPr>
          <p:cNvSpPr txBox="1"/>
          <p:nvPr/>
        </p:nvSpPr>
        <p:spPr>
          <a:xfrm>
            <a:off x="282677" y="2437101"/>
            <a:ext cx="11474244" cy="1477328"/>
          </a:xfrm>
          <a:prstGeom prst="rect">
            <a:avLst/>
          </a:prstGeom>
          <a:noFill/>
        </p:spPr>
        <p:txBody>
          <a:bodyPr wrap="square">
            <a:spAutoFit/>
          </a:bodyPr>
          <a:lstStyle/>
          <a:p>
            <a:pPr algn="l" fontAlgn="base"/>
            <a:r>
              <a:rPr lang="en-US" b="1" i="0" dirty="0">
                <a:solidFill>
                  <a:srgbClr val="0072C6"/>
                </a:solidFill>
                <a:effectLst/>
                <a:highlight>
                  <a:srgbClr val="FFFFFF"/>
                </a:highlight>
                <a:latin typeface="Gudea"/>
              </a:rPr>
              <a:t>Concrete Command</a:t>
            </a:r>
          </a:p>
          <a:p>
            <a:pPr algn="l" fontAlgn="base"/>
            <a:r>
              <a:rPr lang="en-US" b="0" i="0" dirty="0">
                <a:solidFill>
                  <a:srgbClr val="222222"/>
                </a:solidFill>
                <a:effectLst/>
                <a:highlight>
                  <a:srgbClr val="FFFFFF"/>
                </a:highlight>
                <a:latin typeface="Droid Sans"/>
              </a:rPr>
              <a:t>This class performs actual operation or command. It extends the Command interface and implements the appropriate method for execution on a receiver.</a:t>
            </a:r>
          </a:p>
          <a:p>
            <a:pPr algn="l" fontAlgn="base"/>
            <a:r>
              <a:rPr lang="en-US" b="1" i="0" dirty="0">
                <a:solidFill>
                  <a:srgbClr val="0072C6"/>
                </a:solidFill>
                <a:effectLst/>
                <a:highlight>
                  <a:srgbClr val="FFFFFF"/>
                </a:highlight>
                <a:latin typeface="Gudea"/>
              </a:rPr>
              <a:t>Client</a:t>
            </a:r>
          </a:p>
          <a:p>
            <a:pPr algn="l" fontAlgn="base"/>
            <a:r>
              <a:rPr lang="en-US" b="0" i="0" dirty="0">
                <a:solidFill>
                  <a:srgbClr val="222222"/>
                </a:solidFill>
                <a:effectLst/>
                <a:highlight>
                  <a:srgbClr val="FFFFFF"/>
                </a:highlight>
                <a:latin typeface="Droid Sans"/>
              </a:rPr>
              <a:t>The client has the responsibility to create Concrete Command. The command then passed on to Invoker</a:t>
            </a:r>
          </a:p>
        </p:txBody>
      </p:sp>
      <p:sp>
        <p:nvSpPr>
          <p:cNvPr id="11" name="TextBox 10">
            <a:extLst>
              <a:ext uri="{FF2B5EF4-FFF2-40B4-BE49-F238E27FC236}">
                <a16:creationId xmlns:a16="http://schemas.microsoft.com/office/drawing/2014/main" id="{94D209DD-C937-EABA-EDED-90AD521B5AC4}"/>
              </a:ext>
            </a:extLst>
          </p:cNvPr>
          <p:cNvSpPr txBox="1"/>
          <p:nvPr/>
        </p:nvSpPr>
        <p:spPr>
          <a:xfrm>
            <a:off x="110612" y="4190067"/>
            <a:ext cx="11646309" cy="2308324"/>
          </a:xfrm>
          <a:prstGeom prst="rect">
            <a:avLst/>
          </a:prstGeom>
          <a:noFill/>
        </p:spPr>
        <p:txBody>
          <a:bodyPr wrap="square">
            <a:spAutoFit/>
          </a:bodyPr>
          <a:lstStyle/>
          <a:p>
            <a:pPr algn="l" fontAlgn="base"/>
            <a:r>
              <a:rPr lang="en-US" b="1" i="0" dirty="0">
                <a:solidFill>
                  <a:srgbClr val="0072C6"/>
                </a:solidFill>
                <a:effectLst/>
                <a:highlight>
                  <a:srgbClr val="FFFFFF"/>
                </a:highlight>
                <a:latin typeface="Gudea"/>
              </a:rPr>
              <a:t>Invoker</a:t>
            </a:r>
          </a:p>
          <a:p>
            <a:pPr algn="l" fontAlgn="base"/>
            <a:r>
              <a:rPr lang="en-US" b="0" i="0" dirty="0">
                <a:solidFill>
                  <a:srgbClr val="222222"/>
                </a:solidFill>
                <a:effectLst/>
                <a:highlight>
                  <a:srgbClr val="FFFFFF"/>
                </a:highlight>
                <a:latin typeface="Droid Sans"/>
              </a:rPr>
              <a:t>As the name suggests, these are only to invoke actual execute operation or action. These classes get a pre-created concrete commands object from the client.</a:t>
            </a:r>
          </a:p>
          <a:p>
            <a:pPr algn="l" fontAlgn="base"/>
            <a:r>
              <a:rPr lang="en-US" b="1" i="0" dirty="0">
                <a:solidFill>
                  <a:srgbClr val="0072C6"/>
                </a:solidFill>
                <a:effectLst/>
                <a:highlight>
                  <a:srgbClr val="FFFFFF"/>
                </a:highlight>
                <a:latin typeface="Gudea"/>
              </a:rPr>
              <a:t>Receiver</a:t>
            </a:r>
          </a:p>
          <a:p>
            <a:pPr algn="l" fontAlgn="base"/>
            <a:r>
              <a:rPr lang="en-US" b="0" i="0" dirty="0">
                <a:solidFill>
                  <a:srgbClr val="222222"/>
                </a:solidFill>
                <a:effectLst/>
                <a:highlight>
                  <a:srgbClr val="FFFFFF"/>
                </a:highlight>
                <a:latin typeface="Droid Sans"/>
              </a:rPr>
              <a:t>These hold the business logic to carry out a command or operation.</a:t>
            </a:r>
          </a:p>
          <a:p>
            <a:pPr algn="l" fontAlgn="base"/>
            <a:r>
              <a:rPr lang="en-US" b="0" i="0" dirty="0">
                <a:solidFill>
                  <a:srgbClr val="222222"/>
                </a:solidFill>
                <a:effectLst/>
                <a:highlight>
                  <a:srgbClr val="FFFFFF"/>
                </a:highlight>
                <a:latin typeface="Droid Sans"/>
              </a:rPr>
              <a:t>The command design pattern can be explained perfectly with a restaurant example. Where the customer places an order/command with the waiter. Then waiter runs it through his manager and then its passed on to cook for execution.  When food is ready, the command to serve food to the customer is carried out by the waiter.</a:t>
            </a:r>
          </a:p>
        </p:txBody>
      </p:sp>
    </p:spTree>
    <p:extLst>
      <p:ext uri="{BB962C8B-B14F-4D97-AF65-F5344CB8AC3E}">
        <p14:creationId xmlns:p14="http://schemas.microsoft.com/office/powerpoint/2010/main" val="3431655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817AAD-179A-6DEF-B2C2-D665C8C898E5}"/>
              </a:ext>
            </a:extLst>
          </p:cNvPr>
          <p:cNvPicPr>
            <a:picLocks noChangeAspect="1"/>
          </p:cNvPicPr>
          <p:nvPr/>
        </p:nvPicPr>
        <p:blipFill>
          <a:blip r:embed="rId2"/>
          <a:stretch>
            <a:fillRect/>
          </a:stretch>
        </p:blipFill>
        <p:spPr>
          <a:xfrm>
            <a:off x="1258529" y="835742"/>
            <a:ext cx="9812594" cy="4326193"/>
          </a:xfrm>
          <a:prstGeom prst="rect">
            <a:avLst/>
          </a:prstGeom>
        </p:spPr>
      </p:pic>
      <p:sp>
        <p:nvSpPr>
          <p:cNvPr id="6" name="TextBox 5">
            <a:extLst>
              <a:ext uri="{FF2B5EF4-FFF2-40B4-BE49-F238E27FC236}">
                <a16:creationId xmlns:a16="http://schemas.microsoft.com/office/drawing/2014/main" id="{AB18D302-55D7-BE9F-7316-FDF40825AED0}"/>
              </a:ext>
            </a:extLst>
          </p:cNvPr>
          <p:cNvSpPr txBox="1"/>
          <p:nvPr/>
        </p:nvSpPr>
        <p:spPr>
          <a:xfrm>
            <a:off x="688258" y="5517196"/>
            <a:ext cx="9301315" cy="646331"/>
          </a:xfrm>
          <a:prstGeom prst="rect">
            <a:avLst/>
          </a:prstGeom>
          <a:noFill/>
        </p:spPr>
        <p:txBody>
          <a:bodyPr wrap="square">
            <a:spAutoFit/>
          </a:bodyPr>
          <a:lstStyle/>
          <a:p>
            <a:r>
              <a:rPr lang="en-IN" dirty="0">
                <a:hlinkClick r:id="rId3"/>
              </a:rPr>
              <a:t>https://www.opencodez.com/java/command-design-pattern.htm</a:t>
            </a:r>
            <a:r>
              <a:rPr lang="en-IN" dirty="0"/>
              <a:t> </a:t>
            </a:r>
            <a:br>
              <a:rPr lang="en-IN" dirty="0"/>
            </a:br>
            <a:r>
              <a:rPr lang="en-IN" dirty="0">
                <a:hlinkClick r:id="rId4"/>
              </a:rPr>
              <a:t>https://www.scaler.com/topics/design-patterns/command-design-pattern/</a:t>
            </a:r>
            <a:r>
              <a:rPr lang="en-IN" dirty="0"/>
              <a:t> </a:t>
            </a:r>
          </a:p>
        </p:txBody>
      </p:sp>
    </p:spTree>
    <p:extLst>
      <p:ext uri="{BB962C8B-B14F-4D97-AF65-F5344CB8AC3E}">
        <p14:creationId xmlns:p14="http://schemas.microsoft.com/office/powerpoint/2010/main" val="1875338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85FB82F-114B-8AFF-B977-17D5BB2D1C25}"/>
              </a:ext>
            </a:extLst>
          </p:cNvPr>
          <p:cNvSpPr txBox="1"/>
          <p:nvPr/>
        </p:nvSpPr>
        <p:spPr>
          <a:xfrm>
            <a:off x="452283" y="365941"/>
            <a:ext cx="11149781" cy="461665"/>
          </a:xfrm>
          <a:prstGeom prst="rect">
            <a:avLst/>
          </a:prstGeom>
          <a:noFill/>
        </p:spPr>
        <p:txBody>
          <a:bodyPr wrap="square">
            <a:spAutoFit/>
          </a:bodyPr>
          <a:lstStyle/>
          <a:p>
            <a:pPr algn="l"/>
            <a:r>
              <a:rPr lang="en-US" sz="2400" b="1" i="0" dirty="0">
                <a:solidFill>
                  <a:srgbClr val="212121"/>
                </a:solidFill>
                <a:effectLst/>
                <a:latin typeface="Tahoma" panose="020B0604030504040204" pitchFamily="34" charset="0"/>
              </a:rPr>
              <a:t>Core Concepts of the Command Design Pattern</a:t>
            </a:r>
          </a:p>
        </p:txBody>
      </p:sp>
      <p:sp>
        <p:nvSpPr>
          <p:cNvPr id="11" name="TextBox 10">
            <a:extLst>
              <a:ext uri="{FF2B5EF4-FFF2-40B4-BE49-F238E27FC236}">
                <a16:creationId xmlns:a16="http://schemas.microsoft.com/office/drawing/2014/main" id="{BB29963D-7F9E-C63A-C86F-060CC95D9FE5}"/>
              </a:ext>
            </a:extLst>
          </p:cNvPr>
          <p:cNvSpPr txBox="1"/>
          <p:nvPr/>
        </p:nvSpPr>
        <p:spPr>
          <a:xfrm>
            <a:off x="255638" y="1083695"/>
            <a:ext cx="11680723" cy="5632311"/>
          </a:xfrm>
          <a:prstGeom prst="rect">
            <a:avLst/>
          </a:prstGeom>
          <a:noFill/>
        </p:spPr>
        <p:txBody>
          <a:bodyPr wrap="square">
            <a:spAutoFit/>
          </a:bodyPr>
          <a:lstStyle/>
          <a:p>
            <a:pPr algn="l"/>
            <a:r>
              <a:rPr lang="en-IN" sz="2400" b="1" i="0" dirty="0">
                <a:solidFill>
                  <a:srgbClr val="3C5780"/>
                </a:solidFill>
                <a:effectLst/>
                <a:latin typeface="Roboto" panose="02000000000000000000" pitchFamily="2" charset="0"/>
              </a:rPr>
              <a:t>The Command Interface</a:t>
            </a:r>
          </a:p>
          <a:p>
            <a:pPr algn="l"/>
            <a:r>
              <a:rPr lang="en-US" sz="2400" dirty="0">
                <a:solidFill>
                  <a:srgbClr val="242424"/>
                </a:solidFill>
                <a:latin typeface="Noto Serif" panose="02020600060500020200" pitchFamily="18" charset="0"/>
              </a:rPr>
              <a:t>The Command Interface is the cornerstone of this design pattern. It typically includes a single execution method that encapsulates the action to be performed. This interface serves as a contract for all concrete command classes, ensuring a consistent structure for command implementation</a:t>
            </a:r>
            <a:r>
              <a:rPr lang="en-US" sz="2400" b="1" i="0" dirty="0">
                <a:effectLst/>
                <a:latin typeface="Roboto" panose="02000000000000000000" pitchFamily="2" charset="0"/>
              </a:rPr>
              <a:t>.</a:t>
            </a:r>
            <a:endParaRPr lang="en-IN" sz="2400" b="1" i="0" dirty="0">
              <a:effectLst/>
              <a:latin typeface="Roboto" panose="02000000000000000000" pitchFamily="2" charset="0"/>
            </a:endParaRPr>
          </a:p>
          <a:p>
            <a:pPr algn="l"/>
            <a:r>
              <a:rPr lang="en-US" sz="2400" b="1" i="0" dirty="0">
                <a:solidFill>
                  <a:srgbClr val="3C5780"/>
                </a:solidFill>
                <a:effectLst/>
                <a:latin typeface="Roboto" panose="02000000000000000000" pitchFamily="2" charset="0"/>
              </a:rPr>
              <a:t>Concrete Commands</a:t>
            </a:r>
          </a:p>
          <a:p>
            <a:pPr algn="just"/>
            <a:r>
              <a:rPr lang="en-US" sz="2400" b="0" i="0" dirty="0">
                <a:solidFill>
                  <a:srgbClr val="242424"/>
                </a:solidFill>
                <a:effectLst/>
                <a:latin typeface="Noto Serif" panose="02020600060500020200" pitchFamily="18" charset="0"/>
              </a:rPr>
              <a:t>Concrete Commands are classes that implement the Command Interface. Each class represents a specific action or request. These commands hold the necessary information to execute the action, such as method name, parameters, and the receiver object.</a:t>
            </a:r>
          </a:p>
          <a:p>
            <a:pPr algn="l"/>
            <a:r>
              <a:rPr lang="en-US" sz="2400" b="1" i="0" dirty="0">
                <a:solidFill>
                  <a:srgbClr val="3C5780"/>
                </a:solidFill>
                <a:effectLst/>
                <a:latin typeface="Roboto" panose="02000000000000000000" pitchFamily="2" charset="0"/>
              </a:rPr>
              <a:t>Invoker</a:t>
            </a:r>
          </a:p>
          <a:p>
            <a:pPr algn="just"/>
            <a:r>
              <a:rPr lang="en-US" sz="2400" b="0" i="0" dirty="0">
                <a:solidFill>
                  <a:srgbClr val="242424"/>
                </a:solidFill>
                <a:effectLst/>
                <a:latin typeface="Noto Serif" panose="02020600060500020200" pitchFamily="18" charset="0"/>
              </a:rPr>
              <a:t>The Invoker component is responsible for initiating the command. It holds a command and can call the command’s execution method to start the action. The Invoker doesn’t need to know about the concrete command class, as it works with commands through the Command Interface.</a:t>
            </a:r>
          </a:p>
        </p:txBody>
      </p:sp>
    </p:spTree>
    <p:extLst>
      <p:ext uri="{BB962C8B-B14F-4D97-AF65-F5344CB8AC3E}">
        <p14:creationId xmlns:p14="http://schemas.microsoft.com/office/powerpoint/2010/main" val="1704199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85FB82F-114B-8AFF-B977-17D5BB2D1C25}"/>
              </a:ext>
            </a:extLst>
          </p:cNvPr>
          <p:cNvSpPr txBox="1"/>
          <p:nvPr/>
        </p:nvSpPr>
        <p:spPr>
          <a:xfrm>
            <a:off x="452283" y="365941"/>
            <a:ext cx="11149781" cy="461665"/>
          </a:xfrm>
          <a:prstGeom prst="rect">
            <a:avLst/>
          </a:prstGeom>
          <a:noFill/>
        </p:spPr>
        <p:txBody>
          <a:bodyPr wrap="square">
            <a:spAutoFit/>
          </a:bodyPr>
          <a:lstStyle/>
          <a:p>
            <a:pPr algn="l"/>
            <a:r>
              <a:rPr lang="en-US" sz="2400" b="1" i="0" dirty="0">
                <a:solidFill>
                  <a:srgbClr val="212121"/>
                </a:solidFill>
                <a:effectLst/>
                <a:latin typeface="Tahoma" panose="020B0604030504040204" pitchFamily="34" charset="0"/>
              </a:rPr>
              <a:t>Core Concepts of the Command Design Pattern</a:t>
            </a:r>
          </a:p>
        </p:txBody>
      </p:sp>
      <p:sp>
        <p:nvSpPr>
          <p:cNvPr id="11" name="TextBox 10">
            <a:extLst>
              <a:ext uri="{FF2B5EF4-FFF2-40B4-BE49-F238E27FC236}">
                <a16:creationId xmlns:a16="http://schemas.microsoft.com/office/drawing/2014/main" id="{BB29963D-7F9E-C63A-C86F-060CC95D9FE5}"/>
              </a:ext>
            </a:extLst>
          </p:cNvPr>
          <p:cNvSpPr txBox="1"/>
          <p:nvPr/>
        </p:nvSpPr>
        <p:spPr>
          <a:xfrm>
            <a:off x="255638" y="1083695"/>
            <a:ext cx="11680723" cy="4832092"/>
          </a:xfrm>
          <a:prstGeom prst="rect">
            <a:avLst/>
          </a:prstGeom>
          <a:noFill/>
        </p:spPr>
        <p:txBody>
          <a:bodyPr wrap="square">
            <a:spAutoFit/>
          </a:bodyPr>
          <a:lstStyle/>
          <a:p>
            <a:pPr algn="l"/>
            <a:r>
              <a:rPr lang="en-US" sz="2800" b="1" i="0" dirty="0">
                <a:solidFill>
                  <a:srgbClr val="3C5780"/>
                </a:solidFill>
                <a:effectLst/>
                <a:latin typeface="Roboto" panose="02000000000000000000" pitchFamily="2" charset="0"/>
              </a:rPr>
              <a:t>Receiver</a:t>
            </a:r>
          </a:p>
          <a:p>
            <a:pPr algn="just"/>
            <a:r>
              <a:rPr lang="en-US" sz="2800" b="0" i="0" dirty="0">
                <a:solidFill>
                  <a:srgbClr val="242424"/>
                </a:solidFill>
                <a:effectLst/>
                <a:latin typeface="Noto Serif" panose="02020600060500020200" pitchFamily="18" charset="0"/>
              </a:rPr>
              <a:t>The Receiver is the object that knows how to perform the actual action. The command passes its request to the receiver to execute the desired operation. In many implementations, the command object holds a reference to the receiver.</a:t>
            </a:r>
            <a:endParaRPr lang="en-IN" sz="2800" b="1" dirty="0">
              <a:solidFill>
                <a:srgbClr val="3C5780"/>
              </a:solidFill>
              <a:latin typeface="Roboto" panose="02000000000000000000" pitchFamily="2" charset="0"/>
            </a:endParaRPr>
          </a:p>
          <a:p>
            <a:pPr algn="l"/>
            <a:r>
              <a:rPr lang="en-US" sz="2800" b="1" i="0" dirty="0">
                <a:solidFill>
                  <a:srgbClr val="3C5780"/>
                </a:solidFill>
                <a:effectLst/>
                <a:latin typeface="Roboto" panose="02000000000000000000" pitchFamily="2" charset="0"/>
              </a:rPr>
              <a:t>Client</a:t>
            </a:r>
          </a:p>
          <a:p>
            <a:pPr algn="just"/>
            <a:r>
              <a:rPr lang="en-US" sz="2800" b="0" i="0" dirty="0">
                <a:solidFill>
                  <a:srgbClr val="242424"/>
                </a:solidFill>
                <a:effectLst/>
                <a:latin typeface="Noto Serif" panose="02020600060500020200" pitchFamily="18" charset="0"/>
              </a:rPr>
              <a:t>The Client in the Command Design Pattern creates the concrete command objects and sets their receiver. It can also assign commands to the invoker. In some cases, the client can configure commands with additional context or parameters required for execution.</a:t>
            </a:r>
          </a:p>
        </p:txBody>
      </p:sp>
    </p:spTree>
    <p:extLst>
      <p:ext uri="{BB962C8B-B14F-4D97-AF65-F5344CB8AC3E}">
        <p14:creationId xmlns:p14="http://schemas.microsoft.com/office/powerpoint/2010/main" val="2971648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85FB82F-114B-8AFF-B977-17D5BB2D1C25}"/>
              </a:ext>
            </a:extLst>
          </p:cNvPr>
          <p:cNvSpPr txBox="1"/>
          <p:nvPr/>
        </p:nvSpPr>
        <p:spPr>
          <a:xfrm>
            <a:off x="452283" y="365941"/>
            <a:ext cx="11149781" cy="461665"/>
          </a:xfrm>
          <a:prstGeom prst="rect">
            <a:avLst/>
          </a:prstGeom>
          <a:noFill/>
        </p:spPr>
        <p:txBody>
          <a:bodyPr wrap="square">
            <a:spAutoFit/>
          </a:bodyPr>
          <a:lstStyle/>
          <a:p>
            <a:r>
              <a:rPr lang="en-US" sz="2400" b="1" i="0" dirty="0">
                <a:solidFill>
                  <a:srgbClr val="212121"/>
                </a:solidFill>
                <a:effectLst/>
                <a:latin typeface="Tahoma" panose="020B0604030504040204" pitchFamily="34" charset="0"/>
              </a:rPr>
              <a:t>Implementation of the Command Design Pattern</a:t>
            </a:r>
            <a:r>
              <a:rPr lang="en-US" sz="2400" b="1" dirty="0">
                <a:solidFill>
                  <a:srgbClr val="212121"/>
                </a:solidFill>
                <a:latin typeface="Tahoma" panose="020B0604030504040204" pitchFamily="34" charset="0"/>
              </a:rPr>
              <a:t> </a:t>
            </a:r>
            <a:endParaRPr lang="en-US" sz="2400" b="1" i="0" dirty="0">
              <a:solidFill>
                <a:srgbClr val="212121"/>
              </a:solidFill>
              <a:effectLst/>
              <a:latin typeface="Tahoma" panose="020B0604030504040204" pitchFamily="34" charset="0"/>
            </a:endParaRPr>
          </a:p>
        </p:txBody>
      </p:sp>
      <p:sp>
        <p:nvSpPr>
          <p:cNvPr id="11" name="TextBox 10">
            <a:extLst>
              <a:ext uri="{FF2B5EF4-FFF2-40B4-BE49-F238E27FC236}">
                <a16:creationId xmlns:a16="http://schemas.microsoft.com/office/drawing/2014/main" id="{BB29963D-7F9E-C63A-C86F-060CC95D9FE5}"/>
              </a:ext>
            </a:extLst>
          </p:cNvPr>
          <p:cNvSpPr txBox="1"/>
          <p:nvPr/>
        </p:nvSpPr>
        <p:spPr>
          <a:xfrm>
            <a:off x="255638" y="1083695"/>
            <a:ext cx="11680723" cy="5570756"/>
          </a:xfrm>
          <a:prstGeom prst="rect">
            <a:avLst/>
          </a:prstGeom>
          <a:noFill/>
        </p:spPr>
        <p:txBody>
          <a:bodyPr wrap="square">
            <a:spAutoFit/>
          </a:bodyPr>
          <a:lstStyle/>
          <a:p>
            <a:pPr algn="just">
              <a:buFont typeface="+mj-lt"/>
              <a:buAutoNum type="arabicPeriod"/>
            </a:pPr>
            <a:r>
              <a:rPr lang="en-US" sz="2800" b="1" i="0" dirty="0">
                <a:solidFill>
                  <a:srgbClr val="333333"/>
                </a:solidFill>
                <a:effectLst/>
                <a:latin typeface="Noto Serif" panose="02020600060500020200" pitchFamily="18" charset="0"/>
              </a:rPr>
              <a:t>Define the Command Interface</a:t>
            </a:r>
            <a:r>
              <a:rPr lang="en-US" sz="2800" b="0" i="0" dirty="0">
                <a:solidFill>
                  <a:srgbClr val="242424"/>
                </a:solidFill>
                <a:effectLst/>
                <a:latin typeface="Noto Serif" panose="02020600060500020200" pitchFamily="18" charset="0"/>
              </a:rPr>
              <a:t>: Start by creating a command interface with an execute method. This method will be called to trigger the command.</a:t>
            </a:r>
          </a:p>
          <a:p>
            <a:pPr algn="just">
              <a:buFont typeface="+mj-lt"/>
              <a:buAutoNum type="arabicPeriod"/>
            </a:pPr>
            <a:r>
              <a:rPr lang="en-US" sz="2800" b="1" i="0" dirty="0">
                <a:solidFill>
                  <a:srgbClr val="333333"/>
                </a:solidFill>
                <a:effectLst/>
                <a:latin typeface="Noto Serif" panose="02020600060500020200" pitchFamily="18" charset="0"/>
              </a:rPr>
              <a:t>Create Concrete Command Classes</a:t>
            </a:r>
            <a:r>
              <a:rPr lang="en-US" sz="2800" b="0" i="0" dirty="0">
                <a:solidFill>
                  <a:srgbClr val="242424"/>
                </a:solidFill>
                <a:effectLst/>
                <a:latin typeface="Noto Serif" panose="02020600060500020200" pitchFamily="18" charset="0"/>
              </a:rPr>
              <a:t>: Implement the command interface in different concrete command classes. Each class should encapsulate the action to be performed and its parameters.</a:t>
            </a:r>
          </a:p>
          <a:p>
            <a:pPr algn="just">
              <a:buFont typeface="+mj-lt"/>
              <a:buAutoNum type="arabicPeriod"/>
            </a:pPr>
            <a:endParaRPr lang="en-US" sz="2800" b="0" i="0" dirty="0">
              <a:solidFill>
                <a:srgbClr val="242424"/>
              </a:solidFill>
              <a:effectLst/>
              <a:latin typeface="Noto Serif" panose="02020600060500020200" pitchFamily="18" charset="0"/>
            </a:endParaRPr>
          </a:p>
          <a:p>
            <a:pPr algn="just">
              <a:buFont typeface="+mj-lt"/>
              <a:buAutoNum type="arabicPeriod"/>
            </a:pPr>
            <a:r>
              <a:rPr lang="en-US" sz="2800" b="1" i="0" dirty="0">
                <a:solidFill>
                  <a:srgbClr val="333333"/>
                </a:solidFill>
                <a:effectLst/>
                <a:latin typeface="Noto Serif" panose="02020600060500020200" pitchFamily="18" charset="0"/>
              </a:rPr>
              <a:t>Identify the Receiver</a:t>
            </a:r>
            <a:r>
              <a:rPr lang="en-US" sz="2800" b="0" i="0" dirty="0">
                <a:solidFill>
                  <a:srgbClr val="242424"/>
                </a:solidFill>
                <a:effectLst/>
                <a:latin typeface="Noto Serif" panose="02020600060500020200" pitchFamily="18" charset="0"/>
              </a:rPr>
              <a:t>: Determine the receiver class that knows how to perform the actual operation. The command will delegate the execution to the receiver.</a:t>
            </a:r>
          </a:p>
          <a:p>
            <a:pPr algn="just">
              <a:buFont typeface="+mj-lt"/>
              <a:buAutoNum type="arabicPeriod"/>
            </a:pPr>
            <a:endParaRPr lang="en-US" sz="2800" b="0" i="0" dirty="0">
              <a:solidFill>
                <a:srgbClr val="242424"/>
              </a:solidFill>
              <a:effectLst/>
              <a:latin typeface="Noto Serif" panose="02020600060500020200" pitchFamily="18" charset="0"/>
            </a:endParaRPr>
          </a:p>
          <a:p>
            <a:pPr algn="just">
              <a:buFont typeface="+mj-lt"/>
              <a:buAutoNum type="arabicPeriod"/>
            </a:pPr>
            <a:r>
              <a:rPr lang="en-US" sz="2400" b="0" i="0" dirty="0">
                <a:solidFill>
                  <a:srgbClr val="242424"/>
                </a:solidFill>
                <a:effectLst/>
                <a:latin typeface="Noto Serif" panose="02020600060500020200" pitchFamily="18" charset="0"/>
                <a:hlinkClick r:id="rId2"/>
              </a:rPr>
              <a:t>https://naveen-metta.medium.com/mastering-the-command-pattern-in-java-a-comprehensive-guide-to-flexible-code-design-and-advanced-d6d7b2748c11</a:t>
            </a:r>
            <a:r>
              <a:rPr lang="en-US" sz="2400" dirty="0">
                <a:solidFill>
                  <a:srgbClr val="242424"/>
                </a:solidFill>
                <a:latin typeface="Noto Serif" panose="02020600060500020200" pitchFamily="18" charset="0"/>
              </a:rPr>
              <a:t> </a:t>
            </a:r>
            <a:endParaRPr lang="en-US" sz="2400" b="0" i="0" dirty="0">
              <a:solidFill>
                <a:srgbClr val="242424"/>
              </a:solidFill>
              <a:effectLst/>
              <a:latin typeface="Noto Serif" panose="02020600060500020200" pitchFamily="18" charset="0"/>
            </a:endParaRPr>
          </a:p>
        </p:txBody>
      </p:sp>
    </p:spTree>
    <p:extLst>
      <p:ext uri="{BB962C8B-B14F-4D97-AF65-F5344CB8AC3E}">
        <p14:creationId xmlns:p14="http://schemas.microsoft.com/office/powerpoint/2010/main" val="1368802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85FB82F-114B-8AFF-B977-17D5BB2D1C25}"/>
              </a:ext>
            </a:extLst>
          </p:cNvPr>
          <p:cNvSpPr txBox="1"/>
          <p:nvPr/>
        </p:nvSpPr>
        <p:spPr>
          <a:xfrm>
            <a:off x="452283" y="365941"/>
            <a:ext cx="11149781" cy="461665"/>
          </a:xfrm>
          <a:prstGeom prst="rect">
            <a:avLst/>
          </a:prstGeom>
          <a:noFill/>
        </p:spPr>
        <p:txBody>
          <a:bodyPr wrap="square">
            <a:spAutoFit/>
          </a:bodyPr>
          <a:lstStyle/>
          <a:p>
            <a:r>
              <a:rPr lang="en-US" sz="2400" b="1" i="0" dirty="0">
                <a:solidFill>
                  <a:srgbClr val="212121"/>
                </a:solidFill>
                <a:effectLst/>
                <a:latin typeface="Tahoma" panose="020B0604030504040204" pitchFamily="34" charset="0"/>
              </a:rPr>
              <a:t>Implementation of the Command Design Pattern</a:t>
            </a:r>
            <a:r>
              <a:rPr lang="en-US" sz="2400" b="1" dirty="0">
                <a:solidFill>
                  <a:srgbClr val="212121"/>
                </a:solidFill>
                <a:latin typeface="Tahoma" panose="020B0604030504040204" pitchFamily="34" charset="0"/>
              </a:rPr>
              <a:t> </a:t>
            </a:r>
            <a:endParaRPr lang="en-US" sz="2400" b="1" i="0" dirty="0">
              <a:solidFill>
                <a:srgbClr val="212121"/>
              </a:solidFill>
              <a:effectLst/>
              <a:latin typeface="Tahoma" panose="020B0604030504040204" pitchFamily="34" charset="0"/>
            </a:endParaRPr>
          </a:p>
        </p:txBody>
      </p:sp>
      <p:sp>
        <p:nvSpPr>
          <p:cNvPr id="11" name="TextBox 10">
            <a:extLst>
              <a:ext uri="{FF2B5EF4-FFF2-40B4-BE49-F238E27FC236}">
                <a16:creationId xmlns:a16="http://schemas.microsoft.com/office/drawing/2014/main" id="{BB29963D-7F9E-C63A-C86F-060CC95D9FE5}"/>
              </a:ext>
            </a:extLst>
          </p:cNvPr>
          <p:cNvSpPr txBox="1"/>
          <p:nvPr/>
        </p:nvSpPr>
        <p:spPr>
          <a:xfrm>
            <a:off x="255638" y="1083695"/>
            <a:ext cx="11680723" cy="4401205"/>
          </a:xfrm>
          <a:prstGeom prst="rect">
            <a:avLst/>
          </a:prstGeom>
          <a:noFill/>
        </p:spPr>
        <p:txBody>
          <a:bodyPr wrap="square">
            <a:spAutoFit/>
          </a:bodyPr>
          <a:lstStyle/>
          <a:p>
            <a:pPr algn="just">
              <a:buFont typeface="+mj-lt"/>
              <a:buAutoNum type="arabicPeriod"/>
            </a:pPr>
            <a:r>
              <a:rPr lang="en-US" sz="2800" b="1" i="0" dirty="0">
                <a:solidFill>
                  <a:srgbClr val="333333"/>
                </a:solidFill>
                <a:effectLst/>
                <a:latin typeface="Noto Serif" panose="02020600060500020200" pitchFamily="18" charset="0"/>
              </a:rPr>
              <a:t>Implement the Invoker</a:t>
            </a:r>
            <a:r>
              <a:rPr lang="en-US" sz="2800" b="0" i="0" dirty="0">
                <a:solidFill>
                  <a:srgbClr val="242424"/>
                </a:solidFill>
                <a:effectLst/>
                <a:latin typeface="Noto Serif" panose="02020600060500020200" pitchFamily="18" charset="0"/>
              </a:rPr>
              <a:t>: Create the invoker class that will hold and execute commands. The invoker calls the command’s execute method without needing specific knowledge of the concrete command.</a:t>
            </a:r>
          </a:p>
          <a:p>
            <a:pPr algn="just">
              <a:buFont typeface="+mj-lt"/>
              <a:buAutoNum type="arabicPeriod"/>
            </a:pPr>
            <a:r>
              <a:rPr lang="en-US" sz="2800" b="1" i="0" dirty="0">
                <a:solidFill>
                  <a:srgbClr val="333333"/>
                </a:solidFill>
                <a:effectLst/>
                <a:latin typeface="Noto Serif" panose="02020600060500020200" pitchFamily="18" charset="0"/>
              </a:rPr>
              <a:t>Configure the Client</a:t>
            </a:r>
            <a:r>
              <a:rPr lang="en-US" sz="2800" b="0" i="0" dirty="0">
                <a:solidFill>
                  <a:srgbClr val="242424"/>
                </a:solidFill>
                <a:effectLst/>
                <a:latin typeface="Noto Serif" panose="02020600060500020200" pitchFamily="18" charset="0"/>
              </a:rPr>
              <a:t>: The client creates concrete command objects and associates them with their respective receivers. It also assigns commands to the invoker.</a:t>
            </a:r>
          </a:p>
          <a:p>
            <a:pPr algn="just">
              <a:buFont typeface="+mj-lt"/>
              <a:buAutoNum type="arabicPeriod"/>
            </a:pPr>
            <a:r>
              <a:rPr lang="en-US" sz="2800" b="1" i="0" dirty="0">
                <a:solidFill>
                  <a:srgbClr val="333333"/>
                </a:solidFill>
                <a:effectLst/>
                <a:latin typeface="Noto Serif" panose="02020600060500020200" pitchFamily="18" charset="0"/>
              </a:rPr>
              <a:t>Execute Commands</a:t>
            </a:r>
            <a:r>
              <a:rPr lang="en-US" sz="2800" b="0" i="0" dirty="0">
                <a:solidFill>
                  <a:srgbClr val="242424"/>
                </a:solidFill>
                <a:effectLst/>
                <a:latin typeface="Noto Serif" panose="02020600060500020200" pitchFamily="18" charset="0"/>
              </a:rPr>
              <a:t>: Through the invoker, execute commands when required. The invoker triggers these commands, which in turn call the receiver’s actions.</a:t>
            </a:r>
          </a:p>
        </p:txBody>
      </p:sp>
    </p:spTree>
    <p:extLst>
      <p:ext uri="{BB962C8B-B14F-4D97-AF65-F5344CB8AC3E}">
        <p14:creationId xmlns:p14="http://schemas.microsoft.com/office/powerpoint/2010/main" val="412684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818CB-7C67-0054-B9F7-FC3A64DC6CDF}"/>
              </a:ext>
            </a:extLst>
          </p:cNvPr>
          <p:cNvSpPr>
            <a:spLocks noGrp="1"/>
          </p:cNvSpPr>
          <p:nvPr>
            <p:ph type="title"/>
          </p:nvPr>
        </p:nvSpPr>
        <p:spPr>
          <a:xfrm>
            <a:off x="838200" y="365126"/>
            <a:ext cx="10515600" cy="568940"/>
          </a:xfrm>
        </p:spPr>
        <p:txBody>
          <a:bodyPr>
            <a:normAutofit fontScale="90000"/>
          </a:bodyPr>
          <a:lstStyle/>
          <a:p>
            <a:r>
              <a:rPr lang="en-IN" sz="3600" b="1" dirty="0"/>
              <a:t>Mediator Design Pattern </a:t>
            </a:r>
          </a:p>
        </p:txBody>
      </p:sp>
      <p:pic>
        <p:nvPicPr>
          <p:cNvPr id="3074" name="Picture 2">
            <a:extLst>
              <a:ext uri="{FF2B5EF4-FFF2-40B4-BE49-F238E27FC236}">
                <a16:creationId xmlns:a16="http://schemas.microsoft.com/office/drawing/2014/main" id="{2A25CC67-61FA-908E-1507-E3CCB8CF73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548" y="3733490"/>
            <a:ext cx="6096000" cy="275938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2ACCF3D-C25A-EF7E-FA54-F1B5357D5FC8}"/>
              </a:ext>
            </a:extLst>
          </p:cNvPr>
          <p:cNvSpPr txBox="1"/>
          <p:nvPr/>
        </p:nvSpPr>
        <p:spPr>
          <a:xfrm>
            <a:off x="0" y="1370185"/>
            <a:ext cx="11828206" cy="1754326"/>
          </a:xfrm>
          <a:prstGeom prst="rect">
            <a:avLst/>
          </a:prstGeom>
          <a:noFill/>
        </p:spPr>
        <p:txBody>
          <a:bodyPr wrap="square">
            <a:spAutoFit/>
          </a:bodyPr>
          <a:lstStyle/>
          <a:p>
            <a:pPr algn="just" fontAlgn="base"/>
            <a:r>
              <a:rPr lang="en-US" b="0" i="0" dirty="0">
                <a:solidFill>
                  <a:srgbClr val="222222"/>
                </a:solidFill>
                <a:effectLst/>
                <a:highlight>
                  <a:srgbClr val="FFFFFF"/>
                </a:highlight>
                <a:latin typeface="Droid Sans"/>
              </a:rPr>
              <a:t>In some cases, the program is made up by using many numbers of classes and these classes need to communicate with each other. In addition to this if these classes are tightly coupled with each other then in it would be a code management issue in long run.</a:t>
            </a:r>
          </a:p>
          <a:p>
            <a:pPr algn="just" fontAlgn="base"/>
            <a:r>
              <a:rPr lang="en-US" b="0" i="0" dirty="0">
                <a:solidFill>
                  <a:srgbClr val="222222"/>
                </a:solidFill>
                <a:effectLst/>
                <a:highlight>
                  <a:srgbClr val="FFFFFF"/>
                </a:highlight>
                <a:latin typeface="Droid Sans"/>
              </a:rPr>
              <a:t>By using the mediator design pattern, communication between objects is encapsulated within a mediator object. Instead of classes communicating directly with each other, classes send messages to the mediator and the mediator send these messages to the other classes.  So, in short, this pattern can be used when you see:</a:t>
            </a:r>
          </a:p>
        </p:txBody>
      </p:sp>
    </p:spTree>
    <p:extLst>
      <p:ext uri="{BB962C8B-B14F-4D97-AF65-F5344CB8AC3E}">
        <p14:creationId xmlns:p14="http://schemas.microsoft.com/office/powerpoint/2010/main" val="942539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818CB-7C67-0054-B9F7-FC3A64DC6CDF}"/>
              </a:ext>
            </a:extLst>
          </p:cNvPr>
          <p:cNvSpPr>
            <a:spLocks noGrp="1"/>
          </p:cNvSpPr>
          <p:nvPr>
            <p:ph type="title"/>
          </p:nvPr>
        </p:nvSpPr>
        <p:spPr>
          <a:xfrm>
            <a:off x="838200" y="365126"/>
            <a:ext cx="10515600" cy="568940"/>
          </a:xfrm>
        </p:spPr>
        <p:txBody>
          <a:bodyPr>
            <a:normAutofit fontScale="90000"/>
          </a:bodyPr>
          <a:lstStyle/>
          <a:p>
            <a:r>
              <a:rPr lang="en-US" sz="3600" b="1" dirty="0"/>
              <a:t>Advantages of the Mediator Design Pattern:</a:t>
            </a:r>
            <a:endParaRPr lang="en-IN" sz="3600" b="1" dirty="0"/>
          </a:p>
        </p:txBody>
      </p:sp>
      <p:sp>
        <p:nvSpPr>
          <p:cNvPr id="4" name="TextBox 3">
            <a:extLst>
              <a:ext uri="{FF2B5EF4-FFF2-40B4-BE49-F238E27FC236}">
                <a16:creationId xmlns:a16="http://schemas.microsoft.com/office/drawing/2014/main" id="{E8A064BA-DF8C-435B-037B-3D58388318A7}"/>
              </a:ext>
            </a:extLst>
          </p:cNvPr>
          <p:cNvSpPr txBox="1"/>
          <p:nvPr/>
        </p:nvSpPr>
        <p:spPr>
          <a:xfrm>
            <a:off x="285136" y="1117535"/>
            <a:ext cx="11434916" cy="5632311"/>
          </a:xfrm>
          <a:prstGeom prst="rect">
            <a:avLst/>
          </a:prstGeom>
          <a:noFill/>
        </p:spPr>
        <p:txBody>
          <a:bodyPr wrap="square">
            <a:spAutoFit/>
          </a:bodyPr>
          <a:lstStyle/>
          <a:p>
            <a:pPr algn="l">
              <a:buFont typeface="+mj-lt"/>
              <a:buAutoNum type="arabicPeriod"/>
            </a:pPr>
            <a:r>
              <a:rPr lang="en-US" sz="2400" b="1" i="0" dirty="0">
                <a:solidFill>
                  <a:srgbClr val="242424"/>
                </a:solidFill>
                <a:effectLst/>
                <a:highlight>
                  <a:srgbClr val="FFFFFF"/>
                </a:highlight>
                <a:latin typeface="source-serif-pro"/>
              </a:rPr>
              <a:t>Decoupling of components: </a:t>
            </a:r>
            <a:r>
              <a:rPr lang="en-US" sz="2400" b="0" i="0" dirty="0">
                <a:solidFill>
                  <a:srgbClr val="242424"/>
                </a:solidFill>
                <a:effectLst/>
                <a:highlight>
                  <a:srgbClr val="FFFFFF"/>
                </a:highlight>
                <a:latin typeface="source-serif-pro"/>
              </a:rPr>
              <a:t>The Mediator pattern reduces direct dependencies between components by introducing a central mediator object. Components communicate through the mediator, promoting loose coupling.</a:t>
            </a:r>
          </a:p>
          <a:p>
            <a:pPr algn="l">
              <a:buFont typeface="+mj-lt"/>
              <a:buAutoNum type="arabicPeriod"/>
            </a:pPr>
            <a:r>
              <a:rPr lang="en-US" sz="2400" b="1" i="0" dirty="0">
                <a:solidFill>
                  <a:srgbClr val="242424"/>
                </a:solidFill>
                <a:effectLst/>
                <a:highlight>
                  <a:srgbClr val="FFFFFF"/>
                </a:highlight>
                <a:latin typeface="source-serif-pro"/>
              </a:rPr>
              <a:t>Simplified communication:</a:t>
            </a:r>
            <a:r>
              <a:rPr lang="en-US" sz="2400" b="0" i="0" dirty="0">
                <a:solidFill>
                  <a:srgbClr val="242424"/>
                </a:solidFill>
                <a:effectLst/>
                <a:highlight>
                  <a:srgbClr val="FFFFFF"/>
                </a:highlight>
                <a:latin typeface="source-serif-pro"/>
              </a:rPr>
              <a:t> The Mediator pattern simplifies communication between objects by providing a centralized communication channel. It abstracts the complex communication logic and encapsulates it within the mediator.</a:t>
            </a:r>
          </a:p>
          <a:p>
            <a:pPr algn="l">
              <a:buFont typeface="+mj-lt"/>
              <a:buAutoNum type="arabicPeriod"/>
            </a:pPr>
            <a:r>
              <a:rPr lang="en-US" sz="2400" b="1" i="0" dirty="0">
                <a:solidFill>
                  <a:srgbClr val="242424"/>
                </a:solidFill>
                <a:effectLst/>
                <a:highlight>
                  <a:srgbClr val="FFFFFF"/>
                </a:highlight>
                <a:latin typeface="source-serif-pro"/>
              </a:rPr>
              <a:t>Extensibility:</a:t>
            </a:r>
            <a:r>
              <a:rPr lang="en-US" sz="2400" b="0" i="0" dirty="0">
                <a:solidFill>
                  <a:srgbClr val="242424"/>
                </a:solidFill>
                <a:effectLst/>
                <a:highlight>
                  <a:srgbClr val="FFFFFF"/>
                </a:highlight>
                <a:latin typeface="source-serif-pro"/>
              </a:rPr>
              <a:t> Adding or modifying new components becomes easier as the communication logic is concentrated within the mediator. Changes to individual components have minimal impact on other components.</a:t>
            </a:r>
          </a:p>
          <a:p>
            <a:pPr algn="l">
              <a:buFont typeface="+mj-lt"/>
              <a:buAutoNum type="arabicPeriod"/>
            </a:pPr>
            <a:r>
              <a:rPr lang="en-US" sz="2400" b="1" i="0" dirty="0">
                <a:solidFill>
                  <a:srgbClr val="242424"/>
                </a:solidFill>
                <a:effectLst/>
                <a:highlight>
                  <a:srgbClr val="FFFFFF"/>
                </a:highlight>
                <a:latin typeface="source-serif-pro"/>
              </a:rPr>
              <a:t>Improved maintainability: </a:t>
            </a:r>
            <a:r>
              <a:rPr lang="en-US" sz="2400" b="0" i="0" dirty="0">
                <a:solidFill>
                  <a:srgbClr val="242424"/>
                </a:solidFill>
                <a:effectLst/>
                <a:highlight>
                  <a:srgbClr val="FFFFFF"/>
                </a:highlight>
                <a:latin typeface="source-serif-pro"/>
              </a:rPr>
              <a:t>The Mediator pattern enhances code maintainability by centralizing the communication logic in a single class. This makes it easier to understand, modify, and debug the interactions between objects.</a:t>
            </a:r>
          </a:p>
          <a:p>
            <a:pPr algn="l">
              <a:buFont typeface="+mj-lt"/>
              <a:buAutoNum type="arabicPeriod"/>
            </a:pPr>
            <a:r>
              <a:rPr lang="en-US" sz="2400" b="0" i="0" dirty="0">
                <a:solidFill>
                  <a:srgbClr val="242424"/>
                </a:solidFill>
                <a:effectLst/>
                <a:highlight>
                  <a:srgbClr val="FFFFFF"/>
                </a:highlight>
                <a:latin typeface="source-serif-pro"/>
                <a:hlinkClick r:id="rId2"/>
              </a:rPr>
              <a:t>https://www.opencodez.com/java/mediator-design-pattern.htm</a:t>
            </a:r>
            <a:r>
              <a:rPr lang="en-US" sz="2400" dirty="0">
                <a:solidFill>
                  <a:srgbClr val="242424"/>
                </a:solidFill>
                <a:highlight>
                  <a:srgbClr val="FFFFFF"/>
                </a:highlight>
                <a:latin typeface="source-serif-pro"/>
              </a:rPr>
              <a:t> </a:t>
            </a:r>
          </a:p>
          <a:p>
            <a:pPr algn="l">
              <a:buFont typeface="+mj-lt"/>
              <a:buAutoNum type="arabicPeriod"/>
            </a:pPr>
            <a:endParaRPr lang="en-US" sz="2400" b="0" i="0" dirty="0">
              <a:solidFill>
                <a:srgbClr val="242424"/>
              </a:solidFill>
              <a:effectLst/>
              <a:highlight>
                <a:srgbClr val="FFFFFF"/>
              </a:highlight>
              <a:latin typeface="source-serif-pro"/>
            </a:endParaRPr>
          </a:p>
          <a:p>
            <a:pPr algn="l">
              <a:buFont typeface="+mj-lt"/>
              <a:buAutoNum type="arabicPeriod"/>
            </a:pPr>
            <a:r>
              <a:rPr lang="en-US" sz="2400" b="0" i="0" dirty="0">
                <a:solidFill>
                  <a:srgbClr val="242424"/>
                </a:solidFill>
                <a:effectLst/>
                <a:highlight>
                  <a:srgbClr val="FFFFFF"/>
                </a:highlight>
                <a:latin typeface="source-serif-pro"/>
                <a:hlinkClick r:id="rId3"/>
              </a:rPr>
              <a:t>https://www.scaler.com/topics/design-patterns/mediator-design-pattern/</a:t>
            </a:r>
            <a:r>
              <a:rPr lang="en-US" sz="2400" b="0" i="0" dirty="0">
                <a:solidFill>
                  <a:srgbClr val="242424"/>
                </a:solidFill>
                <a:effectLst/>
                <a:highlight>
                  <a:srgbClr val="FFFFFF"/>
                </a:highlight>
                <a:latin typeface="source-serif-pro"/>
              </a:rPr>
              <a:t> </a:t>
            </a:r>
          </a:p>
        </p:txBody>
      </p:sp>
    </p:spTree>
    <p:extLst>
      <p:ext uri="{BB962C8B-B14F-4D97-AF65-F5344CB8AC3E}">
        <p14:creationId xmlns:p14="http://schemas.microsoft.com/office/powerpoint/2010/main" val="3799182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441B5-CCD1-604E-331D-DF9EC88789EB}"/>
              </a:ext>
            </a:extLst>
          </p:cNvPr>
          <p:cNvSpPr>
            <a:spLocks noGrp="1"/>
          </p:cNvSpPr>
          <p:nvPr>
            <p:ph type="title"/>
          </p:nvPr>
        </p:nvSpPr>
        <p:spPr>
          <a:xfrm>
            <a:off x="838200" y="365126"/>
            <a:ext cx="10515600" cy="588604"/>
          </a:xfrm>
        </p:spPr>
        <p:txBody>
          <a:bodyPr>
            <a:normAutofit/>
          </a:bodyPr>
          <a:lstStyle/>
          <a:p>
            <a:r>
              <a:rPr lang="en-IN" sz="3600" b="1" dirty="0"/>
              <a:t>Memento Design pattern</a:t>
            </a:r>
          </a:p>
        </p:txBody>
      </p:sp>
      <p:sp>
        <p:nvSpPr>
          <p:cNvPr id="5" name="TextBox 4">
            <a:extLst>
              <a:ext uri="{FF2B5EF4-FFF2-40B4-BE49-F238E27FC236}">
                <a16:creationId xmlns:a16="http://schemas.microsoft.com/office/drawing/2014/main" id="{BEC7BE0C-D39C-5309-92F9-3ED9C62FA175}"/>
              </a:ext>
            </a:extLst>
          </p:cNvPr>
          <p:cNvSpPr txBox="1"/>
          <p:nvPr/>
        </p:nvSpPr>
        <p:spPr>
          <a:xfrm>
            <a:off x="117987" y="953730"/>
            <a:ext cx="11434916" cy="5632311"/>
          </a:xfrm>
          <a:prstGeom prst="rect">
            <a:avLst/>
          </a:prstGeom>
          <a:noFill/>
        </p:spPr>
        <p:txBody>
          <a:bodyPr wrap="square">
            <a:spAutoFit/>
          </a:bodyPr>
          <a:lstStyle/>
          <a:p>
            <a:r>
              <a:rPr lang="en-US" sz="2400" b="0" i="0" dirty="0">
                <a:solidFill>
                  <a:srgbClr val="242424"/>
                </a:solidFill>
                <a:effectLst/>
                <a:highlight>
                  <a:srgbClr val="FFFFFF"/>
                </a:highlight>
                <a:latin typeface="source-serif-pro"/>
              </a:rPr>
              <a:t>Memento Pattern (a.k.a. Snapshot Pattern) is a Behavioral design pattern, and it’s used to save and restore previous state of an object. If you want to develop an application, that has undo or rollback functionality, you should go with Memento Design Pattern.</a:t>
            </a:r>
          </a:p>
          <a:p>
            <a:endParaRPr lang="en-US" sz="2400" dirty="0">
              <a:solidFill>
                <a:srgbClr val="242424"/>
              </a:solidFill>
              <a:highlight>
                <a:srgbClr val="FFFFFF"/>
              </a:highlight>
              <a:latin typeface="source-serif-pro"/>
            </a:endParaRPr>
          </a:p>
          <a:p>
            <a:r>
              <a:rPr lang="en-US" sz="2400" b="0" i="0" dirty="0">
                <a:solidFill>
                  <a:srgbClr val="242424"/>
                </a:solidFill>
                <a:effectLst/>
                <a:highlight>
                  <a:srgbClr val="FFFFFF"/>
                </a:highlight>
                <a:latin typeface="source-serif-pro"/>
              </a:rPr>
              <a:t>The Memento Design Pattern has 3 components know as, </a:t>
            </a:r>
            <a:r>
              <a:rPr lang="en-US" sz="2400" b="1" i="0" dirty="0">
                <a:solidFill>
                  <a:srgbClr val="242424"/>
                </a:solidFill>
                <a:effectLst/>
                <a:highlight>
                  <a:srgbClr val="FFFFFF"/>
                </a:highlight>
                <a:latin typeface="source-serif-pro"/>
              </a:rPr>
              <a:t>Originator, Caretaker, and Memento.</a:t>
            </a:r>
          </a:p>
          <a:p>
            <a:endParaRPr lang="en-US" sz="2400" b="1" i="0" dirty="0">
              <a:solidFill>
                <a:srgbClr val="242424"/>
              </a:solidFill>
              <a:effectLst/>
              <a:highlight>
                <a:srgbClr val="FFFFFF"/>
              </a:highlight>
              <a:latin typeface="source-serif-pro"/>
            </a:endParaRPr>
          </a:p>
          <a:p>
            <a:pPr algn="l"/>
            <a:r>
              <a:rPr lang="en-US" sz="2400" b="1" i="0" dirty="0">
                <a:solidFill>
                  <a:srgbClr val="242424"/>
                </a:solidFill>
                <a:effectLst/>
                <a:highlight>
                  <a:srgbClr val="FFFFFF"/>
                </a:highlight>
                <a:latin typeface="source-serif-pro"/>
              </a:rPr>
              <a:t>Originator:</a:t>
            </a:r>
            <a:r>
              <a:rPr lang="en-US" sz="2400" b="0" i="0" dirty="0">
                <a:solidFill>
                  <a:srgbClr val="242424"/>
                </a:solidFill>
                <a:effectLst/>
                <a:highlight>
                  <a:srgbClr val="FFFFFF"/>
                </a:highlight>
                <a:latin typeface="source-serif-pro"/>
              </a:rPr>
              <a:t> The object that we need to maintain the state. Basically, the Originator object creates a memento object to store its internal state. As a result, the Originator object knows how to save and restore itself.</a:t>
            </a:r>
          </a:p>
          <a:p>
            <a:pPr algn="l"/>
            <a:r>
              <a:rPr lang="en-US" sz="2400" b="1" i="0" dirty="0">
                <a:solidFill>
                  <a:srgbClr val="242424"/>
                </a:solidFill>
                <a:effectLst/>
                <a:highlight>
                  <a:srgbClr val="FFFFFF"/>
                </a:highlight>
                <a:latin typeface="source-serif-pro"/>
              </a:rPr>
              <a:t>Caretaker:</a:t>
            </a:r>
            <a:r>
              <a:rPr lang="en-US" sz="2400" b="0" i="0" dirty="0">
                <a:solidFill>
                  <a:srgbClr val="242424"/>
                </a:solidFill>
                <a:effectLst/>
                <a:highlight>
                  <a:srgbClr val="FFFFFF"/>
                </a:highlight>
                <a:latin typeface="source-serif-pro"/>
              </a:rPr>
              <a:t> The object that keeps the track about Originator. Basically, Caretaker knows why and when the Originator needs to save and restore itself.</a:t>
            </a:r>
          </a:p>
          <a:p>
            <a:pPr algn="l"/>
            <a:r>
              <a:rPr lang="en-US" sz="2400" b="1" i="0" dirty="0">
                <a:solidFill>
                  <a:srgbClr val="242424"/>
                </a:solidFill>
                <a:effectLst/>
                <a:highlight>
                  <a:srgbClr val="FFFFFF"/>
                </a:highlight>
                <a:latin typeface="source-serif-pro"/>
              </a:rPr>
              <a:t>Memento:</a:t>
            </a:r>
            <a:r>
              <a:rPr lang="en-US" sz="2400" b="0" i="0" dirty="0">
                <a:solidFill>
                  <a:srgbClr val="242424"/>
                </a:solidFill>
                <a:effectLst/>
                <a:highlight>
                  <a:srgbClr val="FFFFFF"/>
                </a:highlight>
                <a:latin typeface="source-serif-pro"/>
              </a:rPr>
              <a:t> The object that contains basic state storage and retrieval capabilities. Usually, the Memento object is immutable and pass it’s the data only once, through the constructor.</a:t>
            </a:r>
          </a:p>
        </p:txBody>
      </p:sp>
    </p:spTree>
    <p:extLst>
      <p:ext uri="{BB962C8B-B14F-4D97-AF65-F5344CB8AC3E}">
        <p14:creationId xmlns:p14="http://schemas.microsoft.com/office/powerpoint/2010/main" val="319057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3BBC2F-CA4A-1C43-AD12-2104C5C7E774}"/>
              </a:ext>
            </a:extLst>
          </p:cNvPr>
          <p:cNvPicPr>
            <a:picLocks noChangeAspect="1"/>
          </p:cNvPicPr>
          <p:nvPr/>
        </p:nvPicPr>
        <p:blipFill>
          <a:blip r:embed="rId2"/>
          <a:stretch>
            <a:fillRect/>
          </a:stretch>
        </p:blipFill>
        <p:spPr>
          <a:xfrm>
            <a:off x="196646" y="535704"/>
            <a:ext cx="9320980" cy="1362075"/>
          </a:xfrm>
          <a:prstGeom prst="rect">
            <a:avLst/>
          </a:prstGeom>
        </p:spPr>
      </p:pic>
      <p:sp>
        <p:nvSpPr>
          <p:cNvPr id="6" name="TextBox 5">
            <a:extLst>
              <a:ext uri="{FF2B5EF4-FFF2-40B4-BE49-F238E27FC236}">
                <a16:creationId xmlns:a16="http://schemas.microsoft.com/office/drawing/2014/main" id="{6AB13AEF-6E16-C79E-1D65-F9B916E01B7D}"/>
              </a:ext>
            </a:extLst>
          </p:cNvPr>
          <p:cNvSpPr txBox="1"/>
          <p:nvPr/>
        </p:nvSpPr>
        <p:spPr>
          <a:xfrm>
            <a:off x="363793" y="2692794"/>
            <a:ext cx="11415251" cy="923330"/>
          </a:xfrm>
          <a:prstGeom prst="rect">
            <a:avLst/>
          </a:prstGeom>
          <a:noFill/>
        </p:spPr>
        <p:txBody>
          <a:bodyPr wrap="square">
            <a:spAutoFit/>
          </a:bodyPr>
          <a:lstStyle/>
          <a:p>
            <a:r>
              <a:rPr lang="en-US" b="0" i="0" dirty="0">
                <a:solidFill>
                  <a:srgbClr val="242424"/>
                </a:solidFill>
                <a:effectLst/>
                <a:highlight>
                  <a:srgbClr val="FFFFFF"/>
                </a:highlight>
                <a:latin typeface="source-serif-pro"/>
              </a:rPr>
              <a:t>When implementing Memento Design pattern, the Originator coupled with the Memento and pass the state into the Caretaker. So, whenever we need go back into the previous state, we have to talk to the Caretaker and we check the previous state, then move.</a:t>
            </a:r>
            <a:endParaRPr lang="en-IN" dirty="0"/>
          </a:p>
        </p:txBody>
      </p:sp>
    </p:spTree>
    <p:extLst>
      <p:ext uri="{BB962C8B-B14F-4D97-AF65-F5344CB8AC3E}">
        <p14:creationId xmlns:p14="http://schemas.microsoft.com/office/powerpoint/2010/main" val="3613207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A6CDA-893B-9415-19E5-3C33CE56C5D3}"/>
              </a:ext>
            </a:extLst>
          </p:cNvPr>
          <p:cNvSpPr>
            <a:spLocks noGrp="1"/>
          </p:cNvSpPr>
          <p:nvPr>
            <p:ph type="title"/>
          </p:nvPr>
        </p:nvSpPr>
        <p:spPr/>
        <p:txBody>
          <a:bodyPr>
            <a:normAutofit/>
          </a:bodyPr>
          <a:lstStyle/>
          <a:p>
            <a:r>
              <a:rPr lang="en-IN" sz="3600" b="1" dirty="0"/>
              <a:t>State Design Pattern</a:t>
            </a:r>
          </a:p>
        </p:txBody>
      </p:sp>
      <p:sp>
        <p:nvSpPr>
          <p:cNvPr id="7" name="TextBox 6">
            <a:extLst>
              <a:ext uri="{FF2B5EF4-FFF2-40B4-BE49-F238E27FC236}">
                <a16:creationId xmlns:a16="http://schemas.microsoft.com/office/drawing/2014/main" id="{59E30936-8D28-8E6F-1FC8-9B7A504677DB}"/>
              </a:ext>
            </a:extLst>
          </p:cNvPr>
          <p:cNvSpPr txBox="1"/>
          <p:nvPr/>
        </p:nvSpPr>
        <p:spPr>
          <a:xfrm>
            <a:off x="127820" y="1690688"/>
            <a:ext cx="11297264" cy="4431983"/>
          </a:xfrm>
          <a:prstGeom prst="rect">
            <a:avLst/>
          </a:prstGeom>
          <a:noFill/>
        </p:spPr>
        <p:txBody>
          <a:bodyPr wrap="square">
            <a:spAutoFit/>
          </a:bodyPr>
          <a:lstStyle/>
          <a:p>
            <a:r>
              <a:rPr lang="en-US" dirty="0"/>
              <a:t>“</a:t>
            </a:r>
            <a:r>
              <a:rPr lang="en-US" sz="2400" dirty="0"/>
              <a:t>State” pattern, which is based on the idea of representing object states with a series of separate objects. Thus, the behavior of an object can change as its state changes, while the object itself remains unchanged. </a:t>
            </a:r>
          </a:p>
          <a:p>
            <a:endParaRPr lang="en-US" sz="2400" dirty="0"/>
          </a:p>
          <a:p>
            <a:pPr algn="l" fontAlgn="base">
              <a:buFont typeface="Arial" panose="020B0604020202020204" pitchFamily="34" charset="0"/>
              <a:buChar char="•"/>
            </a:pPr>
            <a:r>
              <a:rPr lang="en-US" sz="2400" b="0" i="0" dirty="0">
                <a:solidFill>
                  <a:srgbClr val="3F3F46"/>
                </a:solidFill>
                <a:effectLst/>
                <a:highlight>
                  <a:srgbClr val="FFFFFF"/>
                </a:highlight>
                <a:latin typeface="inherit"/>
              </a:rPr>
              <a:t>Use the State design pattern when you have an object that behaves differently depending on its current state, the number of states is large and the state-specific code changes frequently.</a:t>
            </a:r>
          </a:p>
          <a:p>
            <a:pPr algn="l" fontAlgn="base">
              <a:buFont typeface="Arial" panose="020B0604020202020204" pitchFamily="34" charset="0"/>
              <a:buChar char="•"/>
            </a:pPr>
            <a:r>
              <a:rPr lang="en-US" sz="2400" b="0" i="0" dirty="0">
                <a:solidFill>
                  <a:srgbClr val="3F3F46"/>
                </a:solidFill>
                <a:effectLst/>
                <a:highlight>
                  <a:srgbClr val="FFFFFF"/>
                </a:highlight>
                <a:latin typeface="inherit"/>
              </a:rPr>
              <a:t>The pattern should be used whenever you have a class polluted with massive conditionals that alter the behavior of the class according to the values of its fields.</a:t>
            </a:r>
          </a:p>
          <a:p>
            <a:pPr algn="l" fontAlgn="base">
              <a:buFont typeface="Arial" panose="020B0604020202020204" pitchFamily="34" charset="0"/>
              <a:buChar char="•"/>
            </a:pPr>
            <a:r>
              <a:rPr lang="en-US" sz="2400" b="0" i="0" dirty="0">
                <a:solidFill>
                  <a:srgbClr val="3F3F46"/>
                </a:solidFill>
                <a:effectLst/>
                <a:highlight>
                  <a:srgbClr val="FFFFFF"/>
                </a:highlight>
                <a:latin typeface="inherit"/>
              </a:rPr>
              <a:t>If you have a lot of duplicate code across similar states and transitions of a condition-based state machine, use the State design pattern.</a:t>
            </a:r>
          </a:p>
          <a:p>
            <a:endParaRPr lang="en-IN" dirty="0"/>
          </a:p>
        </p:txBody>
      </p:sp>
    </p:spTree>
    <p:extLst>
      <p:ext uri="{BB962C8B-B14F-4D97-AF65-F5344CB8AC3E}">
        <p14:creationId xmlns:p14="http://schemas.microsoft.com/office/powerpoint/2010/main" val="4030027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A6CDA-893B-9415-19E5-3C33CE56C5D3}"/>
              </a:ext>
            </a:extLst>
          </p:cNvPr>
          <p:cNvSpPr>
            <a:spLocks noGrp="1"/>
          </p:cNvSpPr>
          <p:nvPr>
            <p:ph type="title"/>
          </p:nvPr>
        </p:nvSpPr>
        <p:spPr>
          <a:xfrm>
            <a:off x="838200" y="365125"/>
            <a:ext cx="10515600" cy="706591"/>
          </a:xfrm>
        </p:spPr>
        <p:txBody>
          <a:bodyPr>
            <a:normAutofit/>
          </a:bodyPr>
          <a:lstStyle/>
          <a:p>
            <a:r>
              <a:rPr lang="en-US" sz="3600" b="1" dirty="0"/>
              <a:t>Pros of State Design Pattern</a:t>
            </a:r>
            <a:endParaRPr lang="en-IN" sz="3600" b="1" dirty="0"/>
          </a:p>
        </p:txBody>
      </p:sp>
      <p:sp>
        <p:nvSpPr>
          <p:cNvPr id="4" name="TextBox 3">
            <a:extLst>
              <a:ext uri="{FF2B5EF4-FFF2-40B4-BE49-F238E27FC236}">
                <a16:creationId xmlns:a16="http://schemas.microsoft.com/office/drawing/2014/main" id="{7505809C-BB92-E305-CEF1-D79B08B561A0}"/>
              </a:ext>
            </a:extLst>
          </p:cNvPr>
          <p:cNvSpPr txBox="1"/>
          <p:nvPr/>
        </p:nvSpPr>
        <p:spPr>
          <a:xfrm>
            <a:off x="206476" y="1522755"/>
            <a:ext cx="11631561" cy="2677656"/>
          </a:xfrm>
          <a:prstGeom prst="rect">
            <a:avLst/>
          </a:prstGeom>
          <a:noFill/>
        </p:spPr>
        <p:txBody>
          <a:bodyPr wrap="square">
            <a:spAutoFit/>
          </a:bodyPr>
          <a:lstStyle/>
          <a:p>
            <a:pPr algn="l" fontAlgn="base">
              <a:buFont typeface="Arial" panose="020B0604020202020204" pitchFamily="34" charset="0"/>
              <a:buChar char="•"/>
            </a:pPr>
            <a:r>
              <a:rPr lang="en-US" sz="2800" b="0" i="0" dirty="0">
                <a:solidFill>
                  <a:srgbClr val="3F3F46"/>
                </a:solidFill>
                <a:effectLst/>
                <a:highlight>
                  <a:srgbClr val="FFFFFF"/>
                </a:highlight>
                <a:latin typeface="inherit"/>
              </a:rPr>
              <a:t>Separate the code related to different states into separate classes.</a:t>
            </a:r>
          </a:p>
          <a:p>
            <a:pPr algn="l" fontAlgn="base">
              <a:buFont typeface="Arial" panose="020B0604020202020204" pitchFamily="34" charset="0"/>
              <a:buChar char="•"/>
            </a:pPr>
            <a:r>
              <a:rPr lang="en-US" sz="2800" b="0" i="0" dirty="0">
                <a:solidFill>
                  <a:srgbClr val="3F3F46"/>
                </a:solidFill>
                <a:effectLst/>
                <a:highlight>
                  <a:srgbClr val="FFFFFF"/>
                </a:highlight>
                <a:latin typeface="inherit"/>
              </a:rPr>
              <a:t>Introduce new states without changing existing state classes.</a:t>
            </a:r>
          </a:p>
          <a:p>
            <a:pPr algn="l" fontAlgn="base">
              <a:buFont typeface="Arial" panose="020B0604020202020204" pitchFamily="34" charset="0"/>
              <a:buChar char="•"/>
            </a:pPr>
            <a:r>
              <a:rPr lang="en-US" sz="2800" b="0" i="0" dirty="0">
                <a:solidFill>
                  <a:srgbClr val="3F3F46"/>
                </a:solidFill>
                <a:effectLst/>
                <a:highlight>
                  <a:srgbClr val="FFFFFF"/>
                </a:highlight>
                <a:latin typeface="inherit"/>
              </a:rPr>
              <a:t>Simplify the context code by eliminating bulky state machine conditionals.</a:t>
            </a:r>
          </a:p>
          <a:p>
            <a:pPr algn="l" fontAlgn="base">
              <a:buFont typeface="Arial" panose="020B0604020202020204" pitchFamily="34" charset="0"/>
              <a:buChar char="•"/>
            </a:pPr>
            <a:endParaRPr lang="en-US" sz="2800" dirty="0">
              <a:solidFill>
                <a:srgbClr val="3F3F46"/>
              </a:solidFill>
              <a:highlight>
                <a:srgbClr val="FFFFFF"/>
              </a:highlight>
              <a:latin typeface="inherit"/>
            </a:endParaRPr>
          </a:p>
          <a:p>
            <a:pPr algn="l" fontAlgn="base">
              <a:buFont typeface="Arial" panose="020B0604020202020204" pitchFamily="34" charset="0"/>
              <a:buChar char="•"/>
            </a:pPr>
            <a:r>
              <a:rPr lang="en-US" sz="2800" b="0" i="0" dirty="0">
                <a:solidFill>
                  <a:srgbClr val="3F3F46"/>
                </a:solidFill>
                <a:effectLst/>
                <a:highlight>
                  <a:srgbClr val="FFFFFF"/>
                </a:highlight>
                <a:latin typeface="inherit"/>
                <a:hlinkClick r:id="rId2"/>
              </a:rPr>
              <a:t>https://www.learncsdesign.com/learn-the-state-design-pattern/</a:t>
            </a:r>
            <a:r>
              <a:rPr lang="en-US" sz="2800" b="0" i="0" dirty="0">
                <a:solidFill>
                  <a:srgbClr val="3F3F46"/>
                </a:solidFill>
                <a:effectLst/>
                <a:highlight>
                  <a:srgbClr val="FFFFFF"/>
                </a:highlight>
                <a:latin typeface="inherit"/>
              </a:rPr>
              <a:t> </a:t>
            </a:r>
          </a:p>
          <a:p>
            <a:pPr algn="l" fontAlgn="base">
              <a:buFont typeface="Arial" panose="020B0604020202020204" pitchFamily="34" charset="0"/>
              <a:buChar char="•"/>
            </a:pPr>
            <a:r>
              <a:rPr lang="en-US" sz="2800" b="0" i="0" dirty="0">
                <a:solidFill>
                  <a:srgbClr val="3F3F46"/>
                </a:solidFill>
                <a:effectLst/>
                <a:highlight>
                  <a:srgbClr val="FFFFFF"/>
                </a:highlight>
                <a:latin typeface="inherit"/>
                <a:hlinkClick r:id="rId3"/>
              </a:rPr>
              <a:t>https://www.scaler.com/topics/memento-design-pattern/</a:t>
            </a:r>
            <a:r>
              <a:rPr lang="en-US" sz="2800" dirty="0">
                <a:solidFill>
                  <a:srgbClr val="3F3F46"/>
                </a:solidFill>
                <a:highlight>
                  <a:srgbClr val="FFFFFF"/>
                </a:highlight>
                <a:latin typeface="inherit"/>
              </a:rPr>
              <a:t> </a:t>
            </a:r>
            <a:endParaRPr lang="en-US" sz="2800" b="0" i="0" dirty="0">
              <a:solidFill>
                <a:srgbClr val="3F3F46"/>
              </a:solidFill>
              <a:effectLst/>
              <a:highlight>
                <a:srgbClr val="FFFFFF"/>
              </a:highlight>
              <a:latin typeface="inherit"/>
            </a:endParaRPr>
          </a:p>
        </p:txBody>
      </p:sp>
    </p:spTree>
    <p:extLst>
      <p:ext uri="{BB962C8B-B14F-4D97-AF65-F5344CB8AC3E}">
        <p14:creationId xmlns:p14="http://schemas.microsoft.com/office/powerpoint/2010/main" val="839081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80409-F550-CAEE-E788-3FCCCA54196E}"/>
              </a:ext>
            </a:extLst>
          </p:cNvPr>
          <p:cNvSpPr>
            <a:spLocks noGrp="1"/>
          </p:cNvSpPr>
          <p:nvPr>
            <p:ph type="title"/>
          </p:nvPr>
        </p:nvSpPr>
        <p:spPr>
          <a:xfrm>
            <a:off x="838200" y="365125"/>
            <a:ext cx="10515600" cy="559107"/>
          </a:xfrm>
        </p:spPr>
        <p:txBody>
          <a:bodyPr>
            <a:normAutofit fontScale="90000"/>
          </a:bodyPr>
          <a:lstStyle/>
          <a:p>
            <a:r>
              <a:rPr lang="en-IN" sz="3600" b="1" dirty="0"/>
              <a:t>Visitor Design pattern</a:t>
            </a:r>
          </a:p>
        </p:txBody>
      </p:sp>
      <p:sp>
        <p:nvSpPr>
          <p:cNvPr id="3" name="Content Placeholder 2">
            <a:extLst>
              <a:ext uri="{FF2B5EF4-FFF2-40B4-BE49-F238E27FC236}">
                <a16:creationId xmlns:a16="http://schemas.microsoft.com/office/drawing/2014/main" id="{719ED51D-F826-55D0-87A3-3F93B042B2B7}"/>
              </a:ext>
            </a:extLst>
          </p:cNvPr>
          <p:cNvSpPr>
            <a:spLocks noGrp="1"/>
          </p:cNvSpPr>
          <p:nvPr>
            <p:ph idx="1"/>
          </p:nvPr>
        </p:nvSpPr>
        <p:spPr>
          <a:xfrm>
            <a:off x="255639" y="1356852"/>
            <a:ext cx="11641393" cy="5136023"/>
          </a:xfrm>
        </p:spPr>
        <p:txBody>
          <a:bodyPr>
            <a:normAutofit fontScale="92500" lnSpcReduction="10000"/>
          </a:bodyPr>
          <a:lstStyle/>
          <a:p>
            <a:r>
              <a:rPr lang="en-US" dirty="0"/>
              <a:t>Visitor is a useful pattern when you have many objects of different types </a:t>
            </a:r>
          </a:p>
          <a:p>
            <a:r>
              <a:rPr lang="en-US" dirty="0"/>
              <a:t>in your data structure and you want to apply some operation to several or all of them.</a:t>
            </a:r>
          </a:p>
          <a:p>
            <a:r>
              <a:rPr lang="en-US" dirty="0"/>
              <a:t> The pattern is helpful when you don’t know ahead of time all the operations you will need;</a:t>
            </a:r>
          </a:p>
          <a:p>
            <a:r>
              <a:rPr lang="en-US" dirty="0"/>
              <a:t> it gives you flexibility to add new operations without having to add them to each object type. </a:t>
            </a:r>
          </a:p>
          <a:p>
            <a:r>
              <a:rPr lang="en-US" dirty="0"/>
              <a:t> The basic idea is that a Visitor object is taken around the nodes of a data structure by some kind of iterator,</a:t>
            </a:r>
          </a:p>
          <a:p>
            <a:r>
              <a:rPr lang="en-US" dirty="0"/>
              <a:t> and each node “accepts” the visitor, allowing it access to that node object’s internal data. </a:t>
            </a:r>
          </a:p>
          <a:p>
            <a:r>
              <a:rPr lang="en-US" dirty="0"/>
              <a:t> When a new function is needed, only a new visitor needs to be written. </a:t>
            </a:r>
            <a:r>
              <a:rPr lang="en-US"/>
              <a:t>The iteration is conceptually simple:</a:t>
            </a:r>
            <a:endParaRPr lang="en-IN" dirty="0"/>
          </a:p>
        </p:txBody>
      </p:sp>
    </p:spTree>
    <p:extLst>
      <p:ext uri="{BB962C8B-B14F-4D97-AF65-F5344CB8AC3E}">
        <p14:creationId xmlns:p14="http://schemas.microsoft.com/office/powerpoint/2010/main" val="2220448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84C8A-2D7C-C302-A1DA-DE87414042AB}"/>
              </a:ext>
            </a:extLst>
          </p:cNvPr>
          <p:cNvSpPr>
            <a:spLocks noGrp="1"/>
          </p:cNvSpPr>
          <p:nvPr>
            <p:ph type="title"/>
          </p:nvPr>
        </p:nvSpPr>
        <p:spPr>
          <a:xfrm>
            <a:off x="838200" y="365125"/>
            <a:ext cx="10515600" cy="706591"/>
          </a:xfrm>
        </p:spPr>
        <p:txBody>
          <a:bodyPr/>
          <a:lstStyle/>
          <a:p>
            <a:r>
              <a:rPr lang="en-IN" b="0" i="0" dirty="0">
                <a:solidFill>
                  <a:srgbClr val="0072C6"/>
                </a:solidFill>
                <a:effectLst/>
                <a:highlight>
                  <a:srgbClr val="FFFFFF"/>
                </a:highlight>
                <a:latin typeface="Gudea"/>
              </a:rPr>
              <a:t>Observer Design Pattern</a:t>
            </a:r>
            <a:endParaRPr lang="en-IN" dirty="0"/>
          </a:p>
        </p:txBody>
      </p:sp>
      <p:sp>
        <p:nvSpPr>
          <p:cNvPr id="5" name="TextBox 4">
            <a:extLst>
              <a:ext uri="{FF2B5EF4-FFF2-40B4-BE49-F238E27FC236}">
                <a16:creationId xmlns:a16="http://schemas.microsoft.com/office/drawing/2014/main" id="{7E11F63F-2856-3938-281B-E22AE8748B2F}"/>
              </a:ext>
            </a:extLst>
          </p:cNvPr>
          <p:cNvSpPr txBox="1"/>
          <p:nvPr/>
        </p:nvSpPr>
        <p:spPr>
          <a:xfrm>
            <a:off x="344129" y="1371032"/>
            <a:ext cx="11120284" cy="1754326"/>
          </a:xfrm>
          <a:prstGeom prst="rect">
            <a:avLst/>
          </a:prstGeom>
          <a:noFill/>
        </p:spPr>
        <p:txBody>
          <a:bodyPr wrap="square">
            <a:spAutoFit/>
          </a:bodyPr>
          <a:lstStyle/>
          <a:p>
            <a:pPr algn="l" fontAlgn="base"/>
            <a:r>
              <a:rPr lang="en-US" b="0" i="0" dirty="0">
                <a:solidFill>
                  <a:srgbClr val="222222"/>
                </a:solidFill>
                <a:effectLst/>
                <a:highlight>
                  <a:srgbClr val="FFFFFF"/>
                </a:highlight>
                <a:latin typeface="Droid Sans"/>
              </a:rPr>
              <a:t>This pattern is chosen when we have one-to-many relationships between objects. Using this pattern will make sure that this relationship is not tightly coupled. When one object changes state, its dependent objects are notified automatically. In short when your application has –</a:t>
            </a:r>
          </a:p>
          <a:p>
            <a:pPr algn="l" fontAlgn="base">
              <a:buFont typeface="Arial" panose="020B0604020202020204" pitchFamily="34" charset="0"/>
              <a:buChar char="•"/>
            </a:pPr>
            <a:r>
              <a:rPr lang="en-US" b="0" i="0" dirty="0">
                <a:solidFill>
                  <a:srgbClr val="222222"/>
                </a:solidFill>
                <a:effectLst/>
                <a:highlight>
                  <a:srgbClr val="FFFFFF"/>
                </a:highlight>
                <a:latin typeface="Droid Sans"/>
              </a:rPr>
              <a:t>A one-to-many dependency between objects and you need to have these objects loosely coupled.</a:t>
            </a:r>
          </a:p>
          <a:p>
            <a:pPr algn="l" fontAlgn="base">
              <a:buFont typeface="Arial" panose="020B0604020202020204" pitchFamily="34" charset="0"/>
              <a:buChar char="•"/>
            </a:pPr>
            <a:r>
              <a:rPr lang="en-US" b="0" i="0" dirty="0">
                <a:solidFill>
                  <a:srgbClr val="222222"/>
                </a:solidFill>
                <a:effectLst/>
                <a:highlight>
                  <a:srgbClr val="FFFFFF"/>
                </a:highlight>
                <a:latin typeface="Droid Sans"/>
              </a:rPr>
              <a:t>You need to have communication between these objects so if the state of one objects is changed, then others are notified.</a:t>
            </a:r>
          </a:p>
        </p:txBody>
      </p:sp>
      <p:sp>
        <p:nvSpPr>
          <p:cNvPr id="7" name="TextBox 6">
            <a:extLst>
              <a:ext uri="{FF2B5EF4-FFF2-40B4-BE49-F238E27FC236}">
                <a16:creationId xmlns:a16="http://schemas.microsoft.com/office/drawing/2014/main" id="{9D6D4AE3-C45B-5BB5-69DE-7B5B600DA94C}"/>
              </a:ext>
            </a:extLst>
          </p:cNvPr>
          <p:cNvSpPr txBox="1"/>
          <p:nvPr/>
        </p:nvSpPr>
        <p:spPr>
          <a:xfrm>
            <a:off x="344129" y="3732643"/>
            <a:ext cx="8799871" cy="369332"/>
          </a:xfrm>
          <a:prstGeom prst="rect">
            <a:avLst/>
          </a:prstGeom>
          <a:noFill/>
        </p:spPr>
        <p:txBody>
          <a:bodyPr wrap="square">
            <a:spAutoFit/>
          </a:bodyPr>
          <a:lstStyle/>
          <a:p>
            <a:r>
              <a:rPr lang="en-IN" dirty="0">
                <a:hlinkClick r:id="rId2"/>
              </a:rPr>
              <a:t>https://www.opencodez.com/java/observer-design-pattern.htm</a:t>
            </a:r>
            <a:r>
              <a:rPr lang="en-IN" dirty="0"/>
              <a:t> </a:t>
            </a:r>
          </a:p>
        </p:txBody>
      </p:sp>
    </p:spTree>
    <p:extLst>
      <p:ext uri="{BB962C8B-B14F-4D97-AF65-F5344CB8AC3E}">
        <p14:creationId xmlns:p14="http://schemas.microsoft.com/office/powerpoint/2010/main" val="3249545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14EA43-C0CA-1008-F6B2-49184C57C9A2}"/>
              </a:ext>
            </a:extLst>
          </p:cNvPr>
          <p:cNvSpPr txBox="1"/>
          <p:nvPr/>
        </p:nvSpPr>
        <p:spPr>
          <a:xfrm>
            <a:off x="481781" y="877218"/>
            <a:ext cx="7924800" cy="1200329"/>
          </a:xfrm>
          <a:prstGeom prst="rect">
            <a:avLst/>
          </a:prstGeom>
          <a:noFill/>
        </p:spPr>
        <p:txBody>
          <a:bodyPr wrap="square">
            <a:spAutoFit/>
          </a:bodyPr>
          <a:lstStyle/>
          <a:p>
            <a:r>
              <a:rPr lang="en-IN" dirty="0">
                <a:hlinkClick r:id="rId2"/>
              </a:rPr>
              <a:t>https://www.opencodez.com/java/state-design-pattern.htm</a:t>
            </a:r>
            <a:r>
              <a:rPr lang="en-IN" dirty="0"/>
              <a:t> </a:t>
            </a:r>
          </a:p>
          <a:p>
            <a:r>
              <a:rPr lang="en-IN" dirty="0">
                <a:hlinkClick r:id="rId3"/>
              </a:rPr>
              <a:t>https://www.opencodez.com/java/strategy-design-pattern.htm</a:t>
            </a:r>
            <a:r>
              <a:rPr lang="en-IN" dirty="0"/>
              <a:t> </a:t>
            </a:r>
          </a:p>
          <a:p>
            <a:r>
              <a:rPr lang="en-IN" dirty="0">
                <a:hlinkClick r:id="rId4"/>
              </a:rPr>
              <a:t>https://www.opencodez.com/java/template-method-design-pattern.htm</a:t>
            </a:r>
            <a:r>
              <a:rPr lang="en-IN" dirty="0"/>
              <a:t> </a:t>
            </a:r>
          </a:p>
          <a:p>
            <a:r>
              <a:rPr lang="en-IN">
                <a:hlinkClick r:id="rId5"/>
              </a:rPr>
              <a:t>https://www.opencodez.com/java/visitor-design-pattern.htm</a:t>
            </a:r>
            <a:r>
              <a:rPr lang="en-IN"/>
              <a:t> </a:t>
            </a:r>
            <a:endParaRPr lang="en-IN" dirty="0"/>
          </a:p>
        </p:txBody>
      </p:sp>
    </p:spTree>
    <p:extLst>
      <p:ext uri="{BB962C8B-B14F-4D97-AF65-F5344CB8AC3E}">
        <p14:creationId xmlns:p14="http://schemas.microsoft.com/office/powerpoint/2010/main" val="1388990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1718</Words>
  <Application>Microsoft Office PowerPoint</Application>
  <PresentationFormat>Widescreen</PresentationFormat>
  <Paragraphs>95</Paragraphs>
  <Slides>18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Arial</vt:lpstr>
      <vt:lpstr>Calibri</vt:lpstr>
      <vt:lpstr>Calibri Light</vt:lpstr>
      <vt:lpstr>Droid Sans</vt:lpstr>
      <vt:lpstr>Gudea</vt:lpstr>
      <vt:lpstr>inherit</vt:lpstr>
      <vt:lpstr>Noto Serif</vt:lpstr>
      <vt:lpstr>Roboto</vt:lpstr>
      <vt:lpstr>source-serif-pro</vt:lpstr>
      <vt:lpstr>Tahoma</vt:lpstr>
      <vt:lpstr>Office Theme</vt:lpstr>
      <vt:lpstr>PowerPoint Presentation</vt:lpstr>
      <vt:lpstr>Behavioral Design Pattern</vt:lpstr>
      <vt:lpstr>Command Design Pattern</vt:lpstr>
      <vt:lpstr>Command Design Pattern</vt:lpstr>
      <vt:lpstr>PowerPoint Presentation</vt:lpstr>
      <vt:lpstr>PowerPoint Presentation</vt:lpstr>
      <vt:lpstr>PowerPoint Presentation</vt:lpstr>
      <vt:lpstr>PowerPoint Presentation</vt:lpstr>
      <vt:lpstr>PowerPoint Presentation</vt:lpstr>
      <vt:lpstr>Mediator Design Pattern </vt:lpstr>
      <vt:lpstr>Advantages of the Mediator Design Pattern:</vt:lpstr>
      <vt:lpstr>Memento Design pattern</vt:lpstr>
      <vt:lpstr>PowerPoint Presentation</vt:lpstr>
      <vt:lpstr>State Design Pattern</vt:lpstr>
      <vt:lpstr>Pros of State Design Pattern</vt:lpstr>
      <vt:lpstr>Visitor Design pattern</vt:lpstr>
      <vt:lpstr>Observer Design Pattern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 Sunar</dc:creator>
  <cp:lastModifiedBy>Arun Sunar</cp:lastModifiedBy>
  <cp:revision>1</cp:revision>
  <dcterms:created xsi:type="dcterms:W3CDTF">2024-07-11T12:51:29Z</dcterms:created>
  <dcterms:modified xsi:type="dcterms:W3CDTF">2024-07-30T06:55:43Z</dcterms:modified>
</cp:coreProperties>
</file>