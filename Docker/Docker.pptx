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9" r:id="rId4"/>
    <p:sldId id="270" r:id="rId5"/>
    <p:sldId id="271" r:id="rId6"/>
    <p:sldId id="272" r:id="rId7"/>
    <p:sldId id="258" r:id="rId8"/>
    <p:sldId id="257" r:id="rId9"/>
    <p:sldId id="261" r:id="rId10"/>
    <p:sldId id="269" r:id="rId11"/>
    <p:sldId id="268" r:id="rId12"/>
    <p:sldId id="273" r:id="rId13"/>
    <p:sldId id="282" r:id="rId14"/>
    <p:sldId id="283" r:id="rId15"/>
    <p:sldId id="284" r:id="rId16"/>
    <p:sldId id="285" r:id="rId17"/>
    <p:sldId id="286" r:id="rId18"/>
    <p:sldId id="287" r:id="rId19"/>
    <p:sldId id="288" r:id="rId20"/>
    <p:sldId id="274" r:id="rId21"/>
    <p:sldId id="267" r:id="rId22"/>
    <p:sldId id="266" r:id="rId23"/>
    <p:sldId id="265" r:id="rId24"/>
    <p:sldId id="264" r:id="rId25"/>
    <p:sldId id="263" r:id="rId26"/>
    <p:sldId id="262" r:id="rId27"/>
    <p:sldId id="275" r:id="rId28"/>
    <p:sldId id="276" r:id="rId29"/>
    <p:sldId id="277" r:id="rId30"/>
    <p:sldId id="278" r:id="rId31"/>
    <p:sldId id="289" r:id="rId32"/>
    <p:sldId id="279" r:id="rId33"/>
    <p:sldId id="290" r:id="rId34"/>
    <p:sldId id="291" r:id="rId35"/>
    <p:sldId id="281" r:id="rId36"/>
    <p:sldId id="28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C865FC-46E6-4287-B299-1D17ECDF51E6}" v="29" dt="2023-08-17T03:25:09.2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DCA00469-6682-4E46-9ED4-77F354EB33D0}"/>
    <pc:docChg chg="custSel addSld modSld">
      <pc:chgData name="Arun Sunar" userId="3fa9774ca67c7ab5" providerId="LiveId" clId="{DCA00469-6682-4E46-9ED4-77F354EB33D0}" dt="2023-06-30T04:18:07.218" v="948" actId="22"/>
      <pc:docMkLst>
        <pc:docMk/>
      </pc:docMkLst>
      <pc:sldChg chg="modSp mod">
        <pc:chgData name="Arun Sunar" userId="3fa9774ca67c7ab5" providerId="LiveId" clId="{DCA00469-6682-4E46-9ED4-77F354EB33D0}" dt="2023-06-30T03:33:18.938" v="923" actId="20577"/>
        <pc:sldMkLst>
          <pc:docMk/>
          <pc:sldMk cId="1659440621" sldId="256"/>
        </pc:sldMkLst>
        <pc:spChg chg="mod">
          <ac:chgData name="Arun Sunar" userId="3fa9774ca67c7ab5" providerId="LiveId" clId="{DCA00469-6682-4E46-9ED4-77F354EB33D0}" dt="2023-06-30T03:33:18.938" v="923" actId="20577"/>
          <ac:spMkLst>
            <pc:docMk/>
            <pc:sldMk cId="1659440621" sldId="256"/>
            <ac:spMk id="3" creationId="{3A0AC624-F7AF-2289-EE4F-90D64C6E643F}"/>
          </ac:spMkLst>
        </pc:spChg>
      </pc:sldChg>
      <pc:sldChg chg="addSp delSp modSp mod">
        <pc:chgData name="Arun Sunar" userId="3fa9774ca67c7ab5" providerId="LiveId" clId="{DCA00469-6682-4E46-9ED4-77F354EB33D0}" dt="2023-06-30T02:46:13.019" v="15" actId="20577"/>
        <pc:sldMkLst>
          <pc:docMk/>
          <pc:sldMk cId="4127036742" sldId="257"/>
        </pc:sldMkLst>
        <pc:spChg chg="mod">
          <ac:chgData name="Arun Sunar" userId="3fa9774ca67c7ab5" providerId="LiveId" clId="{DCA00469-6682-4E46-9ED4-77F354EB33D0}" dt="2023-06-30T02:46:13.019" v="15" actId="20577"/>
          <ac:spMkLst>
            <pc:docMk/>
            <pc:sldMk cId="4127036742" sldId="257"/>
            <ac:spMk id="2" creationId="{FEE93580-2AD7-E31C-98C8-C37B91835054}"/>
          </ac:spMkLst>
        </pc:spChg>
        <pc:spChg chg="del">
          <ac:chgData name="Arun Sunar" userId="3fa9774ca67c7ab5" providerId="LiveId" clId="{DCA00469-6682-4E46-9ED4-77F354EB33D0}" dt="2023-06-30T02:46:07.091" v="5" actId="22"/>
          <ac:spMkLst>
            <pc:docMk/>
            <pc:sldMk cId="4127036742" sldId="257"/>
            <ac:spMk id="3" creationId="{A7652B8B-DF82-0296-C4CC-4001ECAF12E6}"/>
          </ac:spMkLst>
        </pc:spChg>
        <pc:picChg chg="add mod ord">
          <ac:chgData name="Arun Sunar" userId="3fa9774ca67c7ab5" providerId="LiveId" clId="{DCA00469-6682-4E46-9ED4-77F354EB33D0}" dt="2023-06-30T02:46:07.091" v="5" actId="22"/>
          <ac:picMkLst>
            <pc:docMk/>
            <pc:sldMk cId="4127036742" sldId="257"/>
            <ac:picMk id="5" creationId="{A00802E4-E38F-EED9-8C59-B89C8FBB8640}"/>
          </ac:picMkLst>
        </pc:picChg>
      </pc:sldChg>
      <pc:sldChg chg="addSp delSp modSp mod">
        <pc:chgData name="Arun Sunar" userId="3fa9774ca67c7ab5" providerId="LiveId" clId="{DCA00469-6682-4E46-9ED4-77F354EB33D0}" dt="2023-06-30T02:44:19.447" v="4" actId="1076"/>
        <pc:sldMkLst>
          <pc:docMk/>
          <pc:sldMk cId="3747042154" sldId="258"/>
        </pc:sldMkLst>
        <pc:spChg chg="del">
          <ac:chgData name="Arun Sunar" userId="3fa9774ca67c7ab5" providerId="LiveId" clId="{DCA00469-6682-4E46-9ED4-77F354EB33D0}" dt="2023-06-30T02:43:41.076" v="1" actId="22"/>
          <ac:spMkLst>
            <pc:docMk/>
            <pc:sldMk cId="3747042154" sldId="258"/>
            <ac:spMk id="3" creationId="{49987002-EC62-4705-33C4-3A550670A534}"/>
          </ac:spMkLst>
        </pc:spChg>
        <pc:spChg chg="add mod">
          <ac:chgData name="Arun Sunar" userId="3fa9774ca67c7ab5" providerId="LiveId" clId="{DCA00469-6682-4E46-9ED4-77F354EB33D0}" dt="2023-06-30T02:44:16.310" v="2" actId="478"/>
          <ac:spMkLst>
            <pc:docMk/>
            <pc:sldMk cId="3747042154" sldId="258"/>
            <ac:spMk id="7" creationId="{ADE44227-5E77-7D34-7AF3-B4DFBE94AA79}"/>
          </ac:spMkLst>
        </pc:spChg>
        <pc:picChg chg="add del mod ord">
          <ac:chgData name="Arun Sunar" userId="3fa9774ca67c7ab5" providerId="LiveId" clId="{DCA00469-6682-4E46-9ED4-77F354EB33D0}" dt="2023-06-30T02:44:16.310" v="2" actId="478"/>
          <ac:picMkLst>
            <pc:docMk/>
            <pc:sldMk cId="3747042154" sldId="258"/>
            <ac:picMk id="5" creationId="{889D2D5A-C088-74D8-87F6-E5E37B601E92}"/>
          </ac:picMkLst>
        </pc:picChg>
        <pc:picChg chg="add mod">
          <ac:chgData name="Arun Sunar" userId="3fa9774ca67c7ab5" providerId="LiveId" clId="{DCA00469-6682-4E46-9ED4-77F354EB33D0}" dt="2023-06-30T02:44:19.447" v="4" actId="1076"/>
          <ac:picMkLst>
            <pc:docMk/>
            <pc:sldMk cId="3747042154" sldId="258"/>
            <ac:picMk id="9" creationId="{49E79560-CDC2-14C4-60BF-29BB99D505A3}"/>
          </ac:picMkLst>
        </pc:picChg>
      </pc:sldChg>
      <pc:sldChg chg="addSp delSp modSp mod">
        <pc:chgData name="Arun Sunar" userId="3fa9774ca67c7ab5" providerId="LiveId" clId="{DCA00469-6682-4E46-9ED4-77F354EB33D0}" dt="2023-06-30T02:42:49.911" v="0" actId="22"/>
        <pc:sldMkLst>
          <pc:docMk/>
          <pc:sldMk cId="1421662169" sldId="259"/>
        </pc:sldMkLst>
        <pc:spChg chg="del">
          <ac:chgData name="Arun Sunar" userId="3fa9774ca67c7ab5" providerId="LiveId" clId="{DCA00469-6682-4E46-9ED4-77F354EB33D0}" dt="2023-06-30T02:42:49.911" v="0" actId="22"/>
          <ac:spMkLst>
            <pc:docMk/>
            <pc:sldMk cId="1421662169" sldId="259"/>
            <ac:spMk id="3" creationId="{0710F857-0977-B245-2B11-BB84128B4DDC}"/>
          </ac:spMkLst>
        </pc:spChg>
        <pc:picChg chg="add mod ord">
          <ac:chgData name="Arun Sunar" userId="3fa9774ca67c7ab5" providerId="LiveId" clId="{DCA00469-6682-4E46-9ED4-77F354EB33D0}" dt="2023-06-30T02:42:49.911" v="0" actId="22"/>
          <ac:picMkLst>
            <pc:docMk/>
            <pc:sldMk cId="1421662169" sldId="259"/>
            <ac:picMk id="5" creationId="{BDE1D61C-F440-B89B-3D25-2AA31B3BF869}"/>
          </ac:picMkLst>
        </pc:picChg>
      </pc:sldChg>
      <pc:sldChg chg="addSp delSp modSp new mod">
        <pc:chgData name="Arun Sunar" userId="3fa9774ca67c7ab5" providerId="LiveId" clId="{DCA00469-6682-4E46-9ED4-77F354EB33D0}" dt="2023-06-30T02:49:49.215" v="66" actId="20577"/>
        <pc:sldMkLst>
          <pc:docMk/>
          <pc:sldMk cId="958245620" sldId="261"/>
        </pc:sldMkLst>
        <pc:spChg chg="mod">
          <ac:chgData name="Arun Sunar" userId="3fa9774ca67c7ab5" providerId="LiveId" clId="{DCA00469-6682-4E46-9ED4-77F354EB33D0}" dt="2023-06-30T02:49:49.215" v="66" actId="20577"/>
          <ac:spMkLst>
            <pc:docMk/>
            <pc:sldMk cId="958245620" sldId="261"/>
            <ac:spMk id="2" creationId="{D9ED6525-B59D-A581-7030-DF5F244CB420}"/>
          </ac:spMkLst>
        </pc:spChg>
        <pc:spChg chg="del">
          <ac:chgData name="Arun Sunar" userId="3fa9774ca67c7ab5" providerId="LiveId" clId="{DCA00469-6682-4E46-9ED4-77F354EB33D0}" dt="2023-06-30T02:47:56.576" v="25" actId="22"/>
          <ac:spMkLst>
            <pc:docMk/>
            <pc:sldMk cId="958245620" sldId="261"/>
            <ac:spMk id="3" creationId="{0BF42F7A-0DD0-0CC3-34CA-F6C725E2D904}"/>
          </ac:spMkLst>
        </pc:spChg>
        <pc:spChg chg="add mod">
          <ac:chgData name="Arun Sunar" userId="3fa9774ca67c7ab5" providerId="LiveId" clId="{DCA00469-6682-4E46-9ED4-77F354EB33D0}" dt="2023-06-30T02:48:30.728" v="26" actId="478"/>
          <ac:spMkLst>
            <pc:docMk/>
            <pc:sldMk cId="958245620" sldId="261"/>
            <ac:spMk id="7" creationId="{8C2AC3F8-1B5A-9970-DB00-7F5103A5FD3F}"/>
          </ac:spMkLst>
        </pc:spChg>
        <pc:picChg chg="add del mod ord">
          <ac:chgData name="Arun Sunar" userId="3fa9774ca67c7ab5" providerId="LiveId" clId="{DCA00469-6682-4E46-9ED4-77F354EB33D0}" dt="2023-06-30T02:48:30.728" v="26" actId="478"/>
          <ac:picMkLst>
            <pc:docMk/>
            <pc:sldMk cId="958245620" sldId="261"/>
            <ac:picMk id="5" creationId="{A36AB35B-ABA8-267E-78D8-917F91941039}"/>
          </ac:picMkLst>
        </pc:picChg>
        <pc:picChg chg="add mod">
          <ac:chgData name="Arun Sunar" userId="3fa9774ca67c7ab5" providerId="LiveId" clId="{DCA00469-6682-4E46-9ED4-77F354EB33D0}" dt="2023-06-30T02:48:35.042" v="28" actId="1076"/>
          <ac:picMkLst>
            <pc:docMk/>
            <pc:sldMk cId="958245620" sldId="261"/>
            <ac:picMk id="9" creationId="{A11207B2-C383-12E8-6D56-5BC17C81C399}"/>
          </ac:picMkLst>
        </pc:picChg>
      </pc:sldChg>
      <pc:sldChg chg="new">
        <pc:chgData name="Arun Sunar" userId="3fa9774ca67c7ab5" providerId="LiveId" clId="{DCA00469-6682-4E46-9ED4-77F354EB33D0}" dt="2023-06-30T02:46:21.706" v="17" actId="680"/>
        <pc:sldMkLst>
          <pc:docMk/>
          <pc:sldMk cId="660960449" sldId="262"/>
        </pc:sldMkLst>
      </pc:sldChg>
      <pc:sldChg chg="new">
        <pc:chgData name="Arun Sunar" userId="3fa9774ca67c7ab5" providerId="LiveId" clId="{DCA00469-6682-4E46-9ED4-77F354EB33D0}" dt="2023-06-30T02:46:24.626" v="18" actId="680"/>
        <pc:sldMkLst>
          <pc:docMk/>
          <pc:sldMk cId="1562185150" sldId="263"/>
        </pc:sldMkLst>
      </pc:sldChg>
      <pc:sldChg chg="new">
        <pc:chgData name="Arun Sunar" userId="3fa9774ca67c7ab5" providerId="LiveId" clId="{DCA00469-6682-4E46-9ED4-77F354EB33D0}" dt="2023-06-30T02:46:27.033" v="19" actId="680"/>
        <pc:sldMkLst>
          <pc:docMk/>
          <pc:sldMk cId="2128385935" sldId="264"/>
        </pc:sldMkLst>
      </pc:sldChg>
      <pc:sldChg chg="new">
        <pc:chgData name="Arun Sunar" userId="3fa9774ca67c7ab5" providerId="LiveId" clId="{DCA00469-6682-4E46-9ED4-77F354EB33D0}" dt="2023-06-30T02:46:29.057" v="20" actId="680"/>
        <pc:sldMkLst>
          <pc:docMk/>
          <pc:sldMk cId="2775228411" sldId="265"/>
        </pc:sldMkLst>
      </pc:sldChg>
      <pc:sldChg chg="addSp delSp modSp new mod">
        <pc:chgData name="Arun Sunar" userId="3fa9774ca67c7ab5" providerId="LiveId" clId="{DCA00469-6682-4E46-9ED4-77F354EB33D0}" dt="2023-06-30T04:18:07.218" v="948" actId="22"/>
        <pc:sldMkLst>
          <pc:docMk/>
          <pc:sldMk cId="669261209" sldId="266"/>
        </pc:sldMkLst>
        <pc:spChg chg="del">
          <ac:chgData name="Arun Sunar" userId="3fa9774ca67c7ab5" providerId="LiveId" clId="{DCA00469-6682-4E46-9ED4-77F354EB33D0}" dt="2023-06-30T04:18:02.137" v="946" actId="478"/>
          <ac:spMkLst>
            <pc:docMk/>
            <pc:sldMk cId="669261209" sldId="266"/>
            <ac:spMk id="2" creationId="{A79C9147-F5AE-A70E-103B-E417B8CC4C1B}"/>
          </ac:spMkLst>
        </pc:spChg>
        <pc:spChg chg="del mod">
          <ac:chgData name="Arun Sunar" userId="3fa9774ca67c7ab5" providerId="LiveId" clId="{DCA00469-6682-4E46-9ED4-77F354EB33D0}" dt="2023-06-30T04:18:07.218" v="948" actId="22"/>
          <ac:spMkLst>
            <pc:docMk/>
            <pc:sldMk cId="669261209" sldId="266"/>
            <ac:spMk id="3" creationId="{1D274A36-6343-B986-BA58-62D7F8E01A4F}"/>
          </ac:spMkLst>
        </pc:spChg>
        <pc:picChg chg="add mod ord">
          <ac:chgData name="Arun Sunar" userId="3fa9774ca67c7ab5" providerId="LiveId" clId="{DCA00469-6682-4E46-9ED4-77F354EB33D0}" dt="2023-06-30T04:18:07.218" v="948" actId="22"/>
          <ac:picMkLst>
            <pc:docMk/>
            <pc:sldMk cId="669261209" sldId="266"/>
            <ac:picMk id="5" creationId="{8B620B99-3CB7-CC47-8CFE-EC384F7ADC79}"/>
          </ac:picMkLst>
        </pc:picChg>
      </pc:sldChg>
      <pc:sldChg chg="modSp new mod">
        <pc:chgData name="Arun Sunar" userId="3fa9774ca67c7ab5" providerId="LiveId" clId="{DCA00469-6682-4E46-9ED4-77F354EB33D0}" dt="2023-06-30T03:09:37.263" v="857" actId="20577"/>
        <pc:sldMkLst>
          <pc:docMk/>
          <pc:sldMk cId="2249838524" sldId="267"/>
        </pc:sldMkLst>
        <pc:spChg chg="mod">
          <ac:chgData name="Arun Sunar" userId="3fa9774ca67c7ab5" providerId="LiveId" clId="{DCA00469-6682-4E46-9ED4-77F354EB33D0}" dt="2023-06-30T03:03:50.807" v="460" actId="20577"/>
          <ac:spMkLst>
            <pc:docMk/>
            <pc:sldMk cId="2249838524" sldId="267"/>
            <ac:spMk id="2" creationId="{2EFF3D3B-65D1-22EA-2229-E711A72ECBCC}"/>
          </ac:spMkLst>
        </pc:spChg>
        <pc:spChg chg="mod">
          <ac:chgData name="Arun Sunar" userId="3fa9774ca67c7ab5" providerId="LiveId" clId="{DCA00469-6682-4E46-9ED4-77F354EB33D0}" dt="2023-06-30T03:09:37.263" v="857" actId="20577"/>
          <ac:spMkLst>
            <pc:docMk/>
            <pc:sldMk cId="2249838524" sldId="267"/>
            <ac:spMk id="3" creationId="{0CD5F361-DB28-16DC-097C-85475C1556FF}"/>
          </ac:spMkLst>
        </pc:spChg>
      </pc:sldChg>
      <pc:sldChg chg="addSp modSp new mod">
        <pc:chgData name="Arun Sunar" userId="3fa9774ca67c7ab5" providerId="LiveId" clId="{DCA00469-6682-4E46-9ED4-77F354EB33D0}" dt="2023-06-30T03:02:22.675" v="445" actId="1076"/>
        <pc:sldMkLst>
          <pc:docMk/>
          <pc:sldMk cId="2306237791" sldId="268"/>
        </pc:sldMkLst>
        <pc:spChg chg="mod">
          <ac:chgData name="Arun Sunar" userId="3fa9774ca67c7ab5" providerId="LiveId" clId="{DCA00469-6682-4E46-9ED4-77F354EB33D0}" dt="2023-06-30T03:00:28.390" v="329" actId="20577"/>
          <ac:spMkLst>
            <pc:docMk/>
            <pc:sldMk cId="2306237791" sldId="268"/>
            <ac:spMk id="2" creationId="{F531C1E3-2D4B-4DD5-9A98-87D076CB4D35}"/>
          </ac:spMkLst>
        </pc:spChg>
        <pc:spChg chg="mod">
          <ac:chgData name="Arun Sunar" userId="3fa9774ca67c7ab5" providerId="LiveId" clId="{DCA00469-6682-4E46-9ED4-77F354EB33D0}" dt="2023-06-30T03:02:19.231" v="444" actId="6549"/>
          <ac:spMkLst>
            <pc:docMk/>
            <pc:sldMk cId="2306237791" sldId="268"/>
            <ac:spMk id="3" creationId="{C929C358-D9D2-CF33-872E-B0A75F47EDED}"/>
          </ac:spMkLst>
        </pc:spChg>
        <pc:picChg chg="add mod">
          <ac:chgData name="Arun Sunar" userId="3fa9774ca67c7ab5" providerId="LiveId" clId="{DCA00469-6682-4E46-9ED4-77F354EB33D0}" dt="2023-06-30T03:02:22.675" v="445" actId="1076"/>
          <ac:picMkLst>
            <pc:docMk/>
            <pc:sldMk cId="2306237791" sldId="268"/>
            <ac:picMk id="5" creationId="{B84943BA-6C3A-2D74-030E-E1F970305D01}"/>
          </ac:picMkLst>
        </pc:picChg>
      </pc:sldChg>
      <pc:sldChg chg="modSp new mod">
        <pc:chgData name="Arun Sunar" userId="3fa9774ca67c7ab5" providerId="LiveId" clId="{DCA00469-6682-4E46-9ED4-77F354EB33D0}" dt="2023-06-30T02:53:59.195" v="308" actId="20577"/>
        <pc:sldMkLst>
          <pc:docMk/>
          <pc:sldMk cId="646238112" sldId="269"/>
        </pc:sldMkLst>
        <pc:spChg chg="mod">
          <ac:chgData name="Arun Sunar" userId="3fa9774ca67c7ab5" providerId="LiveId" clId="{DCA00469-6682-4E46-9ED4-77F354EB33D0}" dt="2023-06-30T02:53:59.195" v="308" actId="20577"/>
          <ac:spMkLst>
            <pc:docMk/>
            <pc:sldMk cId="646238112" sldId="269"/>
            <ac:spMk id="3" creationId="{137DBCF7-80B8-276D-4CD0-7A4569C8EB5C}"/>
          </ac:spMkLst>
        </pc:spChg>
      </pc:sldChg>
      <pc:sldChg chg="addSp delSp modSp new mod">
        <pc:chgData name="Arun Sunar" userId="3fa9774ca67c7ab5" providerId="LiveId" clId="{DCA00469-6682-4E46-9ED4-77F354EB33D0}" dt="2023-06-30T03:36:16.260" v="927" actId="22"/>
        <pc:sldMkLst>
          <pc:docMk/>
          <pc:sldMk cId="1535158209" sldId="270"/>
        </pc:sldMkLst>
        <pc:spChg chg="del">
          <ac:chgData name="Arun Sunar" userId="3fa9774ca67c7ab5" providerId="LiveId" clId="{DCA00469-6682-4E46-9ED4-77F354EB33D0}" dt="2023-06-30T03:36:02.199" v="925" actId="478"/>
          <ac:spMkLst>
            <pc:docMk/>
            <pc:sldMk cId="1535158209" sldId="270"/>
            <ac:spMk id="2" creationId="{B8CC7E0C-EB79-F69C-CB3B-7B98E8252D1D}"/>
          </ac:spMkLst>
        </pc:spChg>
        <pc:spChg chg="del mod">
          <ac:chgData name="Arun Sunar" userId="3fa9774ca67c7ab5" providerId="LiveId" clId="{DCA00469-6682-4E46-9ED4-77F354EB33D0}" dt="2023-06-30T03:36:16.260" v="927" actId="22"/>
          <ac:spMkLst>
            <pc:docMk/>
            <pc:sldMk cId="1535158209" sldId="270"/>
            <ac:spMk id="3" creationId="{C41D847F-6D54-61B5-3A4A-F23BB13690EE}"/>
          </ac:spMkLst>
        </pc:spChg>
        <pc:picChg chg="add mod ord">
          <ac:chgData name="Arun Sunar" userId="3fa9774ca67c7ab5" providerId="LiveId" clId="{DCA00469-6682-4E46-9ED4-77F354EB33D0}" dt="2023-06-30T03:36:16.260" v="927" actId="22"/>
          <ac:picMkLst>
            <pc:docMk/>
            <pc:sldMk cId="1535158209" sldId="270"/>
            <ac:picMk id="5" creationId="{DCD43B38-5D26-6551-6142-368E29DCB71A}"/>
          </ac:picMkLst>
        </pc:picChg>
      </pc:sldChg>
      <pc:sldChg chg="addSp delSp modSp new mod">
        <pc:chgData name="Arun Sunar" userId="3fa9774ca67c7ab5" providerId="LiveId" clId="{DCA00469-6682-4E46-9ED4-77F354EB33D0}" dt="2023-06-30T03:37:42.689" v="932" actId="1076"/>
        <pc:sldMkLst>
          <pc:docMk/>
          <pc:sldMk cId="3439052064" sldId="271"/>
        </pc:sldMkLst>
        <pc:spChg chg="del">
          <ac:chgData name="Arun Sunar" userId="3fa9774ca67c7ab5" providerId="LiveId" clId="{DCA00469-6682-4E46-9ED4-77F354EB33D0}" dt="2023-06-30T03:37:28.807" v="929" actId="478"/>
          <ac:spMkLst>
            <pc:docMk/>
            <pc:sldMk cId="3439052064" sldId="271"/>
            <ac:spMk id="2" creationId="{B6D457D0-AE21-187B-D79E-B03720AA43F1}"/>
          </ac:spMkLst>
        </pc:spChg>
        <pc:spChg chg="del mod">
          <ac:chgData name="Arun Sunar" userId="3fa9774ca67c7ab5" providerId="LiveId" clId="{DCA00469-6682-4E46-9ED4-77F354EB33D0}" dt="2023-06-30T03:37:34.285" v="931" actId="22"/>
          <ac:spMkLst>
            <pc:docMk/>
            <pc:sldMk cId="3439052064" sldId="271"/>
            <ac:spMk id="3" creationId="{BAE2A003-AC42-EEFB-2159-8C0080D59565}"/>
          </ac:spMkLst>
        </pc:spChg>
        <pc:picChg chg="add mod ord">
          <ac:chgData name="Arun Sunar" userId="3fa9774ca67c7ab5" providerId="LiveId" clId="{DCA00469-6682-4E46-9ED4-77F354EB33D0}" dt="2023-06-30T03:37:42.689" v="932" actId="1076"/>
          <ac:picMkLst>
            <pc:docMk/>
            <pc:sldMk cId="3439052064" sldId="271"/>
            <ac:picMk id="5" creationId="{4A251E5C-6633-5720-68F6-765B193317D1}"/>
          </ac:picMkLst>
        </pc:picChg>
      </pc:sldChg>
      <pc:sldChg chg="addSp delSp modSp new mod">
        <pc:chgData name="Arun Sunar" userId="3fa9774ca67c7ab5" providerId="LiveId" clId="{DCA00469-6682-4E46-9ED4-77F354EB33D0}" dt="2023-06-30T03:39:44.876" v="937" actId="22"/>
        <pc:sldMkLst>
          <pc:docMk/>
          <pc:sldMk cId="2322685594" sldId="272"/>
        </pc:sldMkLst>
        <pc:spChg chg="del">
          <ac:chgData name="Arun Sunar" userId="3fa9774ca67c7ab5" providerId="LiveId" clId="{DCA00469-6682-4E46-9ED4-77F354EB33D0}" dt="2023-06-30T03:39:22.790" v="934" actId="478"/>
          <ac:spMkLst>
            <pc:docMk/>
            <pc:sldMk cId="2322685594" sldId="272"/>
            <ac:spMk id="2" creationId="{B3D378AF-0E4E-8FBA-B261-AC9830E61018}"/>
          </ac:spMkLst>
        </pc:spChg>
        <pc:spChg chg="del mod">
          <ac:chgData name="Arun Sunar" userId="3fa9774ca67c7ab5" providerId="LiveId" clId="{DCA00469-6682-4E46-9ED4-77F354EB33D0}" dt="2023-06-30T03:39:44.876" v="937" actId="22"/>
          <ac:spMkLst>
            <pc:docMk/>
            <pc:sldMk cId="2322685594" sldId="272"/>
            <ac:spMk id="3" creationId="{345D2C5C-A7CF-845F-8068-041B18907534}"/>
          </ac:spMkLst>
        </pc:spChg>
        <pc:picChg chg="add mod ord">
          <ac:chgData name="Arun Sunar" userId="3fa9774ca67c7ab5" providerId="LiveId" clId="{DCA00469-6682-4E46-9ED4-77F354EB33D0}" dt="2023-06-30T03:39:44.876" v="937" actId="22"/>
          <ac:picMkLst>
            <pc:docMk/>
            <pc:sldMk cId="2322685594" sldId="272"/>
            <ac:picMk id="5" creationId="{2CCB1A5E-AD0E-B6B3-9B5F-28D95165E199}"/>
          </ac:picMkLst>
        </pc:picChg>
      </pc:sldChg>
      <pc:sldChg chg="addSp delSp modSp new mod">
        <pc:chgData name="Arun Sunar" userId="3fa9774ca67c7ab5" providerId="LiveId" clId="{DCA00469-6682-4E46-9ED4-77F354EB33D0}" dt="2023-06-30T03:48:17.413" v="941" actId="22"/>
        <pc:sldMkLst>
          <pc:docMk/>
          <pc:sldMk cId="229574075" sldId="273"/>
        </pc:sldMkLst>
        <pc:spChg chg="del">
          <ac:chgData name="Arun Sunar" userId="3fa9774ca67c7ab5" providerId="LiveId" clId="{DCA00469-6682-4E46-9ED4-77F354EB33D0}" dt="2023-06-30T03:48:11.929" v="939" actId="478"/>
          <ac:spMkLst>
            <pc:docMk/>
            <pc:sldMk cId="229574075" sldId="273"/>
            <ac:spMk id="2" creationId="{6E731A95-C653-5187-0858-8C0C470BD09B}"/>
          </ac:spMkLst>
        </pc:spChg>
        <pc:spChg chg="del mod">
          <ac:chgData name="Arun Sunar" userId="3fa9774ca67c7ab5" providerId="LiveId" clId="{DCA00469-6682-4E46-9ED4-77F354EB33D0}" dt="2023-06-30T03:48:17.413" v="941" actId="22"/>
          <ac:spMkLst>
            <pc:docMk/>
            <pc:sldMk cId="229574075" sldId="273"/>
            <ac:spMk id="3" creationId="{0687EC5C-1397-9AE8-46BC-C0AF8D57FDEC}"/>
          </ac:spMkLst>
        </pc:spChg>
        <pc:picChg chg="add mod ord">
          <ac:chgData name="Arun Sunar" userId="3fa9774ca67c7ab5" providerId="LiveId" clId="{DCA00469-6682-4E46-9ED4-77F354EB33D0}" dt="2023-06-30T03:48:17.413" v="941" actId="22"/>
          <ac:picMkLst>
            <pc:docMk/>
            <pc:sldMk cId="229574075" sldId="273"/>
            <ac:picMk id="5" creationId="{3815D988-F7E5-E9DE-BA12-B2CD2C251FFE}"/>
          </ac:picMkLst>
        </pc:picChg>
      </pc:sldChg>
      <pc:sldChg chg="addSp delSp modSp new mod">
        <pc:chgData name="Arun Sunar" userId="3fa9774ca67c7ab5" providerId="LiveId" clId="{DCA00469-6682-4E46-9ED4-77F354EB33D0}" dt="2023-06-30T03:49:44.005" v="945" actId="22"/>
        <pc:sldMkLst>
          <pc:docMk/>
          <pc:sldMk cId="2314936701" sldId="274"/>
        </pc:sldMkLst>
        <pc:spChg chg="del">
          <ac:chgData name="Arun Sunar" userId="3fa9774ca67c7ab5" providerId="LiveId" clId="{DCA00469-6682-4E46-9ED4-77F354EB33D0}" dt="2023-06-30T03:49:39.835" v="943" actId="478"/>
          <ac:spMkLst>
            <pc:docMk/>
            <pc:sldMk cId="2314936701" sldId="274"/>
            <ac:spMk id="2" creationId="{9AC2DA6F-C331-BE82-C99F-3E779735E5AB}"/>
          </ac:spMkLst>
        </pc:spChg>
        <pc:spChg chg="del mod">
          <ac:chgData name="Arun Sunar" userId="3fa9774ca67c7ab5" providerId="LiveId" clId="{DCA00469-6682-4E46-9ED4-77F354EB33D0}" dt="2023-06-30T03:49:44.005" v="945" actId="22"/>
          <ac:spMkLst>
            <pc:docMk/>
            <pc:sldMk cId="2314936701" sldId="274"/>
            <ac:spMk id="3" creationId="{27CCCBAB-4D0A-324B-3AA0-552186756BAC}"/>
          </ac:spMkLst>
        </pc:spChg>
        <pc:picChg chg="add mod ord">
          <ac:chgData name="Arun Sunar" userId="3fa9774ca67c7ab5" providerId="LiveId" clId="{DCA00469-6682-4E46-9ED4-77F354EB33D0}" dt="2023-06-30T03:49:44.005" v="945" actId="22"/>
          <ac:picMkLst>
            <pc:docMk/>
            <pc:sldMk cId="2314936701" sldId="274"/>
            <ac:picMk id="5" creationId="{BA87C00D-28F9-92E8-637B-C71EC912AF4A}"/>
          </ac:picMkLst>
        </pc:picChg>
      </pc:sldChg>
    </pc:docChg>
  </pc:docChgLst>
  <pc:docChgLst>
    <pc:chgData name="Arun Sunar" userId="3fa9774ca67c7ab5" providerId="LiveId" clId="{FDC865FC-46E6-4287-B299-1D17ECDF51E6}"/>
    <pc:docChg chg="undo redo custSel addSld modSld">
      <pc:chgData name="Arun Sunar" userId="3fa9774ca67c7ab5" providerId="LiveId" clId="{FDC865FC-46E6-4287-B299-1D17ECDF51E6}" dt="2023-08-17T03:57:20.920" v="234" actId="27636"/>
      <pc:docMkLst>
        <pc:docMk/>
      </pc:docMkLst>
      <pc:sldChg chg="modSp mod">
        <pc:chgData name="Arun Sunar" userId="3fa9774ca67c7ab5" providerId="LiveId" clId="{FDC865FC-46E6-4287-B299-1D17ECDF51E6}" dt="2023-08-10T02:36:49.306" v="43" actId="27636"/>
        <pc:sldMkLst>
          <pc:docMk/>
          <pc:sldMk cId="660960449" sldId="262"/>
        </pc:sldMkLst>
        <pc:spChg chg="mod">
          <ac:chgData name="Arun Sunar" userId="3fa9774ca67c7ab5" providerId="LiveId" clId="{FDC865FC-46E6-4287-B299-1D17ECDF51E6}" dt="2023-08-10T02:36:38.558" v="41" actId="20577"/>
          <ac:spMkLst>
            <pc:docMk/>
            <pc:sldMk cId="660960449" sldId="262"/>
            <ac:spMk id="2" creationId="{C6E07CB4-E2C9-0C66-B461-00405CB388C9}"/>
          </ac:spMkLst>
        </pc:spChg>
        <pc:spChg chg="mod">
          <ac:chgData name="Arun Sunar" userId="3fa9774ca67c7ab5" providerId="LiveId" clId="{FDC865FC-46E6-4287-B299-1D17ECDF51E6}" dt="2023-08-10T02:36:49.306" v="43" actId="27636"/>
          <ac:spMkLst>
            <pc:docMk/>
            <pc:sldMk cId="660960449" sldId="262"/>
            <ac:spMk id="3" creationId="{30CE9E38-53D0-4AB1-AFE2-AF3127201082}"/>
          </ac:spMkLst>
        </pc:spChg>
      </pc:sldChg>
      <pc:sldChg chg="addSp delSp modSp mod">
        <pc:chgData name="Arun Sunar" userId="3fa9774ca67c7ab5" providerId="LiveId" clId="{FDC865FC-46E6-4287-B299-1D17ECDF51E6}" dt="2023-08-10T02:36:16.529" v="39" actId="1076"/>
        <pc:sldMkLst>
          <pc:docMk/>
          <pc:sldMk cId="1562185150" sldId="263"/>
        </pc:sldMkLst>
        <pc:spChg chg="mod">
          <ac:chgData name="Arun Sunar" userId="3fa9774ca67c7ab5" providerId="LiveId" clId="{FDC865FC-46E6-4287-B299-1D17ECDF51E6}" dt="2023-08-10T02:35:32.998" v="30" actId="20577"/>
          <ac:spMkLst>
            <pc:docMk/>
            <pc:sldMk cId="1562185150" sldId="263"/>
            <ac:spMk id="2" creationId="{4BC5DAC5-722A-BD0A-9FB4-297022C3D083}"/>
          </ac:spMkLst>
        </pc:spChg>
        <pc:spChg chg="del">
          <ac:chgData name="Arun Sunar" userId="3fa9774ca67c7ab5" providerId="LiveId" clId="{FDC865FC-46E6-4287-B299-1D17ECDF51E6}" dt="2023-08-10T02:35:35.858" v="31" actId="478"/>
          <ac:spMkLst>
            <pc:docMk/>
            <pc:sldMk cId="1562185150" sldId="263"/>
            <ac:spMk id="3" creationId="{0778BE5B-B2C7-648B-3628-804C84C72B69}"/>
          </ac:spMkLst>
        </pc:spChg>
        <pc:picChg chg="add mod">
          <ac:chgData name="Arun Sunar" userId="3fa9774ca67c7ab5" providerId="LiveId" clId="{FDC865FC-46E6-4287-B299-1D17ECDF51E6}" dt="2023-08-10T02:36:06.567" v="38" actId="1076"/>
          <ac:picMkLst>
            <pc:docMk/>
            <pc:sldMk cId="1562185150" sldId="263"/>
            <ac:picMk id="1026" creationId="{10FABD59-5F0C-1017-9690-9305C3CE4A04}"/>
          </ac:picMkLst>
        </pc:picChg>
        <pc:picChg chg="add mod">
          <ac:chgData name="Arun Sunar" userId="3fa9774ca67c7ab5" providerId="LiveId" clId="{FDC865FC-46E6-4287-B299-1D17ECDF51E6}" dt="2023-08-10T02:36:16.529" v="39" actId="1076"/>
          <ac:picMkLst>
            <pc:docMk/>
            <pc:sldMk cId="1562185150" sldId="263"/>
            <ac:picMk id="1028" creationId="{81534CCA-43D2-97B0-5CF0-CE1A703A4BEF}"/>
          </ac:picMkLst>
        </pc:picChg>
      </pc:sldChg>
      <pc:sldChg chg="modSp mod">
        <pc:chgData name="Arun Sunar" userId="3fa9774ca67c7ab5" providerId="LiveId" clId="{FDC865FC-46E6-4287-B299-1D17ECDF51E6}" dt="2023-08-10T02:34:32.426" v="15"/>
        <pc:sldMkLst>
          <pc:docMk/>
          <pc:sldMk cId="2128385935" sldId="264"/>
        </pc:sldMkLst>
        <pc:spChg chg="mod">
          <ac:chgData name="Arun Sunar" userId="3fa9774ca67c7ab5" providerId="LiveId" clId="{FDC865FC-46E6-4287-B299-1D17ECDF51E6}" dt="2023-08-10T02:34:06.346" v="14"/>
          <ac:spMkLst>
            <pc:docMk/>
            <pc:sldMk cId="2128385935" sldId="264"/>
            <ac:spMk id="2" creationId="{A5992EE5-AD70-3192-F0F3-C9B0345A2AA7}"/>
          </ac:spMkLst>
        </pc:spChg>
        <pc:spChg chg="mod">
          <ac:chgData name="Arun Sunar" userId="3fa9774ca67c7ab5" providerId="LiveId" clId="{FDC865FC-46E6-4287-B299-1D17ECDF51E6}" dt="2023-08-10T02:34:32.426" v="15"/>
          <ac:spMkLst>
            <pc:docMk/>
            <pc:sldMk cId="2128385935" sldId="264"/>
            <ac:spMk id="3" creationId="{F0AA2CD4-054D-9FD9-DB72-7ED220A8B722}"/>
          </ac:spMkLst>
        </pc:spChg>
      </pc:sldChg>
      <pc:sldChg chg="addSp delSp modSp mod">
        <pc:chgData name="Arun Sunar" userId="3fa9774ca67c7ab5" providerId="LiveId" clId="{FDC865FC-46E6-4287-B299-1D17ECDF51E6}" dt="2023-08-10T02:35:08.047" v="18" actId="20577"/>
        <pc:sldMkLst>
          <pc:docMk/>
          <pc:sldMk cId="2775228411" sldId="265"/>
        </pc:sldMkLst>
        <pc:spChg chg="mod">
          <ac:chgData name="Arun Sunar" userId="3fa9774ca67c7ab5" providerId="LiveId" clId="{FDC865FC-46E6-4287-B299-1D17ECDF51E6}" dt="2023-08-10T02:32:27.423" v="10" actId="20577"/>
          <ac:spMkLst>
            <pc:docMk/>
            <pc:sldMk cId="2775228411" sldId="265"/>
            <ac:spMk id="2" creationId="{97DD651D-DDCF-19EC-356B-05CA6403BCDD}"/>
          </ac:spMkLst>
        </pc:spChg>
        <pc:spChg chg="del">
          <ac:chgData name="Arun Sunar" userId="3fa9774ca67c7ab5" providerId="LiveId" clId="{FDC865FC-46E6-4287-B299-1D17ECDF51E6}" dt="2023-08-10T02:32:30.368" v="11" actId="478"/>
          <ac:spMkLst>
            <pc:docMk/>
            <pc:sldMk cId="2775228411" sldId="265"/>
            <ac:spMk id="3" creationId="{CE52981D-C4D4-8C81-56C2-1022A6227049}"/>
          </ac:spMkLst>
        </pc:spChg>
        <pc:spChg chg="add mod">
          <ac:chgData name="Arun Sunar" userId="3fa9774ca67c7ab5" providerId="LiveId" clId="{FDC865FC-46E6-4287-B299-1D17ECDF51E6}" dt="2023-08-10T02:35:08.047" v="18" actId="20577"/>
          <ac:spMkLst>
            <pc:docMk/>
            <pc:sldMk cId="2775228411" sldId="265"/>
            <ac:spMk id="6" creationId="{34804B18-313E-CD66-473A-0E93662D2134}"/>
          </ac:spMkLst>
        </pc:spChg>
        <pc:picChg chg="add mod">
          <ac:chgData name="Arun Sunar" userId="3fa9774ca67c7ab5" providerId="LiveId" clId="{FDC865FC-46E6-4287-B299-1D17ECDF51E6}" dt="2023-08-10T02:32:34.366" v="13" actId="1076"/>
          <ac:picMkLst>
            <pc:docMk/>
            <pc:sldMk cId="2775228411" sldId="265"/>
            <ac:picMk id="5" creationId="{4E046525-2190-1D0B-FFB7-A6B16A27A5FD}"/>
          </ac:picMkLst>
        </pc:picChg>
      </pc:sldChg>
      <pc:sldChg chg="modSp add mod">
        <pc:chgData name="Arun Sunar" userId="3fa9774ca67c7ab5" providerId="LiveId" clId="{FDC865FC-46E6-4287-B299-1D17ECDF51E6}" dt="2023-08-10T02:37:17.932" v="47" actId="14100"/>
        <pc:sldMkLst>
          <pc:docMk/>
          <pc:sldMk cId="752195090" sldId="275"/>
        </pc:sldMkLst>
        <pc:spChg chg="mod">
          <ac:chgData name="Arun Sunar" userId="3fa9774ca67c7ab5" providerId="LiveId" clId="{FDC865FC-46E6-4287-B299-1D17ECDF51E6}" dt="2023-08-10T02:37:17.932" v="47" actId="14100"/>
          <ac:spMkLst>
            <pc:docMk/>
            <pc:sldMk cId="752195090" sldId="275"/>
            <ac:spMk id="3" creationId="{30CE9E38-53D0-4AB1-AFE2-AF3127201082}"/>
          </ac:spMkLst>
        </pc:spChg>
      </pc:sldChg>
      <pc:sldChg chg="modSp add mod">
        <pc:chgData name="Arun Sunar" userId="3fa9774ca67c7ab5" providerId="LiveId" clId="{FDC865FC-46E6-4287-B299-1D17ECDF51E6}" dt="2023-08-10T02:37:45.456" v="50"/>
        <pc:sldMkLst>
          <pc:docMk/>
          <pc:sldMk cId="2182123283" sldId="276"/>
        </pc:sldMkLst>
        <pc:spChg chg="mod">
          <ac:chgData name="Arun Sunar" userId="3fa9774ca67c7ab5" providerId="LiveId" clId="{FDC865FC-46E6-4287-B299-1D17ECDF51E6}" dt="2023-08-10T02:37:45.456" v="50"/>
          <ac:spMkLst>
            <pc:docMk/>
            <pc:sldMk cId="2182123283" sldId="276"/>
            <ac:spMk id="3" creationId="{30CE9E38-53D0-4AB1-AFE2-AF3127201082}"/>
          </ac:spMkLst>
        </pc:spChg>
      </pc:sldChg>
      <pc:sldChg chg="addSp delSp modSp add mod">
        <pc:chgData name="Arun Sunar" userId="3fa9774ca67c7ab5" providerId="LiveId" clId="{FDC865FC-46E6-4287-B299-1D17ECDF51E6}" dt="2023-08-17T03:13:35.131" v="219"/>
        <pc:sldMkLst>
          <pc:docMk/>
          <pc:sldMk cId="935113386" sldId="277"/>
        </pc:sldMkLst>
        <pc:spChg chg="mod">
          <ac:chgData name="Arun Sunar" userId="3fa9774ca67c7ab5" providerId="LiveId" clId="{FDC865FC-46E6-4287-B299-1D17ECDF51E6}" dt="2023-08-10T02:39:14.758" v="54"/>
          <ac:spMkLst>
            <pc:docMk/>
            <pc:sldMk cId="935113386" sldId="277"/>
            <ac:spMk id="2" creationId="{C6E07CB4-E2C9-0C66-B461-00405CB388C9}"/>
          </ac:spMkLst>
        </pc:spChg>
        <pc:spChg chg="mod">
          <ac:chgData name="Arun Sunar" userId="3fa9774ca67c7ab5" providerId="LiveId" clId="{FDC865FC-46E6-4287-B299-1D17ECDF51E6}" dt="2023-08-17T03:13:35.131" v="219"/>
          <ac:spMkLst>
            <pc:docMk/>
            <pc:sldMk cId="935113386" sldId="277"/>
            <ac:spMk id="3" creationId="{30CE9E38-53D0-4AB1-AFE2-AF3127201082}"/>
          </ac:spMkLst>
        </pc:spChg>
        <pc:spChg chg="add del">
          <ac:chgData name="Arun Sunar" userId="3fa9774ca67c7ab5" providerId="LiveId" clId="{FDC865FC-46E6-4287-B299-1D17ECDF51E6}" dt="2023-08-10T02:39:56.218" v="59"/>
          <ac:spMkLst>
            <pc:docMk/>
            <pc:sldMk cId="935113386" sldId="277"/>
            <ac:spMk id="4" creationId="{BBE030CE-2FA5-F64C-C702-97EAF9C0E05D}"/>
          </ac:spMkLst>
        </pc:spChg>
      </pc:sldChg>
      <pc:sldChg chg="modSp add mod">
        <pc:chgData name="Arun Sunar" userId="3fa9774ca67c7ab5" providerId="LiveId" clId="{FDC865FC-46E6-4287-B299-1D17ECDF51E6}" dt="2023-08-10T02:40:37.828" v="67"/>
        <pc:sldMkLst>
          <pc:docMk/>
          <pc:sldMk cId="2280332675" sldId="278"/>
        </pc:sldMkLst>
        <pc:spChg chg="mod">
          <ac:chgData name="Arun Sunar" userId="3fa9774ca67c7ab5" providerId="LiveId" clId="{FDC865FC-46E6-4287-B299-1D17ECDF51E6}" dt="2023-08-10T02:40:37.828" v="67"/>
          <ac:spMkLst>
            <pc:docMk/>
            <pc:sldMk cId="2280332675" sldId="278"/>
            <ac:spMk id="3" creationId="{30CE9E38-53D0-4AB1-AFE2-AF3127201082}"/>
          </ac:spMkLst>
        </pc:spChg>
      </pc:sldChg>
      <pc:sldChg chg="modSp add mod">
        <pc:chgData name="Arun Sunar" userId="3fa9774ca67c7ab5" providerId="LiveId" clId="{FDC865FC-46E6-4287-B299-1D17ECDF51E6}" dt="2023-08-10T02:41:06.236" v="74" actId="27636"/>
        <pc:sldMkLst>
          <pc:docMk/>
          <pc:sldMk cId="3263698312" sldId="279"/>
        </pc:sldMkLst>
        <pc:spChg chg="mod">
          <ac:chgData name="Arun Sunar" userId="3fa9774ca67c7ab5" providerId="LiveId" clId="{FDC865FC-46E6-4287-B299-1D17ECDF51E6}" dt="2023-08-10T02:41:06.236" v="74" actId="27636"/>
          <ac:spMkLst>
            <pc:docMk/>
            <pc:sldMk cId="3263698312" sldId="279"/>
            <ac:spMk id="3" creationId="{30CE9E38-53D0-4AB1-AFE2-AF3127201082}"/>
          </ac:spMkLst>
        </pc:spChg>
      </pc:sldChg>
      <pc:sldChg chg="modSp new mod">
        <pc:chgData name="Arun Sunar" userId="3fa9774ca67c7ab5" providerId="LiveId" clId="{FDC865FC-46E6-4287-B299-1D17ECDF51E6}" dt="2023-08-17T03:57:20.920" v="234" actId="27636"/>
        <pc:sldMkLst>
          <pc:docMk/>
          <pc:sldMk cId="3253792622" sldId="280"/>
        </pc:sldMkLst>
        <pc:spChg chg="mod">
          <ac:chgData name="Arun Sunar" userId="3fa9774ca67c7ab5" providerId="LiveId" clId="{FDC865FC-46E6-4287-B299-1D17ECDF51E6}" dt="2023-08-10T02:43:00.246" v="86" actId="20577"/>
          <ac:spMkLst>
            <pc:docMk/>
            <pc:sldMk cId="3253792622" sldId="280"/>
            <ac:spMk id="2" creationId="{A934137D-BB7B-CAE5-DF3C-F8749FAF373C}"/>
          </ac:spMkLst>
        </pc:spChg>
        <pc:spChg chg="mod">
          <ac:chgData name="Arun Sunar" userId="3fa9774ca67c7ab5" providerId="LiveId" clId="{FDC865FC-46E6-4287-B299-1D17ECDF51E6}" dt="2023-08-17T03:57:20.920" v="234" actId="27636"/>
          <ac:spMkLst>
            <pc:docMk/>
            <pc:sldMk cId="3253792622" sldId="280"/>
            <ac:spMk id="3" creationId="{2C15C07F-5930-DBAC-3109-3DFCC89217BA}"/>
          </ac:spMkLst>
        </pc:spChg>
      </pc:sldChg>
      <pc:sldChg chg="addSp delSp modSp new mod">
        <pc:chgData name="Arun Sunar" userId="3fa9774ca67c7ab5" providerId="LiveId" clId="{FDC865FC-46E6-4287-B299-1D17ECDF51E6}" dt="2023-08-11T02:04:11.185" v="105" actId="14100"/>
        <pc:sldMkLst>
          <pc:docMk/>
          <pc:sldMk cId="2881064880" sldId="281"/>
        </pc:sldMkLst>
        <pc:spChg chg="del">
          <ac:chgData name="Arun Sunar" userId="3fa9774ca67c7ab5" providerId="LiveId" clId="{FDC865FC-46E6-4287-B299-1D17ECDF51E6}" dt="2023-08-11T02:04:03.352" v="102" actId="478"/>
          <ac:spMkLst>
            <pc:docMk/>
            <pc:sldMk cId="2881064880" sldId="281"/>
            <ac:spMk id="2" creationId="{9AF6DA27-761A-0D2A-1FA0-2E7C6126F50F}"/>
          </ac:spMkLst>
        </pc:spChg>
        <pc:spChg chg="del">
          <ac:chgData name="Arun Sunar" userId="3fa9774ca67c7ab5" providerId="LiveId" clId="{FDC865FC-46E6-4287-B299-1D17ECDF51E6}" dt="2023-08-11T02:04:01.131" v="101" actId="478"/>
          <ac:spMkLst>
            <pc:docMk/>
            <pc:sldMk cId="2881064880" sldId="281"/>
            <ac:spMk id="3" creationId="{EE7E4AB2-0E67-EEA4-6DC0-5EB3A3A993A5}"/>
          </ac:spMkLst>
        </pc:spChg>
        <pc:picChg chg="add mod">
          <ac:chgData name="Arun Sunar" userId="3fa9774ca67c7ab5" providerId="LiveId" clId="{FDC865FC-46E6-4287-B299-1D17ECDF51E6}" dt="2023-08-11T02:04:11.185" v="105" actId="14100"/>
          <ac:picMkLst>
            <pc:docMk/>
            <pc:sldMk cId="2881064880" sldId="281"/>
            <ac:picMk id="5" creationId="{1AE09C17-F8A8-2625-CAD8-394643E751DD}"/>
          </ac:picMkLst>
        </pc:picChg>
      </pc:sldChg>
      <pc:sldChg chg="modSp new mod">
        <pc:chgData name="Arun Sunar" userId="3fa9774ca67c7ab5" providerId="LiveId" clId="{FDC865FC-46E6-4287-B299-1D17ECDF51E6}" dt="2023-08-17T01:44:43.085" v="128"/>
        <pc:sldMkLst>
          <pc:docMk/>
          <pc:sldMk cId="3676287924" sldId="282"/>
        </pc:sldMkLst>
        <pc:spChg chg="mod">
          <ac:chgData name="Arun Sunar" userId="3fa9774ca67c7ab5" providerId="LiveId" clId="{FDC865FC-46E6-4287-B299-1D17ECDF51E6}" dt="2023-08-17T01:43:17.826" v="109"/>
          <ac:spMkLst>
            <pc:docMk/>
            <pc:sldMk cId="3676287924" sldId="282"/>
            <ac:spMk id="2" creationId="{B4FB0F36-C6CB-9BDC-AA20-7B0C4318AED4}"/>
          </ac:spMkLst>
        </pc:spChg>
        <pc:spChg chg="mod">
          <ac:chgData name="Arun Sunar" userId="3fa9774ca67c7ab5" providerId="LiveId" clId="{FDC865FC-46E6-4287-B299-1D17ECDF51E6}" dt="2023-08-17T01:44:43.085" v="128"/>
          <ac:spMkLst>
            <pc:docMk/>
            <pc:sldMk cId="3676287924" sldId="282"/>
            <ac:spMk id="3" creationId="{F4CF0087-C353-66EE-437B-9D3FB2D978E8}"/>
          </ac:spMkLst>
        </pc:spChg>
      </pc:sldChg>
      <pc:sldChg chg="addSp delSp modSp add mod">
        <pc:chgData name="Arun Sunar" userId="3fa9774ca67c7ab5" providerId="LiveId" clId="{FDC865FC-46E6-4287-B299-1D17ECDF51E6}" dt="2023-08-17T01:45:57.675" v="134"/>
        <pc:sldMkLst>
          <pc:docMk/>
          <pc:sldMk cId="1911783023" sldId="283"/>
        </pc:sldMkLst>
        <pc:spChg chg="mod">
          <ac:chgData name="Arun Sunar" userId="3fa9774ca67c7ab5" providerId="LiveId" clId="{FDC865FC-46E6-4287-B299-1D17ECDF51E6}" dt="2023-08-17T01:45:57.675" v="134"/>
          <ac:spMkLst>
            <pc:docMk/>
            <pc:sldMk cId="1911783023" sldId="283"/>
            <ac:spMk id="3" creationId="{F4CF0087-C353-66EE-437B-9D3FB2D978E8}"/>
          </ac:spMkLst>
        </pc:spChg>
        <pc:spChg chg="add del">
          <ac:chgData name="Arun Sunar" userId="3fa9774ca67c7ab5" providerId="LiveId" clId="{FDC865FC-46E6-4287-B299-1D17ECDF51E6}" dt="2023-08-17T01:45:20.854" v="131"/>
          <ac:spMkLst>
            <pc:docMk/>
            <pc:sldMk cId="1911783023" sldId="283"/>
            <ac:spMk id="4" creationId="{986B0E47-2CD1-DBFF-DC19-2B50A2240977}"/>
          </ac:spMkLst>
        </pc:spChg>
        <pc:spChg chg="add del">
          <ac:chgData name="Arun Sunar" userId="3fa9774ca67c7ab5" providerId="LiveId" clId="{FDC865FC-46E6-4287-B299-1D17ECDF51E6}" dt="2023-08-17T01:45:39.366" v="133"/>
          <ac:spMkLst>
            <pc:docMk/>
            <pc:sldMk cId="1911783023" sldId="283"/>
            <ac:spMk id="5" creationId="{CE009174-2233-BFF2-870E-6AF760194A37}"/>
          </ac:spMkLst>
        </pc:spChg>
      </pc:sldChg>
      <pc:sldChg chg="modSp add mod">
        <pc:chgData name="Arun Sunar" userId="3fa9774ca67c7ab5" providerId="LiveId" clId="{FDC865FC-46E6-4287-B299-1D17ECDF51E6}" dt="2023-08-17T01:53:47.876" v="154"/>
        <pc:sldMkLst>
          <pc:docMk/>
          <pc:sldMk cId="2134810817" sldId="284"/>
        </pc:sldMkLst>
        <pc:spChg chg="mod">
          <ac:chgData name="Arun Sunar" userId="3fa9774ca67c7ab5" providerId="LiveId" clId="{FDC865FC-46E6-4287-B299-1D17ECDF51E6}" dt="2023-08-17T01:52:36.522" v="146" actId="20577"/>
          <ac:spMkLst>
            <pc:docMk/>
            <pc:sldMk cId="2134810817" sldId="284"/>
            <ac:spMk id="2" creationId="{B4FB0F36-C6CB-9BDC-AA20-7B0C4318AED4}"/>
          </ac:spMkLst>
        </pc:spChg>
        <pc:spChg chg="mod">
          <ac:chgData name="Arun Sunar" userId="3fa9774ca67c7ab5" providerId="LiveId" clId="{FDC865FC-46E6-4287-B299-1D17ECDF51E6}" dt="2023-08-17T01:53:47.876" v="154"/>
          <ac:spMkLst>
            <pc:docMk/>
            <pc:sldMk cId="2134810817" sldId="284"/>
            <ac:spMk id="3" creationId="{F4CF0087-C353-66EE-437B-9D3FB2D978E8}"/>
          </ac:spMkLst>
        </pc:spChg>
      </pc:sldChg>
      <pc:sldChg chg="modSp add mod">
        <pc:chgData name="Arun Sunar" userId="3fa9774ca67c7ab5" providerId="LiveId" clId="{FDC865FC-46E6-4287-B299-1D17ECDF51E6}" dt="2023-08-17T02:05:37.360" v="197"/>
        <pc:sldMkLst>
          <pc:docMk/>
          <pc:sldMk cId="2858669625" sldId="285"/>
        </pc:sldMkLst>
        <pc:spChg chg="mod">
          <ac:chgData name="Arun Sunar" userId="3fa9774ca67c7ab5" providerId="LiveId" clId="{FDC865FC-46E6-4287-B299-1D17ECDF51E6}" dt="2023-08-17T01:54:03.861" v="158"/>
          <ac:spMkLst>
            <pc:docMk/>
            <pc:sldMk cId="2858669625" sldId="285"/>
            <ac:spMk id="2" creationId="{B4FB0F36-C6CB-9BDC-AA20-7B0C4318AED4}"/>
          </ac:spMkLst>
        </pc:spChg>
        <pc:spChg chg="mod">
          <ac:chgData name="Arun Sunar" userId="3fa9774ca67c7ab5" providerId="LiveId" clId="{FDC865FC-46E6-4287-B299-1D17ECDF51E6}" dt="2023-08-17T02:05:37.360" v="197"/>
          <ac:spMkLst>
            <pc:docMk/>
            <pc:sldMk cId="2858669625" sldId="285"/>
            <ac:spMk id="3" creationId="{F4CF0087-C353-66EE-437B-9D3FB2D978E8}"/>
          </ac:spMkLst>
        </pc:spChg>
      </pc:sldChg>
      <pc:sldChg chg="addSp delSp modSp add mod">
        <pc:chgData name="Arun Sunar" userId="3fa9774ca67c7ab5" providerId="LiveId" clId="{FDC865FC-46E6-4287-B299-1D17ECDF51E6}" dt="2023-08-17T01:58:19.060" v="176" actId="20577"/>
        <pc:sldMkLst>
          <pc:docMk/>
          <pc:sldMk cId="2395256128" sldId="286"/>
        </pc:sldMkLst>
        <pc:spChg chg="mod">
          <ac:chgData name="Arun Sunar" userId="3fa9774ca67c7ab5" providerId="LiveId" clId="{FDC865FC-46E6-4287-B299-1D17ECDF51E6}" dt="2023-08-17T01:56:52.659" v="166"/>
          <ac:spMkLst>
            <pc:docMk/>
            <pc:sldMk cId="2395256128" sldId="286"/>
            <ac:spMk id="2" creationId="{B4FB0F36-C6CB-9BDC-AA20-7B0C4318AED4}"/>
          </ac:spMkLst>
        </pc:spChg>
        <pc:spChg chg="mod">
          <ac:chgData name="Arun Sunar" userId="3fa9774ca67c7ab5" providerId="LiveId" clId="{FDC865FC-46E6-4287-B299-1D17ECDF51E6}" dt="2023-08-17T01:58:19.060" v="176" actId="20577"/>
          <ac:spMkLst>
            <pc:docMk/>
            <pc:sldMk cId="2395256128" sldId="286"/>
            <ac:spMk id="3" creationId="{F4CF0087-C353-66EE-437B-9D3FB2D978E8}"/>
          </ac:spMkLst>
        </pc:spChg>
        <pc:spChg chg="add del">
          <ac:chgData name="Arun Sunar" userId="3fa9774ca67c7ab5" providerId="LiveId" clId="{FDC865FC-46E6-4287-B299-1D17ECDF51E6}" dt="2023-08-17T01:56:05.800" v="161"/>
          <ac:spMkLst>
            <pc:docMk/>
            <pc:sldMk cId="2395256128" sldId="286"/>
            <ac:spMk id="4" creationId="{BB77E70A-C5AE-A91D-5B2A-79276A52E2F2}"/>
          </ac:spMkLst>
        </pc:spChg>
      </pc:sldChg>
      <pc:sldChg chg="addSp delSp modSp add mod">
        <pc:chgData name="Arun Sunar" userId="3fa9774ca67c7ab5" providerId="LiveId" clId="{FDC865FC-46E6-4287-B299-1D17ECDF51E6}" dt="2023-08-17T02:00:12.853" v="191" actId="113"/>
        <pc:sldMkLst>
          <pc:docMk/>
          <pc:sldMk cId="45579590" sldId="287"/>
        </pc:sldMkLst>
        <pc:spChg chg="mod">
          <ac:chgData name="Arun Sunar" userId="3fa9774ca67c7ab5" providerId="LiveId" clId="{FDC865FC-46E6-4287-B299-1D17ECDF51E6}" dt="2023-08-17T02:00:12.853" v="191" actId="113"/>
          <ac:spMkLst>
            <pc:docMk/>
            <pc:sldMk cId="45579590" sldId="287"/>
            <ac:spMk id="3" creationId="{F4CF0087-C353-66EE-437B-9D3FB2D978E8}"/>
          </ac:spMkLst>
        </pc:spChg>
        <pc:spChg chg="add del">
          <ac:chgData name="Arun Sunar" userId="3fa9774ca67c7ab5" providerId="LiveId" clId="{FDC865FC-46E6-4287-B299-1D17ECDF51E6}" dt="2023-08-17T01:58:42.819" v="180"/>
          <ac:spMkLst>
            <pc:docMk/>
            <pc:sldMk cId="45579590" sldId="287"/>
            <ac:spMk id="4" creationId="{E183A441-C1B9-0434-16F3-CAFA6363F278}"/>
          </ac:spMkLst>
        </pc:spChg>
        <pc:spChg chg="add del">
          <ac:chgData name="Arun Sunar" userId="3fa9774ca67c7ab5" providerId="LiveId" clId="{FDC865FC-46E6-4287-B299-1D17ECDF51E6}" dt="2023-08-17T01:59:55.798" v="187"/>
          <ac:spMkLst>
            <pc:docMk/>
            <pc:sldMk cId="45579590" sldId="287"/>
            <ac:spMk id="5" creationId="{063E7AFD-24B5-22E8-FD71-B3B749389F75}"/>
          </ac:spMkLst>
        </pc:spChg>
      </pc:sldChg>
      <pc:sldChg chg="addSp delSp modSp add mod">
        <pc:chgData name="Arun Sunar" userId="3fa9774ca67c7ab5" providerId="LiveId" clId="{FDC865FC-46E6-4287-B299-1D17ECDF51E6}" dt="2023-08-17T01:59:27.420" v="185"/>
        <pc:sldMkLst>
          <pc:docMk/>
          <pc:sldMk cId="1537505507" sldId="288"/>
        </pc:sldMkLst>
        <pc:spChg chg="del mod">
          <ac:chgData name="Arun Sunar" userId="3fa9774ca67c7ab5" providerId="LiveId" clId="{FDC865FC-46E6-4287-B299-1D17ECDF51E6}" dt="2023-08-17T01:59:27.420" v="185"/>
          <ac:spMkLst>
            <pc:docMk/>
            <pc:sldMk cId="1537505507" sldId="288"/>
            <ac:spMk id="3" creationId="{F4CF0087-C353-66EE-437B-9D3FB2D978E8}"/>
          </ac:spMkLst>
        </pc:spChg>
        <pc:picChg chg="add mod">
          <ac:chgData name="Arun Sunar" userId="3fa9774ca67c7ab5" providerId="LiveId" clId="{FDC865FC-46E6-4287-B299-1D17ECDF51E6}" dt="2023-08-17T01:59:27.420" v="185"/>
          <ac:picMkLst>
            <pc:docMk/>
            <pc:sldMk cId="1537505507" sldId="288"/>
            <ac:picMk id="4098" creationId="{0B8DD813-00C6-4159-881B-13E908618AA0}"/>
          </ac:picMkLst>
        </pc:picChg>
      </pc:sldChg>
      <pc:sldChg chg="addSp delSp modSp add mod">
        <pc:chgData name="Arun Sunar" userId="3fa9774ca67c7ab5" providerId="LiveId" clId="{FDC865FC-46E6-4287-B299-1D17ECDF51E6}" dt="2023-08-17T03:11:48.936" v="216"/>
        <pc:sldMkLst>
          <pc:docMk/>
          <pc:sldMk cId="3298621197" sldId="289"/>
        </pc:sldMkLst>
        <pc:spChg chg="mod">
          <ac:chgData name="Arun Sunar" userId="3fa9774ca67c7ab5" providerId="LiveId" clId="{FDC865FC-46E6-4287-B299-1D17ECDF51E6}" dt="2023-08-17T03:11:48.936" v="216"/>
          <ac:spMkLst>
            <pc:docMk/>
            <pc:sldMk cId="3298621197" sldId="289"/>
            <ac:spMk id="3" creationId="{30CE9E38-53D0-4AB1-AFE2-AF3127201082}"/>
          </ac:spMkLst>
        </pc:spChg>
        <pc:spChg chg="add del">
          <ac:chgData name="Arun Sunar" userId="3fa9774ca67c7ab5" providerId="LiveId" clId="{FDC865FC-46E6-4287-B299-1D17ECDF51E6}" dt="2023-08-17T03:05:59.914" v="208"/>
          <ac:spMkLst>
            <pc:docMk/>
            <pc:sldMk cId="3298621197" sldId="289"/>
            <ac:spMk id="4" creationId="{1C587D00-5F6C-6582-4607-984087F7C271}"/>
          </ac:spMkLst>
        </pc:spChg>
      </pc:sldChg>
      <pc:sldChg chg="modSp add mod">
        <pc:chgData name="Arun Sunar" userId="3fa9774ca67c7ab5" providerId="LiveId" clId="{FDC865FC-46E6-4287-B299-1D17ECDF51E6}" dt="2023-08-17T03:23:21.626" v="224" actId="27636"/>
        <pc:sldMkLst>
          <pc:docMk/>
          <pc:sldMk cId="1018760119" sldId="290"/>
        </pc:sldMkLst>
        <pc:spChg chg="mod">
          <ac:chgData name="Arun Sunar" userId="3fa9774ca67c7ab5" providerId="LiveId" clId="{FDC865FC-46E6-4287-B299-1D17ECDF51E6}" dt="2023-08-17T03:23:21.626" v="224" actId="27636"/>
          <ac:spMkLst>
            <pc:docMk/>
            <pc:sldMk cId="1018760119" sldId="290"/>
            <ac:spMk id="3" creationId="{30CE9E38-53D0-4AB1-AFE2-AF3127201082}"/>
          </ac:spMkLst>
        </pc:spChg>
      </pc:sldChg>
      <pc:sldChg chg="addSp delSp modSp add mod">
        <pc:chgData name="Arun Sunar" userId="3fa9774ca67c7ab5" providerId="LiveId" clId="{FDC865FC-46E6-4287-B299-1D17ECDF51E6}" dt="2023-08-17T03:25:09.398" v="230" actId="27636"/>
        <pc:sldMkLst>
          <pc:docMk/>
          <pc:sldMk cId="720604645" sldId="291"/>
        </pc:sldMkLst>
        <pc:spChg chg="mod">
          <ac:chgData name="Arun Sunar" userId="3fa9774ca67c7ab5" providerId="LiveId" clId="{FDC865FC-46E6-4287-B299-1D17ECDF51E6}" dt="2023-08-17T03:25:09.398" v="230" actId="27636"/>
          <ac:spMkLst>
            <pc:docMk/>
            <pc:sldMk cId="720604645" sldId="291"/>
            <ac:spMk id="3" creationId="{30CE9E38-53D0-4AB1-AFE2-AF3127201082}"/>
          </ac:spMkLst>
        </pc:spChg>
        <pc:spChg chg="add del">
          <ac:chgData name="Arun Sunar" userId="3fa9774ca67c7ab5" providerId="LiveId" clId="{FDC865FC-46E6-4287-B299-1D17ECDF51E6}" dt="2023-08-17T03:25:09.195" v="227"/>
          <ac:spMkLst>
            <pc:docMk/>
            <pc:sldMk cId="720604645" sldId="291"/>
            <ac:spMk id="4" creationId="{80757CDC-8800-7746-3636-C969502B2BD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C712B-7373-93E8-6526-210EB495BD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34128C8-3877-E1A3-A117-9BA8894602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0CCAA7-0851-A210-AB40-A769F24348C1}"/>
              </a:ext>
            </a:extLst>
          </p:cNvPr>
          <p:cNvSpPr>
            <a:spLocks noGrp="1"/>
          </p:cNvSpPr>
          <p:nvPr>
            <p:ph type="dt" sz="half" idx="10"/>
          </p:nvPr>
        </p:nvSpPr>
        <p:spPr/>
        <p:txBody>
          <a:bodyPr/>
          <a:lstStyle/>
          <a:p>
            <a:fld id="{19D75C0A-55C6-4056-A471-8F2839F526BF}" type="datetimeFigureOut">
              <a:rPr lang="en-IN" smtClean="0"/>
              <a:t>17-08-2023</a:t>
            </a:fld>
            <a:endParaRPr lang="en-IN"/>
          </a:p>
        </p:txBody>
      </p:sp>
      <p:sp>
        <p:nvSpPr>
          <p:cNvPr id="5" name="Footer Placeholder 4">
            <a:extLst>
              <a:ext uri="{FF2B5EF4-FFF2-40B4-BE49-F238E27FC236}">
                <a16:creationId xmlns:a16="http://schemas.microsoft.com/office/drawing/2014/main" id="{DD58B69A-4E4C-AEC1-8CF4-22D78DA4DC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9415E9-74A9-9DD8-0236-63C2684D94FB}"/>
              </a:ext>
            </a:extLst>
          </p:cNvPr>
          <p:cNvSpPr>
            <a:spLocks noGrp="1"/>
          </p:cNvSpPr>
          <p:nvPr>
            <p:ph type="sldNum" sz="quarter" idx="12"/>
          </p:nvPr>
        </p:nvSpPr>
        <p:spPr/>
        <p:txBody>
          <a:bodyPr/>
          <a:lstStyle/>
          <a:p>
            <a:fld id="{9ECCFD70-2584-4EB5-9420-6711A41902C1}" type="slidenum">
              <a:rPr lang="en-IN" smtClean="0"/>
              <a:t>‹#›</a:t>
            </a:fld>
            <a:endParaRPr lang="en-IN"/>
          </a:p>
        </p:txBody>
      </p:sp>
    </p:spTree>
    <p:extLst>
      <p:ext uri="{BB962C8B-B14F-4D97-AF65-F5344CB8AC3E}">
        <p14:creationId xmlns:p14="http://schemas.microsoft.com/office/powerpoint/2010/main" val="413295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75C7A-4056-734F-8831-951450F498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442C6E-7B67-F94D-923B-32599EF378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1D52B4-AC12-EF9D-2726-96FCB1A073A8}"/>
              </a:ext>
            </a:extLst>
          </p:cNvPr>
          <p:cNvSpPr>
            <a:spLocks noGrp="1"/>
          </p:cNvSpPr>
          <p:nvPr>
            <p:ph type="dt" sz="half" idx="10"/>
          </p:nvPr>
        </p:nvSpPr>
        <p:spPr/>
        <p:txBody>
          <a:bodyPr/>
          <a:lstStyle/>
          <a:p>
            <a:fld id="{19D75C0A-55C6-4056-A471-8F2839F526BF}" type="datetimeFigureOut">
              <a:rPr lang="en-IN" smtClean="0"/>
              <a:t>17-08-2023</a:t>
            </a:fld>
            <a:endParaRPr lang="en-IN"/>
          </a:p>
        </p:txBody>
      </p:sp>
      <p:sp>
        <p:nvSpPr>
          <p:cNvPr id="5" name="Footer Placeholder 4">
            <a:extLst>
              <a:ext uri="{FF2B5EF4-FFF2-40B4-BE49-F238E27FC236}">
                <a16:creationId xmlns:a16="http://schemas.microsoft.com/office/drawing/2014/main" id="{D6AD3603-60A1-0D69-835A-AB9CBAAE89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89CB1D-B9BA-C5D9-EB73-94D0D4D89954}"/>
              </a:ext>
            </a:extLst>
          </p:cNvPr>
          <p:cNvSpPr>
            <a:spLocks noGrp="1"/>
          </p:cNvSpPr>
          <p:nvPr>
            <p:ph type="sldNum" sz="quarter" idx="12"/>
          </p:nvPr>
        </p:nvSpPr>
        <p:spPr/>
        <p:txBody>
          <a:bodyPr/>
          <a:lstStyle/>
          <a:p>
            <a:fld id="{9ECCFD70-2584-4EB5-9420-6711A41902C1}" type="slidenum">
              <a:rPr lang="en-IN" smtClean="0"/>
              <a:t>‹#›</a:t>
            </a:fld>
            <a:endParaRPr lang="en-IN"/>
          </a:p>
        </p:txBody>
      </p:sp>
    </p:spTree>
    <p:extLst>
      <p:ext uri="{BB962C8B-B14F-4D97-AF65-F5344CB8AC3E}">
        <p14:creationId xmlns:p14="http://schemas.microsoft.com/office/powerpoint/2010/main" val="342451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FC70E-A99F-B393-0C4B-3668CDA548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5E68F5D-1886-3FF5-98BE-9C231C3D87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746AF7-D05C-17F4-1C7B-A07DCC9A2BD0}"/>
              </a:ext>
            </a:extLst>
          </p:cNvPr>
          <p:cNvSpPr>
            <a:spLocks noGrp="1"/>
          </p:cNvSpPr>
          <p:nvPr>
            <p:ph type="dt" sz="half" idx="10"/>
          </p:nvPr>
        </p:nvSpPr>
        <p:spPr/>
        <p:txBody>
          <a:bodyPr/>
          <a:lstStyle/>
          <a:p>
            <a:fld id="{19D75C0A-55C6-4056-A471-8F2839F526BF}" type="datetimeFigureOut">
              <a:rPr lang="en-IN" smtClean="0"/>
              <a:t>17-08-2023</a:t>
            </a:fld>
            <a:endParaRPr lang="en-IN"/>
          </a:p>
        </p:txBody>
      </p:sp>
      <p:sp>
        <p:nvSpPr>
          <p:cNvPr id="5" name="Footer Placeholder 4">
            <a:extLst>
              <a:ext uri="{FF2B5EF4-FFF2-40B4-BE49-F238E27FC236}">
                <a16:creationId xmlns:a16="http://schemas.microsoft.com/office/drawing/2014/main" id="{37CBB26A-99F9-FDBD-AC4E-BEA63066B0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3DF5B8-FD65-44F2-AD60-66759CCDA735}"/>
              </a:ext>
            </a:extLst>
          </p:cNvPr>
          <p:cNvSpPr>
            <a:spLocks noGrp="1"/>
          </p:cNvSpPr>
          <p:nvPr>
            <p:ph type="sldNum" sz="quarter" idx="12"/>
          </p:nvPr>
        </p:nvSpPr>
        <p:spPr/>
        <p:txBody>
          <a:bodyPr/>
          <a:lstStyle/>
          <a:p>
            <a:fld id="{9ECCFD70-2584-4EB5-9420-6711A41902C1}" type="slidenum">
              <a:rPr lang="en-IN" smtClean="0"/>
              <a:t>‹#›</a:t>
            </a:fld>
            <a:endParaRPr lang="en-IN"/>
          </a:p>
        </p:txBody>
      </p:sp>
    </p:spTree>
    <p:extLst>
      <p:ext uri="{BB962C8B-B14F-4D97-AF65-F5344CB8AC3E}">
        <p14:creationId xmlns:p14="http://schemas.microsoft.com/office/powerpoint/2010/main" val="2505461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EB03-3B1C-D247-6B06-A5B2DDB358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C22CAA-89D3-52EC-F19C-53B220947F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5840EF-684E-44C5-386F-2F989B6B1E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203072-E80A-A5F8-8308-DB7E92CC69EE}"/>
              </a:ext>
            </a:extLst>
          </p:cNvPr>
          <p:cNvSpPr>
            <a:spLocks noGrp="1"/>
          </p:cNvSpPr>
          <p:nvPr>
            <p:ph type="dt" sz="half" idx="10"/>
          </p:nvPr>
        </p:nvSpPr>
        <p:spPr/>
        <p:txBody>
          <a:bodyPr/>
          <a:lstStyle/>
          <a:p>
            <a:fld id="{19D75C0A-55C6-4056-A471-8F2839F526BF}" type="datetimeFigureOut">
              <a:rPr lang="en-IN" smtClean="0"/>
              <a:t>17-08-2023</a:t>
            </a:fld>
            <a:endParaRPr lang="en-IN"/>
          </a:p>
        </p:txBody>
      </p:sp>
      <p:sp>
        <p:nvSpPr>
          <p:cNvPr id="6" name="Footer Placeholder 5">
            <a:extLst>
              <a:ext uri="{FF2B5EF4-FFF2-40B4-BE49-F238E27FC236}">
                <a16:creationId xmlns:a16="http://schemas.microsoft.com/office/drawing/2014/main" id="{811DF3D0-E980-03A3-A91A-919412A782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4C7133-B8AC-3130-501E-BF6F730B5594}"/>
              </a:ext>
            </a:extLst>
          </p:cNvPr>
          <p:cNvSpPr>
            <a:spLocks noGrp="1"/>
          </p:cNvSpPr>
          <p:nvPr>
            <p:ph type="sldNum" sz="quarter" idx="12"/>
          </p:nvPr>
        </p:nvSpPr>
        <p:spPr/>
        <p:txBody>
          <a:bodyPr/>
          <a:lstStyle/>
          <a:p>
            <a:fld id="{9ECCFD70-2584-4EB5-9420-6711A41902C1}" type="slidenum">
              <a:rPr lang="en-IN" smtClean="0"/>
              <a:t>‹#›</a:t>
            </a:fld>
            <a:endParaRPr lang="en-IN"/>
          </a:p>
        </p:txBody>
      </p:sp>
    </p:spTree>
    <p:extLst>
      <p:ext uri="{BB962C8B-B14F-4D97-AF65-F5344CB8AC3E}">
        <p14:creationId xmlns:p14="http://schemas.microsoft.com/office/powerpoint/2010/main" val="3665006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6CB0-1335-062C-884B-8F2B8910F56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749560-28A6-3269-8BC9-3A94127761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B012BC-75F4-A35D-8A76-9D2FCDC4B7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C4B217-599B-7EAA-36D6-25D670FD55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DD5208-0C50-8FE8-C4FD-BA7E86EB38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0392386-BB36-EDE8-D3DF-DB5FD024BC5E}"/>
              </a:ext>
            </a:extLst>
          </p:cNvPr>
          <p:cNvSpPr>
            <a:spLocks noGrp="1"/>
          </p:cNvSpPr>
          <p:nvPr>
            <p:ph type="dt" sz="half" idx="10"/>
          </p:nvPr>
        </p:nvSpPr>
        <p:spPr/>
        <p:txBody>
          <a:bodyPr/>
          <a:lstStyle/>
          <a:p>
            <a:fld id="{19D75C0A-55C6-4056-A471-8F2839F526BF}" type="datetimeFigureOut">
              <a:rPr lang="en-IN" smtClean="0"/>
              <a:t>17-08-2023</a:t>
            </a:fld>
            <a:endParaRPr lang="en-IN"/>
          </a:p>
        </p:txBody>
      </p:sp>
      <p:sp>
        <p:nvSpPr>
          <p:cNvPr id="8" name="Footer Placeholder 7">
            <a:extLst>
              <a:ext uri="{FF2B5EF4-FFF2-40B4-BE49-F238E27FC236}">
                <a16:creationId xmlns:a16="http://schemas.microsoft.com/office/drawing/2014/main" id="{C23AB840-82F0-227E-75BF-9405D2DA18A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FEE90B5-2170-5C8B-76EE-CEFB6C834441}"/>
              </a:ext>
            </a:extLst>
          </p:cNvPr>
          <p:cNvSpPr>
            <a:spLocks noGrp="1"/>
          </p:cNvSpPr>
          <p:nvPr>
            <p:ph type="sldNum" sz="quarter" idx="12"/>
          </p:nvPr>
        </p:nvSpPr>
        <p:spPr/>
        <p:txBody>
          <a:bodyPr/>
          <a:lstStyle/>
          <a:p>
            <a:fld id="{9ECCFD70-2584-4EB5-9420-6711A41902C1}" type="slidenum">
              <a:rPr lang="en-IN" smtClean="0"/>
              <a:t>‹#›</a:t>
            </a:fld>
            <a:endParaRPr lang="en-IN"/>
          </a:p>
        </p:txBody>
      </p:sp>
    </p:spTree>
    <p:extLst>
      <p:ext uri="{BB962C8B-B14F-4D97-AF65-F5344CB8AC3E}">
        <p14:creationId xmlns:p14="http://schemas.microsoft.com/office/powerpoint/2010/main" val="178590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CCC11-DD27-EE79-0879-DAA39CA0ED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B76A4B-6FB3-6C8F-42B5-3A6F78284E8D}"/>
              </a:ext>
            </a:extLst>
          </p:cNvPr>
          <p:cNvSpPr>
            <a:spLocks noGrp="1"/>
          </p:cNvSpPr>
          <p:nvPr>
            <p:ph type="dt" sz="half" idx="10"/>
          </p:nvPr>
        </p:nvSpPr>
        <p:spPr/>
        <p:txBody>
          <a:bodyPr/>
          <a:lstStyle/>
          <a:p>
            <a:fld id="{19D75C0A-55C6-4056-A471-8F2839F526BF}" type="datetimeFigureOut">
              <a:rPr lang="en-IN" smtClean="0"/>
              <a:t>17-08-2023</a:t>
            </a:fld>
            <a:endParaRPr lang="en-IN"/>
          </a:p>
        </p:txBody>
      </p:sp>
      <p:sp>
        <p:nvSpPr>
          <p:cNvPr id="4" name="Footer Placeholder 3">
            <a:extLst>
              <a:ext uri="{FF2B5EF4-FFF2-40B4-BE49-F238E27FC236}">
                <a16:creationId xmlns:a16="http://schemas.microsoft.com/office/drawing/2014/main" id="{A53389F8-F8D3-3B4B-394A-1164E11C58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963C4A3-D6E9-BE56-667D-74BD15F7B09A}"/>
              </a:ext>
            </a:extLst>
          </p:cNvPr>
          <p:cNvSpPr>
            <a:spLocks noGrp="1"/>
          </p:cNvSpPr>
          <p:nvPr>
            <p:ph type="sldNum" sz="quarter" idx="12"/>
          </p:nvPr>
        </p:nvSpPr>
        <p:spPr/>
        <p:txBody>
          <a:bodyPr/>
          <a:lstStyle/>
          <a:p>
            <a:fld id="{9ECCFD70-2584-4EB5-9420-6711A41902C1}" type="slidenum">
              <a:rPr lang="en-IN" smtClean="0"/>
              <a:t>‹#›</a:t>
            </a:fld>
            <a:endParaRPr lang="en-IN"/>
          </a:p>
        </p:txBody>
      </p:sp>
    </p:spTree>
    <p:extLst>
      <p:ext uri="{BB962C8B-B14F-4D97-AF65-F5344CB8AC3E}">
        <p14:creationId xmlns:p14="http://schemas.microsoft.com/office/powerpoint/2010/main" val="3734494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0EE9EE-3F33-55F5-57E7-6E2D38FD082E}"/>
              </a:ext>
            </a:extLst>
          </p:cNvPr>
          <p:cNvSpPr>
            <a:spLocks noGrp="1"/>
          </p:cNvSpPr>
          <p:nvPr>
            <p:ph type="dt" sz="half" idx="10"/>
          </p:nvPr>
        </p:nvSpPr>
        <p:spPr/>
        <p:txBody>
          <a:bodyPr/>
          <a:lstStyle/>
          <a:p>
            <a:fld id="{19D75C0A-55C6-4056-A471-8F2839F526BF}" type="datetimeFigureOut">
              <a:rPr lang="en-IN" smtClean="0"/>
              <a:t>17-08-2023</a:t>
            </a:fld>
            <a:endParaRPr lang="en-IN"/>
          </a:p>
        </p:txBody>
      </p:sp>
      <p:sp>
        <p:nvSpPr>
          <p:cNvPr id="3" name="Footer Placeholder 2">
            <a:extLst>
              <a:ext uri="{FF2B5EF4-FFF2-40B4-BE49-F238E27FC236}">
                <a16:creationId xmlns:a16="http://schemas.microsoft.com/office/drawing/2014/main" id="{EBB06282-1FF5-445C-AEF6-C25C150C1AD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588BF92-8B55-3E55-75C8-CE02511A98E9}"/>
              </a:ext>
            </a:extLst>
          </p:cNvPr>
          <p:cNvSpPr>
            <a:spLocks noGrp="1"/>
          </p:cNvSpPr>
          <p:nvPr>
            <p:ph type="sldNum" sz="quarter" idx="12"/>
          </p:nvPr>
        </p:nvSpPr>
        <p:spPr/>
        <p:txBody>
          <a:bodyPr/>
          <a:lstStyle/>
          <a:p>
            <a:fld id="{9ECCFD70-2584-4EB5-9420-6711A41902C1}" type="slidenum">
              <a:rPr lang="en-IN" smtClean="0"/>
              <a:t>‹#›</a:t>
            </a:fld>
            <a:endParaRPr lang="en-IN"/>
          </a:p>
        </p:txBody>
      </p:sp>
    </p:spTree>
    <p:extLst>
      <p:ext uri="{BB962C8B-B14F-4D97-AF65-F5344CB8AC3E}">
        <p14:creationId xmlns:p14="http://schemas.microsoft.com/office/powerpoint/2010/main" val="3459956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9E501-0979-0875-B802-8D66961B98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A1C86D9-A152-1BB7-D9D0-4A1BAA762B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C3D2ED-D8D2-4650-D3EB-68E6E443CD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64A5CE-8BC8-375A-6228-930BA377453E}"/>
              </a:ext>
            </a:extLst>
          </p:cNvPr>
          <p:cNvSpPr>
            <a:spLocks noGrp="1"/>
          </p:cNvSpPr>
          <p:nvPr>
            <p:ph type="dt" sz="half" idx="10"/>
          </p:nvPr>
        </p:nvSpPr>
        <p:spPr/>
        <p:txBody>
          <a:bodyPr/>
          <a:lstStyle/>
          <a:p>
            <a:fld id="{19D75C0A-55C6-4056-A471-8F2839F526BF}" type="datetimeFigureOut">
              <a:rPr lang="en-IN" smtClean="0"/>
              <a:t>17-08-2023</a:t>
            </a:fld>
            <a:endParaRPr lang="en-IN"/>
          </a:p>
        </p:txBody>
      </p:sp>
      <p:sp>
        <p:nvSpPr>
          <p:cNvPr id="6" name="Footer Placeholder 5">
            <a:extLst>
              <a:ext uri="{FF2B5EF4-FFF2-40B4-BE49-F238E27FC236}">
                <a16:creationId xmlns:a16="http://schemas.microsoft.com/office/drawing/2014/main" id="{2E84D59C-18C4-3518-41A9-83649D8C82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5603FF-6BB6-852A-A16D-B9EE9A0981AB}"/>
              </a:ext>
            </a:extLst>
          </p:cNvPr>
          <p:cNvSpPr>
            <a:spLocks noGrp="1"/>
          </p:cNvSpPr>
          <p:nvPr>
            <p:ph type="sldNum" sz="quarter" idx="12"/>
          </p:nvPr>
        </p:nvSpPr>
        <p:spPr/>
        <p:txBody>
          <a:bodyPr/>
          <a:lstStyle/>
          <a:p>
            <a:fld id="{9ECCFD70-2584-4EB5-9420-6711A41902C1}" type="slidenum">
              <a:rPr lang="en-IN" smtClean="0"/>
              <a:t>‹#›</a:t>
            </a:fld>
            <a:endParaRPr lang="en-IN"/>
          </a:p>
        </p:txBody>
      </p:sp>
    </p:spTree>
    <p:extLst>
      <p:ext uri="{BB962C8B-B14F-4D97-AF65-F5344CB8AC3E}">
        <p14:creationId xmlns:p14="http://schemas.microsoft.com/office/powerpoint/2010/main" val="1282539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9B6FA-047E-4224-4CBB-3725A66F83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E7CE02-3279-153A-EB79-9A37C75535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D737D9-BD2F-03F6-865A-B7765D0313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1402C0-AC72-6F75-4BCF-6209D13D06A9}"/>
              </a:ext>
            </a:extLst>
          </p:cNvPr>
          <p:cNvSpPr>
            <a:spLocks noGrp="1"/>
          </p:cNvSpPr>
          <p:nvPr>
            <p:ph type="dt" sz="half" idx="10"/>
          </p:nvPr>
        </p:nvSpPr>
        <p:spPr/>
        <p:txBody>
          <a:bodyPr/>
          <a:lstStyle/>
          <a:p>
            <a:fld id="{19D75C0A-55C6-4056-A471-8F2839F526BF}" type="datetimeFigureOut">
              <a:rPr lang="en-IN" smtClean="0"/>
              <a:t>17-08-2023</a:t>
            </a:fld>
            <a:endParaRPr lang="en-IN"/>
          </a:p>
        </p:txBody>
      </p:sp>
      <p:sp>
        <p:nvSpPr>
          <p:cNvPr id="6" name="Footer Placeholder 5">
            <a:extLst>
              <a:ext uri="{FF2B5EF4-FFF2-40B4-BE49-F238E27FC236}">
                <a16:creationId xmlns:a16="http://schemas.microsoft.com/office/drawing/2014/main" id="{847394D3-34A3-ED62-4553-4049F94579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0C9621-3EFE-7BF2-975E-096447F423CE}"/>
              </a:ext>
            </a:extLst>
          </p:cNvPr>
          <p:cNvSpPr>
            <a:spLocks noGrp="1"/>
          </p:cNvSpPr>
          <p:nvPr>
            <p:ph type="sldNum" sz="quarter" idx="12"/>
          </p:nvPr>
        </p:nvSpPr>
        <p:spPr/>
        <p:txBody>
          <a:bodyPr/>
          <a:lstStyle/>
          <a:p>
            <a:fld id="{9ECCFD70-2584-4EB5-9420-6711A41902C1}" type="slidenum">
              <a:rPr lang="en-IN" smtClean="0"/>
              <a:t>‹#›</a:t>
            </a:fld>
            <a:endParaRPr lang="en-IN"/>
          </a:p>
        </p:txBody>
      </p:sp>
    </p:spTree>
    <p:extLst>
      <p:ext uri="{BB962C8B-B14F-4D97-AF65-F5344CB8AC3E}">
        <p14:creationId xmlns:p14="http://schemas.microsoft.com/office/powerpoint/2010/main" val="1330097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D74D1-B0DF-B367-1342-68C0C322C7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06B3C5-AC22-B959-B977-B5D0DA2A4D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E94256-D4B6-1525-096C-B65C839FD61E}"/>
              </a:ext>
            </a:extLst>
          </p:cNvPr>
          <p:cNvSpPr>
            <a:spLocks noGrp="1"/>
          </p:cNvSpPr>
          <p:nvPr>
            <p:ph type="dt" sz="half" idx="10"/>
          </p:nvPr>
        </p:nvSpPr>
        <p:spPr/>
        <p:txBody>
          <a:bodyPr/>
          <a:lstStyle/>
          <a:p>
            <a:fld id="{19D75C0A-55C6-4056-A471-8F2839F526BF}" type="datetimeFigureOut">
              <a:rPr lang="en-IN" smtClean="0"/>
              <a:t>17-08-2023</a:t>
            </a:fld>
            <a:endParaRPr lang="en-IN"/>
          </a:p>
        </p:txBody>
      </p:sp>
      <p:sp>
        <p:nvSpPr>
          <p:cNvPr id="5" name="Footer Placeholder 4">
            <a:extLst>
              <a:ext uri="{FF2B5EF4-FFF2-40B4-BE49-F238E27FC236}">
                <a16:creationId xmlns:a16="http://schemas.microsoft.com/office/drawing/2014/main" id="{9E5BDDDD-1F53-F53F-2D8F-105AA02E63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BB1460-F09B-579A-788B-F353ABF38E60}"/>
              </a:ext>
            </a:extLst>
          </p:cNvPr>
          <p:cNvSpPr>
            <a:spLocks noGrp="1"/>
          </p:cNvSpPr>
          <p:nvPr>
            <p:ph type="sldNum" sz="quarter" idx="12"/>
          </p:nvPr>
        </p:nvSpPr>
        <p:spPr/>
        <p:txBody>
          <a:bodyPr/>
          <a:lstStyle/>
          <a:p>
            <a:fld id="{9ECCFD70-2584-4EB5-9420-6711A41902C1}" type="slidenum">
              <a:rPr lang="en-IN" smtClean="0"/>
              <a:t>‹#›</a:t>
            </a:fld>
            <a:endParaRPr lang="en-IN"/>
          </a:p>
        </p:txBody>
      </p:sp>
    </p:spTree>
    <p:extLst>
      <p:ext uri="{BB962C8B-B14F-4D97-AF65-F5344CB8AC3E}">
        <p14:creationId xmlns:p14="http://schemas.microsoft.com/office/powerpoint/2010/main" val="1945193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A87068-5640-9406-134B-415698D505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1BD470-4AEC-1F38-091C-DE028A0416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1348A9-6707-D315-844C-79CB57B07820}"/>
              </a:ext>
            </a:extLst>
          </p:cNvPr>
          <p:cNvSpPr>
            <a:spLocks noGrp="1"/>
          </p:cNvSpPr>
          <p:nvPr>
            <p:ph type="dt" sz="half" idx="10"/>
          </p:nvPr>
        </p:nvSpPr>
        <p:spPr/>
        <p:txBody>
          <a:bodyPr/>
          <a:lstStyle/>
          <a:p>
            <a:fld id="{19D75C0A-55C6-4056-A471-8F2839F526BF}" type="datetimeFigureOut">
              <a:rPr lang="en-IN" smtClean="0"/>
              <a:t>17-08-2023</a:t>
            </a:fld>
            <a:endParaRPr lang="en-IN"/>
          </a:p>
        </p:txBody>
      </p:sp>
      <p:sp>
        <p:nvSpPr>
          <p:cNvPr id="5" name="Footer Placeholder 4">
            <a:extLst>
              <a:ext uri="{FF2B5EF4-FFF2-40B4-BE49-F238E27FC236}">
                <a16:creationId xmlns:a16="http://schemas.microsoft.com/office/drawing/2014/main" id="{9206CE5B-9692-3977-7830-AD4107C1A4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623B5F-99FD-991D-45E7-05E9FBD04E5E}"/>
              </a:ext>
            </a:extLst>
          </p:cNvPr>
          <p:cNvSpPr>
            <a:spLocks noGrp="1"/>
          </p:cNvSpPr>
          <p:nvPr>
            <p:ph type="sldNum" sz="quarter" idx="12"/>
          </p:nvPr>
        </p:nvSpPr>
        <p:spPr/>
        <p:txBody>
          <a:bodyPr/>
          <a:lstStyle/>
          <a:p>
            <a:fld id="{9ECCFD70-2584-4EB5-9420-6711A41902C1}" type="slidenum">
              <a:rPr lang="en-IN" smtClean="0"/>
              <a:t>‹#›</a:t>
            </a:fld>
            <a:endParaRPr lang="en-IN"/>
          </a:p>
        </p:txBody>
      </p:sp>
    </p:spTree>
    <p:extLst>
      <p:ext uri="{BB962C8B-B14F-4D97-AF65-F5344CB8AC3E}">
        <p14:creationId xmlns:p14="http://schemas.microsoft.com/office/powerpoint/2010/main" val="4227421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43DBD5-8FB3-D04A-490D-23C5C26427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E07803-93DC-8F8B-B6CB-3E007E68C8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981445-12B2-C2AF-A06E-F4A0E34057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75C0A-55C6-4056-A471-8F2839F526BF}" type="datetimeFigureOut">
              <a:rPr lang="en-IN" smtClean="0"/>
              <a:t>17-08-2023</a:t>
            </a:fld>
            <a:endParaRPr lang="en-IN"/>
          </a:p>
        </p:txBody>
      </p:sp>
      <p:sp>
        <p:nvSpPr>
          <p:cNvPr id="5" name="Footer Placeholder 4">
            <a:extLst>
              <a:ext uri="{FF2B5EF4-FFF2-40B4-BE49-F238E27FC236}">
                <a16:creationId xmlns:a16="http://schemas.microsoft.com/office/drawing/2014/main" id="{85D46679-55C6-3919-2609-1F9AEFFAE3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C15AA1F-1B9A-31DA-E763-02143B278C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CCFD70-2584-4EB5-9420-6711A41902C1}" type="slidenum">
              <a:rPr lang="en-IN" smtClean="0"/>
              <a:t>‹#›</a:t>
            </a:fld>
            <a:endParaRPr lang="en-IN"/>
          </a:p>
        </p:txBody>
      </p:sp>
    </p:spTree>
    <p:extLst>
      <p:ext uri="{BB962C8B-B14F-4D97-AF65-F5344CB8AC3E}">
        <p14:creationId xmlns:p14="http://schemas.microsoft.com/office/powerpoint/2010/main" val="3149871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cyberithub.com/40-ultimate-docker-commands-with-examples-cheat-shee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dev.to/setevoy/kubernetes-part-1-architecture-and-main-components-overview-22g6" TargetMode="External"/><Relationship Id="rId7" Type="http://schemas.openxmlformats.org/officeDocument/2006/relationships/hyperlink" Target="https://kodekloud.com/blog/kube-proxy/" TargetMode="External"/><Relationship Id="rId2" Type="http://schemas.openxmlformats.org/officeDocument/2006/relationships/hyperlink" Target="https://devopscube.com/kubernetes-architecture-explained/" TargetMode="External"/><Relationship Id="rId1" Type="http://schemas.openxmlformats.org/officeDocument/2006/relationships/slideLayout" Target="../slideLayouts/slideLayout2.xml"/><Relationship Id="rId6" Type="http://schemas.openxmlformats.org/officeDocument/2006/relationships/hyperlink" Target="https://codefresh.io/blog/build-docker-image-dockerfiles/" TargetMode="External"/><Relationship Id="rId5" Type="http://schemas.openxmlformats.org/officeDocument/2006/relationships/hyperlink" Target="https://www.cloudbees.com/blog/understanding-dockers-cmd-and-entrypoint-instructions" TargetMode="External"/><Relationship Id="rId4" Type="http://schemas.openxmlformats.org/officeDocument/2006/relationships/hyperlink" Target="https://www.bmc.com/blogs/kubernetes-servic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A0AC624-F7AF-2289-EE4F-90D64C6E643F}"/>
              </a:ext>
            </a:extLst>
          </p:cNvPr>
          <p:cNvSpPr>
            <a:spLocks noGrp="1"/>
          </p:cNvSpPr>
          <p:nvPr>
            <p:ph type="subTitle" idx="1"/>
          </p:nvPr>
        </p:nvSpPr>
        <p:spPr>
          <a:xfrm>
            <a:off x="606490" y="410547"/>
            <a:ext cx="10061510" cy="6167535"/>
          </a:xfrm>
        </p:spPr>
        <p:txBody>
          <a:bodyPr/>
          <a:lstStyle/>
          <a:p>
            <a:r>
              <a:rPr lang="en-IN" dirty="0"/>
              <a:t>Docker is a tool to run application in an isolated environment</a:t>
            </a:r>
          </a:p>
        </p:txBody>
      </p:sp>
      <p:pic>
        <p:nvPicPr>
          <p:cNvPr id="5" name="Picture 4">
            <a:extLst>
              <a:ext uri="{FF2B5EF4-FFF2-40B4-BE49-F238E27FC236}">
                <a16:creationId xmlns:a16="http://schemas.microsoft.com/office/drawing/2014/main" id="{1C8F98CC-909A-1463-29CD-6590E9020637}"/>
              </a:ext>
            </a:extLst>
          </p:cNvPr>
          <p:cNvPicPr>
            <a:picLocks noChangeAspect="1"/>
          </p:cNvPicPr>
          <p:nvPr/>
        </p:nvPicPr>
        <p:blipFill>
          <a:blip r:embed="rId2"/>
          <a:stretch>
            <a:fillRect/>
          </a:stretch>
        </p:blipFill>
        <p:spPr>
          <a:xfrm>
            <a:off x="1885585" y="1135181"/>
            <a:ext cx="8420830" cy="4587638"/>
          </a:xfrm>
          <a:prstGeom prst="rect">
            <a:avLst/>
          </a:prstGeom>
        </p:spPr>
      </p:pic>
    </p:spTree>
    <p:extLst>
      <p:ext uri="{BB962C8B-B14F-4D97-AF65-F5344CB8AC3E}">
        <p14:creationId xmlns:p14="http://schemas.microsoft.com/office/powerpoint/2010/main" val="1659440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3D0F5-D3B8-A49C-B413-B7476916DFB0}"/>
              </a:ext>
            </a:extLst>
          </p:cNvPr>
          <p:cNvSpPr>
            <a:spLocks noGrp="1"/>
          </p:cNvSpPr>
          <p:nvPr>
            <p:ph type="title"/>
          </p:nvPr>
        </p:nvSpPr>
        <p:spPr/>
        <p:txBody>
          <a:bodyPr/>
          <a:lstStyle/>
          <a:p>
            <a:r>
              <a:rPr lang="en-IN" dirty="0"/>
              <a:t>Docker helps</a:t>
            </a:r>
          </a:p>
        </p:txBody>
      </p:sp>
      <p:pic>
        <p:nvPicPr>
          <p:cNvPr id="5" name="Content Placeholder 4">
            <a:extLst>
              <a:ext uri="{FF2B5EF4-FFF2-40B4-BE49-F238E27FC236}">
                <a16:creationId xmlns:a16="http://schemas.microsoft.com/office/drawing/2014/main" id="{FEDBAF09-BBBA-70B9-508F-E3722C6437C3}"/>
              </a:ext>
            </a:extLst>
          </p:cNvPr>
          <p:cNvPicPr>
            <a:picLocks noGrp="1" noChangeAspect="1"/>
          </p:cNvPicPr>
          <p:nvPr>
            <p:ph idx="1"/>
          </p:nvPr>
        </p:nvPicPr>
        <p:blipFill>
          <a:blip r:embed="rId2"/>
          <a:stretch>
            <a:fillRect/>
          </a:stretch>
        </p:blipFill>
        <p:spPr>
          <a:xfrm>
            <a:off x="2000405" y="1825625"/>
            <a:ext cx="8191189" cy="4351338"/>
          </a:xfrm>
        </p:spPr>
      </p:pic>
    </p:spTree>
    <p:extLst>
      <p:ext uri="{BB962C8B-B14F-4D97-AF65-F5344CB8AC3E}">
        <p14:creationId xmlns:p14="http://schemas.microsoft.com/office/powerpoint/2010/main" val="974966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32B7-9AB7-8602-7218-B79EDB3D253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DE1D61C-F440-B89B-3D25-2AA31B3BF869}"/>
              </a:ext>
            </a:extLst>
          </p:cNvPr>
          <p:cNvPicPr>
            <a:picLocks noGrp="1" noChangeAspect="1"/>
          </p:cNvPicPr>
          <p:nvPr>
            <p:ph idx="1"/>
          </p:nvPr>
        </p:nvPicPr>
        <p:blipFill>
          <a:blip r:embed="rId2"/>
          <a:stretch>
            <a:fillRect/>
          </a:stretch>
        </p:blipFill>
        <p:spPr>
          <a:xfrm>
            <a:off x="1934804" y="1825625"/>
            <a:ext cx="8322391" cy="4351338"/>
          </a:xfrm>
        </p:spPr>
      </p:pic>
    </p:spTree>
    <p:extLst>
      <p:ext uri="{BB962C8B-B14F-4D97-AF65-F5344CB8AC3E}">
        <p14:creationId xmlns:p14="http://schemas.microsoft.com/office/powerpoint/2010/main" val="1421662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CD43B38-5D26-6551-6142-368E29DCB71A}"/>
              </a:ext>
            </a:extLst>
          </p:cNvPr>
          <p:cNvPicPr>
            <a:picLocks noGrp="1" noChangeAspect="1"/>
          </p:cNvPicPr>
          <p:nvPr>
            <p:ph idx="1"/>
          </p:nvPr>
        </p:nvPicPr>
        <p:blipFill>
          <a:blip r:embed="rId2"/>
          <a:stretch>
            <a:fillRect/>
          </a:stretch>
        </p:blipFill>
        <p:spPr>
          <a:xfrm>
            <a:off x="838200" y="910431"/>
            <a:ext cx="10515600" cy="4673600"/>
          </a:xfrm>
        </p:spPr>
      </p:pic>
    </p:spTree>
    <p:extLst>
      <p:ext uri="{BB962C8B-B14F-4D97-AF65-F5344CB8AC3E}">
        <p14:creationId xmlns:p14="http://schemas.microsoft.com/office/powerpoint/2010/main" val="1535158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A251E5C-6633-5720-68F6-765B193317D1}"/>
              </a:ext>
            </a:extLst>
          </p:cNvPr>
          <p:cNvPicPr>
            <a:picLocks noGrp="1" noChangeAspect="1"/>
          </p:cNvPicPr>
          <p:nvPr>
            <p:ph idx="1"/>
          </p:nvPr>
        </p:nvPicPr>
        <p:blipFill>
          <a:blip r:embed="rId2"/>
          <a:stretch>
            <a:fillRect/>
          </a:stretch>
        </p:blipFill>
        <p:spPr>
          <a:xfrm>
            <a:off x="754225" y="1662127"/>
            <a:ext cx="10515600" cy="3085262"/>
          </a:xfrm>
        </p:spPr>
      </p:pic>
    </p:spTree>
    <p:extLst>
      <p:ext uri="{BB962C8B-B14F-4D97-AF65-F5344CB8AC3E}">
        <p14:creationId xmlns:p14="http://schemas.microsoft.com/office/powerpoint/2010/main" val="3439052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CCB1A5E-AD0E-B6B3-9B5F-28D95165E199}"/>
              </a:ext>
            </a:extLst>
          </p:cNvPr>
          <p:cNvPicPr>
            <a:picLocks noGrp="1" noChangeAspect="1"/>
          </p:cNvPicPr>
          <p:nvPr>
            <p:ph idx="1"/>
          </p:nvPr>
        </p:nvPicPr>
        <p:blipFill>
          <a:blip r:embed="rId2"/>
          <a:stretch>
            <a:fillRect/>
          </a:stretch>
        </p:blipFill>
        <p:spPr>
          <a:xfrm>
            <a:off x="838200" y="1561533"/>
            <a:ext cx="10515600" cy="3984171"/>
          </a:xfrm>
        </p:spPr>
      </p:pic>
    </p:spTree>
    <p:extLst>
      <p:ext uri="{BB962C8B-B14F-4D97-AF65-F5344CB8AC3E}">
        <p14:creationId xmlns:p14="http://schemas.microsoft.com/office/powerpoint/2010/main" val="2322685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A46E6-394B-E100-4757-705798B62961}"/>
              </a:ext>
            </a:extLst>
          </p:cNvPr>
          <p:cNvSpPr>
            <a:spLocks noGrp="1"/>
          </p:cNvSpPr>
          <p:nvPr>
            <p:ph type="title"/>
          </p:nvPr>
        </p:nvSpPr>
        <p:spPr/>
        <p:txBody>
          <a:bodyPr/>
          <a:lstStyle/>
          <a:p>
            <a:endParaRPr lang="en-IN"/>
          </a:p>
        </p:txBody>
      </p:sp>
      <p:sp>
        <p:nvSpPr>
          <p:cNvPr id="7" name="Content Placeholder 6">
            <a:extLst>
              <a:ext uri="{FF2B5EF4-FFF2-40B4-BE49-F238E27FC236}">
                <a16:creationId xmlns:a16="http://schemas.microsoft.com/office/drawing/2014/main" id="{ADE44227-5E77-7D34-7AF3-B4DFBE94AA79}"/>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49E79560-CDC2-14C4-60BF-29BB99D505A3}"/>
              </a:ext>
            </a:extLst>
          </p:cNvPr>
          <p:cNvPicPr>
            <a:picLocks noChangeAspect="1"/>
          </p:cNvPicPr>
          <p:nvPr/>
        </p:nvPicPr>
        <p:blipFill>
          <a:blip r:embed="rId2"/>
          <a:stretch>
            <a:fillRect/>
          </a:stretch>
        </p:blipFill>
        <p:spPr>
          <a:xfrm>
            <a:off x="3988793" y="2575501"/>
            <a:ext cx="4587638" cy="3162574"/>
          </a:xfrm>
          <a:prstGeom prst="rect">
            <a:avLst/>
          </a:prstGeom>
        </p:spPr>
      </p:pic>
    </p:spTree>
    <p:extLst>
      <p:ext uri="{BB962C8B-B14F-4D97-AF65-F5344CB8AC3E}">
        <p14:creationId xmlns:p14="http://schemas.microsoft.com/office/powerpoint/2010/main" val="3747042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93580-2AD7-E31C-98C8-C37B91835054}"/>
              </a:ext>
            </a:extLst>
          </p:cNvPr>
          <p:cNvSpPr>
            <a:spLocks noGrp="1"/>
          </p:cNvSpPr>
          <p:nvPr>
            <p:ph type="title"/>
          </p:nvPr>
        </p:nvSpPr>
        <p:spPr/>
        <p:txBody>
          <a:bodyPr/>
          <a:lstStyle/>
          <a:p>
            <a:r>
              <a:rPr lang="en-IN" dirty="0"/>
              <a:t>VM Problem</a:t>
            </a:r>
          </a:p>
        </p:txBody>
      </p:sp>
      <p:pic>
        <p:nvPicPr>
          <p:cNvPr id="5" name="Content Placeholder 4">
            <a:extLst>
              <a:ext uri="{FF2B5EF4-FFF2-40B4-BE49-F238E27FC236}">
                <a16:creationId xmlns:a16="http://schemas.microsoft.com/office/drawing/2014/main" id="{A00802E4-E38F-EED9-8C59-B89C8FBB8640}"/>
              </a:ext>
            </a:extLst>
          </p:cNvPr>
          <p:cNvPicPr>
            <a:picLocks noGrp="1" noChangeAspect="1"/>
          </p:cNvPicPr>
          <p:nvPr>
            <p:ph idx="1"/>
          </p:nvPr>
        </p:nvPicPr>
        <p:blipFill>
          <a:blip r:embed="rId2"/>
          <a:stretch>
            <a:fillRect/>
          </a:stretch>
        </p:blipFill>
        <p:spPr>
          <a:xfrm>
            <a:off x="2864840" y="2370472"/>
            <a:ext cx="6462320" cy="3261643"/>
          </a:xfrm>
        </p:spPr>
      </p:pic>
    </p:spTree>
    <p:extLst>
      <p:ext uri="{BB962C8B-B14F-4D97-AF65-F5344CB8AC3E}">
        <p14:creationId xmlns:p14="http://schemas.microsoft.com/office/powerpoint/2010/main" val="4127036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D6525-B59D-A581-7030-DF5F244CB420}"/>
              </a:ext>
            </a:extLst>
          </p:cNvPr>
          <p:cNvSpPr>
            <a:spLocks noGrp="1"/>
          </p:cNvSpPr>
          <p:nvPr>
            <p:ph type="title"/>
          </p:nvPr>
        </p:nvSpPr>
        <p:spPr/>
        <p:txBody>
          <a:bodyPr/>
          <a:lstStyle/>
          <a:p>
            <a:r>
              <a:rPr lang="en-IN" dirty="0"/>
              <a:t>Container is special kind of process</a:t>
            </a:r>
          </a:p>
        </p:txBody>
      </p:sp>
      <p:sp>
        <p:nvSpPr>
          <p:cNvPr id="7" name="Content Placeholder 6">
            <a:extLst>
              <a:ext uri="{FF2B5EF4-FFF2-40B4-BE49-F238E27FC236}">
                <a16:creationId xmlns:a16="http://schemas.microsoft.com/office/drawing/2014/main" id="{8C2AC3F8-1B5A-9970-DB00-7F5103A5FD3F}"/>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A11207B2-C383-12E8-6D56-5BC17C81C399}"/>
              </a:ext>
            </a:extLst>
          </p:cNvPr>
          <p:cNvPicPr>
            <a:picLocks noChangeAspect="1"/>
          </p:cNvPicPr>
          <p:nvPr/>
        </p:nvPicPr>
        <p:blipFill>
          <a:blip r:embed="rId2"/>
          <a:stretch>
            <a:fillRect/>
          </a:stretch>
        </p:blipFill>
        <p:spPr>
          <a:xfrm>
            <a:off x="2228999" y="1825625"/>
            <a:ext cx="7323455" cy="4099915"/>
          </a:xfrm>
          <a:prstGeom prst="rect">
            <a:avLst/>
          </a:prstGeom>
        </p:spPr>
      </p:pic>
    </p:spTree>
    <p:extLst>
      <p:ext uri="{BB962C8B-B14F-4D97-AF65-F5344CB8AC3E}">
        <p14:creationId xmlns:p14="http://schemas.microsoft.com/office/powerpoint/2010/main" val="958245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55AD-69DF-7273-1F23-FD88B9C91F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37DBCF7-80B8-276D-4CD0-7A4569C8EB5C}"/>
              </a:ext>
            </a:extLst>
          </p:cNvPr>
          <p:cNvSpPr>
            <a:spLocks noGrp="1"/>
          </p:cNvSpPr>
          <p:nvPr>
            <p:ph idx="1"/>
          </p:nvPr>
        </p:nvSpPr>
        <p:spPr/>
        <p:txBody>
          <a:bodyPr/>
          <a:lstStyle/>
          <a:p>
            <a:r>
              <a:rPr lang="en-IN" dirty="0"/>
              <a:t>Container do not contain full blown Operating system unlike VM.</a:t>
            </a:r>
          </a:p>
          <a:p>
            <a:r>
              <a:rPr lang="en-IN" dirty="0"/>
              <a:t>All containers on host shares OS of host</a:t>
            </a:r>
          </a:p>
          <a:p>
            <a:r>
              <a:rPr lang="en-IN" dirty="0"/>
              <a:t>All containers share kernel of the host</a:t>
            </a:r>
          </a:p>
          <a:p>
            <a:r>
              <a:rPr lang="en-IN" dirty="0"/>
              <a:t>Kernel: Core of operating system</a:t>
            </a:r>
          </a:p>
          <a:p>
            <a:r>
              <a:rPr lang="en-IN" dirty="0"/>
              <a:t>Kernel manages applications and hardware resources</a:t>
            </a:r>
          </a:p>
        </p:txBody>
      </p:sp>
    </p:spTree>
    <p:extLst>
      <p:ext uri="{BB962C8B-B14F-4D97-AF65-F5344CB8AC3E}">
        <p14:creationId xmlns:p14="http://schemas.microsoft.com/office/powerpoint/2010/main" val="646238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C1E3-2D4B-4DD5-9A98-87D076CB4D35}"/>
              </a:ext>
            </a:extLst>
          </p:cNvPr>
          <p:cNvSpPr>
            <a:spLocks noGrp="1"/>
          </p:cNvSpPr>
          <p:nvPr>
            <p:ph type="title"/>
          </p:nvPr>
        </p:nvSpPr>
        <p:spPr/>
        <p:txBody>
          <a:bodyPr/>
          <a:lstStyle/>
          <a:p>
            <a:r>
              <a:rPr lang="en-IN" dirty="0"/>
              <a:t>Docker image contains</a:t>
            </a:r>
          </a:p>
        </p:txBody>
      </p:sp>
      <p:sp>
        <p:nvSpPr>
          <p:cNvPr id="3" name="Content Placeholder 2">
            <a:extLst>
              <a:ext uri="{FF2B5EF4-FFF2-40B4-BE49-F238E27FC236}">
                <a16:creationId xmlns:a16="http://schemas.microsoft.com/office/drawing/2014/main" id="{C929C358-D9D2-CF33-872E-B0A75F47EDED}"/>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B84943BA-6C3A-2D74-030E-E1F970305D01}"/>
              </a:ext>
            </a:extLst>
          </p:cNvPr>
          <p:cNvPicPr>
            <a:picLocks noChangeAspect="1"/>
          </p:cNvPicPr>
          <p:nvPr/>
        </p:nvPicPr>
        <p:blipFill>
          <a:blip r:embed="rId2"/>
          <a:stretch>
            <a:fillRect/>
          </a:stretch>
        </p:blipFill>
        <p:spPr>
          <a:xfrm>
            <a:off x="2279611" y="2111370"/>
            <a:ext cx="7483488" cy="3779848"/>
          </a:xfrm>
          <a:prstGeom prst="rect">
            <a:avLst/>
          </a:prstGeom>
        </p:spPr>
      </p:pic>
    </p:spTree>
    <p:extLst>
      <p:ext uri="{BB962C8B-B14F-4D97-AF65-F5344CB8AC3E}">
        <p14:creationId xmlns:p14="http://schemas.microsoft.com/office/powerpoint/2010/main" val="2306237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815D988-F7E5-E9DE-BA12-B2CD2C251FFE}"/>
              </a:ext>
            </a:extLst>
          </p:cNvPr>
          <p:cNvPicPr>
            <a:picLocks noGrp="1" noChangeAspect="1"/>
          </p:cNvPicPr>
          <p:nvPr>
            <p:ph idx="1"/>
          </p:nvPr>
        </p:nvPicPr>
        <p:blipFill>
          <a:blip r:embed="rId2"/>
          <a:stretch>
            <a:fillRect/>
          </a:stretch>
        </p:blipFill>
        <p:spPr>
          <a:xfrm>
            <a:off x="838200" y="1630348"/>
            <a:ext cx="10515600" cy="3467129"/>
          </a:xfrm>
        </p:spPr>
      </p:pic>
    </p:spTree>
    <p:extLst>
      <p:ext uri="{BB962C8B-B14F-4D97-AF65-F5344CB8AC3E}">
        <p14:creationId xmlns:p14="http://schemas.microsoft.com/office/powerpoint/2010/main" val="229574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B0F36-C6CB-9BDC-AA20-7B0C4318AED4}"/>
              </a:ext>
            </a:extLst>
          </p:cNvPr>
          <p:cNvSpPr>
            <a:spLocks noGrp="1"/>
          </p:cNvSpPr>
          <p:nvPr>
            <p:ph type="title"/>
          </p:nvPr>
        </p:nvSpPr>
        <p:spPr/>
        <p:txBody>
          <a:bodyPr/>
          <a:lstStyle/>
          <a:p>
            <a:r>
              <a:rPr lang="en-IN" dirty="0"/>
              <a:t>Docker image</a:t>
            </a:r>
          </a:p>
        </p:txBody>
      </p:sp>
      <p:sp>
        <p:nvSpPr>
          <p:cNvPr id="3" name="Content Placeholder 2">
            <a:extLst>
              <a:ext uri="{FF2B5EF4-FFF2-40B4-BE49-F238E27FC236}">
                <a16:creationId xmlns:a16="http://schemas.microsoft.com/office/drawing/2014/main" id="{F4CF0087-C353-66EE-437B-9D3FB2D978E8}"/>
              </a:ext>
            </a:extLst>
          </p:cNvPr>
          <p:cNvSpPr>
            <a:spLocks noGrp="1"/>
          </p:cNvSpPr>
          <p:nvPr>
            <p:ph idx="1"/>
          </p:nvPr>
        </p:nvSpPr>
        <p:spPr/>
        <p:txBody>
          <a:bodyPr/>
          <a:lstStyle/>
          <a:p>
            <a:r>
              <a:rPr lang="en-US" dirty="0"/>
              <a:t>Images are read-only templates containing instructions for creating a container. A Docker image creates containers to run on the Docker platform.</a:t>
            </a:r>
          </a:p>
          <a:p>
            <a:r>
              <a:rPr lang="en-US" b="0" i="0" dirty="0">
                <a:solidFill>
                  <a:srgbClr val="555555"/>
                </a:solidFill>
                <a:effectLst/>
                <a:latin typeface="Roboto" panose="02000000000000000000" pitchFamily="2" charset="0"/>
              </a:rPr>
              <a:t>An image is composed of multiple stacked layers.</a:t>
            </a:r>
          </a:p>
          <a:p>
            <a:r>
              <a:rPr lang="en-US" dirty="0"/>
              <a:t>For example, to build a web server image, start with an image that includes Ubuntu Linux (a base OS). Then, add packages like Apache and PHP on top.</a:t>
            </a:r>
          </a:p>
          <a:p>
            <a:r>
              <a:rPr lang="en-US" dirty="0"/>
              <a:t>Images contain the code or binary, runtimes, dependencies, and other filesystem objects to run an application. The image relies on the host operating system (OS) kernel.</a:t>
            </a:r>
            <a:endParaRPr lang="en-IN" dirty="0"/>
          </a:p>
        </p:txBody>
      </p:sp>
    </p:spTree>
    <p:extLst>
      <p:ext uri="{BB962C8B-B14F-4D97-AF65-F5344CB8AC3E}">
        <p14:creationId xmlns:p14="http://schemas.microsoft.com/office/powerpoint/2010/main" val="3676287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B0F36-C6CB-9BDC-AA20-7B0C4318AED4}"/>
              </a:ext>
            </a:extLst>
          </p:cNvPr>
          <p:cNvSpPr>
            <a:spLocks noGrp="1"/>
          </p:cNvSpPr>
          <p:nvPr>
            <p:ph type="title"/>
          </p:nvPr>
        </p:nvSpPr>
        <p:spPr/>
        <p:txBody>
          <a:bodyPr/>
          <a:lstStyle/>
          <a:p>
            <a:r>
              <a:rPr lang="en-IN" dirty="0"/>
              <a:t>Docker image</a:t>
            </a:r>
          </a:p>
        </p:txBody>
      </p:sp>
      <p:sp>
        <p:nvSpPr>
          <p:cNvPr id="3" name="Content Placeholder 2">
            <a:extLst>
              <a:ext uri="{FF2B5EF4-FFF2-40B4-BE49-F238E27FC236}">
                <a16:creationId xmlns:a16="http://schemas.microsoft.com/office/drawing/2014/main" id="{F4CF0087-C353-66EE-437B-9D3FB2D978E8}"/>
              </a:ext>
            </a:extLst>
          </p:cNvPr>
          <p:cNvSpPr>
            <a:spLocks noGrp="1"/>
          </p:cNvSpPr>
          <p:nvPr>
            <p:ph idx="1"/>
          </p:nvPr>
        </p:nvSpPr>
        <p:spPr/>
        <p:txBody>
          <a:bodyPr/>
          <a:lstStyle/>
          <a:p>
            <a:r>
              <a:rPr lang="en-US" dirty="0"/>
              <a:t>You can manually build images using a </a:t>
            </a:r>
            <a:r>
              <a:rPr lang="en-US" dirty="0" err="1"/>
              <a:t>Dockerfile</a:t>
            </a:r>
            <a:r>
              <a:rPr lang="en-US" dirty="0"/>
              <a:t>, a text document containing all the commands to create a Docker image. You can also pull images from a central repository called a registry, or from repositories like Docker Hub using the command docker pull [name]</a:t>
            </a:r>
            <a:endParaRPr lang="en-IN" dirty="0"/>
          </a:p>
        </p:txBody>
      </p:sp>
    </p:spTree>
    <p:extLst>
      <p:ext uri="{BB962C8B-B14F-4D97-AF65-F5344CB8AC3E}">
        <p14:creationId xmlns:p14="http://schemas.microsoft.com/office/powerpoint/2010/main" val="1911783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B0F36-C6CB-9BDC-AA20-7B0C4318AED4}"/>
              </a:ext>
            </a:extLst>
          </p:cNvPr>
          <p:cNvSpPr>
            <a:spLocks noGrp="1"/>
          </p:cNvSpPr>
          <p:nvPr>
            <p:ph type="title"/>
          </p:nvPr>
        </p:nvSpPr>
        <p:spPr/>
        <p:txBody>
          <a:bodyPr/>
          <a:lstStyle/>
          <a:p>
            <a:r>
              <a:rPr lang="en-IN" dirty="0"/>
              <a:t>Container</a:t>
            </a:r>
          </a:p>
        </p:txBody>
      </p:sp>
      <p:sp>
        <p:nvSpPr>
          <p:cNvPr id="3" name="Content Placeholder 2">
            <a:extLst>
              <a:ext uri="{FF2B5EF4-FFF2-40B4-BE49-F238E27FC236}">
                <a16:creationId xmlns:a16="http://schemas.microsoft.com/office/drawing/2014/main" id="{F4CF0087-C353-66EE-437B-9D3FB2D978E8}"/>
              </a:ext>
            </a:extLst>
          </p:cNvPr>
          <p:cNvSpPr>
            <a:spLocks noGrp="1"/>
          </p:cNvSpPr>
          <p:nvPr>
            <p:ph idx="1"/>
          </p:nvPr>
        </p:nvSpPr>
        <p:spPr/>
        <p:txBody>
          <a:bodyPr/>
          <a:lstStyle/>
          <a:p>
            <a:r>
              <a:rPr lang="en-US" dirty="0"/>
              <a:t>A container is an isolated place where an application runs without affecting the rest of the system and without the system impacting the application.</a:t>
            </a:r>
          </a:p>
          <a:p>
            <a:r>
              <a:rPr lang="en-US" dirty="0"/>
              <a:t>You can use containers for packaging an application with all the components it needs, then ship it all out as one unit. This approach is popular because it eliminates the friction between development, QA, and production environments, enabling faster software shipping. Building and deploying applications inside software containers eliminates “works on my machine” problems when collaborating on code with fellow developers.</a:t>
            </a:r>
            <a:endParaRPr lang="en-IN" dirty="0"/>
          </a:p>
        </p:txBody>
      </p:sp>
    </p:spTree>
    <p:extLst>
      <p:ext uri="{BB962C8B-B14F-4D97-AF65-F5344CB8AC3E}">
        <p14:creationId xmlns:p14="http://schemas.microsoft.com/office/powerpoint/2010/main" val="2134810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B0F36-C6CB-9BDC-AA20-7B0C4318AED4}"/>
              </a:ext>
            </a:extLst>
          </p:cNvPr>
          <p:cNvSpPr>
            <a:spLocks noGrp="1"/>
          </p:cNvSpPr>
          <p:nvPr>
            <p:ph type="title"/>
          </p:nvPr>
        </p:nvSpPr>
        <p:spPr/>
        <p:txBody>
          <a:bodyPr/>
          <a:lstStyle/>
          <a:p>
            <a:r>
              <a:rPr lang="en-IN" dirty="0"/>
              <a:t>Docker images vs. containers</a:t>
            </a:r>
          </a:p>
        </p:txBody>
      </p:sp>
      <p:sp>
        <p:nvSpPr>
          <p:cNvPr id="3" name="Content Placeholder 2">
            <a:extLst>
              <a:ext uri="{FF2B5EF4-FFF2-40B4-BE49-F238E27FC236}">
                <a16:creationId xmlns:a16="http://schemas.microsoft.com/office/drawing/2014/main" id="{F4CF0087-C353-66EE-437B-9D3FB2D978E8}"/>
              </a:ext>
            </a:extLst>
          </p:cNvPr>
          <p:cNvSpPr>
            <a:spLocks noGrp="1"/>
          </p:cNvSpPr>
          <p:nvPr>
            <p:ph idx="1"/>
          </p:nvPr>
        </p:nvSpPr>
        <p:spPr/>
        <p:txBody>
          <a:bodyPr/>
          <a:lstStyle/>
          <a:p>
            <a:r>
              <a:rPr lang="en-US" dirty="0"/>
              <a:t>The key difference between a Docker image Vs a container is that a Docker image is a read-only immutable template that defines how a container will be realized. A Docker container is a runtime instance of a Docker image that gets created when the $ docker run command is implemented.</a:t>
            </a:r>
          </a:p>
          <a:p>
            <a:endParaRPr lang="en-US" dirty="0"/>
          </a:p>
          <a:p>
            <a:r>
              <a:rPr lang="en-US" dirty="0">
                <a:hlinkClick r:id="rId2"/>
              </a:rPr>
              <a:t>40 Ultimate docker commands with examples | Cheat Sheet | </a:t>
            </a:r>
            <a:r>
              <a:rPr lang="en-US" dirty="0" err="1">
                <a:hlinkClick r:id="rId2"/>
              </a:rPr>
              <a:t>CyberITHub</a:t>
            </a:r>
            <a:endParaRPr lang="en-IN" dirty="0"/>
          </a:p>
        </p:txBody>
      </p:sp>
    </p:spTree>
    <p:extLst>
      <p:ext uri="{BB962C8B-B14F-4D97-AF65-F5344CB8AC3E}">
        <p14:creationId xmlns:p14="http://schemas.microsoft.com/office/powerpoint/2010/main" val="2858669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B0F36-C6CB-9BDC-AA20-7B0C4318AED4}"/>
              </a:ext>
            </a:extLst>
          </p:cNvPr>
          <p:cNvSpPr>
            <a:spLocks noGrp="1"/>
          </p:cNvSpPr>
          <p:nvPr>
            <p:ph type="title"/>
          </p:nvPr>
        </p:nvSpPr>
        <p:spPr/>
        <p:txBody>
          <a:bodyPr/>
          <a:lstStyle/>
          <a:p>
            <a:r>
              <a:rPr lang="en-US" dirty="0"/>
              <a:t>From </a:t>
            </a:r>
            <a:r>
              <a:rPr lang="en-US" dirty="0" err="1"/>
              <a:t>Dockerfile</a:t>
            </a:r>
            <a:r>
              <a:rPr lang="en-US" dirty="0"/>
              <a:t> to Image to Container</a:t>
            </a:r>
            <a:endParaRPr lang="en-IN" dirty="0"/>
          </a:p>
        </p:txBody>
      </p:sp>
      <p:sp>
        <p:nvSpPr>
          <p:cNvPr id="3" name="Content Placeholder 2">
            <a:extLst>
              <a:ext uri="{FF2B5EF4-FFF2-40B4-BE49-F238E27FC236}">
                <a16:creationId xmlns:a16="http://schemas.microsoft.com/office/drawing/2014/main" id="{F4CF0087-C353-66EE-437B-9D3FB2D978E8}"/>
              </a:ext>
            </a:extLst>
          </p:cNvPr>
          <p:cNvSpPr>
            <a:spLocks noGrp="1"/>
          </p:cNvSpPr>
          <p:nvPr>
            <p:ph idx="1"/>
          </p:nvPr>
        </p:nvSpPr>
        <p:spPr/>
        <p:txBody>
          <a:bodyPr/>
          <a:lstStyle/>
          <a:p>
            <a:r>
              <a:rPr lang="en-US" dirty="0"/>
              <a:t>The command f</a:t>
            </a:r>
          </a:p>
          <a:p>
            <a:r>
              <a:rPr lang="en-US" dirty="0"/>
              <a:t>The image is then used as a template (or base), which a developer can copy and use it to run an application. The application needs an isolated environment in which to run – a container.</a:t>
            </a:r>
          </a:p>
          <a:p>
            <a:r>
              <a:rPr lang="en-US" b="0" i="0" dirty="0">
                <a:solidFill>
                  <a:srgbClr val="404040"/>
                </a:solidFill>
                <a:effectLst/>
                <a:latin typeface="roboto" panose="02000000000000000000" pitchFamily="2" charset="0"/>
              </a:rPr>
              <a:t>This environment is not just a virtual “space”. It entirely relies on the image that created it. The source code, files, dependencies, and binary libraries, which are all found in the Docker image, are the ones that make up a container.</a:t>
            </a:r>
            <a:endParaRPr lang="en-IN" dirty="0"/>
          </a:p>
        </p:txBody>
      </p:sp>
    </p:spTree>
    <p:extLst>
      <p:ext uri="{BB962C8B-B14F-4D97-AF65-F5344CB8AC3E}">
        <p14:creationId xmlns:p14="http://schemas.microsoft.com/office/powerpoint/2010/main" val="2395256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B0F36-C6CB-9BDC-AA20-7B0C4318AED4}"/>
              </a:ext>
            </a:extLst>
          </p:cNvPr>
          <p:cNvSpPr>
            <a:spLocks noGrp="1"/>
          </p:cNvSpPr>
          <p:nvPr>
            <p:ph type="title"/>
          </p:nvPr>
        </p:nvSpPr>
        <p:spPr/>
        <p:txBody>
          <a:bodyPr/>
          <a:lstStyle/>
          <a:p>
            <a:r>
              <a:rPr lang="en-US" dirty="0"/>
              <a:t>From </a:t>
            </a:r>
            <a:r>
              <a:rPr lang="en-US" dirty="0" err="1"/>
              <a:t>Dockerfile</a:t>
            </a:r>
            <a:r>
              <a:rPr lang="en-US" dirty="0"/>
              <a:t> to Image to Container</a:t>
            </a:r>
            <a:endParaRPr lang="en-IN" dirty="0"/>
          </a:p>
        </p:txBody>
      </p:sp>
      <p:sp>
        <p:nvSpPr>
          <p:cNvPr id="3" name="Content Placeholder 2">
            <a:extLst>
              <a:ext uri="{FF2B5EF4-FFF2-40B4-BE49-F238E27FC236}">
                <a16:creationId xmlns:a16="http://schemas.microsoft.com/office/drawing/2014/main" id="{F4CF0087-C353-66EE-437B-9D3FB2D978E8}"/>
              </a:ext>
            </a:extLst>
          </p:cNvPr>
          <p:cNvSpPr>
            <a:spLocks noGrp="1"/>
          </p:cNvSpPr>
          <p:nvPr>
            <p:ph idx="1"/>
          </p:nvPr>
        </p:nvSpPr>
        <p:spPr/>
        <p:txBody>
          <a:bodyPr/>
          <a:lstStyle/>
          <a:p>
            <a:r>
              <a:rPr lang="en-US" dirty="0"/>
              <a:t>The command for creating an image from a </a:t>
            </a:r>
            <a:r>
              <a:rPr lang="en-US" dirty="0" err="1"/>
              <a:t>Dockerfile</a:t>
            </a:r>
            <a:r>
              <a:rPr lang="en-US" dirty="0"/>
              <a:t> is </a:t>
            </a:r>
            <a:r>
              <a:rPr lang="en-US" b="1" dirty="0"/>
              <a:t>docker build.</a:t>
            </a:r>
          </a:p>
          <a:p>
            <a:r>
              <a:rPr lang="en-US" dirty="0"/>
              <a:t>The image is then used as a template (or base), which a developer can copy and use it to run an application. The application needs an isolated environment in which to run – a container.</a:t>
            </a:r>
          </a:p>
          <a:p>
            <a:r>
              <a:rPr lang="en-US" b="0" i="0" dirty="0">
                <a:solidFill>
                  <a:srgbClr val="404040"/>
                </a:solidFill>
                <a:effectLst/>
                <a:latin typeface="roboto" panose="02000000000000000000" pitchFamily="2" charset="0"/>
              </a:rPr>
              <a:t>This environment is not just a virtual “space”. It entirely relies on the image that created it. The source code, files, dependencies, and binary libraries, which are all found in the Docker image, are the ones that make up a container.</a:t>
            </a:r>
          </a:p>
          <a:p>
            <a:r>
              <a:rPr lang="en-US" dirty="0"/>
              <a:t>To create a container layer from an image, use the command </a:t>
            </a:r>
            <a:r>
              <a:rPr lang="en-US" b="1" dirty="0"/>
              <a:t>docker create</a:t>
            </a:r>
            <a:endParaRPr lang="en-IN" b="1" dirty="0"/>
          </a:p>
        </p:txBody>
      </p:sp>
    </p:spTree>
    <p:extLst>
      <p:ext uri="{BB962C8B-B14F-4D97-AF65-F5344CB8AC3E}">
        <p14:creationId xmlns:p14="http://schemas.microsoft.com/office/powerpoint/2010/main" val="45579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B0F36-C6CB-9BDC-AA20-7B0C4318AED4}"/>
              </a:ext>
            </a:extLst>
          </p:cNvPr>
          <p:cNvSpPr>
            <a:spLocks noGrp="1"/>
          </p:cNvSpPr>
          <p:nvPr>
            <p:ph type="title"/>
          </p:nvPr>
        </p:nvSpPr>
        <p:spPr/>
        <p:txBody>
          <a:bodyPr/>
          <a:lstStyle/>
          <a:p>
            <a:r>
              <a:rPr lang="en-US" dirty="0"/>
              <a:t>From </a:t>
            </a:r>
            <a:r>
              <a:rPr lang="en-US" dirty="0" err="1"/>
              <a:t>Dockerfile</a:t>
            </a:r>
            <a:r>
              <a:rPr lang="en-US" dirty="0"/>
              <a:t> to Image to Container</a:t>
            </a:r>
            <a:endParaRPr lang="en-IN" dirty="0"/>
          </a:p>
        </p:txBody>
      </p:sp>
      <p:pic>
        <p:nvPicPr>
          <p:cNvPr id="4098" name="Picture 2" descr="how a docker container is created">
            <a:extLst>
              <a:ext uri="{FF2B5EF4-FFF2-40B4-BE49-F238E27FC236}">
                <a16:creationId xmlns:a16="http://schemas.microsoft.com/office/drawing/2014/main" id="{0B8DD813-00C6-4159-881B-13E908618A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66987" y="3205956"/>
            <a:ext cx="70580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7505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A87C00D-28F9-92E8-637B-C71EC912AF4A}"/>
              </a:ext>
            </a:extLst>
          </p:cNvPr>
          <p:cNvPicPr>
            <a:picLocks noGrp="1" noChangeAspect="1"/>
          </p:cNvPicPr>
          <p:nvPr>
            <p:ph idx="1"/>
          </p:nvPr>
        </p:nvPicPr>
        <p:blipFill>
          <a:blip r:embed="rId2"/>
          <a:stretch>
            <a:fillRect/>
          </a:stretch>
        </p:blipFill>
        <p:spPr>
          <a:xfrm>
            <a:off x="1778896" y="1710561"/>
            <a:ext cx="8634208" cy="2979678"/>
          </a:xfrm>
        </p:spPr>
      </p:pic>
    </p:spTree>
    <p:extLst>
      <p:ext uri="{BB962C8B-B14F-4D97-AF65-F5344CB8AC3E}">
        <p14:creationId xmlns:p14="http://schemas.microsoft.com/office/powerpoint/2010/main" val="2314936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F3D3B-65D1-22EA-2229-E711A72ECBCC}"/>
              </a:ext>
            </a:extLst>
          </p:cNvPr>
          <p:cNvSpPr>
            <a:spLocks noGrp="1"/>
          </p:cNvSpPr>
          <p:nvPr>
            <p:ph type="title"/>
          </p:nvPr>
        </p:nvSpPr>
        <p:spPr/>
        <p:txBody>
          <a:bodyPr/>
          <a:lstStyle/>
          <a:p>
            <a:r>
              <a:rPr lang="en-IN" dirty="0"/>
              <a:t>Docker Register</a:t>
            </a:r>
          </a:p>
        </p:txBody>
      </p:sp>
      <p:sp>
        <p:nvSpPr>
          <p:cNvPr id="3" name="Content Placeholder 2">
            <a:extLst>
              <a:ext uri="{FF2B5EF4-FFF2-40B4-BE49-F238E27FC236}">
                <a16:creationId xmlns:a16="http://schemas.microsoft.com/office/drawing/2014/main" id="{0CD5F361-DB28-16DC-097C-85475C1556FF}"/>
              </a:ext>
            </a:extLst>
          </p:cNvPr>
          <p:cNvSpPr>
            <a:spLocks noGrp="1"/>
          </p:cNvSpPr>
          <p:nvPr>
            <p:ph idx="1"/>
          </p:nvPr>
        </p:nvSpPr>
        <p:spPr/>
        <p:txBody>
          <a:bodyPr/>
          <a:lstStyle/>
          <a:p>
            <a:r>
              <a:rPr lang="en-IN" dirty="0"/>
              <a:t>We can push docker image to Docker Registry</a:t>
            </a:r>
          </a:p>
          <a:p>
            <a:r>
              <a:rPr lang="en-IN" dirty="0"/>
              <a:t>Docker Register is like Docker Hub</a:t>
            </a:r>
          </a:p>
          <a:p>
            <a:r>
              <a:rPr lang="en-IN" dirty="0"/>
              <a:t> Registry is storage for docker images so any once can use. Once our docker image is on docker hub then we can put it in on any machines running docker, this machine  has same image we have on our development machine which contains specific version of our application </a:t>
            </a:r>
            <a:r>
              <a:rPr lang="en-IN"/>
              <a:t>with everything it needs</a:t>
            </a:r>
            <a:endParaRPr lang="en-IN" dirty="0"/>
          </a:p>
        </p:txBody>
      </p:sp>
    </p:spTree>
    <p:extLst>
      <p:ext uri="{BB962C8B-B14F-4D97-AF65-F5344CB8AC3E}">
        <p14:creationId xmlns:p14="http://schemas.microsoft.com/office/powerpoint/2010/main" val="2249838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620B99-3CB7-CC47-8CFE-EC384F7ADC79}"/>
              </a:ext>
            </a:extLst>
          </p:cNvPr>
          <p:cNvPicPr>
            <a:picLocks noGrp="1" noChangeAspect="1"/>
          </p:cNvPicPr>
          <p:nvPr>
            <p:ph idx="1"/>
          </p:nvPr>
        </p:nvPicPr>
        <p:blipFill>
          <a:blip r:embed="rId2"/>
          <a:stretch>
            <a:fillRect/>
          </a:stretch>
        </p:blipFill>
        <p:spPr>
          <a:xfrm>
            <a:off x="1881775" y="1288568"/>
            <a:ext cx="8428450" cy="3795089"/>
          </a:xfrm>
        </p:spPr>
      </p:pic>
    </p:spTree>
    <p:extLst>
      <p:ext uri="{BB962C8B-B14F-4D97-AF65-F5344CB8AC3E}">
        <p14:creationId xmlns:p14="http://schemas.microsoft.com/office/powerpoint/2010/main" val="669261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D651D-DDCF-19EC-356B-05CA6403BCDD}"/>
              </a:ext>
            </a:extLst>
          </p:cNvPr>
          <p:cNvSpPr>
            <a:spLocks noGrp="1"/>
          </p:cNvSpPr>
          <p:nvPr>
            <p:ph type="title"/>
          </p:nvPr>
        </p:nvSpPr>
        <p:spPr/>
        <p:txBody>
          <a:bodyPr/>
          <a:lstStyle/>
          <a:p>
            <a:r>
              <a:rPr lang="en-IN" dirty="0"/>
              <a:t>Docker File</a:t>
            </a:r>
          </a:p>
        </p:txBody>
      </p:sp>
      <p:pic>
        <p:nvPicPr>
          <p:cNvPr id="5" name="Picture 4">
            <a:extLst>
              <a:ext uri="{FF2B5EF4-FFF2-40B4-BE49-F238E27FC236}">
                <a16:creationId xmlns:a16="http://schemas.microsoft.com/office/drawing/2014/main" id="{4E046525-2190-1D0B-FFB7-A6B16A27A5FD}"/>
              </a:ext>
            </a:extLst>
          </p:cNvPr>
          <p:cNvPicPr>
            <a:picLocks noChangeAspect="1"/>
          </p:cNvPicPr>
          <p:nvPr/>
        </p:nvPicPr>
        <p:blipFill>
          <a:blip r:embed="rId2"/>
          <a:stretch>
            <a:fillRect/>
          </a:stretch>
        </p:blipFill>
        <p:spPr>
          <a:xfrm>
            <a:off x="723701" y="1533595"/>
            <a:ext cx="8169348" cy="2857748"/>
          </a:xfrm>
          <a:prstGeom prst="rect">
            <a:avLst/>
          </a:prstGeom>
        </p:spPr>
      </p:pic>
      <p:sp>
        <p:nvSpPr>
          <p:cNvPr id="6" name="TextBox 5">
            <a:extLst>
              <a:ext uri="{FF2B5EF4-FFF2-40B4-BE49-F238E27FC236}">
                <a16:creationId xmlns:a16="http://schemas.microsoft.com/office/drawing/2014/main" id="{34804B18-313E-CD66-473A-0E93662D2134}"/>
              </a:ext>
            </a:extLst>
          </p:cNvPr>
          <p:cNvSpPr txBox="1"/>
          <p:nvPr/>
        </p:nvSpPr>
        <p:spPr>
          <a:xfrm>
            <a:off x="653143" y="4637314"/>
            <a:ext cx="10944808" cy="646331"/>
          </a:xfrm>
          <a:prstGeom prst="rect">
            <a:avLst/>
          </a:prstGeom>
          <a:noFill/>
        </p:spPr>
        <p:txBody>
          <a:bodyPr wrap="square" rtlCol="0">
            <a:spAutoFit/>
          </a:bodyPr>
          <a:lstStyle/>
          <a:p>
            <a:r>
              <a:rPr lang="en-US" b="1" i="0" dirty="0">
                <a:solidFill>
                  <a:srgbClr val="171717"/>
                </a:solidFill>
                <a:effectLst/>
                <a:latin typeface="-apple-system"/>
              </a:rPr>
              <a:t>In simple words, a </a:t>
            </a:r>
            <a:r>
              <a:rPr lang="en-US" b="1" i="0" dirty="0" err="1">
                <a:solidFill>
                  <a:srgbClr val="171717"/>
                </a:solidFill>
                <a:effectLst/>
                <a:latin typeface="-apple-system"/>
              </a:rPr>
              <a:t>Dockerfile</a:t>
            </a:r>
            <a:r>
              <a:rPr lang="en-US" b="1" i="0" dirty="0">
                <a:solidFill>
                  <a:srgbClr val="171717"/>
                </a:solidFill>
                <a:effectLst/>
                <a:latin typeface="-apple-system"/>
              </a:rPr>
              <a:t> is a set of instructions that creates a stacked-layer for each instruction that collectively makes an image(which is a prototype or template for containers)</a:t>
            </a:r>
            <a:endParaRPr lang="en-IN" dirty="0"/>
          </a:p>
        </p:txBody>
      </p:sp>
    </p:spTree>
    <p:extLst>
      <p:ext uri="{BB962C8B-B14F-4D97-AF65-F5344CB8AC3E}">
        <p14:creationId xmlns:p14="http://schemas.microsoft.com/office/powerpoint/2010/main" val="27752284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92EE5-AD70-3192-F0F3-C9B0345A2AA7}"/>
              </a:ext>
            </a:extLst>
          </p:cNvPr>
          <p:cNvSpPr>
            <a:spLocks noGrp="1"/>
          </p:cNvSpPr>
          <p:nvPr>
            <p:ph type="title"/>
          </p:nvPr>
        </p:nvSpPr>
        <p:spPr/>
        <p:txBody>
          <a:bodyPr/>
          <a:lstStyle/>
          <a:p>
            <a:r>
              <a:rPr lang="en-IN" b="0" i="0" dirty="0">
                <a:solidFill>
                  <a:srgbClr val="171717"/>
                </a:solidFill>
                <a:effectLst/>
                <a:latin typeface="-apple-system"/>
              </a:rPr>
              <a:t>Docker image</a:t>
            </a:r>
            <a:endParaRPr lang="en-IN" dirty="0"/>
          </a:p>
        </p:txBody>
      </p:sp>
      <p:sp>
        <p:nvSpPr>
          <p:cNvPr id="3" name="Content Placeholder 2">
            <a:extLst>
              <a:ext uri="{FF2B5EF4-FFF2-40B4-BE49-F238E27FC236}">
                <a16:creationId xmlns:a16="http://schemas.microsoft.com/office/drawing/2014/main" id="{F0AA2CD4-054D-9FD9-DB72-7ED220A8B722}"/>
              </a:ext>
            </a:extLst>
          </p:cNvPr>
          <p:cNvSpPr>
            <a:spLocks noGrp="1"/>
          </p:cNvSpPr>
          <p:nvPr>
            <p:ph idx="1"/>
          </p:nvPr>
        </p:nvSpPr>
        <p:spPr/>
        <p:txBody>
          <a:bodyPr/>
          <a:lstStyle/>
          <a:p>
            <a:r>
              <a:rPr lang="en-US" b="0" i="0" dirty="0">
                <a:solidFill>
                  <a:srgbClr val="171717"/>
                </a:solidFill>
                <a:effectLst/>
                <a:latin typeface="-apple-system"/>
              </a:rPr>
              <a:t>Docker image consists of read-only layers each of which represents a </a:t>
            </a:r>
            <a:r>
              <a:rPr lang="en-US" b="0" i="0" dirty="0" err="1">
                <a:solidFill>
                  <a:srgbClr val="171717"/>
                </a:solidFill>
                <a:effectLst/>
                <a:latin typeface="-apple-system"/>
              </a:rPr>
              <a:t>Dockerfile</a:t>
            </a:r>
            <a:r>
              <a:rPr lang="en-US" b="0" i="0" dirty="0">
                <a:solidFill>
                  <a:srgbClr val="171717"/>
                </a:solidFill>
                <a:effectLst/>
                <a:latin typeface="-apple-system"/>
              </a:rPr>
              <a:t> instruction. The layers are stacked and each one is created by the change from the previous layer. For example, if I create a base layer of ubuntu and then in second instruction I install Python it will create a second layer. Likewise, if I do any changes by the instructions(RUN , COPY , ADD) it will create a new layer in that image</a:t>
            </a:r>
            <a:endParaRPr lang="en-IN" dirty="0"/>
          </a:p>
        </p:txBody>
      </p:sp>
    </p:spTree>
    <p:extLst>
      <p:ext uri="{BB962C8B-B14F-4D97-AF65-F5344CB8AC3E}">
        <p14:creationId xmlns:p14="http://schemas.microsoft.com/office/powerpoint/2010/main" val="2128385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DAC5-722A-BD0A-9FB4-297022C3D083}"/>
              </a:ext>
            </a:extLst>
          </p:cNvPr>
          <p:cNvSpPr>
            <a:spLocks noGrp="1"/>
          </p:cNvSpPr>
          <p:nvPr>
            <p:ph type="title"/>
          </p:nvPr>
        </p:nvSpPr>
        <p:spPr/>
        <p:txBody>
          <a:bodyPr/>
          <a:lstStyle/>
          <a:p>
            <a:r>
              <a:rPr lang="en-IN" dirty="0"/>
              <a:t>Docker Image</a:t>
            </a:r>
          </a:p>
        </p:txBody>
      </p:sp>
      <p:pic>
        <p:nvPicPr>
          <p:cNvPr id="1026" name="Picture 2" descr="Image description">
            <a:extLst>
              <a:ext uri="{FF2B5EF4-FFF2-40B4-BE49-F238E27FC236}">
                <a16:creationId xmlns:a16="http://schemas.microsoft.com/office/drawing/2014/main" id="{10FABD59-5F0C-1017-9690-9305C3CE4A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45455"/>
            <a:ext cx="7620000" cy="39528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1534CCA-43D2-97B0-5CF0-CE1A703A4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390053"/>
            <a:ext cx="762000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2185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7CB4-E2C9-0C66-B461-00405CB388C9}"/>
              </a:ext>
            </a:extLst>
          </p:cNvPr>
          <p:cNvSpPr>
            <a:spLocks noGrp="1"/>
          </p:cNvSpPr>
          <p:nvPr>
            <p:ph type="title"/>
          </p:nvPr>
        </p:nvSpPr>
        <p:spPr/>
        <p:txBody>
          <a:bodyPr/>
          <a:lstStyle/>
          <a:p>
            <a:r>
              <a:rPr lang="en-IN" b="1" i="0" dirty="0">
                <a:solidFill>
                  <a:srgbClr val="171717"/>
                </a:solidFill>
                <a:effectLst/>
                <a:latin typeface="-apple-system"/>
              </a:rPr>
              <a:t>Frequently used </a:t>
            </a:r>
            <a:r>
              <a:rPr lang="en-IN" b="1" i="0" dirty="0" err="1">
                <a:solidFill>
                  <a:srgbClr val="171717"/>
                </a:solidFill>
                <a:effectLst/>
                <a:latin typeface="-apple-system"/>
              </a:rPr>
              <a:t>Dockerfile</a:t>
            </a:r>
            <a:r>
              <a:rPr lang="en-IN" b="1" i="0" dirty="0">
                <a:solidFill>
                  <a:srgbClr val="171717"/>
                </a:solidFill>
                <a:effectLst/>
                <a:latin typeface="-apple-system"/>
              </a:rPr>
              <a:t> commands -</a:t>
            </a:r>
            <a:endParaRPr lang="en-IN" dirty="0"/>
          </a:p>
        </p:txBody>
      </p:sp>
      <p:sp>
        <p:nvSpPr>
          <p:cNvPr id="3" name="Content Placeholder 2">
            <a:extLst>
              <a:ext uri="{FF2B5EF4-FFF2-40B4-BE49-F238E27FC236}">
                <a16:creationId xmlns:a16="http://schemas.microsoft.com/office/drawing/2014/main" id="{30CE9E38-53D0-4AB1-AFE2-AF3127201082}"/>
              </a:ext>
            </a:extLst>
          </p:cNvPr>
          <p:cNvSpPr>
            <a:spLocks noGrp="1"/>
          </p:cNvSpPr>
          <p:nvPr>
            <p:ph idx="1"/>
          </p:nvPr>
        </p:nvSpPr>
        <p:spPr/>
        <p:txBody>
          <a:bodyPr>
            <a:normAutofit lnSpcReduction="10000"/>
          </a:bodyPr>
          <a:lstStyle/>
          <a:p>
            <a:pPr algn="l">
              <a:buFont typeface="Arial" panose="020B0604020202020204" pitchFamily="34" charset="0"/>
              <a:buChar char="•"/>
            </a:pPr>
            <a:r>
              <a:rPr lang="en-US" b="0" i="0" dirty="0">
                <a:solidFill>
                  <a:srgbClr val="171717"/>
                </a:solidFill>
                <a:effectLst/>
                <a:latin typeface="-apple-system"/>
              </a:rPr>
              <a:t>FROM - Defines a base image, it can be pulled from docker hub</a:t>
            </a:r>
            <a:br>
              <a:rPr lang="en-US" b="0" i="0" dirty="0">
                <a:solidFill>
                  <a:srgbClr val="171717"/>
                </a:solidFill>
                <a:effectLst/>
                <a:latin typeface="-apple-system"/>
              </a:rPr>
            </a:br>
            <a:r>
              <a:rPr lang="en-US" b="0" i="0" dirty="0">
                <a:solidFill>
                  <a:srgbClr val="171717"/>
                </a:solidFill>
                <a:effectLst/>
                <a:latin typeface="-apple-system"/>
              </a:rPr>
              <a:t>(for example- if we want to create a </a:t>
            </a:r>
            <a:r>
              <a:rPr lang="en-US" b="0" i="0" dirty="0" err="1">
                <a:solidFill>
                  <a:srgbClr val="171717"/>
                </a:solidFill>
                <a:effectLst/>
                <a:latin typeface="-apple-system"/>
              </a:rPr>
              <a:t>javascript</a:t>
            </a:r>
            <a:r>
              <a:rPr lang="en-US" b="0" i="0" dirty="0">
                <a:solidFill>
                  <a:srgbClr val="171717"/>
                </a:solidFill>
                <a:effectLst/>
                <a:latin typeface="-apple-system"/>
              </a:rPr>
              <a:t> application with node as backend then we need to have node as a base image, so it can run node application.)</a:t>
            </a:r>
          </a:p>
          <a:p>
            <a:pPr algn="l">
              <a:buFont typeface="Arial" panose="020B0604020202020204" pitchFamily="34" charset="0"/>
              <a:buChar char="•"/>
            </a:pPr>
            <a:r>
              <a:rPr lang="en-US" b="0" i="0" dirty="0">
                <a:solidFill>
                  <a:srgbClr val="171717"/>
                </a:solidFill>
                <a:effectLst/>
                <a:latin typeface="-apple-system"/>
              </a:rPr>
              <a:t>RUN - Executes command in a new image layer( we can have multiple run commands )</a:t>
            </a:r>
          </a:p>
          <a:p>
            <a:pPr algn="l">
              <a:buFont typeface="Arial" panose="020B0604020202020204" pitchFamily="34" charset="0"/>
              <a:buChar char="•"/>
            </a:pPr>
            <a:r>
              <a:rPr lang="en-US" b="0" i="0" dirty="0">
                <a:solidFill>
                  <a:srgbClr val="171717"/>
                </a:solidFill>
                <a:effectLst/>
                <a:latin typeface="-apple-system"/>
              </a:rPr>
              <a:t>CMD - Command to be executed when running a container( It is asked to have one CMD command, If a </a:t>
            </a:r>
            <a:r>
              <a:rPr lang="en-US" b="0" i="0" dirty="0" err="1">
                <a:solidFill>
                  <a:srgbClr val="171717"/>
                </a:solidFill>
                <a:effectLst/>
                <a:latin typeface="-apple-system"/>
              </a:rPr>
              <a:t>Dockerfile</a:t>
            </a:r>
            <a:r>
              <a:rPr lang="en-US" b="0" i="0" dirty="0">
                <a:solidFill>
                  <a:srgbClr val="171717"/>
                </a:solidFill>
                <a:effectLst/>
                <a:latin typeface="-apple-system"/>
              </a:rPr>
              <a:t> has multiple CMDs, it only applies the instructions from the last one.</a:t>
            </a:r>
          </a:p>
          <a:p>
            <a:pPr algn="l">
              <a:buFont typeface="Arial" panose="020B0604020202020204" pitchFamily="34" charset="0"/>
              <a:buChar char="•"/>
            </a:pPr>
            <a:r>
              <a:rPr lang="en-US" b="0" i="0" dirty="0">
                <a:solidFill>
                  <a:srgbClr val="171717"/>
                </a:solidFill>
                <a:effectLst/>
                <a:latin typeface="-apple-system"/>
              </a:rPr>
              <a:t>EXPOSE - Documents which ports are exposed (It is only used for documentation)</a:t>
            </a:r>
          </a:p>
          <a:p>
            <a:endParaRPr lang="en-IN" dirty="0"/>
          </a:p>
        </p:txBody>
      </p:sp>
    </p:spTree>
    <p:extLst>
      <p:ext uri="{BB962C8B-B14F-4D97-AF65-F5344CB8AC3E}">
        <p14:creationId xmlns:p14="http://schemas.microsoft.com/office/powerpoint/2010/main" val="6609604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7CB4-E2C9-0C66-B461-00405CB388C9}"/>
              </a:ext>
            </a:extLst>
          </p:cNvPr>
          <p:cNvSpPr>
            <a:spLocks noGrp="1"/>
          </p:cNvSpPr>
          <p:nvPr>
            <p:ph type="title"/>
          </p:nvPr>
        </p:nvSpPr>
        <p:spPr/>
        <p:txBody>
          <a:bodyPr/>
          <a:lstStyle/>
          <a:p>
            <a:r>
              <a:rPr lang="en-IN" b="1" i="0" dirty="0">
                <a:solidFill>
                  <a:srgbClr val="171717"/>
                </a:solidFill>
                <a:effectLst/>
                <a:latin typeface="-apple-system"/>
              </a:rPr>
              <a:t>Frequently used </a:t>
            </a:r>
            <a:r>
              <a:rPr lang="en-IN" b="1" i="0" dirty="0" err="1">
                <a:solidFill>
                  <a:srgbClr val="171717"/>
                </a:solidFill>
                <a:effectLst/>
                <a:latin typeface="-apple-system"/>
              </a:rPr>
              <a:t>Dockerfile</a:t>
            </a:r>
            <a:r>
              <a:rPr lang="en-IN" b="1" i="0" dirty="0">
                <a:solidFill>
                  <a:srgbClr val="171717"/>
                </a:solidFill>
                <a:effectLst/>
                <a:latin typeface="-apple-system"/>
              </a:rPr>
              <a:t> commands -</a:t>
            </a:r>
            <a:endParaRPr lang="en-IN" dirty="0"/>
          </a:p>
        </p:txBody>
      </p:sp>
      <p:sp>
        <p:nvSpPr>
          <p:cNvPr id="3" name="Content Placeholder 2">
            <a:extLst>
              <a:ext uri="{FF2B5EF4-FFF2-40B4-BE49-F238E27FC236}">
                <a16:creationId xmlns:a16="http://schemas.microsoft.com/office/drawing/2014/main" id="{30CE9E38-53D0-4AB1-AFE2-AF3127201082}"/>
              </a:ext>
            </a:extLst>
          </p:cNvPr>
          <p:cNvSpPr>
            <a:spLocks noGrp="1"/>
          </p:cNvSpPr>
          <p:nvPr>
            <p:ph idx="1"/>
          </p:nvPr>
        </p:nvSpPr>
        <p:spPr>
          <a:xfrm>
            <a:off x="838200" y="1825625"/>
            <a:ext cx="10515600" cy="4667250"/>
          </a:xfrm>
        </p:spPr>
        <p:txBody>
          <a:bodyPr>
            <a:normAutofit/>
          </a:bodyPr>
          <a:lstStyle/>
          <a:p>
            <a:pPr algn="l">
              <a:buFont typeface="Arial" panose="020B0604020202020204" pitchFamily="34" charset="0"/>
              <a:buChar char="•"/>
            </a:pPr>
            <a:r>
              <a:rPr lang="en-US" b="0" i="0" dirty="0">
                <a:solidFill>
                  <a:srgbClr val="171717"/>
                </a:solidFill>
                <a:effectLst/>
                <a:latin typeface="-apple-system"/>
              </a:rPr>
              <a:t>ENV - Sets environment variables inside the image</a:t>
            </a:r>
          </a:p>
          <a:p>
            <a:pPr algn="l">
              <a:buFont typeface="Arial" panose="020B0604020202020204" pitchFamily="34" charset="0"/>
              <a:buChar char="•"/>
            </a:pPr>
            <a:r>
              <a:rPr lang="en-US" b="0" i="0" dirty="0">
                <a:solidFill>
                  <a:srgbClr val="171717"/>
                </a:solidFill>
                <a:effectLst/>
                <a:latin typeface="-apple-system"/>
              </a:rPr>
              <a:t>COPY - It is used to copy your local files/directories to Docker Container.</a:t>
            </a:r>
          </a:p>
          <a:p>
            <a:pPr algn="l">
              <a:buFont typeface="Arial" panose="020B0604020202020204" pitchFamily="34" charset="0"/>
              <a:buChar char="•"/>
            </a:pPr>
            <a:r>
              <a:rPr lang="en-US" b="0" i="0" dirty="0">
                <a:solidFill>
                  <a:srgbClr val="171717"/>
                </a:solidFill>
                <a:effectLst/>
                <a:latin typeface="-apple-system"/>
              </a:rPr>
              <a:t>ADD - It is more feature-rich version of the COPY instruction. COPY is preferred over ADD. Major difference b/w ADD and COPY is that ADD allows you to copy from URL that is the source can be URL but in COPY it can only have local ones.</a:t>
            </a:r>
          </a:p>
          <a:p>
            <a:pPr algn="l">
              <a:buFont typeface="Arial" panose="020B0604020202020204" pitchFamily="34" charset="0"/>
              <a:buChar char="•"/>
            </a:pPr>
            <a:r>
              <a:rPr lang="en-US" b="0" i="0" dirty="0">
                <a:solidFill>
                  <a:srgbClr val="171717"/>
                </a:solidFill>
                <a:effectLst/>
                <a:latin typeface="-apple-system"/>
              </a:rPr>
              <a:t>ENTRYPOINT - Define a container's executable (You cannot override and ENTRYPOINT when starting a container unless you add the --</a:t>
            </a:r>
            <a:r>
              <a:rPr lang="en-US" b="0" i="0" dirty="0" err="1">
                <a:solidFill>
                  <a:srgbClr val="171717"/>
                </a:solidFill>
                <a:effectLst/>
                <a:latin typeface="-apple-system"/>
              </a:rPr>
              <a:t>entrypoint</a:t>
            </a:r>
            <a:r>
              <a:rPr lang="en-US" b="0" i="0" dirty="0">
                <a:solidFill>
                  <a:srgbClr val="171717"/>
                </a:solidFill>
                <a:effectLst/>
                <a:latin typeface="-apple-system"/>
              </a:rPr>
              <a:t> flag.)</a:t>
            </a:r>
          </a:p>
          <a:p>
            <a:endParaRPr lang="en-IN" dirty="0"/>
          </a:p>
        </p:txBody>
      </p:sp>
    </p:spTree>
    <p:extLst>
      <p:ext uri="{BB962C8B-B14F-4D97-AF65-F5344CB8AC3E}">
        <p14:creationId xmlns:p14="http://schemas.microsoft.com/office/powerpoint/2010/main" val="752195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7CB4-E2C9-0C66-B461-00405CB388C9}"/>
              </a:ext>
            </a:extLst>
          </p:cNvPr>
          <p:cNvSpPr>
            <a:spLocks noGrp="1"/>
          </p:cNvSpPr>
          <p:nvPr>
            <p:ph type="title"/>
          </p:nvPr>
        </p:nvSpPr>
        <p:spPr/>
        <p:txBody>
          <a:bodyPr/>
          <a:lstStyle/>
          <a:p>
            <a:r>
              <a:rPr lang="en-IN" b="1" i="0" dirty="0">
                <a:solidFill>
                  <a:srgbClr val="171717"/>
                </a:solidFill>
                <a:effectLst/>
                <a:latin typeface="-apple-system"/>
              </a:rPr>
              <a:t>Frequently used </a:t>
            </a:r>
            <a:r>
              <a:rPr lang="en-IN" b="1" i="0" dirty="0" err="1">
                <a:solidFill>
                  <a:srgbClr val="171717"/>
                </a:solidFill>
                <a:effectLst/>
                <a:latin typeface="-apple-system"/>
              </a:rPr>
              <a:t>Dockerfile</a:t>
            </a:r>
            <a:r>
              <a:rPr lang="en-IN" b="1" i="0" dirty="0">
                <a:solidFill>
                  <a:srgbClr val="171717"/>
                </a:solidFill>
                <a:effectLst/>
                <a:latin typeface="-apple-system"/>
              </a:rPr>
              <a:t> commands -</a:t>
            </a:r>
            <a:endParaRPr lang="en-IN" dirty="0"/>
          </a:p>
        </p:txBody>
      </p:sp>
      <p:sp>
        <p:nvSpPr>
          <p:cNvPr id="3" name="Content Placeholder 2">
            <a:extLst>
              <a:ext uri="{FF2B5EF4-FFF2-40B4-BE49-F238E27FC236}">
                <a16:creationId xmlns:a16="http://schemas.microsoft.com/office/drawing/2014/main" id="{30CE9E38-53D0-4AB1-AFE2-AF3127201082}"/>
              </a:ext>
            </a:extLst>
          </p:cNvPr>
          <p:cNvSpPr>
            <a:spLocks noGrp="1"/>
          </p:cNvSpPr>
          <p:nvPr>
            <p:ph idx="1"/>
          </p:nvPr>
        </p:nvSpPr>
        <p:spPr>
          <a:xfrm>
            <a:off x="838200" y="1825625"/>
            <a:ext cx="10515600" cy="4667250"/>
          </a:xfrm>
        </p:spPr>
        <p:txBody>
          <a:bodyPr>
            <a:normAutofit/>
          </a:bodyPr>
          <a:lstStyle/>
          <a:p>
            <a:pPr algn="l">
              <a:buFont typeface="Arial" panose="020B0604020202020204" pitchFamily="34" charset="0"/>
              <a:buChar char="•"/>
            </a:pPr>
            <a:r>
              <a:rPr lang="en-US" b="0" i="0" dirty="0">
                <a:solidFill>
                  <a:srgbClr val="171717"/>
                </a:solidFill>
                <a:effectLst/>
                <a:latin typeface="-apple-system"/>
              </a:rPr>
              <a:t>VOLUME - It defines which directory in an image should be treated as a volume. The volume will be given a random name which can be found using docker </a:t>
            </a:r>
            <a:r>
              <a:rPr lang="en-US" b="1" i="0" dirty="0">
                <a:solidFill>
                  <a:srgbClr val="171717"/>
                </a:solidFill>
                <a:effectLst/>
                <a:latin typeface="-apple-system"/>
              </a:rPr>
              <a:t>inspect</a:t>
            </a:r>
            <a:r>
              <a:rPr lang="en-US" b="0" i="0" dirty="0">
                <a:solidFill>
                  <a:srgbClr val="171717"/>
                </a:solidFill>
                <a:effectLst/>
                <a:latin typeface="-apple-system"/>
              </a:rPr>
              <a:t> command.</a:t>
            </a:r>
          </a:p>
          <a:p>
            <a:pPr algn="l">
              <a:buFont typeface="Arial" panose="020B0604020202020204" pitchFamily="34" charset="0"/>
              <a:buChar char="•"/>
            </a:pPr>
            <a:r>
              <a:rPr lang="en-US" b="0" i="0" dirty="0">
                <a:solidFill>
                  <a:srgbClr val="171717"/>
                </a:solidFill>
                <a:effectLst/>
                <a:latin typeface="-apple-system"/>
              </a:rPr>
              <a:t>WORKDIR - Defines the working directory for subsequent instructions in the </a:t>
            </a:r>
            <a:r>
              <a:rPr lang="en-US" b="0" i="0" dirty="0" err="1">
                <a:solidFill>
                  <a:srgbClr val="171717"/>
                </a:solidFill>
                <a:effectLst/>
                <a:latin typeface="-apple-system"/>
              </a:rPr>
              <a:t>Dockerfile</a:t>
            </a:r>
            <a:r>
              <a:rPr lang="en-US" b="0" i="0" dirty="0">
                <a:solidFill>
                  <a:srgbClr val="171717"/>
                </a:solidFill>
                <a:effectLst/>
                <a:latin typeface="-apple-system"/>
              </a:rPr>
              <a:t>(Important point to remember that it doesn't create a new intermediate layer in Image)</a:t>
            </a:r>
          </a:p>
          <a:p>
            <a:r>
              <a:rPr lang="en-IN" b="0" i="0" dirty="0">
                <a:solidFill>
                  <a:srgbClr val="171717"/>
                </a:solidFill>
                <a:effectLst/>
                <a:latin typeface="SF Mono"/>
              </a:rPr>
              <a:t>#Basic </a:t>
            </a:r>
            <a:r>
              <a:rPr lang="en-IN" b="0" i="0" dirty="0" err="1">
                <a:solidFill>
                  <a:srgbClr val="171717"/>
                </a:solidFill>
                <a:effectLst/>
                <a:latin typeface="SF Mono"/>
              </a:rPr>
              <a:t>Dockerfile</a:t>
            </a:r>
            <a:br>
              <a:rPr lang="en-IN" dirty="0"/>
            </a:br>
            <a:r>
              <a:rPr lang="en-IN" b="0" i="0" dirty="0">
                <a:solidFill>
                  <a:srgbClr val="171717"/>
                </a:solidFill>
                <a:effectLst/>
                <a:latin typeface="SF Mono"/>
              </a:rPr>
              <a:t>FROM ubuntu:18.04</a:t>
            </a:r>
            <a:br>
              <a:rPr lang="en-IN" dirty="0"/>
            </a:br>
            <a:r>
              <a:rPr lang="en-IN" b="0" i="0" dirty="0">
                <a:solidFill>
                  <a:srgbClr val="171717"/>
                </a:solidFill>
                <a:effectLst/>
                <a:latin typeface="SF Mono"/>
              </a:rPr>
              <a:t>COPY . /app</a:t>
            </a:r>
            <a:br>
              <a:rPr lang="en-IN" dirty="0"/>
            </a:br>
            <a:r>
              <a:rPr lang="en-IN" b="0" i="0" dirty="0">
                <a:solidFill>
                  <a:srgbClr val="171717"/>
                </a:solidFill>
                <a:effectLst/>
                <a:latin typeface="SF Mono"/>
              </a:rPr>
              <a:t>RUN make /app</a:t>
            </a:r>
            <a:br>
              <a:rPr lang="en-IN" dirty="0"/>
            </a:br>
            <a:r>
              <a:rPr lang="en-IN" b="0" i="0" dirty="0">
                <a:solidFill>
                  <a:srgbClr val="171717"/>
                </a:solidFill>
                <a:effectLst/>
                <a:latin typeface="SF Mono"/>
              </a:rPr>
              <a:t>CMD python /app/app.py</a:t>
            </a:r>
            <a:endParaRPr lang="en-IN" dirty="0"/>
          </a:p>
        </p:txBody>
      </p:sp>
    </p:spTree>
    <p:extLst>
      <p:ext uri="{BB962C8B-B14F-4D97-AF65-F5344CB8AC3E}">
        <p14:creationId xmlns:p14="http://schemas.microsoft.com/office/powerpoint/2010/main" val="2182123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7CB4-E2C9-0C66-B461-00405CB388C9}"/>
              </a:ext>
            </a:extLst>
          </p:cNvPr>
          <p:cNvSpPr>
            <a:spLocks noGrp="1"/>
          </p:cNvSpPr>
          <p:nvPr>
            <p:ph type="title"/>
          </p:nvPr>
        </p:nvSpPr>
        <p:spPr/>
        <p:txBody>
          <a:bodyPr/>
          <a:lstStyle/>
          <a:p>
            <a:r>
              <a:rPr lang="en-US" b="1" i="0" dirty="0">
                <a:solidFill>
                  <a:srgbClr val="171717"/>
                </a:solidFill>
                <a:effectLst/>
                <a:latin typeface="-apple-system"/>
              </a:rPr>
              <a:t>Difference between RUN,CMD and ENTRYPOINT?</a:t>
            </a:r>
            <a:endParaRPr lang="en-IN" dirty="0"/>
          </a:p>
        </p:txBody>
      </p:sp>
      <p:sp>
        <p:nvSpPr>
          <p:cNvPr id="3" name="Content Placeholder 2">
            <a:extLst>
              <a:ext uri="{FF2B5EF4-FFF2-40B4-BE49-F238E27FC236}">
                <a16:creationId xmlns:a16="http://schemas.microsoft.com/office/drawing/2014/main" id="{30CE9E38-53D0-4AB1-AFE2-AF3127201082}"/>
              </a:ext>
            </a:extLst>
          </p:cNvPr>
          <p:cNvSpPr>
            <a:spLocks noGrp="1"/>
          </p:cNvSpPr>
          <p:nvPr>
            <p:ph idx="1"/>
          </p:nvPr>
        </p:nvSpPr>
        <p:spPr>
          <a:xfrm>
            <a:off x="838200" y="1825625"/>
            <a:ext cx="10515600" cy="4667250"/>
          </a:xfrm>
        </p:spPr>
        <p:txBody>
          <a:bodyPr>
            <a:normAutofit/>
          </a:bodyPr>
          <a:lstStyle/>
          <a:p>
            <a:pPr algn="l">
              <a:buFont typeface="Arial" panose="020B0604020202020204" pitchFamily="34" charset="0"/>
              <a:buChar char="•"/>
            </a:pPr>
            <a:r>
              <a:rPr lang="en-US" b="0" i="0" dirty="0">
                <a:solidFill>
                  <a:srgbClr val="171717"/>
                </a:solidFill>
                <a:effectLst/>
                <a:latin typeface="-apple-system"/>
              </a:rPr>
              <a:t>The RUN command is the central executing directive for </a:t>
            </a:r>
            <a:r>
              <a:rPr lang="en-US" b="0" i="0" dirty="0" err="1">
                <a:solidFill>
                  <a:srgbClr val="171717"/>
                </a:solidFill>
                <a:effectLst/>
                <a:latin typeface="-apple-system"/>
              </a:rPr>
              <a:t>Dockerfiles</a:t>
            </a:r>
            <a:r>
              <a:rPr lang="en-US" b="0" i="0" dirty="0">
                <a:solidFill>
                  <a:srgbClr val="171717"/>
                </a:solidFill>
                <a:effectLst/>
                <a:latin typeface="-apple-system"/>
              </a:rPr>
              <a:t>. It takes a command as its argument and runs it to form the image.</a:t>
            </a:r>
          </a:p>
          <a:p>
            <a:pPr algn="l">
              <a:buFont typeface="Arial" panose="020B0604020202020204" pitchFamily="34" charset="0"/>
              <a:buChar char="•"/>
            </a:pPr>
            <a:r>
              <a:rPr lang="en-IN" dirty="0"/>
              <a:t>RUN apt-get install python.</a:t>
            </a:r>
          </a:p>
          <a:p>
            <a:pPr algn="l">
              <a:buFont typeface="Arial" panose="020B0604020202020204" pitchFamily="34" charset="0"/>
              <a:buChar char="•"/>
            </a:pPr>
            <a:r>
              <a:rPr lang="en-US" b="0" i="0" dirty="0">
                <a:solidFill>
                  <a:srgbClr val="0A2540"/>
                </a:solidFill>
                <a:effectLst/>
                <a:latin typeface="Lato" panose="020F0502020204030204" pitchFamily="34" charset="0"/>
              </a:rPr>
              <a:t>Specify commands to make changes to your Image and subsequently the Containers started from this Image. This includes updating packages, installing software, adding users, creating an initial database, setting up certificates, etc. These are the commands you would run at the command line to install and configure your application. This is one of the most important </a:t>
            </a:r>
            <a:r>
              <a:rPr lang="en-US" b="0" i="0" dirty="0" err="1">
                <a:solidFill>
                  <a:srgbClr val="0A2540"/>
                </a:solidFill>
                <a:effectLst/>
                <a:latin typeface="Lato" panose="020F0502020204030204" pitchFamily="34" charset="0"/>
              </a:rPr>
              <a:t>dockerfile</a:t>
            </a:r>
            <a:r>
              <a:rPr lang="en-US" b="0" i="0" dirty="0">
                <a:solidFill>
                  <a:srgbClr val="0A2540"/>
                </a:solidFill>
                <a:effectLst/>
                <a:latin typeface="Lato" panose="020F0502020204030204" pitchFamily="34" charset="0"/>
              </a:rPr>
              <a:t> directives.</a:t>
            </a:r>
            <a:endParaRPr lang="en-IN" dirty="0"/>
          </a:p>
        </p:txBody>
      </p:sp>
    </p:spTree>
    <p:extLst>
      <p:ext uri="{BB962C8B-B14F-4D97-AF65-F5344CB8AC3E}">
        <p14:creationId xmlns:p14="http://schemas.microsoft.com/office/powerpoint/2010/main" val="935113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7CB4-E2C9-0C66-B461-00405CB388C9}"/>
              </a:ext>
            </a:extLst>
          </p:cNvPr>
          <p:cNvSpPr>
            <a:spLocks noGrp="1"/>
          </p:cNvSpPr>
          <p:nvPr>
            <p:ph type="title"/>
          </p:nvPr>
        </p:nvSpPr>
        <p:spPr/>
        <p:txBody>
          <a:bodyPr/>
          <a:lstStyle/>
          <a:p>
            <a:r>
              <a:rPr lang="en-US" b="1" i="0" dirty="0">
                <a:solidFill>
                  <a:srgbClr val="171717"/>
                </a:solidFill>
                <a:effectLst/>
                <a:latin typeface="-apple-system"/>
              </a:rPr>
              <a:t>Difference between RUN,CMD and ENTRYPOINT?</a:t>
            </a:r>
            <a:endParaRPr lang="en-IN" dirty="0"/>
          </a:p>
        </p:txBody>
      </p:sp>
      <p:sp>
        <p:nvSpPr>
          <p:cNvPr id="3" name="Content Placeholder 2">
            <a:extLst>
              <a:ext uri="{FF2B5EF4-FFF2-40B4-BE49-F238E27FC236}">
                <a16:creationId xmlns:a16="http://schemas.microsoft.com/office/drawing/2014/main" id="{30CE9E38-53D0-4AB1-AFE2-AF3127201082}"/>
              </a:ext>
            </a:extLst>
          </p:cNvPr>
          <p:cNvSpPr>
            <a:spLocks noGrp="1"/>
          </p:cNvSpPr>
          <p:nvPr>
            <p:ph idx="1"/>
          </p:nvPr>
        </p:nvSpPr>
        <p:spPr>
          <a:xfrm>
            <a:off x="838200" y="1825625"/>
            <a:ext cx="10515600" cy="4667250"/>
          </a:xfrm>
        </p:spPr>
        <p:txBody>
          <a:bodyPr>
            <a:normAutofit/>
          </a:bodyPr>
          <a:lstStyle/>
          <a:p>
            <a:pPr algn="l">
              <a:buFont typeface="Arial" panose="020B0604020202020204" pitchFamily="34" charset="0"/>
              <a:buChar char="•"/>
            </a:pPr>
            <a:r>
              <a:rPr lang="en-US" b="0" i="0" dirty="0">
                <a:solidFill>
                  <a:srgbClr val="171717"/>
                </a:solidFill>
                <a:effectLst/>
                <a:latin typeface="-apple-system"/>
              </a:rPr>
              <a:t>CMD - CMD instruction allows you to set a default command, which will be executed only when you run container without specifying a command. If Docker container runs with a command, the default command will be ignored. If </a:t>
            </a:r>
            <a:r>
              <a:rPr lang="en-US" b="0" i="0" dirty="0" err="1">
                <a:solidFill>
                  <a:srgbClr val="171717"/>
                </a:solidFill>
                <a:effectLst/>
                <a:latin typeface="-apple-system"/>
              </a:rPr>
              <a:t>Dockerfile</a:t>
            </a:r>
            <a:r>
              <a:rPr lang="en-US" b="0" i="0" dirty="0">
                <a:solidFill>
                  <a:srgbClr val="171717"/>
                </a:solidFill>
                <a:effectLst/>
                <a:latin typeface="-apple-system"/>
              </a:rPr>
              <a:t> has more than one CMD instruction, all but last CMD instructions are ignored.</a:t>
            </a:r>
          </a:p>
          <a:p>
            <a:pPr algn="l">
              <a:buFont typeface="Arial" panose="020B0604020202020204" pitchFamily="34" charset="0"/>
              <a:buChar char="•"/>
            </a:pPr>
            <a:r>
              <a:rPr lang="en-IN" b="0" i="0" dirty="0">
                <a:solidFill>
                  <a:srgbClr val="171717"/>
                </a:solidFill>
                <a:effectLst/>
                <a:latin typeface="SF Mono"/>
              </a:rPr>
              <a:t>CMD "echo" "Hello World!"</a:t>
            </a:r>
            <a:endParaRPr lang="en-IN" dirty="0"/>
          </a:p>
        </p:txBody>
      </p:sp>
    </p:spTree>
    <p:extLst>
      <p:ext uri="{BB962C8B-B14F-4D97-AF65-F5344CB8AC3E}">
        <p14:creationId xmlns:p14="http://schemas.microsoft.com/office/powerpoint/2010/main" val="2280332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7CB4-E2C9-0C66-B461-00405CB388C9}"/>
              </a:ext>
            </a:extLst>
          </p:cNvPr>
          <p:cNvSpPr>
            <a:spLocks noGrp="1"/>
          </p:cNvSpPr>
          <p:nvPr>
            <p:ph type="title"/>
          </p:nvPr>
        </p:nvSpPr>
        <p:spPr/>
        <p:txBody>
          <a:bodyPr/>
          <a:lstStyle/>
          <a:p>
            <a:r>
              <a:rPr lang="en-US" b="1" i="0" dirty="0">
                <a:solidFill>
                  <a:srgbClr val="171717"/>
                </a:solidFill>
                <a:effectLst/>
                <a:latin typeface="-apple-system"/>
              </a:rPr>
              <a:t>Difference between RUN,CMD and ENTRYPOINT?</a:t>
            </a:r>
            <a:endParaRPr lang="en-IN" dirty="0"/>
          </a:p>
        </p:txBody>
      </p:sp>
      <p:sp>
        <p:nvSpPr>
          <p:cNvPr id="3" name="Content Placeholder 2">
            <a:extLst>
              <a:ext uri="{FF2B5EF4-FFF2-40B4-BE49-F238E27FC236}">
                <a16:creationId xmlns:a16="http://schemas.microsoft.com/office/drawing/2014/main" id="{30CE9E38-53D0-4AB1-AFE2-AF3127201082}"/>
              </a:ext>
            </a:extLst>
          </p:cNvPr>
          <p:cNvSpPr>
            <a:spLocks noGrp="1"/>
          </p:cNvSpPr>
          <p:nvPr>
            <p:ph idx="1"/>
          </p:nvPr>
        </p:nvSpPr>
        <p:spPr>
          <a:xfrm>
            <a:off x="838200" y="1825625"/>
            <a:ext cx="10515600" cy="4667250"/>
          </a:xfrm>
        </p:spPr>
        <p:txBody>
          <a:bodyPr>
            <a:normAutofit/>
          </a:bodyPr>
          <a:lstStyle/>
          <a:p>
            <a:pPr algn="l">
              <a:buFont typeface="Arial" panose="020B0604020202020204" pitchFamily="34" charset="0"/>
              <a:buChar char="•"/>
            </a:pPr>
            <a:r>
              <a:rPr lang="en-US" b="0" i="0" dirty="0">
                <a:solidFill>
                  <a:srgbClr val="171717"/>
                </a:solidFill>
                <a:effectLst/>
                <a:latin typeface="-apple-system"/>
              </a:rPr>
              <a:t>RUN - Builds your container</a:t>
            </a:r>
          </a:p>
          <a:p>
            <a:pPr algn="l">
              <a:buFont typeface="Arial" panose="020B0604020202020204" pitchFamily="34" charset="0"/>
              <a:buChar char="•"/>
            </a:pPr>
            <a:r>
              <a:rPr lang="en-US" dirty="0"/>
              <a:t>CMD - Specifies what command to run within the container</a:t>
            </a:r>
          </a:p>
          <a:p>
            <a:pPr algn="l">
              <a:buFont typeface="Arial" panose="020B0604020202020204" pitchFamily="34" charset="0"/>
              <a:buChar char="•"/>
            </a:pPr>
            <a:r>
              <a:rPr lang="en-US" dirty="0"/>
              <a:t>The VOLUME instruction should be used to expose any database storage area, configuration storage, or files and folders created by your Docker container. You are strongly encouraged to use VOLUME for any combination of mutable or user-serviceable parts of your image.</a:t>
            </a:r>
          </a:p>
          <a:p>
            <a:pPr algn="l">
              <a:buFont typeface="Arial" panose="020B0604020202020204" pitchFamily="34" charset="0"/>
              <a:buChar char="•"/>
            </a:pPr>
            <a:r>
              <a:rPr lang="en-US" dirty="0"/>
              <a:t>The VOLUME command is used to enable access from your container to a directory on the host machine (i.e. mounting it).</a:t>
            </a:r>
            <a:endParaRPr lang="en-IN" dirty="0"/>
          </a:p>
        </p:txBody>
      </p:sp>
    </p:spTree>
    <p:extLst>
      <p:ext uri="{BB962C8B-B14F-4D97-AF65-F5344CB8AC3E}">
        <p14:creationId xmlns:p14="http://schemas.microsoft.com/office/powerpoint/2010/main" val="32986211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7CB4-E2C9-0C66-B461-00405CB388C9}"/>
              </a:ext>
            </a:extLst>
          </p:cNvPr>
          <p:cNvSpPr>
            <a:spLocks noGrp="1"/>
          </p:cNvSpPr>
          <p:nvPr>
            <p:ph type="title"/>
          </p:nvPr>
        </p:nvSpPr>
        <p:spPr/>
        <p:txBody>
          <a:bodyPr/>
          <a:lstStyle/>
          <a:p>
            <a:r>
              <a:rPr lang="en-US" b="1" i="0" dirty="0">
                <a:solidFill>
                  <a:srgbClr val="171717"/>
                </a:solidFill>
                <a:effectLst/>
                <a:latin typeface="-apple-system"/>
              </a:rPr>
              <a:t>Difference between RUN,CMD and ENTRYPOINT?</a:t>
            </a:r>
            <a:endParaRPr lang="en-IN" dirty="0"/>
          </a:p>
        </p:txBody>
      </p:sp>
      <p:sp>
        <p:nvSpPr>
          <p:cNvPr id="3" name="Content Placeholder 2">
            <a:extLst>
              <a:ext uri="{FF2B5EF4-FFF2-40B4-BE49-F238E27FC236}">
                <a16:creationId xmlns:a16="http://schemas.microsoft.com/office/drawing/2014/main" id="{30CE9E38-53D0-4AB1-AFE2-AF3127201082}"/>
              </a:ext>
            </a:extLst>
          </p:cNvPr>
          <p:cNvSpPr>
            <a:spLocks noGrp="1"/>
          </p:cNvSpPr>
          <p:nvPr>
            <p:ph idx="1"/>
          </p:nvPr>
        </p:nvSpPr>
        <p:spPr>
          <a:xfrm>
            <a:off x="838200" y="1825625"/>
            <a:ext cx="10515600" cy="4667250"/>
          </a:xfrm>
        </p:spPr>
        <p:txBody>
          <a:bodyPr>
            <a:normAutofit lnSpcReduction="10000"/>
          </a:bodyPr>
          <a:lstStyle/>
          <a:p>
            <a:pPr algn="l">
              <a:buFont typeface="Arial" panose="020B0604020202020204" pitchFamily="34" charset="0"/>
              <a:buChar char="•"/>
            </a:pPr>
            <a:r>
              <a:rPr lang="en-US" b="0" i="0" dirty="0">
                <a:solidFill>
                  <a:srgbClr val="171717"/>
                </a:solidFill>
                <a:effectLst/>
                <a:latin typeface="-apple-system"/>
              </a:rPr>
              <a:t>ENTRYPOINT - ENTRYPOINT instruction allows you to configure a container that will run as an executable. It looks similar to CMD, because it also allows you to specify a command with parameters. The difference is ENTRYPOINT command and parameters are not ignored when Docker container runs with command line parameters.</a:t>
            </a:r>
          </a:p>
          <a:p>
            <a:pPr algn="l"/>
            <a:r>
              <a:rPr lang="en-US" b="0" i="1" dirty="0">
                <a:solidFill>
                  <a:srgbClr val="171717"/>
                </a:solidFill>
                <a:effectLst/>
                <a:latin typeface="-apple-system"/>
              </a:rPr>
              <a:t>Prefer ENTRYPOINT to CMD when building executable Docker image and you need a command always to be executed. Additionally use CMD if you need to provide extra default arguments that could be overwritten from command line when docker container runs.</a:t>
            </a:r>
            <a:endParaRPr lang="en-US" b="0" i="0" dirty="0">
              <a:solidFill>
                <a:srgbClr val="171717"/>
              </a:solidFill>
              <a:effectLst/>
              <a:latin typeface="-apple-system"/>
            </a:endParaRPr>
          </a:p>
          <a:p>
            <a:pPr algn="l"/>
            <a:r>
              <a:rPr lang="en-US" b="0" i="0" dirty="0">
                <a:solidFill>
                  <a:srgbClr val="171717"/>
                </a:solidFill>
                <a:effectLst/>
                <a:latin typeface="-apple-system"/>
              </a:rPr>
              <a:t>Choose CMD if you need to provide a default command and/or arguments that can be overwritten from command line when docker container runs.</a:t>
            </a:r>
          </a:p>
          <a:p>
            <a:pPr algn="l">
              <a:buFont typeface="Arial" panose="020B0604020202020204" pitchFamily="34" charset="0"/>
              <a:buChar char="•"/>
            </a:pPr>
            <a:endParaRPr lang="en-IN" dirty="0"/>
          </a:p>
        </p:txBody>
      </p:sp>
    </p:spTree>
    <p:extLst>
      <p:ext uri="{BB962C8B-B14F-4D97-AF65-F5344CB8AC3E}">
        <p14:creationId xmlns:p14="http://schemas.microsoft.com/office/powerpoint/2010/main" val="3263698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7CB4-E2C9-0C66-B461-00405CB388C9}"/>
              </a:ext>
            </a:extLst>
          </p:cNvPr>
          <p:cNvSpPr>
            <a:spLocks noGrp="1"/>
          </p:cNvSpPr>
          <p:nvPr>
            <p:ph type="title"/>
          </p:nvPr>
        </p:nvSpPr>
        <p:spPr/>
        <p:txBody>
          <a:bodyPr/>
          <a:lstStyle/>
          <a:p>
            <a:r>
              <a:rPr lang="en-US" b="1" i="0" dirty="0">
                <a:solidFill>
                  <a:srgbClr val="171717"/>
                </a:solidFill>
                <a:effectLst/>
                <a:latin typeface="-apple-system"/>
              </a:rPr>
              <a:t>Difference between RUN,CMD and ENTRYPOINT?</a:t>
            </a:r>
            <a:endParaRPr lang="en-IN" dirty="0"/>
          </a:p>
        </p:txBody>
      </p:sp>
      <p:sp>
        <p:nvSpPr>
          <p:cNvPr id="3" name="Content Placeholder 2">
            <a:extLst>
              <a:ext uri="{FF2B5EF4-FFF2-40B4-BE49-F238E27FC236}">
                <a16:creationId xmlns:a16="http://schemas.microsoft.com/office/drawing/2014/main" id="{30CE9E38-53D0-4AB1-AFE2-AF3127201082}"/>
              </a:ext>
            </a:extLst>
          </p:cNvPr>
          <p:cNvSpPr>
            <a:spLocks noGrp="1"/>
          </p:cNvSpPr>
          <p:nvPr>
            <p:ph idx="1"/>
          </p:nvPr>
        </p:nvSpPr>
        <p:spPr>
          <a:xfrm>
            <a:off x="838200" y="1825625"/>
            <a:ext cx="10515600" cy="4667250"/>
          </a:xfrm>
        </p:spPr>
        <p:txBody>
          <a:bodyPr>
            <a:normAutofit fontScale="62500" lnSpcReduction="20000"/>
          </a:bodyPr>
          <a:lstStyle/>
          <a:p>
            <a:pPr algn="l">
              <a:buFont typeface="Arial" panose="020B0604020202020204" pitchFamily="34" charset="0"/>
              <a:buChar char="•"/>
            </a:pPr>
            <a:r>
              <a:rPr lang="en-US" b="0" i="0" dirty="0">
                <a:solidFill>
                  <a:srgbClr val="171717"/>
                </a:solidFill>
                <a:effectLst/>
                <a:latin typeface="-apple-system"/>
              </a:rPr>
              <a:t># First stage: build the Java application</a:t>
            </a:r>
          </a:p>
          <a:p>
            <a:pPr algn="l">
              <a:buFont typeface="Arial" panose="020B0604020202020204" pitchFamily="34" charset="0"/>
              <a:buChar char="•"/>
            </a:pPr>
            <a:r>
              <a:rPr lang="en-US" b="0" i="0" dirty="0">
                <a:solidFill>
                  <a:srgbClr val="171717"/>
                </a:solidFill>
                <a:effectLst/>
                <a:latin typeface="-apple-system"/>
              </a:rPr>
              <a:t>FROM maven:3.8.1-jdk-11-slim AS build</a:t>
            </a:r>
          </a:p>
          <a:p>
            <a:pPr algn="l">
              <a:buFont typeface="Arial" panose="020B0604020202020204" pitchFamily="34" charset="0"/>
              <a:buChar char="•"/>
            </a:pPr>
            <a:r>
              <a:rPr lang="en-US" b="0" i="0" dirty="0">
                <a:solidFill>
                  <a:srgbClr val="171717"/>
                </a:solidFill>
                <a:effectLst/>
                <a:latin typeface="-apple-system"/>
              </a:rPr>
              <a:t>WORKDIR /app</a:t>
            </a:r>
          </a:p>
          <a:p>
            <a:pPr algn="l">
              <a:buFont typeface="Arial" panose="020B0604020202020204" pitchFamily="34" charset="0"/>
              <a:buChar char="•"/>
            </a:pPr>
            <a:r>
              <a:rPr lang="en-US" b="0" i="0" dirty="0">
                <a:solidFill>
                  <a:srgbClr val="171717"/>
                </a:solidFill>
                <a:effectLst/>
                <a:latin typeface="-apple-system"/>
              </a:rPr>
              <a:t>COPY pom.xml .</a:t>
            </a:r>
          </a:p>
          <a:p>
            <a:pPr algn="l">
              <a:buFont typeface="Arial" panose="020B0604020202020204" pitchFamily="34" charset="0"/>
              <a:buChar char="•"/>
            </a:pPr>
            <a:r>
              <a:rPr lang="en-US" b="0" i="0" dirty="0">
                <a:solidFill>
                  <a:srgbClr val="171717"/>
                </a:solidFill>
                <a:effectLst/>
                <a:latin typeface="-apple-system"/>
              </a:rPr>
              <a:t>RUN </a:t>
            </a:r>
            <a:r>
              <a:rPr lang="en-US" b="0" i="0" dirty="0" err="1">
                <a:solidFill>
                  <a:srgbClr val="171717"/>
                </a:solidFill>
                <a:effectLst/>
                <a:latin typeface="-apple-system"/>
              </a:rPr>
              <a:t>mvn</a:t>
            </a:r>
            <a:r>
              <a:rPr lang="en-US" b="0" i="0" dirty="0">
                <a:solidFill>
                  <a:srgbClr val="171717"/>
                </a:solidFill>
                <a:effectLst/>
                <a:latin typeface="-apple-system"/>
              </a:rPr>
              <a:t> </a:t>
            </a:r>
            <a:r>
              <a:rPr lang="en-US" b="0" i="0" dirty="0" err="1">
                <a:solidFill>
                  <a:srgbClr val="171717"/>
                </a:solidFill>
                <a:effectLst/>
                <a:latin typeface="-apple-system"/>
              </a:rPr>
              <a:t>dependency:go-offline</a:t>
            </a:r>
            <a:endParaRPr lang="en-US" b="0" i="0" dirty="0">
              <a:solidFill>
                <a:srgbClr val="171717"/>
              </a:solidFill>
              <a:effectLst/>
              <a:latin typeface="-apple-system"/>
            </a:endParaRPr>
          </a:p>
          <a:p>
            <a:pPr algn="l">
              <a:buFont typeface="Arial" panose="020B0604020202020204" pitchFamily="34" charset="0"/>
              <a:buChar char="•"/>
            </a:pPr>
            <a:r>
              <a:rPr lang="en-US" b="0" i="0" dirty="0">
                <a:solidFill>
                  <a:srgbClr val="171717"/>
                </a:solidFill>
                <a:effectLst/>
                <a:latin typeface="-apple-system"/>
              </a:rPr>
              <a:t>COPY </a:t>
            </a:r>
            <a:r>
              <a:rPr lang="en-US" b="0" i="0" dirty="0" err="1">
                <a:solidFill>
                  <a:srgbClr val="171717"/>
                </a:solidFill>
                <a:effectLst/>
                <a:latin typeface="-apple-system"/>
              </a:rPr>
              <a:t>src</a:t>
            </a:r>
            <a:r>
              <a:rPr lang="en-US" b="0" i="0" dirty="0">
                <a:solidFill>
                  <a:srgbClr val="171717"/>
                </a:solidFill>
                <a:effectLst/>
                <a:latin typeface="-apple-system"/>
              </a:rPr>
              <a:t>/ </a:t>
            </a:r>
            <a:r>
              <a:rPr lang="en-US" b="0" i="0" dirty="0" err="1">
                <a:solidFill>
                  <a:srgbClr val="171717"/>
                </a:solidFill>
                <a:effectLst/>
                <a:latin typeface="-apple-system"/>
              </a:rPr>
              <a:t>src</a:t>
            </a:r>
            <a:r>
              <a:rPr lang="en-US" b="0" i="0" dirty="0">
                <a:solidFill>
                  <a:srgbClr val="171717"/>
                </a:solidFill>
                <a:effectLst/>
                <a:latin typeface="-apple-system"/>
              </a:rPr>
              <a:t>/</a:t>
            </a:r>
          </a:p>
          <a:p>
            <a:pPr algn="l">
              <a:buFont typeface="Arial" panose="020B0604020202020204" pitchFamily="34" charset="0"/>
              <a:buChar char="•"/>
            </a:pPr>
            <a:r>
              <a:rPr lang="en-US" b="0" i="0" dirty="0">
                <a:solidFill>
                  <a:srgbClr val="171717"/>
                </a:solidFill>
                <a:effectLst/>
                <a:latin typeface="-apple-system"/>
              </a:rPr>
              <a:t>RUN </a:t>
            </a:r>
            <a:r>
              <a:rPr lang="en-US" b="0" i="0" dirty="0" err="1">
                <a:solidFill>
                  <a:srgbClr val="171717"/>
                </a:solidFill>
                <a:effectLst/>
                <a:latin typeface="-apple-system"/>
              </a:rPr>
              <a:t>mvn</a:t>
            </a:r>
            <a:r>
              <a:rPr lang="en-US" b="0" i="0" dirty="0">
                <a:solidFill>
                  <a:srgbClr val="171717"/>
                </a:solidFill>
                <a:effectLst/>
                <a:latin typeface="-apple-system"/>
              </a:rPr>
              <a:t> package</a:t>
            </a:r>
          </a:p>
          <a:p>
            <a:pPr algn="l">
              <a:buFont typeface="Arial" panose="020B0604020202020204" pitchFamily="34" charset="0"/>
              <a:buChar char="•"/>
            </a:pPr>
            <a:endParaRPr lang="en-US" b="0" i="0" dirty="0">
              <a:solidFill>
                <a:srgbClr val="171717"/>
              </a:solidFill>
              <a:effectLst/>
              <a:latin typeface="-apple-system"/>
            </a:endParaRPr>
          </a:p>
          <a:p>
            <a:pPr algn="l">
              <a:buFont typeface="Arial" panose="020B0604020202020204" pitchFamily="34" charset="0"/>
              <a:buChar char="•"/>
            </a:pPr>
            <a:r>
              <a:rPr lang="en-US" b="0" i="0" dirty="0">
                <a:solidFill>
                  <a:srgbClr val="171717"/>
                </a:solidFill>
                <a:effectLst/>
                <a:latin typeface="-apple-system"/>
              </a:rPr>
              <a:t># Second stage: copy the built app from the first stage</a:t>
            </a:r>
          </a:p>
          <a:p>
            <a:pPr algn="l">
              <a:buFont typeface="Arial" panose="020B0604020202020204" pitchFamily="34" charset="0"/>
              <a:buChar char="•"/>
            </a:pPr>
            <a:r>
              <a:rPr lang="en-US" b="0" i="0" dirty="0">
                <a:solidFill>
                  <a:srgbClr val="171717"/>
                </a:solidFill>
                <a:effectLst/>
                <a:latin typeface="-apple-system"/>
              </a:rPr>
              <a:t>FROM openjdk:11-slim</a:t>
            </a:r>
          </a:p>
          <a:p>
            <a:pPr algn="l">
              <a:buFont typeface="Arial" panose="020B0604020202020204" pitchFamily="34" charset="0"/>
              <a:buChar char="•"/>
            </a:pPr>
            <a:r>
              <a:rPr lang="en-US" b="0" i="0" dirty="0">
                <a:solidFill>
                  <a:srgbClr val="171717"/>
                </a:solidFill>
                <a:effectLst/>
                <a:latin typeface="-apple-system"/>
              </a:rPr>
              <a:t>WORKDIR /app</a:t>
            </a:r>
          </a:p>
          <a:p>
            <a:pPr algn="l">
              <a:buFont typeface="Arial" panose="020B0604020202020204" pitchFamily="34" charset="0"/>
              <a:buChar char="•"/>
            </a:pPr>
            <a:r>
              <a:rPr lang="en-US" b="0" i="0" dirty="0">
                <a:solidFill>
                  <a:srgbClr val="171717"/>
                </a:solidFill>
                <a:effectLst/>
                <a:latin typeface="-apple-system"/>
              </a:rPr>
              <a:t>COPY --from=build /app/target/Maven-0.0.1-SNAPSHOT.jar .</a:t>
            </a:r>
          </a:p>
          <a:p>
            <a:pPr algn="l">
              <a:buFont typeface="Arial" panose="020B0604020202020204" pitchFamily="34" charset="0"/>
              <a:buChar char="•"/>
            </a:pPr>
            <a:r>
              <a:rPr lang="en-US" b="0" i="0" dirty="0">
                <a:solidFill>
                  <a:srgbClr val="171717"/>
                </a:solidFill>
                <a:effectLst/>
                <a:latin typeface="-apple-system"/>
              </a:rPr>
              <a:t>EXPOSE 80</a:t>
            </a:r>
          </a:p>
          <a:p>
            <a:pPr algn="l">
              <a:buFont typeface="Arial" panose="020B0604020202020204" pitchFamily="34" charset="0"/>
              <a:buChar char="•"/>
            </a:pPr>
            <a:r>
              <a:rPr lang="en-US" b="0" i="0" dirty="0">
                <a:solidFill>
                  <a:srgbClr val="171717"/>
                </a:solidFill>
                <a:effectLst/>
                <a:latin typeface="-apple-system"/>
              </a:rPr>
              <a:t>CMD ["java", "-jar", "Maven-0.0.1-SNAPSHOT.jar"]</a:t>
            </a:r>
            <a:endParaRPr lang="en-IN" dirty="0"/>
          </a:p>
        </p:txBody>
      </p:sp>
    </p:spTree>
    <p:extLst>
      <p:ext uri="{BB962C8B-B14F-4D97-AF65-F5344CB8AC3E}">
        <p14:creationId xmlns:p14="http://schemas.microsoft.com/office/powerpoint/2010/main" val="1018760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7CB4-E2C9-0C66-B461-00405CB388C9}"/>
              </a:ext>
            </a:extLst>
          </p:cNvPr>
          <p:cNvSpPr>
            <a:spLocks noGrp="1"/>
          </p:cNvSpPr>
          <p:nvPr>
            <p:ph type="title"/>
          </p:nvPr>
        </p:nvSpPr>
        <p:spPr/>
        <p:txBody>
          <a:bodyPr/>
          <a:lstStyle/>
          <a:p>
            <a:r>
              <a:rPr lang="en-US" b="1" i="0" dirty="0">
                <a:solidFill>
                  <a:srgbClr val="171717"/>
                </a:solidFill>
                <a:effectLst/>
                <a:latin typeface="-apple-system"/>
              </a:rPr>
              <a:t>Difference between RUN,CMD and ENTRYPOINT?</a:t>
            </a:r>
            <a:endParaRPr lang="en-IN" dirty="0"/>
          </a:p>
        </p:txBody>
      </p:sp>
      <p:sp>
        <p:nvSpPr>
          <p:cNvPr id="3" name="Content Placeholder 2">
            <a:extLst>
              <a:ext uri="{FF2B5EF4-FFF2-40B4-BE49-F238E27FC236}">
                <a16:creationId xmlns:a16="http://schemas.microsoft.com/office/drawing/2014/main" id="{30CE9E38-53D0-4AB1-AFE2-AF3127201082}"/>
              </a:ext>
            </a:extLst>
          </p:cNvPr>
          <p:cNvSpPr>
            <a:spLocks noGrp="1"/>
          </p:cNvSpPr>
          <p:nvPr>
            <p:ph idx="1"/>
          </p:nvPr>
        </p:nvSpPr>
        <p:spPr>
          <a:xfrm>
            <a:off x="838200" y="1825625"/>
            <a:ext cx="10515600" cy="4667250"/>
          </a:xfrm>
        </p:spPr>
        <p:txBody>
          <a:bodyPr>
            <a:normAutofit fontScale="55000" lnSpcReduction="20000"/>
          </a:bodyPr>
          <a:lstStyle/>
          <a:p>
            <a:pPr algn="l">
              <a:buFont typeface="Arial" panose="020B0604020202020204" pitchFamily="34" charset="0"/>
              <a:buChar char="•"/>
            </a:pPr>
            <a:r>
              <a:rPr lang="en-US" b="0" i="0" dirty="0">
                <a:solidFill>
                  <a:srgbClr val="171717"/>
                </a:solidFill>
                <a:effectLst/>
                <a:latin typeface="-apple-system"/>
              </a:rPr>
              <a:t>volumes:</a:t>
            </a:r>
          </a:p>
          <a:p>
            <a:pPr algn="l">
              <a:buFont typeface="Arial" panose="020B0604020202020204" pitchFamily="34" charset="0"/>
              <a:buChar char="•"/>
            </a:pPr>
            <a:r>
              <a:rPr lang="en-US" b="0" i="0" dirty="0">
                <a:solidFill>
                  <a:srgbClr val="171717"/>
                </a:solidFill>
                <a:effectLst/>
                <a:latin typeface="-apple-system"/>
              </a:rPr>
              <a:t>  # Just specify a path and let the Engine create a volume</a:t>
            </a:r>
          </a:p>
          <a:p>
            <a:pPr algn="l">
              <a:buFont typeface="Arial" panose="020B0604020202020204" pitchFamily="34" charset="0"/>
              <a:buChar char="•"/>
            </a:pPr>
            <a:r>
              <a:rPr lang="en-US" b="0" i="0" dirty="0">
                <a:solidFill>
                  <a:srgbClr val="171717"/>
                </a:solidFill>
                <a:effectLst/>
                <a:latin typeface="-apple-system"/>
              </a:rPr>
              <a:t>  - /var/lib/</a:t>
            </a:r>
            <a:r>
              <a:rPr lang="en-US" b="0" i="0" dirty="0" err="1">
                <a:solidFill>
                  <a:srgbClr val="171717"/>
                </a:solidFill>
                <a:effectLst/>
                <a:latin typeface="-apple-system"/>
              </a:rPr>
              <a:t>mysql</a:t>
            </a:r>
            <a:endParaRPr lang="en-US" b="0" i="0" dirty="0">
              <a:solidFill>
                <a:srgbClr val="171717"/>
              </a:solidFill>
              <a:effectLst/>
              <a:latin typeface="-apple-system"/>
            </a:endParaRPr>
          </a:p>
          <a:p>
            <a:pPr algn="l">
              <a:buFont typeface="Arial" panose="020B0604020202020204" pitchFamily="34" charset="0"/>
              <a:buChar char="•"/>
            </a:pPr>
            <a:endParaRPr lang="en-US" b="0" i="0" dirty="0">
              <a:solidFill>
                <a:srgbClr val="171717"/>
              </a:solidFill>
              <a:effectLst/>
              <a:latin typeface="-apple-system"/>
            </a:endParaRPr>
          </a:p>
          <a:p>
            <a:pPr algn="l">
              <a:buFont typeface="Arial" panose="020B0604020202020204" pitchFamily="34" charset="0"/>
              <a:buChar char="•"/>
            </a:pPr>
            <a:r>
              <a:rPr lang="en-US" b="0" i="0" dirty="0">
                <a:solidFill>
                  <a:srgbClr val="171717"/>
                </a:solidFill>
                <a:effectLst/>
                <a:latin typeface="-apple-system"/>
              </a:rPr>
              <a:t>  # Specify an absolute path mapping</a:t>
            </a:r>
          </a:p>
          <a:p>
            <a:pPr algn="l">
              <a:buFont typeface="Arial" panose="020B0604020202020204" pitchFamily="34" charset="0"/>
              <a:buChar char="•"/>
            </a:pPr>
            <a:r>
              <a:rPr lang="en-US" b="0" i="0" dirty="0">
                <a:solidFill>
                  <a:srgbClr val="171717"/>
                </a:solidFill>
                <a:effectLst/>
                <a:latin typeface="-apple-system"/>
              </a:rPr>
              <a:t>  - /opt/data:/var/lib/</a:t>
            </a:r>
            <a:r>
              <a:rPr lang="en-US" b="0" i="0" dirty="0" err="1">
                <a:solidFill>
                  <a:srgbClr val="171717"/>
                </a:solidFill>
                <a:effectLst/>
                <a:latin typeface="-apple-system"/>
              </a:rPr>
              <a:t>mysql</a:t>
            </a:r>
            <a:endParaRPr lang="en-US" b="0" i="0" dirty="0">
              <a:solidFill>
                <a:srgbClr val="171717"/>
              </a:solidFill>
              <a:effectLst/>
              <a:latin typeface="-apple-system"/>
            </a:endParaRPr>
          </a:p>
          <a:p>
            <a:pPr algn="l">
              <a:buFont typeface="Arial" panose="020B0604020202020204" pitchFamily="34" charset="0"/>
              <a:buChar char="•"/>
            </a:pPr>
            <a:endParaRPr lang="en-US" b="0" i="0" dirty="0">
              <a:solidFill>
                <a:srgbClr val="171717"/>
              </a:solidFill>
              <a:effectLst/>
              <a:latin typeface="-apple-system"/>
            </a:endParaRPr>
          </a:p>
          <a:p>
            <a:pPr algn="l">
              <a:buFont typeface="Arial" panose="020B0604020202020204" pitchFamily="34" charset="0"/>
              <a:buChar char="•"/>
            </a:pPr>
            <a:r>
              <a:rPr lang="en-US" b="0" i="0" dirty="0">
                <a:solidFill>
                  <a:srgbClr val="171717"/>
                </a:solidFill>
                <a:effectLst/>
                <a:latin typeface="-apple-system"/>
              </a:rPr>
              <a:t>  # Path on the host, relative to the Compose file</a:t>
            </a:r>
          </a:p>
          <a:p>
            <a:pPr algn="l">
              <a:buFont typeface="Arial" panose="020B0604020202020204" pitchFamily="34" charset="0"/>
              <a:buChar char="•"/>
            </a:pPr>
            <a:r>
              <a:rPr lang="en-US" b="0" i="0" dirty="0">
                <a:solidFill>
                  <a:srgbClr val="171717"/>
                </a:solidFill>
                <a:effectLst/>
                <a:latin typeface="-apple-system"/>
              </a:rPr>
              <a:t>  - ./cache:/</a:t>
            </a:r>
            <a:r>
              <a:rPr lang="en-US" b="0" i="0" dirty="0" err="1">
                <a:solidFill>
                  <a:srgbClr val="171717"/>
                </a:solidFill>
                <a:effectLst/>
                <a:latin typeface="-apple-system"/>
              </a:rPr>
              <a:t>tmp</a:t>
            </a:r>
            <a:r>
              <a:rPr lang="en-US" b="0" i="0" dirty="0">
                <a:solidFill>
                  <a:srgbClr val="171717"/>
                </a:solidFill>
                <a:effectLst/>
                <a:latin typeface="-apple-system"/>
              </a:rPr>
              <a:t>/cache</a:t>
            </a:r>
          </a:p>
          <a:p>
            <a:pPr algn="l">
              <a:buFont typeface="Arial" panose="020B0604020202020204" pitchFamily="34" charset="0"/>
              <a:buChar char="•"/>
            </a:pPr>
            <a:endParaRPr lang="en-US" b="0" i="0" dirty="0">
              <a:solidFill>
                <a:srgbClr val="171717"/>
              </a:solidFill>
              <a:effectLst/>
              <a:latin typeface="-apple-system"/>
            </a:endParaRPr>
          </a:p>
          <a:p>
            <a:pPr algn="l">
              <a:buFont typeface="Arial" panose="020B0604020202020204" pitchFamily="34" charset="0"/>
              <a:buChar char="•"/>
            </a:pPr>
            <a:r>
              <a:rPr lang="en-US" b="0" i="0" dirty="0">
                <a:solidFill>
                  <a:srgbClr val="171717"/>
                </a:solidFill>
                <a:effectLst/>
                <a:latin typeface="-apple-system"/>
              </a:rPr>
              <a:t>  # User-relative path</a:t>
            </a:r>
          </a:p>
          <a:p>
            <a:pPr algn="l">
              <a:buFont typeface="Arial" panose="020B0604020202020204" pitchFamily="34" charset="0"/>
              <a:buChar char="•"/>
            </a:pPr>
            <a:r>
              <a:rPr lang="en-US" b="0" i="0" dirty="0">
                <a:solidFill>
                  <a:srgbClr val="171717"/>
                </a:solidFill>
                <a:effectLst/>
                <a:latin typeface="-apple-system"/>
              </a:rPr>
              <a:t>  - ~/configs:/</a:t>
            </a:r>
            <a:r>
              <a:rPr lang="en-US" b="0" i="0" dirty="0" err="1">
                <a:solidFill>
                  <a:srgbClr val="171717"/>
                </a:solidFill>
                <a:effectLst/>
                <a:latin typeface="-apple-system"/>
              </a:rPr>
              <a:t>etc</a:t>
            </a:r>
            <a:r>
              <a:rPr lang="en-US" b="0" i="0" dirty="0">
                <a:solidFill>
                  <a:srgbClr val="171717"/>
                </a:solidFill>
                <a:effectLst/>
                <a:latin typeface="-apple-system"/>
              </a:rPr>
              <a:t>/configs/:</a:t>
            </a:r>
            <a:r>
              <a:rPr lang="en-US" b="0" i="0" dirty="0" err="1">
                <a:solidFill>
                  <a:srgbClr val="171717"/>
                </a:solidFill>
                <a:effectLst/>
                <a:latin typeface="-apple-system"/>
              </a:rPr>
              <a:t>ro</a:t>
            </a:r>
            <a:endParaRPr lang="en-US" b="0" i="0" dirty="0">
              <a:solidFill>
                <a:srgbClr val="171717"/>
              </a:solidFill>
              <a:effectLst/>
              <a:latin typeface="-apple-system"/>
            </a:endParaRPr>
          </a:p>
          <a:p>
            <a:pPr algn="l">
              <a:buFont typeface="Arial" panose="020B0604020202020204" pitchFamily="34" charset="0"/>
              <a:buChar char="•"/>
            </a:pPr>
            <a:endParaRPr lang="en-US" b="0" i="0" dirty="0">
              <a:solidFill>
                <a:srgbClr val="171717"/>
              </a:solidFill>
              <a:effectLst/>
              <a:latin typeface="-apple-system"/>
            </a:endParaRPr>
          </a:p>
          <a:p>
            <a:pPr algn="l">
              <a:buFont typeface="Arial" panose="020B0604020202020204" pitchFamily="34" charset="0"/>
              <a:buChar char="•"/>
            </a:pPr>
            <a:r>
              <a:rPr lang="en-US" b="0" i="0" dirty="0">
                <a:solidFill>
                  <a:srgbClr val="171717"/>
                </a:solidFill>
                <a:effectLst/>
                <a:latin typeface="-apple-system"/>
              </a:rPr>
              <a:t>  # Named volume</a:t>
            </a:r>
          </a:p>
          <a:p>
            <a:pPr algn="l">
              <a:buFont typeface="Arial" panose="020B0604020202020204" pitchFamily="34" charset="0"/>
              <a:buChar char="•"/>
            </a:pPr>
            <a:r>
              <a:rPr lang="en-US" b="0" i="0" dirty="0">
                <a:solidFill>
                  <a:srgbClr val="171717"/>
                </a:solidFill>
                <a:effectLst/>
                <a:latin typeface="-apple-system"/>
              </a:rPr>
              <a:t>  - </a:t>
            </a:r>
            <a:r>
              <a:rPr lang="en-US" b="0" i="0" dirty="0" err="1">
                <a:solidFill>
                  <a:srgbClr val="171717"/>
                </a:solidFill>
                <a:effectLst/>
                <a:latin typeface="-apple-system"/>
              </a:rPr>
              <a:t>datavolume</a:t>
            </a:r>
            <a:r>
              <a:rPr lang="en-US" b="0" i="0" dirty="0">
                <a:solidFill>
                  <a:srgbClr val="171717"/>
                </a:solidFill>
                <a:effectLst/>
                <a:latin typeface="-apple-system"/>
              </a:rPr>
              <a:t>:/var/lib/</a:t>
            </a:r>
            <a:r>
              <a:rPr lang="en-US" b="0" i="0" dirty="0" err="1">
                <a:solidFill>
                  <a:srgbClr val="171717"/>
                </a:solidFill>
                <a:effectLst/>
                <a:latin typeface="-apple-system"/>
              </a:rPr>
              <a:t>mysql</a:t>
            </a:r>
            <a:endParaRPr lang="en-IN" dirty="0"/>
          </a:p>
        </p:txBody>
      </p:sp>
    </p:spTree>
    <p:extLst>
      <p:ext uri="{BB962C8B-B14F-4D97-AF65-F5344CB8AC3E}">
        <p14:creationId xmlns:p14="http://schemas.microsoft.com/office/powerpoint/2010/main" val="720604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E09C17-F8A8-2625-CAD8-394643E751DD}"/>
              </a:ext>
            </a:extLst>
          </p:cNvPr>
          <p:cNvPicPr>
            <a:picLocks noChangeAspect="1"/>
          </p:cNvPicPr>
          <p:nvPr/>
        </p:nvPicPr>
        <p:blipFill>
          <a:blip r:embed="rId2"/>
          <a:stretch>
            <a:fillRect/>
          </a:stretch>
        </p:blipFill>
        <p:spPr>
          <a:xfrm>
            <a:off x="195943" y="880078"/>
            <a:ext cx="11607282" cy="5097844"/>
          </a:xfrm>
          <a:prstGeom prst="rect">
            <a:avLst/>
          </a:prstGeom>
        </p:spPr>
      </p:pic>
    </p:spTree>
    <p:extLst>
      <p:ext uri="{BB962C8B-B14F-4D97-AF65-F5344CB8AC3E}">
        <p14:creationId xmlns:p14="http://schemas.microsoft.com/office/powerpoint/2010/main" val="2881064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4137D-BB7B-CAE5-DF3C-F8749FAF373C}"/>
              </a:ext>
            </a:extLst>
          </p:cNvPr>
          <p:cNvSpPr>
            <a:spLocks noGrp="1"/>
          </p:cNvSpPr>
          <p:nvPr>
            <p:ph type="title"/>
          </p:nvPr>
        </p:nvSpPr>
        <p:spPr/>
        <p:txBody>
          <a:bodyPr/>
          <a:lstStyle/>
          <a:p>
            <a:r>
              <a:rPr lang="en-IN" dirty="0"/>
              <a:t>References </a:t>
            </a:r>
          </a:p>
        </p:txBody>
      </p:sp>
      <p:sp>
        <p:nvSpPr>
          <p:cNvPr id="3" name="Content Placeholder 2">
            <a:extLst>
              <a:ext uri="{FF2B5EF4-FFF2-40B4-BE49-F238E27FC236}">
                <a16:creationId xmlns:a16="http://schemas.microsoft.com/office/drawing/2014/main" id="{2C15C07F-5930-DBAC-3109-3DFCC89217BA}"/>
              </a:ext>
            </a:extLst>
          </p:cNvPr>
          <p:cNvSpPr>
            <a:spLocks noGrp="1"/>
          </p:cNvSpPr>
          <p:nvPr>
            <p:ph idx="1"/>
          </p:nvPr>
        </p:nvSpPr>
        <p:spPr/>
        <p:txBody>
          <a:bodyPr>
            <a:normAutofit lnSpcReduction="10000"/>
          </a:bodyPr>
          <a:lstStyle/>
          <a:p>
            <a:r>
              <a:rPr lang="en-IN" dirty="0">
                <a:hlinkClick r:id="rId2"/>
              </a:rPr>
              <a:t>https://devopscube.com/kubernetes-architecture-explained/</a:t>
            </a:r>
            <a:endParaRPr lang="en-IN" dirty="0"/>
          </a:p>
          <a:p>
            <a:r>
              <a:rPr lang="en-IN" dirty="0">
                <a:hlinkClick r:id="rId3"/>
              </a:rPr>
              <a:t>https://dev.to/setevoy/kubernetes-part-1-architecture-and-main-components-overview-22g6</a:t>
            </a:r>
            <a:endParaRPr lang="en-IN" dirty="0"/>
          </a:p>
          <a:p>
            <a:r>
              <a:rPr lang="en-US" dirty="0">
                <a:hlinkClick r:id="rId4"/>
              </a:rPr>
              <a:t>How Kubernetes Services Work – BMC Software | Blogs</a:t>
            </a:r>
            <a:endParaRPr lang="en-US" dirty="0"/>
          </a:p>
          <a:p>
            <a:r>
              <a:rPr lang="en-US" dirty="0">
                <a:hlinkClick r:id="rId3"/>
              </a:rPr>
              <a:t>Kubernetes: part 1 – architecture and main components overview - DEV Community</a:t>
            </a:r>
            <a:endParaRPr lang="en-US" dirty="0"/>
          </a:p>
          <a:p>
            <a:r>
              <a:rPr lang="en-US" dirty="0">
                <a:hlinkClick r:id="rId5"/>
              </a:rPr>
              <a:t>Understanding Docker's CMD and ENTRYPOINT Instructions | </a:t>
            </a:r>
            <a:r>
              <a:rPr lang="en-US" dirty="0" err="1">
                <a:hlinkClick r:id="rId5"/>
              </a:rPr>
              <a:t>Cloudbees</a:t>
            </a:r>
            <a:r>
              <a:rPr lang="en-US" dirty="0">
                <a:hlinkClick r:id="rId5"/>
              </a:rPr>
              <a:t> Blog</a:t>
            </a:r>
            <a:endParaRPr lang="en-US" dirty="0"/>
          </a:p>
          <a:p>
            <a:r>
              <a:rPr lang="en-US" dirty="0">
                <a:hlinkClick r:id="rId6"/>
              </a:rPr>
              <a:t>Building Docker Images with </a:t>
            </a:r>
            <a:r>
              <a:rPr lang="en-US" dirty="0" err="1">
                <a:hlinkClick r:id="rId6"/>
              </a:rPr>
              <a:t>Dockerfiles</a:t>
            </a:r>
            <a:r>
              <a:rPr lang="en-US" dirty="0">
                <a:hlinkClick r:id="rId6"/>
              </a:rPr>
              <a:t> | </a:t>
            </a:r>
            <a:r>
              <a:rPr lang="en-US" dirty="0" err="1">
                <a:hlinkClick r:id="rId6"/>
              </a:rPr>
              <a:t>Codefresh</a:t>
            </a:r>
            <a:r>
              <a:rPr lang="en-US" dirty="0"/>
              <a:t>.</a:t>
            </a:r>
          </a:p>
          <a:p>
            <a:r>
              <a:rPr lang="en-US" dirty="0" err="1">
                <a:hlinkClick r:id="rId7"/>
              </a:rPr>
              <a:t>Kube</a:t>
            </a:r>
            <a:r>
              <a:rPr lang="en-US">
                <a:hlinkClick r:id="rId7"/>
              </a:rPr>
              <a:t>-Proxy: What Is It and How It Works (kodekloud.com)</a:t>
            </a:r>
            <a:endParaRPr lang="en-IN" dirty="0"/>
          </a:p>
        </p:txBody>
      </p:sp>
    </p:spTree>
    <p:extLst>
      <p:ext uri="{BB962C8B-B14F-4D97-AF65-F5344CB8AC3E}">
        <p14:creationId xmlns:p14="http://schemas.microsoft.com/office/powerpoint/2010/main" val="3253792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TotalTime>
  <Words>1779</Words>
  <Application>Microsoft Office PowerPoint</Application>
  <PresentationFormat>Widescreen</PresentationFormat>
  <Paragraphs>112</Paragraphs>
  <Slides>36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-apple-system</vt:lpstr>
      <vt:lpstr>Arial</vt:lpstr>
      <vt:lpstr>Calibri</vt:lpstr>
      <vt:lpstr>Calibri Light</vt:lpstr>
      <vt:lpstr>Lato</vt:lpstr>
      <vt:lpstr>Roboto</vt:lpstr>
      <vt:lpstr>Roboto</vt:lpstr>
      <vt:lpstr>SF Mono</vt:lpstr>
      <vt:lpstr>Office Theme</vt:lpstr>
      <vt:lpstr>PowerPoint Presentation</vt:lpstr>
      <vt:lpstr>Docker helps</vt:lpstr>
      <vt:lpstr>PowerPoint Presentation</vt:lpstr>
      <vt:lpstr>PowerPoint Presentation</vt:lpstr>
      <vt:lpstr>PowerPoint Presentation</vt:lpstr>
      <vt:lpstr>PowerPoint Presentation</vt:lpstr>
      <vt:lpstr>PowerPoint Presentation</vt:lpstr>
      <vt:lpstr>VM Problem</vt:lpstr>
      <vt:lpstr>Container is special kind of process</vt:lpstr>
      <vt:lpstr>PowerPoint Presentation</vt:lpstr>
      <vt:lpstr>Docker image contains</vt:lpstr>
      <vt:lpstr>PowerPoint Presentation</vt:lpstr>
      <vt:lpstr>Docker image</vt:lpstr>
      <vt:lpstr>Docker image</vt:lpstr>
      <vt:lpstr>Container</vt:lpstr>
      <vt:lpstr>Docker images vs. containers</vt:lpstr>
      <vt:lpstr>From Dockerfile to Image to Container</vt:lpstr>
      <vt:lpstr>From Dockerfile to Image to Container</vt:lpstr>
      <vt:lpstr>From Dockerfile to Image to Container</vt:lpstr>
      <vt:lpstr>PowerPoint Presentation</vt:lpstr>
      <vt:lpstr>Docker Register</vt:lpstr>
      <vt:lpstr>PowerPoint Presentation</vt:lpstr>
      <vt:lpstr>Docker File</vt:lpstr>
      <vt:lpstr>Docker image</vt:lpstr>
      <vt:lpstr>Docker Image</vt:lpstr>
      <vt:lpstr>Frequently used Dockerfile commands -</vt:lpstr>
      <vt:lpstr>Frequently used Dockerfile commands -</vt:lpstr>
      <vt:lpstr>Frequently used Dockerfile commands -</vt:lpstr>
      <vt:lpstr>Difference between RUN,CMD and ENTRYPOINT?</vt:lpstr>
      <vt:lpstr>Difference between RUN,CMD and ENTRYPOINT?</vt:lpstr>
      <vt:lpstr>Difference between RUN,CMD and ENTRYPOINT?</vt:lpstr>
      <vt:lpstr>Difference between RUN,CMD and ENTRYPOINT?</vt:lpstr>
      <vt:lpstr>Difference between RUN,CMD and ENTRYPOINT?</vt:lpstr>
      <vt:lpstr>Difference between RUN,CMD and ENTRYPOINT?</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2023-06-30T02:40:23Z</dcterms:created>
  <dcterms:modified xsi:type="dcterms:W3CDTF">2023-08-17T03:57:22Z</dcterms:modified>
</cp:coreProperties>
</file>